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handoutMasterIdLst>
    <p:handoutMasterId r:id="rId33"/>
  </p:handoutMasterIdLst>
  <p:sldIdLst>
    <p:sldId id="256" r:id="rId5"/>
    <p:sldId id="276" r:id="rId6"/>
    <p:sldId id="284" r:id="rId7"/>
    <p:sldId id="275" r:id="rId8"/>
    <p:sldId id="291" r:id="rId9"/>
    <p:sldId id="292" r:id="rId10"/>
    <p:sldId id="258" r:id="rId11"/>
    <p:sldId id="259" r:id="rId12"/>
    <p:sldId id="260" r:id="rId13"/>
    <p:sldId id="280" r:id="rId14"/>
    <p:sldId id="281" r:id="rId15"/>
    <p:sldId id="261" r:id="rId16"/>
    <p:sldId id="263" r:id="rId17"/>
    <p:sldId id="265" r:id="rId18"/>
    <p:sldId id="272" r:id="rId19"/>
    <p:sldId id="273" r:id="rId20"/>
    <p:sldId id="264" r:id="rId21"/>
    <p:sldId id="262" r:id="rId22"/>
    <p:sldId id="279" r:id="rId23"/>
    <p:sldId id="282" r:id="rId24"/>
    <p:sldId id="285" r:id="rId25"/>
    <p:sldId id="283" r:id="rId26"/>
    <p:sldId id="286" r:id="rId27"/>
    <p:sldId id="287" r:id="rId28"/>
    <p:sldId id="288" r:id="rId29"/>
    <p:sldId id="289" r:id="rId30"/>
    <p:sldId id="290" r:id="rId31"/>
    <p:sldId id="267" r:id="rId3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C38E35A-6A6A-20C5-7DEA-4B86B7B7F86A}" name="Nathan Silva De Albuquerque" initials="NS" userId="S::nathan.albuquerque@afinz.com.br::b06f84a7-e91c-46a9-b72b-36524e442ae0" providerId="AD"/>
  <p188:author id="{2DCFD494-C913-3AF6-94CA-534D69F634F5}" name="Monica Jacobucci da Silva" initials="Md" userId="S::monica.jacobucci@afinz.com.br::989c23d4-f64e-4163-a142-129143d57108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alita de Rezende Curralo Queiroz" initials="TdRCQ" lastIdx="12" clrIdx="0">
    <p:extLst>
      <p:ext uri="{19B8F6BF-5375-455C-9EA6-DF929625EA0E}">
        <p15:presenceInfo xmlns:p15="http://schemas.microsoft.com/office/powerpoint/2012/main" userId="S::talita.queiroz@afinz.com.br::35340627-607f-4cee-a478-89359ac96caf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4742"/>
    <a:srgbClr val="E2E2E2"/>
    <a:srgbClr val="ECECEC"/>
    <a:srgbClr val="D3FF00"/>
    <a:srgbClr val="00C6CC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12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microsoft.com/office/2018/10/relationships/authors" Target="authors.xml"/><Relationship Id="rId21" Type="http://schemas.openxmlformats.org/officeDocument/2006/relationships/slide" Target="slides/slide17.xml"/><Relationship Id="rId34" Type="http://schemas.openxmlformats.org/officeDocument/2006/relationships/commentAuthors" Target="comment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handoutMaster" Target="handoutMasters/handoutMaster1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Tahoma" panose="020B0604030504040204" pitchFamily="34" charset="0"/>
              <a:cs typeface="Tahoma" panose="020B0604030504040204" pitchFamily="34" charset="0"/>
            </a:defRPr>
          </a:pPr>
          <a:endParaRPr lang="pt-B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Série 1</c:v>
                </c:pt>
              </c:strCache>
            </c:strRef>
          </c:tx>
          <c:spPr>
            <a:solidFill>
              <a:srgbClr val="D3FF00"/>
            </a:solidFill>
            <a:ln>
              <a:noFill/>
            </a:ln>
            <a:effectLst/>
          </c:spPr>
          <c:invertIfNegative val="0"/>
          <c:cat>
            <c:strRef>
              <c:f>Planilha1!$A$2:$A$5</c:f>
              <c:strCache>
                <c:ptCount val="4"/>
                <c:pt idx="0">
                  <c:v>Categoria 1</c:v>
                </c:pt>
                <c:pt idx="1">
                  <c:v>Categoria 2</c:v>
                </c:pt>
                <c:pt idx="2">
                  <c:v>Categoria 3</c:v>
                </c:pt>
                <c:pt idx="3">
                  <c:v>Categoria 4</c:v>
                </c:pt>
              </c:strCache>
            </c:strRef>
          </c:cat>
          <c:val>
            <c:numRef>
              <c:f>Planilha1!$B$2:$B$5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26-4FC2-9B6C-9B6C1B577931}"/>
            </c:ext>
          </c:extLst>
        </c:ser>
        <c:ser>
          <c:idx val="1"/>
          <c:order val="1"/>
          <c:tx>
            <c:strRef>
              <c:f>Planilha1!$C$1</c:f>
              <c:strCache>
                <c:ptCount val="1"/>
                <c:pt idx="0">
                  <c:v>Série 2</c:v>
                </c:pt>
              </c:strCache>
            </c:strRef>
          </c:tx>
          <c:spPr>
            <a:solidFill>
              <a:srgbClr val="00C6CC"/>
            </a:solidFill>
            <a:ln>
              <a:noFill/>
            </a:ln>
            <a:effectLst/>
          </c:spPr>
          <c:invertIfNegative val="0"/>
          <c:cat>
            <c:strRef>
              <c:f>Planilha1!$A$2:$A$5</c:f>
              <c:strCache>
                <c:ptCount val="4"/>
                <c:pt idx="0">
                  <c:v>Categoria 1</c:v>
                </c:pt>
                <c:pt idx="1">
                  <c:v>Categoria 2</c:v>
                </c:pt>
                <c:pt idx="2">
                  <c:v>Categoria 3</c:v>
                </c:pt>
                <c:pt idx="3">
                  <c:v>Categoria 4</c:v>
                </c:pt>
              </c:strCache>
            </c:strRef>
          </c:cat>
          <c:val>
            <c:numRef>
              <c:f>Planilha1!$C$2:$C$5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926-4FC2-9B6C-9B6C1B577931}"/>
            </c:ext>
          </c:extLst>
        </c:ser>
        <c:ser>
          <c:idx val="2"/>
          <c:order val="2"/>
          <c:tx>
            <c:strRef>
              <c:f>Planilha1!$D$1</c:f>
              <c:strCache>
                <c:ptCount val="1"/>
                <c:pt idx="0">
                  <c:v>Série 3</c:v>
                </c:pt>
              </c:strCache>
            </c:strRef>
          </c:tx>
          <c:spPr>
            <a:solidFill>
              <a:schemeClr val="tx1"/>
            </a:solidFill>
            <a:ln>
              <a:noFill/>
            </a:ln>
            <a:effectLst/>
          </c:spPr>
          <c:invertIfNegative val="0"/>
          <c:cat>
            <c:strRef>
              <c:f>Planilha1!$A$2:$A$5</c:f>
              <c:strCache>
                <c:ptCount val="4"/>
                <c:pt idx="0">
                  <c:v>Categoria 1</c:v>
                </c:pt>
                <c:pt idx="1">
                  <c:v>Categoria 2</c:v>
                </c:pt>
                <c:pt idx="2">
                  <c:v>Categoria 3</c:v>
                </c:pt>
                <c:pt idx="3">
                  <c:v>Categoria 4</c:v>
                </c:pt>
              </c:strCache>
            </c:strRef>
          </c:cat>
          <c:val>
            <c:numRef>
              <c:f>Planilha1!$D$2:$D$5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926-4FC2-9B6C-9B6C1B5779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14523920"/>
        <c:axId val="414524400"/>
      </c:barChart>
      <c:catAx>
        <c:axId val="4145239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ECECEC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pPr>
            <a:endParaRPr lang="pt-BR"/>
          </a:p>
        </c:txPr>
        <c:crossAx val="414524400"/>
        <c:crosses val="autoZero"/>
        <c:auto val="1"/>
        <c:lblAlgn val="ctr"/>
        <c:lblOffset val="100"/>
        <c:noMultiLvlLbl val="0"/>
      </c:catAx>
      <c:valAx>
        <c:axId val="41452440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pPr>
            <a:endParaRPr lang="pt-BR"/>
          </a:p>
        </c:txPr>
        <c:crossAx val="4145239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Tahoma" panose="020B0604030504040204" pitchFamily="34" charset="0"/>
              <a:cs typeface="Tahoma" panose="020B0604030504040204" pitchFamily="34" charset="0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+mj-lt"/>
          <a:ea typeface="Tahoma" panose="020B0604030504040204" pitchFamily="34" charset="0"/>
          <a:cs typeface="Tahoma" panose="020B0604030504040204" pitchFamily="34" charset="0"/>
        </a:defRPr>
      </a:pPr>
      <a:endParaRPr lang="pt-B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Tahoma" panose="020B0604030504040204" pitchFamily="34" charset="0"/>
              <a:cs typeface="Tahoma" panose="020B0604030504040204" pitchFamily="34" charset="0"/>
            </a:defRPr>
          </a:pPr>
          <a:endParaRPr lang="pt-B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Série 1</c:v>
                </c:pt>
              </c:strCache>
            </c:strRef>
          </c:tx>
          <c:spPr>
            <a:ln w="28575" cap="rnd">
              <a:solidFill>
                <a:srgbClr val="D3FF00"/>
              </a:solidFill>
              <a:round/>
            </a:ln>
            <a:effectLst/>
          </c:spPr>
          <c:marker>
            <c:symbol val="none"/>
          </c:marker>
          <c:cat>
            <c:strRef>
              <c:f>Planilha1!$A$2:$A$5</c:f>
              <c:strCache>
                <c:ptCount val="4"/>
                <c:pt idx="0">
                  <c:v>Categoria 1</c:v>
                </c:pt>
                <c:pt idx="1">
                  <c:v>Categoria 2</c:v>
                </c:pt>
                <c:pt idx="2">
                  <c:v>Categoria 3</c:v>
                </c:pt>
                <c:pt idx="3">
                  <c:v>Categoria 4</c:v>
                </c:pt>
              </c:strCache>
            </c:strRef>
          </c:cat>
          <c:val>
            <c:numRef>
              <c:f>Planilha1!$B$2:$B$5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89C-449B-A615-7471463C3346}"/>
            </c:ext>
          </c:extLst>
        </c:ser>
        <c:ser>
          <c:idx val="1"/>
          <c:order val="1"/>
          <c:tx>
            <c:strRef>
              <c:f>Planilha1!$C$1</c:f>
              <c:strCache>
                <c:ptCount val="1"/>
                <c:pt idx="0">
                  <c:v>Série 2</c:v>
                </c:pt>
              </c:strCache>
            </c:strRef>
          </c:tx>
          <c:spPr>
            <a:ln w="28575" cap="rnd">
              <a:solidFill>
                <a:srgbClr val="00C6CC"/>
              </a:solidFill>
              <a:round/>
            </a:ln>
            <a:effectLst/>
          </c:spPr>
          <c:marker>
            <c:symbol val="none"/>
          </c:marker>
          <c:cat>
            <c:strRef>
              <c:f>Planilha1!$A$2:$A$5</c:f>
              <c:strCache>
                <c:ptCount val="4"/>
                <c:pt idx="0">
                  <c:v>Categoria 1</c:v>
                </c:pt>
                <c:pt idx="1">
                  <c:v>Categoria 2</c:v>
                </c:pt>
                <c:pt idx="2">
                  <c:v>Categoria 3</c:v>
                </c:pt>
                <c:pt idx="3">
                  <c:v>Categoria 4</c:v>
                </c:pt>
              </c:strCache>
            </c:strRef>
          </c:cat>
          <c:val>
            <c:numRef>
              <c:f>Planilha1!$C$2:$C$5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89C-449B-A615-7471463C3346}"/>
            </c:ext>
          </c:extLst>
        </c:ser>
        <c:ser>
          <c:idx val="2"/>
          <c:order val="2"/>
          <c:tx>
            <c:strRef>
              <c:f>Planilha1!$D$1</c:f>
              <c:strCache>
                <c:ptCount val="1"/>
                <c:pt idx="0">
                  <c:v>Série 3</c:v>
                </c:pt>
              </c:strCache>
            </c:strRef>
          </c:tx>
          <c:spPr>
            <a:ln w="28575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strRef>
              <c:f>Planilha1!$A$2:$A$5</c:f>
              <c:strCache>
                <c:ptCount val="4"/>
                <c:pt idx="0">
                  <c:v>Categoria 1</c:v>
                </c:pt>
                <c:pt idx="1">
                  <c:v>Categoria 2</c:v>
                </c:pt>
                <c:pt idx="2">
                  <c:v>Categoria 3</c:v>
                </c:pt>
                <c:pt idx="3">
                  <c:v>Categoria 4</c:v>
                </c:pt>
              </c:strCache>
            </c:strRef>
          </c:cat>
          <c:val>
            <c:numRef>
              <c:f>Planilha1!$D$2:$D$5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89C-449B-A615-7471463C33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711684127"/>
        <c:axId val="1711683167"/>
      </c:lineChart>
      <c:catAx>
        <c:axId val="17116841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pPr>
            <a:endParaRPr lang="pt-BR"/>
          </a:p>
        </c:txPr>
        <c:crossAx val="1711683167"/>
        <c:crosses val="autoZero"/>
        <c:auto val="1"/>
        <c:lblAlgn val="ctr"/>
        <c:lblOffset val="100"/>
        <c:noMultiLvlLbl val="0"/>
      </c:catAx>
      <c:valAx>
        <c:axId val="171168316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pPr>
            <a:endParaRPr lang="pt-BR"/>
          </a:p>
        </c:txPr>
        <c:crossAx val="171168412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7516884638347248"/>
          <c:y val="0.92772416453422268"/>
          <c:w val="0.24966221711556441"/>
          <c:h val="7.227583546577735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Tahoma" panose="020B0604030504040204" pitchFamily="34" charset="0"/>
              <a:cs typeface="Tahoma" panose="020B0604030504040204" pitchFamily="34" charset="0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+mn-lt"/>
          <a:ea typeface="Tahoma" panose="020B0604030504040204" pitchFamily="34" charset="0"/>
          <a:cs typeface="Tahoma" panose="020B0604030504040204" pitchFamily="34" charset="0"/>
        </a:defRPr>
      </a:pPr>
      <a:endParaRPr lang="pt-B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974077B4-7657-A469-E89B-90B91500E32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2646B4C-76F1-048F-79E9-04080429764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099087-1DFE-4EC3-9271-4BBE00BA3A38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FEB61C4-2502-135D-D8EE-663B4228127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C107E0D-DE59-F0EA-72B8-5D63623CE2A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CD810D-6B05-4BEB-863A-0BFEEB70F3A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031762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5" Type="http://schemas.openxmlformats.org/officeDocument/2006/relationships/image" Target="../media/image6.png"/><Relationship Id="rId4" Type="http://schemas.openxmlformats.org/officeDocument/2006/relationships/image" Target="../media/image3.svg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6.png"/><Relationship Id="rId9" Type="http://schemas.openxmlformats.org/officeDocument/2006/relationships/image" Target="../media/image9.svg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6.png"/><Relationship Id="rId9" Type="http://schemas.openxmlformats.org/officeDocument/2006/relationships/image" Target="../media/image12.png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6.png"/><Relationship Id="rId9" Type="http://schemas.openxmlformats.org/officeDocument/2006/relationships/image" Target="../media/image13.png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6" Type="http://schemas.openxmlformats.org/officeDocument/2006/relationships/image" Target="../media/image6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3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6.png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8.png"/><Relationship Id="rId7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19.sv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.png"/><Relationship Id="rId7" Type="http://schemas.openxmlformats.org/officeDocument/2006/relationships/image" Target="../media/image2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6.png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6.png"/><Relationship Id="rId7" Type="http://schemas.openxmlformats.org/officeDocument/2006/relationships/image" Target="../media/image27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6" Type="http://schemas.openxmlformats.org/officeDocument/2006/relationships/image" Target="../media/image26.png"/><Relationship Id="rId5" Type="http://schemas.openxmlformats.org/officeDocument/2006/relationships/image" Target="../media/image25.svg"/><Relationship Id="rId4" Type="http://schemas.openxmlformats.org/officeDocument/2006/relationships/image" Target="../media/image24.pn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6.png"/><Relationship Id="rId7" Type="http://schemas.openxmlformats.org/officeDocument/2006/relationships/image" Target="../media/image32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6" Type="http://schemas.openxmlformats.org/officeDocument/2006/relationships/image" Target="../media/image31.png"/><Relationship Id="rId5" Type="http://schemas.openxmlformats.org/officeDocument/2006/relationships/image" Target="../media/image30.svg"/><Relationship Id="rId4" Type="http://schemas.openxmlformats.org/officeDocument/2006/relationships/image" Target="../media/image29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6" Type="http://schemas.openxmlformats.org/officeDocument/2006/relationships/image" Target="../media/image6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6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36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">
            <a:extLst>
              <a:ext uri="{FF2B5EF4-FFF2-40B4-BE49-F238E27FC236}">
                <a16:creationId xmlns:a16="http://schemas.microsoft.com/office/drawing/2014/main" id="{31F0ED62-8B1F-801C-3802-5F9E6CF900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" y="1"/>
            <a:ext cx="12192000" cy="6858000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0D4E2B53-847F-07CD-A2DB-0DD8EE487CE2}"/>
              </a:ext>
            </a:extLst>
          </p:cNvPr>
          <p:cNvSpPr/>
          <p:nvPr userDrawn="1"/>
        </p:nvSpPr>
        <p:spPr>
          <a:xfrm>
            <a:off x="0" y="3448359"/>
            <a:ext cx="12191998" cy="3429252"/>
          </a:xfrm>
          <a:prstGeom prst="rect">
            <a:avLst/>
          </a:prstGeom>
          <a:solidFill>
            <a:srgbClr val="00C6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Espaço Reservado para Texto 13">
            <a:extLst>
              <a:ext uri="{FF2B5EF4-FFF2-40B4-BE49-F238E27FC236}">
                <a16:creationId xmlns:a16="http://schemas.microsoft.com/office/drawing/2014/main" id="{8F35BA6A-BE6B-BCDF-D31E-910C542F23F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611159" y="4859254"/>
            <a:ext cx="3088304" cy="69098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SUB-TÍTULO AQUI</a:t>
            </a:r>
          </a:p>
        </p:txBody>
      </p:sp>
      <p:pic>
        <p:nvPicPr>
          <p:cNvPr id="8" name="Graphic 13">
            <a:extLst>
              <a:ext uri="{FF2B5EF4-FFF2-40B4-BE49-F238E27FC236}">
                <a16:creationId xmlns:a16="http://schemas.microsoft.com/office/drawing/2014/main" id="{3C7E5285-8E9A-3FA7-4BE6-A2F54D9F1F7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15378" y="1576285"/>
            <a:ext cx="2676620" cy="3704925"/>
          </a:xfrm>
          <a:prstGeom prst="rect">
            <a:avLst/>
          </a:prstGeom>
        </p:spPr>
      </p:pic>
      <p:grpSp>
        <p:nvGrpSpPr>
          <p:cNvPr id="24" name="Agrupar 23">
            <a:extLst>
              <a:ext uri="{FF2B5EF4-FFF2-40B4-BE49-F238E27FC236}">
                <a16:creationId xmlns:a16="http://schemas.microsoft.com/office/drawing/2014/main" id="{E5D84C29-0136-3294-23AB-2965F05CDCAD}"/>
              </a:ext>
            </a:extLst>
          </p:cNvPr>
          <p:cNvGrpSpPr/>
          <p:nvPr userDrawn="1"/>
        </p:nvGrpSpPr>
        <p:grpSpPr>
          <a:xfrm>
            <a:off x="1007630" y="759987"/>
            <a:ext cx="2147681" cy="816298"/>
            <a:chOff x="1624314" y="1291232"/>
            <a:chExt cx="3923399" cy="1491219"/>
          </a:xfrm>
        </p:grpSpPr>
        <p:sp>
          <p:nvSpPr>
            <p:cNvPr id="17" name="Forma Livre: Forma 16">
              <a:extLst>
                <a:ext uri="{FF2B5EF4-FFF2-40B4-BE49-F238E27FC236}">
                  <a16:creationId xmlns:a16="http://schemas.microsoft.com/office/drawing/2014/main" id="{70B6C894-2002-D2EA-8891-190B156DD32D}"/>
                </a:ext>
              </a:extLst>
            </p:cNvPr>
            <p:cNvSpPr/>
            <p:nvPr/>
          </p:nvSpPr>
          <p:spPr>
            <a:xfrm>
              <a:off x="1624314" y="1741960"/>
              <a:ext cx="932011" cy="1040491"/>
            </a:xfrm>
            <a:custGeom>
              <a:avLst/>
              <a:gdLst>
                <a:gd name="connsiteX0" fmla="*/ 932012 w 932011"/>
                <a:gd name="connsiteY0" fmla="*/ 780323 h 1040491"/>
                <a:gd name="connsiteX1" fmla="*/ 932012 w 932011"/>
                <a:gd name="connsiteY1" fmla="*/ 1005688 h 1040491"/>
                <a:gd name="connsiteX2" fmla="*/ 772277 w 932011"/>
                <a:gd name="connsiteY2" fmla="*/ 1028197 h 1040491"/>
                <a:gd name="connsiteX3" fmla="*/ 575660 w 932011"/>
                <a:gd name="connsiteY3" fmla="*/ 956511 h 1040491"/>
                <a:gd name="connsiteX4" fmla="*/ 315492 w 932011"/>
                <a:gd name="connsiteY4" fmla="*/ 1040492 h 1040491"/>
                <a:gd name="connsiteX5" fmla="*/ 0 w 932011"/>
                <a:gd name="connsiteY5" fmla="*/ 731237 h 1040491"/>
                <a:gd name="connsiteX6" fmla="*/ 366658 w 932011"/>
                <a:gd name="connsiteY6" fmla="*/ 419903 h 1040491"/>
                <a:gd name="connsiteX7" fmla="*/ 514098 w 932011"/>
                <a:gd name="connsiteY7" fmla="*/ 438344 h 1040491"/>
                <a:gd name="connsiteX8" fmla="*/ 514098 w 932011"/>
                <a:gd name="connsiteY8" fmla="*/ 395314 h 1040491"/>
                <a:gd name="connsiteX9" fmla="*/ 362499 w 932011"/>
                <a:gd name="connsiteY9" fmla="*/ 276530 h 1040491"/>
                <a:gd name="connsiteX10" fmla="*/ 61381 w 932011"/>
                <a:gd name="connsiteY10" fmla="*/ 335922 h 1040491"/>
                <a:gd name="connsiteX11" fmla="*/ 61381 w 932011"/>
                <a:gd name="connsiteY11" fmla="*/ 59392 h 1040491"/>
                <a:gd name="connsiteX12" fmla="*/ 397303 w 932011"/>
                <a:gd name="connsiteY12" fmla="*/ 0 h 1040491"/>
                <a:gd name="connsiteX13" fmla="*/ 843873 w 932011"/>
                <a:gd name="connsiteY13" fmla="*/ 415835 h 1040491"/>
                <a:gd name="connsiteX14" fmla="*/ 843873 w 932011"/>
                <a:gd name="connsiteY14" fmla="*/ 723101 h 1040491"/>
                <a:gd name="connsiteX15" fmla="*/ 899197 w 932011"/>
                <a:gd name="connsiteY15" fmla="*/ 784572 h 1040491"/>
                <a:gd name="connsiteX16" fmla="*/ 931921 w 932011"/>
                <a:gd name="connsiteY16" fmla="*/ 780504 h 1040491"/>
                <a:gd name="connsiteX17" fmla="*/ 514098 w 932011"/>
                <a:gd name="connsiteY17" fmla="*/ 792798 h 1040491"/>
                <a:gd name="connsiteX18" fmla="*/ 514098 w 932011"/>
                <a:gd name="connsiteY18" fmla="*/ 622758 h 1040491"/>
                <a:gd name="connsiteX19" fmla="*/ 442412 w 932011"/>
                <a:gd name="connsiteY19" fmla="*/ 612543 h 1040491"/>
                <a:gd name="connsiteX20" fmla="*/ 319560 w 932011"/>
                <a:gd name="connsiteY20" fmla="*/ 725180 h 1040491"/>
                <a:gd name="connsiteX21" fmla="*/ 411767 w 932011"/>
                <a:gd name="connsiteY21" fmla="*/ 829681 h 1040491"/>
                <a:gd name="connsiteX22" fmla="*/ 514189 w 932011"/>
                <a:gd name="connsiteY22" fmla="*/ 792798 h 1040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32011" h="1040491">
                  <a:moveTo>
                    <a:pt x="932012" y="780323"/>
                  </a:moveTo>
                  <a:lnTo>
                    <a:pt x="932012" y="1005688"/>
                  </a:lnTo>
                  <a:cubicBezTo>
                    <a:pt x="880756" y="1020061"/>
                    <a:pt x="833658" y="1028197"/>
                    <a:pt x="772277" y="1028197"/>
                  </a:cubicBezTo>
                  <a:cubicBezTo>
                    <a:pt x="692365" y="1028197"/>
                    <a:pt x="620678" y="1005688"/>
                    <a:pt x="575660" y="956511"/>
                  </a:cubicBezTo>
                  <a:cubicBezTo>
                    <a:pt x="503973" y="1015903"/>
                    <a:pt x="413846" y="1040492"/>
                    <a:pt x="315492" y="1040492"/>
                  </a:cubicBezTo>
                  <a:cubicBezTo>
                    <a:pt x="147531" y="1040492"/>
                    <a:pt x="0" y="942137"/>
                    <a:pt x="0" y="731237"/>
                  </a:cubicBezTo>
                  <a:cubicBezTo>
                    <a:pt x="0" y="520336"/>
                    <a:pt x="149520" y="419903"/>
                    <a:pt x="366658" y="419903"/>
                  </a:cubicBezTo>
                  <a:cubicBezTo>
                    <a:pt x="417823" y="419903"/>
                    <a:pt x="456785" y="423971"/>
                    <a:pt x="514098" y="438344"/>
                  </a:cubicBezTo>
                  <a:lnTo>
                    <a:pt x="514098" y="395314"/>
                  </a:lnTo>
                  <a:cubicBezTo>
                    <a:pt x="514098" y="323628"/>
                    <a:pt x="475136" y="276530"/>
                    <a:pt x="362499" y="276530"/>
                  </a:cubicBezTo>
                  <a:cubicBezTo>
                    <a:pt x="256009" y="276530"/>
                    <a:pt x="143373" y="303198"/>
                    <a:pt x="61381" y="335922"/>
                  </a:cubicBezTo>
                  <a:lnTo>
                    <a:pt x="61381" y="59392"/>
                  </a:lnTo>
                  <a:cubicBezTo>
                    <a:pt x="161724" y="24589"/>
                    <a:pt x="292802" y="0"/>
                    <a:pt x="397303" y="0"/>
                  </a:cubicBezTo>
                  <a:cubicBezTo>
                    <a:pt x="673833" y="0"/>
                    <a:pt x="843873" y="102422"/>
                    <a:pt x="843873" y="415835"/>
                  </a:cubicBezTo>
                  <a:lnTo>
                    <a:pt x="843873" y="723101"/>
                  </a:lnTo>
                  <a:cubicBezTo>
                    <a:pt x="843873" y="768210"/>
                    <a:pt x="864394" y="784572"/>
                    <a:pt x="899197" y="784572"/>
                  </a:cubicBezTo>
                  <a:cubicBezTo>
                    <a:pt x="909412" y="784572"/>
                    <a:pt x="921706" y="782493"/>
                    <a:pt x="931921" y="780504"/>
                  </a:cubicBezTo>
                  <a:moveTo>
                    <a:pt x="514098" y="792798"/>
                  </a:moveTo>
                  <a:lnTo>
                    <a:pt x="514098" y="622758"/>
                  </a:lnTo>
                  <a:cubicBezTo>
                    <a:pt x="489510" y="616611"/>
                    <a:pt x="468989" y="612543"/>
                    <a:pt x="442412" y="612543"/>
                  </a:cubicBezTo>
                  <a:cubicBezTo>
                    <a:pt x="366658" y="612543"/>
                    <a:pt x="319560" y="643279"/>
                    <a:pt x="319560" y="725180"/>
                  </a:cubicBezTo>
                  <a:cubicBezTo>
                    <a:pt x="319560" y="800934"/>
                    <a:pt x="362590" y="829681"/>
                    <a:pt x="411767" y="829681"/>
                  </a:cubicBezTo>
                  <a:cubicBezTo>
                    <a:pt x="454797" y="829681"/>
                    <a:pt x="485532" y="819466"/>
                    <a:pt x="514189" y="792798"/>
                  </a:cubicBezTo>
                </a:path>
              </a:pathLst>
            </a:custGeom>
            <a:solidFill>
              <a:srgbClr val="000000"/>
            </a:solidFill>
            <a:ln w="9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8" name="Forma Livre: Forma 17">
              <a:extLst>
                <a:ext uri="{FF2B5EF4-FFF2-40B4-BE49-F238E27FC236}">
                  <a16:creationId xmlns:a16="http://schemas.microsoft.com/office/drawing/2014/main" id="{7D593644-4FAD-AFB7-47D6-433533C20C52}"/>
                </a:ext>
              </a:extLst>
            </p:cNvPr>
            <p:cNvSpPr/>
            <p:nvPr/>
          </p:nvSpPr>
          <p:spPr>
            <a:xfrm>
              <a:off x="2562201" y="1291232"/>
              <a:ext cx="680070" cy="1462473"/>
            </a:xfrm>
            <a:custGeom>
              <a:avLst/>
              <a:gdLst>
                <a:gd name="connsiteX0" fmla="*/ 120863 w 680070"/>
                <a:gd name="connsiteY0" fmla="*/ 768120 h 1462473"/>
                <a:gd name="connsiteX1" fmla="*/ 0 w 680070"/>
                <a:gd name="connsiteY1" fmla="*/ 768120 h 1462473"/>
                <a:gd name="connsiteX2" fmla="*/ 0 w 680070"/>
                <a:gd name="connsiteY2" fmla="*/ 479295 h 1462473"/>
                <a:gd name="connsiteX3" fmla="*/ 120863 w 680070"/>
                <a:gd name="connsiteY3" fmla="*/ 479295 h 1462473"/>
                <a:gd name="connsiteX4" fmla="*/ 120863 w 680070"/>
                <a:gd name="connsiteY4" fmla="*/ 370726 h 1462473"/>
                <a:gd name="connsiteX5" fmla="*/ 487521 w 680070"/>
                <a:gd name="connsiteY5" fmla="*/ 0 h 1462473"/>
                <a:gd name="connsiteX6" fmla="*/ 680070 w 680070"/>
                <a:gd name="connsiteY6" fmla="*/ 34804 h 1462473"/>
                <a:gd name="connsiteX7" fmla="*/ 680070 w 680070"/>
                <a:gd name="connsiteY7" fmla="*/ 307266 h 1462473"/>
                <a:gd name="connsiteX8" fmla="*/ 577648 w 680070"/>
                <a:gd name="connsiteY8" fmla="*/ 288825 h 1462473"/>
                <a:gd name="connsiteX9" fmla="*/ 456785 w 680070"/>
                <a:gd name="connsiteY9" fmla="*/ 391246 h 1462473"/>
                <a:gd name="connsiteX10" fmla="*/ 456785 w 680070"/>
                <a:gd name="connsiteY10" fmla="*/ 479295 h 1462473"/>
                <a:gd name="connsiteX11" fmla="*/ 639120 w 680070"/>
                <a:gd name="connsiteY11" fmla="*/ 479295 h 1462473"/>
                <a:gd name="connsiteX12" fmla="*/ 639120 w 680070"/>
                <a:gd name="connsiteY12" fmla="*/ 768120 h 1462473"/>
                <a:gd name="connsiteX13" fmla="*/ 456785 w 680070"/>
                <a:gd name="connsiteY13" fmla="*/ 768120 h 1462473"/>
                <a:gd name="connsiteX14" fmla="*/ 456785 w 680070"/>
                <a:gd name="connsiteY14" fmla="*/ 1462474 h 1462473"/>
                <a:gd name="connsiteX15" fmla="*/ 120863 w 680070"/>
                <a:gd name="connsiteY15" fmla="*/ 1462474 h 1462473"/>
                <a:gd name="connsiteX16" fmla="*/ 120863 w 680070"/>
                <a:gd name="connsiteY16" fmla="*/ 768120 h 1462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80070" h="1462473">
                  <a:moveTo>
                    <a:pt x="120863" y="768120"/>
                  </a:moveTo>
                  <a:lnTo>
                    <a:pt x="0" y="768120"/>
                  </a:lnTo>
                  <a:lnTo>
                    <a:pt x="0" y="479295"/>
                  </a:lnTo>
                  <a:lnTo>
                    <a:pt x="120863" y="479295"/>
                  </a:lnTo>
                  <a:lnTo>
                    <a:pt x="120863" y="370726"/>
                  </a:lnTo>
                  <a:cubicBezTo>
                    <a:pt x="120863" y="81901"/>
                    <a:pt x="315402" y="0"/>
                    <a:pt x="487521" y="0"/>
                  </a:cubicBezTo>
                  <a:cubicBezTo>
                    <a:pt x="565354" y="0"/>
                    <a:pt x="620678" y="10215"/>
                    <a:pt x="680070" y="34804"/>
                  </a:cubicBezTo>
                  <a:lnTo>
                    <a:pt x="680070" y="307266"/>
                  </a:lnTo>
                  <a:cubicBezTo>
                    <a:pt x="649335" y="294972"/>
                    <a:pt x="612452" y="288825"/>
                    <a:pt x="577648" y="288825"/>
                  </a:cubicBezTo>
                  <a:cubicBezTo>
                    <a:pt x="505962" y="288825"/>
                    <a:pt x="456785" y="319560"/>
                    <a:pt x="456785" y="391246"/>
                  </a:cubicBezTo>
                  <a:lnTo>
                    <a:pt x="456785" y="479295"/>
                  </a:lnTo>
                  <a:lnTo>
                    <a:pt x="639120" y="479295"/>
                  </a:lnTo>
                  <a:lnTo>
                    <a:pt x="639120" y="768120"/>
                  </a:lnTo>
                  <a:lnTo>
                    <a:pt x="456785" y="768120"/>
                  </a:lnTo>
                  <a:lnTo>
                    <a:pt x="456785" y="1462474"/>
                  </a:lnTo>
                  <a:lnTo>
                    <a:pt x="120863" y="1462474"/>
                  </a:lnTo>
                  <a:lnTo>
                    <a:pt x="120863" y="768120"/>
                  </a:lnTo>
                  <a:close/>
                </a:path>
              </a:pathLst>
            </a:custGeom>
            <a:solidFill>
              <a:srgbClr val="000000"/>
            </a:solidFill>
            <a:ln w="9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9" name="Forma Livre: Forma 18">
              <a:extLst>
                <a:ext uri="{FF2B5EF4-FFF2-40B4-BE49-F238E27FC236}">
                  <a16:creationId xmlns:a16="http://schemas.microsoft.com/office/drawing/2014/main" id="{5AD4CB92-87D8-E2C3-0FF2-7DFC04D3DE96}"/>
                </a:ext>
              </a:extLst>
            </p:cNvPr>
            <p:cNvSpPr/>
            <p:nvPr/>
          </p:nvSpPr>
          <p:spPr>
            <a:xfrm>
              <a:off x="3324173" y="1318713"/>
              <a:ext cx="340442" cy="327515"/>
            </a:xfrm>
            <a:custGeom>
              <a:avLst/>
              <a:gdLst>
                <a:gd name="connsiteX0" fmla="*/ 0 w 340442"/>
                <a:gd name="connsiteY0" fmla="*/ 161904 h 327515"/>
                <a:gd name="connsiteX1" fmla="*/ 171125 w 340442"/>
                <a:gd name="connsiteY1" fmla="*/ 0 h 327515"/>
                <a:gd name="connsiteX2" fmla="*/ 340442 w 340442"/>
                <a:gd name="connsiteY2" fmla="*/ 161904 h 327515"/>
                <a:gd name="connsiteX3" fmla="*/ 171125 w 340442"/>
                <a:gd name="connsiteY3" fmla="*/ 327515 h 327515"/>
                <a:gd name="connsiteX4" fmla="*/ 0 w 340442"/>
                <a:gd name="connsiteY4" fmla="*/ 161904 h 327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0442" h="327515">
                  <a:moveTo>
                    <a:pt x="0" y="161904"/>
                  </a:moveTo>
                  <a:cubicBezTo>
                    <a:pt x="0" y="47821"/>
                    <a:pt x="80997" y="0"/>
                    <a:pt x="171125" y="0"/>
                  </a:cubicBezTo>
                  <a:cubicBezTo>
                    <a:pt x="261253" y="0"/>
                    <a:pt x="340442" y="47821"/>
                    <a:pt x="340442" y="161904"/>
                  </a:cubicBezTo>
                  <a:cubicBezTo>
                    <a:pt x="340442" y="275988"/>
                    <a:pt x="261343" y="327515"/>
                    <a:pt x="171125" y="327515"/>
                  </a:cubicBezTo>
                  <a:cubicBezTo>
                    <a:pt x="80907" y="327515"/>
                    <a:pt x="0" y="275988"/>
                    <a:pt x="0" y="161904"/>
                  </a:cubicBezTo>
                </a:path>
              </a:pathLst>
            </a:custGeom>
            <a:solidFill>
              <a:srgbClr val="000000"/>
            </a:solidFill>
            <a:ln w="9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0" name="Forma Livre: Forma 19">
              <a:extLst>
                <a:ext uri="{FF2B5EF4-FFF2-40B4-BE49-F238E27FC236}">
                  <a16:creationId xmlns:a16="http://schemas.microsoft.com/office/drawing/2014/main" id="{4A94ED23-7F2A-8B1D-EDCD-795E640856F5}"/>
                </a:ext>
              </a:extLst>
            </p:cNvPr>
            <p:cNvSpPr/>
            <p:nvPr/>
          </p:nvSpPr>
          <p:spPr>
            <a:xfrm>
              <a:off x="3327427" y="1770527"/>
              <a:ext cx="335922" cy="983178"/>
            </a:xfrm>
            <a:custGeom>
              <a:avLst/>
              <a:gdLst>
                <a:gd name="connsiteX0" fmla="*/ 0 w 335922"/>
                <a:gd name="connsiteY0" fmla="*/ 0 h 983178"/>
                <a:gd name="connsiteX1" fmla="*/ 335922 w 335922"/>
                <a:gd name="connsiteY1" fmla="*/ 0 h 983178"/>
                <a:gd name="connsiteX2" fmla="*/ 335922 w 335922"/>
                <a:gd name="connsiteY2" fmla="*/ 983179 h 983178"/>
                <a:gd name="connsiteX3" fmla="*/ 0 w 335922"/>
                <a:gd name="connsiteY3" fmla="*/ 983179 h 983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5922" h="983178">
                  <a:moveTo>
                    <a:pt x="0" y="0"/>
                  </a:moveTo>
                  <a:lnTo>
                    <a:pt x="335922" y="0"/>
                  </a:lnTo>
                  <a:lnTo>
                    <a:pt x="335922" y="983179"/>
                  </a:lnTo>
                  <a:lnTo>
                    <a:pt x="0" y="983179"/>
                  </a:lnTo>
                  <a:close/>
                </a:path>
              </a:pathLst>
            </a:custGeom>
            <a:solidFill>
              <a:srgbClr val="000000"/>
            </a:solidFill>
            <a:ln w="9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1" name="Forma Livre: Forma 20">
              <a:extLst>
                <a:ext uri="{FF2B5EF4-FFF2-40B4-BE49-F238E27FC236}">
                  <a16:creationId xmlns:a16="http://schemas.microsoft.com/office/drawing/2014/main" id="{6F7C8711-8A6F-C886-C868-07B382DED56E}"/>
                </a:ext>
              </a:extLst>
            </p:cNvPr>
            <p:cNvSpPr/>
            <p:nvPr/>
          </p:nvSpPr>
          <p:spPr>
            <a:xfrm>
              <a:off x="3822994" y="1741780"/>
              <a:ext cx="860325" cy="1011925"/>
            </a:xfrm>
            <a:custGeom>
              <a:avLst/>
              <a:gdLst>
                <a:gd name="connsiteX0" fmla="*/ 90 w 860325"/>
                <a:gd name="connsiteY0" fmla="*/ 28747 h 1011925"/>
                <a:gd name="connsiteX1" fmla="*/ 303198 w 860325"/>
                <a:gd name="connsiteY1" fmla="*/ 28747 h 1011925"/>
                <a:gd name="connsiteX2" fmla="*/ 303198 w 860325"/>
                <a:gd name="connsiteY2" fmla="*/ 116795 h 1011925"/>
                <a:gd name="connsiteX3" fmla="*/ 565354 w 860325"/>
                <a:gd name="connsiteY3" fmla="*/ 0 h 1011925"/>
                <a:gd name="connsiteX4" fmla="*/ 860326 w 860325"/>
                <a:gd name="connsiteY4" fmla="*/ 307266 h 1011925"/>
                <a:gd name="connsiteX5" fmla="*/ 860326 w 860325"/>
                <a:gd name="connsiteY5" fmla="*/ 1011925 h 1011925"/>
                <a:gd name="connsiteX6" fmla="*/ 524404 w 860325"/>
                <a:gd name="connsiteY6" fmla="*/ 1011925 h 1011925"/>
                <a:gd name="connsiteX7" fmla="*/ 524404 w 860325"/>
                <a:gd name="connsiteY7" fmla="*/ 391337 h 1011925"/>
                <a:gd name="connsiteX8" fmla="*/ 446570 w 860325"/>
                <a:gd name="connsiteY8" fmla="*/ 311424 h 1011925"/>
                <a:gd name="connsiteX9" fmla="*/ 335922 w 860325"/>
                <a:gd name="connsiteY9" fmla="*/ 381031 h 1011925"/>
                <a:gd name="connsiteX10" fmla="*/ 335922 w 860325"/>
                <a:gd name="connsiteY10" fmla="*/ 1011925 h 1011925"/>
                <a:gd name="connsiteX11" fmla="*/ 0 w 860325"/>
                <a:gd name="connsiteY11" fmla="*/ 1011925 h 1011925"/>
                <a:gd name="connsiteX12" fmla="*/ 0 w 860325"/>
                <a:gd name="connsiteY12" fmla="*/ 28747 h 1011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0325" h="1011925">
                  <a:moveTo>
                    <a:pt x="90" y="28747"/>
                  </a:moveTo>
                  <a:lnTo>
                    <a:pt x="303198" y="28747"/>
                  </a:lnTo>
                  <a:lnTo>
                    <a:pt x="303198" y="116795"/>
                  </a:lnTo>
                  <a:cubicBezTo>
                    <a:pt x="360511" y="49177"/>
                    <a:pt x="442502" y="0"/>
                    <a:pt x="565354" y="0"/>
                  </a:cubicBezTo>
                  <a:cubicBezTo>
                    <a:pt x="710806" y="0"/>
                    <a:pt x="860326" y="102422"/>
                    <a:pt x="860326" y="307266"/>
                  </a:cubicBezTo>
                  <a:lnTo>
                    <a:pt x="860326" y="1011925"/>
                  </a:lnTo>
                  <a:lnTo>
                    <a:pt x="524404" y="1011925"/>
                  </a:lnTo>
                  <a:lnTo>
                    <a:pt x="524404" y="391337"/>
                  </a:lnTo>
                  <a:cubicBezTo>
                    <a:pt x="524404" y="336013"/>
                    <a:pt x="495747" y="311424"/>
                    <a:pt x="446570" y="311424"/>
                  </a:cubicBezTo>
                  <a:cubicBezTo>
                    <a:pt x="397393" y="311424"/>
                    <a:pt x="360511" y="342160"/>
                    <a:pt x="335922" y="381031"/>
                  </a:cubicBezTo>
                  <a:lnTo>
                    <a:pt x="335922" y="1011925"/>
                  </a:lnTo>
                  <a:lnTo>
                    <a:pt x="0" y="1011925"/>
                  </a:lnTo>
                  <a:lnTo>
                    <a:pt x="0" y="28747"/>
                  </a:lnTo>
                  <a:close/>
                </a:path>
              </a:pathLst>
            </a:custGeom>
            <a:solidFill>
              <a:srgbClr val="000000"/>
            </a:solidFill>
            <a:ln w="9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2" name="Forma Livre: Forma 21">
              <a:extLst>
                <a:ext uri="{FF2B5EF4-FFF2-40B4-BE49-F238E27FC236}">
                  <a16:creationId xmlns:a16="http://schemas.microsoft.com/office/drawing/2014/main" id="{414059B3-5AB1-4443-37DE-2E7E4545E1C5}"/>
                </a:ext>
              </a:extLst>
            </p:cNvPr>
            <p:cNvSpPr/>
            <p:nvPr/>
          </p:nvSpPr>
          <p:spPr>
            <a:xfrm>
              <a:off x="4804183" y="1770527"/>
              <a:ext cx="743530" cy="983178"/>
            </a:xfrm>
            <a:custGeom>
              <a:avLst/>
              <a:gdLst>
                <a:gd name="connsiteX0" fmla="*/ 725179 w 743530"/>
                <a:gd name="connsiteY0" fmla="*/ 239648 h 983178"/>
                <a:gd name="connsiteX1" fmla="*/ 387540 w 743530"/>
                <a:gd name="connsiteY1" fmla="*/ 744073 h 983178"/>
                <a:gd name="connsiteX2" fmla="*/ 743530 w 743530"/>
                <a:gd name="connsiteY2" fmla="*/ 744073 h 983178"/>
                <a:gd name="connsiteX3" fmla="*/ 743530 w 743530"/>
                <a:gd name="connsiteY3" fmla="*/ 983179 h 983178"/>
                <a:gd name="connsiteX4" fmla="*/ 0 w 743530"/>
                <a:gd name="connsiteY4" fmla="*/ 983179 h 983178"/>
                <a:gd name="connsiteX5" fmla="*/ 0 w 743530"/>
                <a:gd name="connsiteY5" fmla="*/ 803465 h 983178"/>
                <a:gd name="connsiteX6" fmla="*/ 394229 w 743530"/>
                <a:gd name="connsiteY6" fmla="*/ 226901 h 983178"/>
                <a:gd name="connsiteX7" fmla="*/ 18441 w 743530"/>
                <a:gd name="connsiteY7" fmla="*/ 226901 h 983178"/>
                <a:gd name="connsiteX8" fmla="*/ 18441 w 743530"/>
                <a:gd name="connsiteY8" fmla="*/ 0 h 983178"/>
                <a:gd name="connsiteX9" fmla="*/ 725179 w 743530"/>
                <a:gd name="connsiteY9" fmla="*/ 0 h 983178"/>
                <a:gd name="connsiteX10" fmla="*/ 725179 w 743530"/>
                <a:gd name="connsiteY10" fmla="*/ 239648 h 983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530" h="983178">
                  <a:moveTo>
                    <a:pt x="725179" y="239648"/>
                  </a:moveTo>
                  <a:lnTo>
                    <a:pt x="387540" y="744073"/>
                  </a:lnTo>
                  <a:lnTo>
                    <a:pt x="743530" y="744073"/>
                  </a:lnTo>
                  <a:lnTo>
                    <a:pt x="743530" y="983179"/>
                  </a:lnTo>
                  <a:lnTo>
                    <a:pt x="0" y="983179"/>
                  </a:lnTo>
                  <a:lnTo>
                    <a:pt x="0" y="803465"/>
                  </a:lnTo>
                  <a:lnTo>
                    <a:pt x="394229" y="226901"/>
                  </a:lnTo>
                  <a:lnTo>
                    <a:pt x="18441" y="226901"/>
                  </a:lnTo>
                  <a:lnTo>
                    <a:pt x="18441" y="0"/>
                  </a:lnTo>
                  <a:lnTo>
                    <a:pt x="725179" y="0"/>
                  </a:lnTo>
                  <a:lnTo>
                    <a:pt x="725179" y="239648"/>
                  </a:lnTo>
                  <a:close/>
                </a:path>
              </a:pathLst>
            </a:custGeom>
            <a:solidFill>
              <a:srgbClr val="000000"/>
            </a:solidFill>
            <a:ln w="9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3" name="Forma Livre: Forma 22">
              <a:extLst>
                <a:ext uri="{FF2B5EF4-FFF2-40B4-BE49-F238E27FC236}">
                  <a16:creationId xmlns:a16="http://schemas.microsoft.com/office/drawing/2014/main" id="{C3B7760D-72EC-0F7D-DEFB-9A31349AC7AB}"/>
                </a:ext>
              </a:extLst>
            </p:cNvPr>
            <p:cNvSpPr/>
            <p:nvPr/>
          </p:nvSpPr>
          <p:spPr>
            <a:xfrm>
              <a:off x="4823347" y="2132303"/>
              <a:ext cx="708093" cy="236935"/>
            </a:xfrm>
            <a:custGeom>
              <a:avLst/>
              <a:gdLst>
                <a:gd name="connsiteX0" fmla="*/ 0 w 708093"/>
                <a:gd name="connsiteY0" fmla="*/ 0 h 236935"/>
                <a:gd name="connsiteX1" fmla="*/ 708094 w 708093"/>
                <a:gd name="connsiteY1" fmla="*/ 0 h 236935"/>
                <a:gd name="connsiteX2" fmla="*/ 708094 w 708093"/>
                <a:gd name="connsiteY2" fmla="*/ 236936 h 236935"/>
                <a:gd name="connsiteX3" fmla="*/ 0 w 708093"/>
                <a:gd name="connsiteY3" fmla="*/ 236936 h 236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8093" h="236935">
                  <a:moveTo>
                    <a:pt x="0" y="0"/>
                  </a:moveTo>
                  <a:lnTo>
                    <a:pt x="708094" y="0"/>
                  </a:lnTo>
                  <a:lnTo>
                    <a:pt x="708094" y="236936"/>
                  </a:lnTo>
                  <a:lnTo>
                    <a:pt x="0" y="236936"/>
                  </a:lnTo>
                  <a:close/>
                </a:path>
              </a:pathLst>
            </a:custGeom>
            <a:solidFill>
              <a:srgbClr val="00C6CC"/>
            </a:solidFill>
            <a:ln w="9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1548179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Com Imagem P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Texto 13">
            <a:extLst>
              <a:ext uri="{FF2B5EF4-FFF2-40B4-BE49-F238E27FC236}">
                <a16:creationId xmlns:a16="http://schemas.microsoft.com/office/drawing/2014/main" id="{C46759C8-8924-924B-E00F-A3AAB677F6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87309" y="3428748"/>
            <a:ext cx="3088304" cy="69098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SUB-TÍTULO AQUI</a:t>
            </a:r>
          </a:p>
        </p:txBody>
      </p:sp>
      <p:pic>
        <p:nvPicPr>
          <p:cNvPr id="3" name="Imagem 2" descr="Uma imagem contendo segurando, em pé, mesa, mulher&#10;&#10;Descrição gerada automaticamente">
            <a:extLst>
              <a:ext uri="{FF2B5EF4-FFF2-40B4-BE49-F238E27FC236}">
                <a16:creationId xmlns:a16="http://schemas.microsoft.com/office/drawing/2014/main" id="{0BAD2270-FC81-C003-AB37-EA8F90EDE0B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2445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om Imagem P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Homem com os braços cruzados&#10;&#10;Descrição gerada automaticamente com confiança média">
            <a:extLst>
              <a:ext uri="{FF2B5EF4-FFF2-40B4-BE49-F238E27FC236}">
                <a16:creationId xmlns:a16="http://schemas.microsoft.com/office/drawing/2014/main" id="{3A2D00F7-1FF6-970E-78D2-02931B5C4F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Espaço Reservado para Texto 13">
            <a:extLst>
              <a:ext uri="{FF2B5EF4-FFF2-40B4-BE49-F238E27FC236}">
                <a16:creationId xmlns:a16="http://schemas.microsoft.com/office/drawing/2014/main" id="{C46759C8-8924-924B-E00F-A3AAB677F6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44409" y="3083508"/>
            <a:ext cx="3088304" cy="69098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SUB-TÍTULO AQUI</a:t>
            </a:r>
          </a:p>
        </p:txBody>
      </p:sp>
    </p:spTree>
    <p:extLst>
      <p:ext uri="{BB962C8B-B14F-4D97-AF65-F5344CB8AC3E}">
        <p14:creationId xmlns:p14="http://schemas.microsoft.com/office/powerpoint/2010/main" val="17586946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respiro /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D4944173-196C-F947-521A-4AC309E99DAA}"/>
              </a:ext>
            </a:extLst>
          </p:cNvPr>
          <p:cNvSpPr/>
          <p:nvPr userDrawn="1"/>
        </p:nvSpPr>
        <p:spPr>
          <a:xfrm>
            <a:off x="0" y="2027975"/>
            <a:ext cx="8157172" cy="2802046"/>
          </a:xfrm>
          <a:prstGeom prst="rect">
            <a:avLst/>
          </a:prstGeom>
          <a:solidFill>
            <a:srgbClr val="00C6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5" name="Graphic 13">
            <a:extLst>
              <a:ext uri="{FF2B5EF4-FFF2-40B4-BE49-F238E27FC236}">
                <a16:creationId xmlns:a16="http://schemas.microsoft.com/office/drawing/2014/main" id="{D386BFB4-EFEE-5F17-FBB6-9C74D3E74F0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29369" y="2027976"/>
            <a:ext cx="2024335" cy="2802045"/>
          </a:xfrm>
          <a:prstGeom prst="rect">
            <a:avLst/>
          </a:prstGeom>
        </p:spPr>
      </p:pic>
      <p:pic>
        <p:nvPicPr>
          <p:cNvPr id="6" name="Marca">
            <a:extLst>
              <a:ext uri="{FF2B5EF4-FFF2-40B4-BE49-F238E27FC236}">
                <a16:creationId xmlns:a16="http://schemas.microsoft.com/office/drawing/2014/main" id="{2DB8CD86-CF1F-8625-3C42-6E2FBBC950A4}"/>
              </a:ext>
            </a:extLst>
          </p:cNvPr>
          <p:cNvPicPr>
            <a:picLocks/>
          </p:cNvPicPr>
          <p:nvPr userDrawn="1">
            <p:custDataLst>
              <p:tags r:id="rId1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4350" y="6172200"/>
            <a:ext cx="908050" cy="342900"/>
          </a:xfrm>
          <a:prstGeom prst="rect">
            <a:avLst/>
          </a:prstGeom>
        </p:spPr>
      </p:pic>
      <p:sp>
        <p:nvSpPr>
          <p:cNvPr id="7" name="Espaço Reservado para Texto 13">
            <a:extLst>
              <a:ext uri="{FF2B5EF4-FFF2-40B4-BE49-F238E27FC236}">
                <a16:creationId xmlns:a16="http://schemas.microsoft.com/office/drawing/2014/main" id="{3126BDF3-AE9B-A28C-E3A1-C4121568A92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77582" y="3083506"/>
            <a:ext cx="5804218" cy="69098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TÍTULO AQUI</a:t>
            </a:r>
          </a:p>
        </p:txBody>
      </p:sp>
    </p:spTree>
    <p:extLst>
      <p:ext uri="{BB962C8B-B14F-4D97-AF65-F5344CB8AC3E}">
        <p14:creationId xmlns:p14="http://schemas.microsoft.com/office/powerpoint/2010/main" val="173279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-Capa /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">
            <a:extLst>
              <a:ext uri="{FF2B5EF4-FFF2-40B4-BE49-F238E27FC236}">
                <a16:creationId xmlns:a16="http://schemas.microsoft.com/office/drawing/2014/main" id="{9F005841-B3CE-48D0-E1DE-DE4F3EC7143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" y="1"/>
            <a:ext cx="12192000" cy="6858000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727369E4-BBFE-47EA-1901-3F8C8199FE6F}"/>
              </a:ext>
            </a:extLst>
          </p:cNvPr>
          <p:cNvSpPr/>
          <p:nvPr userDrawn="1"/>
        </p:nvSpPr>
        <p:spPr>
          <a:xfrm>
            <a:off x="-1" y="0"/>
            <a:ext cx="5582979" cy="6857999"/>
          </a:xfrm>
          <a:prstGeom prst="rect">
            <a:avLst/>
          </a:prstGeom>
          <a:solidFill>
            <a:srgbClr val="00C6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" name="Marca">
            <a:extLst>
              <a:ext uri="{FF2B5EF4-FFF2-40B4-BE49-F238E27FC236}">
                <a16:creationId xmlns:a16="http://schemas.microsoft.com/office/drawing/2014/main" id="{68C05EDA-1BAB-D570-E41F-EDD00898B7AC}"/>
              </a:ext>
            </a:extLst>
          </p:cNvPr>
          <p:cNvPicPr>
            <a:picLocks/>
          </p:cNvPicPr>
          <p:nvPr userDrawn="1"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4350" y="6172200"/>
            <a:ext cx="908050" cy="342900"/>
          </a:xfrm>
          <a:prstGeom prst="rect">
            <a:avLst/>
          </a:prstGeom>
        </p:spPr>
      </p:pic>
      <p:sp>
        <p:nvSpPr>
          <p:cNvPr id="8" name="Espaço Reservado para Imagem 7">
            <a:extLst>
              <a:ext uri="{FF2B5EF4-FFF2-40B4-BE49-F238E27FC236}">
                <a16:creationId xmlns:a16="http://schemas.microsoft.com/office/drawing/2014/main" id="{ECA8DCD2-C1DD-FE7E-02C0-80CEA0CD7CF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588001" y="0"/>
            <a:ext cx="4470402" cy="6858000"/>
          </a:xfrm>
          <a:prstGeom prst="rect">
            <a:avLst/>
          </a:prstGeom>
        </p:spPr>
        <p:txBody>
          <a:bodyPr anchor="ctr"/>
          <a:lstStyle>
            <a:lvl1pPr algn="ctr">
              <a:defRPr lang="pt-BR" sz="1600"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>
              <a:buNone/>
            </a:pPr>
            <a:r>
              <a:rPr lang="pt-BR"/>
              <a:t>Insira sua imagem aqui</a:t>
            </a:r>
          </a:p>
        </p:txBody>
      </p:sp>
      <p:pic>
        <p:nvPicPr>
          <p:cNvPr id="5" name="Graphic 13">
            <a:extLst>
              <a:ext uri="{FF2B5EF4-FFF2-40B4-BE49-F238E27FC236}">
                <a16:creationId xmlns:a16="http://schemas.microsoft.com/office/drawing/2014/main" id="{D75721DF-5314-CD75-8144-F63C267CDB9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65012" y="5033696"/>
            <a:ext cx="1317967" cy="1824304"/>
          </a:xfrm>
          <a:prstGeom prst="rect">
            <a:avLst/>
          </a:prstGeom>
        </p:spPr>
      </p:pic>
      <p:sp>
        <p:nvSpPr>
          <p:cNvPr id="10" name="Espaço Reservado para Texto 13">
            <a:extLst>
              <a:ext uri="{FF2B5EF4-FFF2-40B4-BE49-F238E27FC236}">
                <a16:creationId xmlns:a16="http://schemas.microsoft.com/office/drawing/2014/main" id="{4776A244-1EB6-DFCD-3E0F-61ED45C5441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5300" y="764413"/>
            <a:ext cx="4178300" cy="13956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 b="1">
                <a:solidFill>
                  <a:schemeClr val="bg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TÍTULO AQUI</a:t>
            </a:r>
          </a:p>
        </p:txBody>
      </p:sp>
      <p:pic>
        <p:nvPicPr>
          <p:cNvPr id="12" name="Picture 5">
            <a:extLst>
              <a:ext uri="{FF2B5EF4-FFF2-40B4-BE49-F238E27FC236}">
                <a16:creationId xmlns:a16="http://schemas.microsoft.com/office/drawing/2014/main" id="{390716CA-95A2-A982-0F8B-C7EE918202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903" r="27564"/>
          <a:stretch/>
        </p:blipFill>
        <p:spPr>
          <a:xfrm>
            <a:off x="-5024" y="3428999"/>
            <a:ext cx="5482263" cy="3452460"/>
          </a:xfrm>
          <a:prstGeom prst="rect">
            <a:avLst/>
          </a:prstGeom>
        </p:spPr>
      </p:pic>
      <p:sp>
        <p:nvSpPr>
          <p:cNvPr id="13" name="Espaço Reservado para Texto 13">
            <a:extLst>
              <a:ext uri="{FF2B5EF4-FFF2-40B4-BE49-F238E27FC236}">
                <a16:creationId xmlns:a16="http://schemas.microsoft.com/office/drawing/2014/main" id="{24CF57E2-0652-873A-7B1E-BA7EFB44DC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4659" y="2305339"/>
            <a:ext cx="3088304" cy="69098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SUB-TÍTULO AQUI</a:t>
            </a:r>
          </a:p>
        </p:txBody>
      </p:sp>
      <p:pic>
        <p:nvPicPr>
          <p:cNvPr id="14" name="Gráfico 13">
            <a:extLst>
              <a:ext uri="{FF2B5EF4-FFF2-40B4-BE49-F238E27FC236}">
                <a16:creationId xmlns:a16="http://schemas.microsoft.com/office/drawing/2014/main" id="{A0BB80D8-D991-7A75-60F5-C66B4B09A2ED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058405" y="1957042"/>
            <a:ext cx="2133595" cy="2943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974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ub-Capa /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">
            <a:extLst>
              <a:ext uri="{FF2B5EF4-FFF2-40B4-BE49-F238E27FC236}">
                <a16:creationId xmlns:a16="http://schemas.microsoft.com/office/drawing/2014/main" id="{9F005841-B3CE-48D0-E1DE-DE4F3EC7143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" y="1"/>
            <a:ext cx="12192000" cy="6858000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727369E4-BBFE-47EA-1901-3F8C8199FE6F}"/>
              </a:ext>
            </a:extLst>
          </p:cNvPr>
          <p:cNvSpPr/>
          <p:nvPr userDrawn="1"/>
        </p:nvSpPr>
        <p:spPr>
          <a:xfrm>
            <a:off x="-1" y="0"/>
            <a:ext cx="5582979" cy="6857999"/>
          </a:xfrm>
          <a:prstGeom prst="rect">
            <a:avLst/>
          </a:prstGeom>
          <a:solidFill>
            <a:srgbClr val="00C6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" name="Marca">
            <a:extLst>
              <a:ext uri="{FF2B5EF4-FFF2-40B4-BE49-F238E27FC236}">
                <a16:creationId xmlns:a16="http://schemas.microsoft.com/office/drawing/2014/main" id="{68C05EDA-1BAB-D570-E41F-EDD00898B7AC}"/>
              </a:ext>
            </a:extLst>
          </p:cNvPr>
          <p:cNvPicPr>
            <a:picLocks/>
          </p:cNvPicPr>
          <p:nvPr userDrawn="1"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4350" y="6172200"/>
            <a:ext cx="908050" cy="342900"/>
          </a:xfrm>
          <a:prstGeom prst="rect">
            <a:avLst/>
          </a:prstGeom>
        </p:spPr>
      </p:pic>
      <p:sp>
        <p:nvSpPr>
          <p:cNvPr id="8" name="Espaço Reservado para Imagem 7">
            <a:extLst>
              <a:ext uri="{FF2B5EF4-FFF2-40B4-BE49-F238E27FC236}">
                <a16:creationId xmlns:a16="http://schemas.microsoft.com/office/drawing/2014/main" id="{ECA8DCD2-C1DD-FE7E-02C0-80CEA0CD7CF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588001" y="0"/>
            <a:ext cx="4470402" cy="6858000"/>
          </a:xfrm>
          <a:prstGeom prst="rect">
            <a:avLst/>
          </a:prstGeom>
        </p:spPr>
        <p:txBody>
          <a:bodyPr anchor="ctr"/>
          <a:lstStyle>
            <a:lvl1pPr algn="ctr">
              <a:defRPr lang="pt-BR" sz="1600"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>
              <a:buNone/>
            </a:pPr>
            <a:r>
              <a:rPr lang="pt-BR"/>
              <a:t>Insira sua imagem aqui</a:t>
            </a:r>
          </a:p>
        </p:txBody>
      </p:sp>
      <p:sp>
        <p:nvSpPr>
          <p:cNvPr id="10" name="Espaço Reservado para Texto 13">
            <a:extLst>
              <a:ext uri="{FF2B5EF4-FFF2-40B4-BE49-F238E27FC236}">
                <a16:creationId xmlns:a16="http://schemas.microsoft.com/office/drawing/2014/main" id="{4776A244-1EB6-DFCD-3E0F-61ED45C5441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5300" y="764413"/>
            <a:ext cx="4178300" cy="13956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 b="1">
                <a:solidFill>
                  <a:schemeClr val="bg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TÍTULO AQUI</a:t>
            </a:r>
          </a:p>
        </p:txBody>
      </p:sp>
      <p:sp>
        <p:nvSpPr>
          <p:cNvPr id="13" name="Espaço Reservado para Texto 13">
            <a:extLst>
              <a:ext uri="{FF2B5EF4-FFF2-40B4-BE49-F238E27FC236}">
                <a16:creationId xmlns:a16="http://schemas.microsoft.com/office/drawing/2014/main" id="{24CF57E2-0652-873A-7B1E-BA7EFB44DC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4659" y="2305339"/>
            <a:ext cx="3088304" cy="69098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SUB-TÍTULO AQUI</a:t>
            </a:r>
          </a:p>
        </p:txBody>
      </p:sp>
      <p:pic>
        <p:nvPicPr>
          <p:cNvPr id="14" name="Gráfico 13">
            <a:extLst>
              <a:ext uri="{FF2B5EF4-FFF2-40B4-BE49-F238E27FC236}">
                <a16:creationId xmlns:a16="http://schemas.microsoft.com/office/drawing/2014/main" id="{A0BB80D8-D991-7A75-60F5-C66B4B09A2E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58405" y="1957042"/>
            <a:ext cx="2133595" cy="2943914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4C672BF2-396D-6761-6855-BDE9241A83DA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443700" y="3125576"/>
            <a:ext cx="2695575" cy="3733800"/>
          </a:xfrm>
          <a:prstGeom prst="rect">
            <a:avLst/>
          </a:prstGeom>
        </p:spPr>
      </p:pic>
      <p:pic>
        <p:nvPicPr>
          <p:cNvPr id="18" name="Imagem 17" descr="Interface gráfica do usuário, Aplicativo">
            <a:extLst>
              <a:ext uri="{FF2B5EF4-FFF2-40B4-BE49-F238E27FC236}">
                <a16:creationId xmlns:a16="http://schemas.microsoft.com/office/drawing/2014/main" id="{7CC6A05A-F4EC-ACEB-90BB-C4B7FB5AF9BD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8039" y="2924469"/>
            <a:ext cx="5699052" cy="4274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869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ub-Capa /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">
            <a:extLst>
              <a:ext uri="{FF2B5EF4-FFF2-40B4-BE49-F238E27FC236}">
                <a16:creationId xmlns:a16="http://schemas.microsoft.com/office/drawing/2014/main" id="{9F005841-B3CE-48D0-E1DE-DE4F3EC7143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" y="1"/>
            <a:ext cx="12192000" cy="6858000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727369E4-BBFE-47EA-1901-3F8C8199FE6F}"/>
              </a:ext>
            </a:extLst>
          </p:cNvPr>
          <p:cNvSpPr/>
          <p:nvPr userDrawn="1"/>
        </p:nvSpPr>
        <p:spPr>
          <a:xfrm>
            <a:off x="-1" y="0"/>
            <a:ext cx="5582979" cy="6857999"/>
          </a:xfrm>
          <a:prstGeom prst="rect">
            <a:avLst/>
          </a:prstGeom>
          <a:solidFill>
            <a:srgbClr val="00C6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" name="Marca">
            <a:extLst>
              <a:ext uri="{FF2B5EF4-FFF2-40B4-BE49-F238E27FC236}">
                <a16:creationId xmlns:a16="http://schemas.microsoft.com/office/drawing/2014/main" id="{68C05EDA-1BAB-D570-E41F-EDD00898B7AC}"/>
              </a:ext>
            </a:extLst>
          </p:cNvPr>
          <p:cNvPicPr>
            <a:picLocks/>
          </p:cNvPicPr>
          <p:nvPr userDrawn="1"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4350" y="6172200"/>
            <a:ext cx="908050" cy="342900"/>
          </a:xfrm>
          <a:prstGeom prst="rect">
            <a:avLst/>
          </a:prstGeom>
        </p:spPr>
      </p:pic>
      <p:sp>
        <p:nvSpPr>
          <p:cNvPr id="8" name="Espaço Reservado para Imagem 7">
            <a:extLst>
              <a:ext uri="{FF2B5EF4-FFF2-40B4-BE49-F238E27FC236}">
                <a16:creationId xmlns:a16="http://schemas.microsoft.com/office/drawing/2014/main" id="{ECA8DCD2-C1DD-FE7E-02C0-80CEA0CD7CF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588001" y="0"/>
            <a:ext cx="4470402" cy="6858000"/>
          </a:xfrm>
          <a:prstGeom prst="rect">
            <a:avLst/>
          </a:prstGeom>
        </p:spPr>
        <p:txBody>
          <a:bodyPr anchor="ctr"/>
          <a:lstStyle>
            <a:lvl1pPr algn="ctr">
              <a:defRPr lang="pt-BR" sz="1600"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>
              <a:buNone/>
            </a:pPr>
            <a:r>
              <a:rPr lang="pt-BR"/>
              <a:t>Insira sua imagem aqui</a:t>
            </a:r>
          </a:p>
        </p:txBody>
      </p:sp>
      <p:pic>
        <p:nvPicPr>
          <p:cNvPr id="5" name="Graphic 13">
            <a:extLst>
              <a:ext uri="{FF2B5EF4-FFF2-40B4-BE49-F238E27FC236}">
                <a16:creationId xmlns:a16="http://schemas.microsoft.com/office/drawing/2014/main" id="{D75721DF-5314-CD75-8144-F63C267CDB9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65012" y="5033696"/>
            <a:ext cx="1317967" cy="1824304"/>
          </a:xfrm>
          <a:prstGeom prst="rect">
            <a:avLst/>
          </a:prstGeom>
        </p:spPr>
      </p:pic>
      <p:sp>
        <p:nvSpPr>
          <p:cNvPr id="10" name="Espaço Reservado para Texto 13">
            <a:extLst>
              <a:ext uri="{FF2B5EF4-FFF2-40B4-BE49-F238E27FC236}">
                <a16:creationId xmlns:a16="http://schemas.microsoft.com/office/drawing/2014/main" id="{4776A244-1EB6-DFCD-3E0F-61ED45C5441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95300" y="764413"/>
            <a:ext cx="4178300" cy="13956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 b="1">
                <a:solidFill>
                  <a:schemeClr val="bg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TÍTULO AQUI</a:t>
            </a:r>
          </a:p>
        </p:txBody>
      </p:sp>
      <p:sp>
        <p:nvSpPr>
          <p:cNvPr id="13" name="Espaço Reservado para Texto 13">
            <a:extLst>
              <a:ext uri="{FF2B5EF4-FFF2-40B4-BE49-F238E27FC236}">
                <a16:creationId xmlns:a16="http://schemas.microsoft.com/office/drawing/2014/main" id="{24CF57E2-0652-873A-7B1E-BA7EFB44DC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4659" y="2305339"/>
            <a:ext cx="3088304" cy="69098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SUB-TÍTULO AQUI</a:t>
            </a:r>
          </a:p>
        </p:txBody>
      </p:sp>
      <p:pic>
        <p:nvPicPr>
          <p:cNvPr id="14" name="Gráfico 13">
            <a:extLst>
              <a:ext uri="{FF2B5EF4-FFF2-40B4-BE49-F238E27FC236}">
                <a16:creationId xmlns:a16="http://schemas.microsoft.com/office/drawing/2014/main" id="{A0BB80D8-D991-7A75-60F5-C66B4B09A2ED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058405" y="1957042"/>
            <a:ext cx="2133595" cy="2943914"/>
          </a:xfrm>
          <a:prstGeom prst="rect">
            <a:avLst/>
          </a:prstGeom>
        </p:spPr>
      </p:pic>
      <p:pic>
        <p:nvPicPr>
          <p:cNvPr id="11" name="Imagem 10" descr="Uma imagem contendo Calendário&#10;&#10;Descrição gerada automaticamente">
            <a:extLst>
              <a:ext uri="{FF2B5EF4-FFF2-40B4-BE49-F238E27FC236}">
                <a16:creationId xmlns:a16="http://schemas.microsoft.com/office/drawing/2014/main" id="{25F272B4-18AC-D4DE-6A95-F0CC759621CE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7114" y="2695877"/>
            <a:ext cx="5950092" cy="4462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171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>
            <a:extLst>
              <a:ext uri="{FF2B5EF4-FFF2-40B4-BE49-F238E27FC236}">
                <a16:creationId xmlns:a16="http://schemas.microsoft.com/office/drawing/2014/main" id="{2F2A0E65-3969-7495-A52E-8BEFFA10D3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" y="1"/>
            <a:ext cx="12192000" cy="6858000"/>
          </a:xfrm>
          <a:prstGeom prst="rect">
            <a:avLst/>
          </a:prstGeom>
        </p:spPr>
      </p:pic>
      <p:sp>
        <p:nvSpPr>
          <p:cNvPr id="8" name="Espaço Reservado para Texto 13">
            <a:extLst>
              <a:ext uri="{FF2B5EF4-FFF2-40B4-BE49-F238E27FC236}">
                <a16:creationId xmlns:a16="http://schemas.microsoft.com/office/drawing/2014/main" id="{4F9105DC-A7FF-642A-3694-AC5ACA7DA89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42999" y="398883"/>
            <a:ext cx="4405833" cy="126414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 b="1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TÍTULO AQUI</a:t>
            </a:r>
          </a:p>
        </p:txBody>
      </p:sp>
      <p:pic>
        <p:nvPicPr>
          <p:cNvPr id="10" name="Graphic 13">
            <a:extLst>
              <a:ext uri="{FF2B5EF4-FFF2-40B4-BE49-F238E27FC236}">
                <a16:creationId xmlns:a16="http://schemas.microsoft.com/office/drawing/2014/main" id="{95FDCDA7-5454-2300-DBBB-EC504C8D8F2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398883"/>
            <a:ext cx="913282" cy="1264148"/>
          </a:xfrm>
          <a:prstGeom prst="rect">
            <a:avLst/>
          </a:prstGeom>
        </p:spPr>
      </p:pic>
      <p:sp>
        <p:nvSpPr>
          <p:cNvPr id="11" name="Espaço Reservado para Texto 13">
            <a:extLst>
              <a:ext uri="{FF2B5EF4-FFF2-40B4-BE49-F238E27FC236}">
                <a16:creationId xmlns:a16="http://schemas.microsoft.com/office/drawing/2014/main" id="{5FE87309-0897-A8D7-C973-2E267804E72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60409" y="1920292"/>
            <a:ext cx="3888422" cy="342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o tópico aqui</a:t>
            </a:r>
          </a:p>
        </p:txBody>
      </p:sp>
      <p:sp>
        <p:nvSpPr>
          <p:cNvPr id="13" name="Espaço Reservado para Texto 13">
            <a:extLst>
              <a:ext uri="{FF2B5EF4-FFF2-40B4-BE49-F238E27FC236}">
                <a16:creationId xmlns:a16="http://schemas.microsoft.com/office/drawing/2014/main" id="{4FBBA7C2-8F39-F569-ADB2-0EC9F079D22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60409" y="2332011"/>
            <a:ext cx="3888422" cy="342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o tópico aqui</a:t>
            </a:r>
          </a:p>
        </p:txBody>
      </p:sp>
      <p:sp>
        <p:nvSpPr>
          <p:cNvPr id="14" name="Espaço Reservado para Texto 13">
            <a:extLst>
              <a:ext uri="{FF2B5EF4-FFF2-40B4-BE49-F238E27FC236}">
                <a16:creationId xmlns:a16="http://schemas.microsoft.com/office/drawing/2014/main" id="{B7AC6CE0-9DD9-9CA4-4A4A-9D3825AADDA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660409" y="2743730"/>
            <a:ext cx="3888422" cy="342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o tópico aqui</a:t>
            </a:r>
          </a:p>
        </p:txBody>
      </p:sp>
      <p:sp>
        <p:nvSpPr>
          <p:cNvPr id="15" name="Espaço Reservado para Texto 13">
            <a:extLst>
              <a:ext uri="{FF2B5EF4-FFF2-40B4-BE49-F238E27FC236}">
                <a16:creationId xmlns:a16="http://schemas.microsoft.com/office/drawing/2014/main" id="{6EBAA856-937A-1079-D9B5-067432C90EA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60409" y="3155449"/>
            <a:ext cx="3888422" cy="342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o tópico aqui</a:t>
            </a:r>
          </a:p>
        </p:txBody>
      </p:sp>
      <p:sp>
        <p:nvSpPr>
          <p:cNvPr id="16" name="Espaço Reservado para Texto 13">
            <a:extLst>
              <a:ext uri="{FF2B5EF4-FFF2-40B4-BE49-F238E27FC236}">
                <a16:creationId xmlns:a16="http://schemas.microsoft.com/office/drawing/2014/main" id="{F4497560-644E-05B8-DDF4-3112A94EAE0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60409" y="3567168"/>
            <a:ext cx="3888422" cy="342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o tópico aqui</a:t>
            </a:r>
          </a:p>
        </p:txBody>
      </p:sp>
      <p:sp>
        <p:nvSpPr>
          <p:cNvPr id="17" name="Espaço Reservado para Texto 13">
            <a:extLst>
              <a:ext uri="{FF2B5EF4-FFF2-40B4-BE49-F238E27FC236}">
                <a16:creationId xmlns:a16="http://schemas.microsoft.com/office/drawing/2014/main" id="{02D5AC3B-73FC-86C2-8D7C-B69BEDB3906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60409" y="3978887"/>
            <a:ext cx="3888422" cy="342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o tópico aqui</a:t>
            </a:r>
          </a:p>
        </p:txBody>
      </p:sp>
      <p:sp>
        <p:nvSpPr>
          <p:cNvPr id="18" name="Espaço Reservado para Texto 13">
            <a:extLst>
              <a:ext uri="{FF2B5EF4-FFF2-40B4-BE49-F238E27FC236}">
                <a16:creationId xmlns:a16="http://schemas.microsoft.com/office/drawing/2014/main" id="{B2D3C84E-95BF-390A-3E11-561EF2D4B55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60409" y="4390606"/>
            <a:ext cx="3888422" cy="342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o tópico aqui</a:t>
            </a:r>
          </a:p>
        </p:txBody>
      </p:sp>
      <p:sp>
        <p:nvSpPr>
          <p:cNvPr id="19" name="Espaço Reservado para Texto 13">
            <a:extLst>
              <a:ext uri="{FF2B5EF4-FFF2-40B4-BE49-F238E27FC236}">
                <a16:creationId xmlns:a16="http://schemas.microsoft.com/office/drawing/2014/main" id="{66BFAAEF-69F5-78E3-AAE5-70801F3DC5B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60409" y="4802325"/>
            <a:ext cx="3888422" cy="342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o tópico aqui</a:t>
            </a:r>
          </a:p>
        </p:txBody>
      </p:sp>
      <p:sp>
        <p:nvSpPr>
          <p:cNvPr id="20" name="Espaço Reservado para Texto 13">
            <a:extLst>
              <a:ext uri="{FF2B5EF4-FFF2-40B4-BE49-F238E27FC236}">
                <a16:creationId xmlns:a16="http://schemas.microsoft.com/office/drawing/2014/main" id="{4EE6BEF7-4184-7D56-7766-33C3D0A22B8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60409" y="5214044"/>
            <a:ext cx="3888422" cy="342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o tópico aqui</a:t>
            </a:r>
          </a:p>
        </p:txBody>
      </p:sp>
      <p:sp>
        <p:nvSpPr>
          <p:cNvPr id="21" name="Espaço Reservado para Texto 13">
            <a:extLst>
              <a:ext uri="{FF2B5EF4-FFF2-40B4-BE49-F238E27FC236}">
                <a16:creationId xmlns:a16="http://schemas.microsoft.com/office/drawing/2014/main" id="{0B64D460-7D38-31B6-3CC2-D7D753E9714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660409" y="5625766"/>
            <a:ext cx="3888422" cy="3429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o tópico aqui</a:t>
            </a:r>
          </a:p>
        </p:txBody>
      </p:sp>
      <p:sp>
        <p:nvSpPr>
          <p:cNvPr id="22" name="Espaço Reservado para Texto 13">
            <a:extLst>
              <a:ext uri="{FF2B5EF4-FFF2-40B4-BE49-F238E27FC236}">
                <a16:creationId xmlns:a16="http://schemas.microsoft.com/office/drawing/2014/main" id="{3636C921-9328-E973-3F62-D1EE6D34623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2999" y="1920292"/>
            <a:ext cx="480128" cy="3429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600" b="1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Nº</a:t>
            </a:r>
          </a:p>
        </p:txBody>
      </p:sp>
      <p:sp>
        <p:nvSpPr>
          <p:cNvPr id="23" name="Espaço Reservado para Texto 13">
            <a:extLst>
              <a:ext uri="{FF2B5EF4-FFF2-40B4-BE49-F238E27FC236}">
                <a16:creationId xmlns:a16="http://schemas.microsoft.com/office/drawing/2014/main" id="{5BAD70E2-58BB-54DE-0BA6-C1D584F767B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142999" y="2332011"/>
            <a:ext cx="480128" cy="3429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600" b="1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Nº</a:t>
            </a:r>
          </a:p>
        </p:txBody>
      </p:sp>
      <p:sp>
        <p:nvSpPr>
          <p:cNvPr id="24" name="Espaço Reservado para Texto 13">
            <a:extLst>
              <a:ext uri="{FF2B5EF4-FFF2-40B4-BE49-F238E27FC236}">
                <a16:creationId xmlns:a16="http://schemas.microsoft.com/office/drawing/2014/main" id="{1687AB55-AF94-B669-D1CD-7DCE822E0FD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142999" y="2743730"/>
            <a:ext cx="480128" cy="3429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600" b="1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Nº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E717D78E-FD0B-B5EB-9816-89AE2C3FE046}"/>
              </a:ext>
            </a:extLst>
          </p:cNvPr>
          <p:cNvSpPr/>
          <p:nvPr userDrawn="1"/>
        </p:nvSpPr>
        <p:spPr>
          <a:xfrm>
            <a:off x="6096000" y="0"/>
            <a:ext cx="6095999" cy="6857999"/>
          </a:xfrm>
          <a:prstGeom prst="rect">
            <a:avLst/>
          </a:prstGeom>
          <a:solidFill>
            <a:srgbClr val="D3FF00"/>
          </a:solidFill>
          <a:ln w="14799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pt-BR"/>
          </a:p>
        </p:txBody>
      </p:sp>
      <p:sp>
        <p:nvSpPr>
          <p:cNvPr id="25" name="Espaço Reservado para Texto 13">
            <a:extLst>
              <a:ext uri="{FF2B5EF4-FFF2-40B4-BE49-F238E27FC236}">
                <a16:creationId xmlns:a16="http://schemas.microsoft.com/office/drawing/2014/main" id="{A05848FA-1DEA-B842-0E2B-07F968A0D17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142999" y="3155449"/>
            <a:ext cx="480128" cy="3429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600" b="1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Nº</a:t>
            </a:r>
          </a:p>
        </p:txBody>
      </p:sp>
      <p:sp>
        <p:nvSpPr>
          <p:cNvPr id="26" name="Espaço Reservado para Texto 13">
            <a:extLst>
              <a:ext uri="{FF2B5EF4-FFF2-40B4-BE49-F238E27FC236}">
                <a16:creationId xmlns:a16="http://schemas.microsoft.com/office/drawing/2014/main" id="{7C05B6E5-D378-D8AE-9C4A-628EDEF50B9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142999" y="3567168"/>
            <a:ext cx="480128" cy="3429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600" b="1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Nº</a:t>
            </a:r>
          </a:p>
        </p:txBody>
      </p:sp>
      <p:sp>
        <p:nvSpPr>
          <p:cNvPr id="27" name="Espaço Reservado para Texto 13">
            <a:extLst>
              <a:ext uri="{FF2B5EF4-FFF2-40B4-BE49-F238E27FC236}">
                <a16:creationId xmlns:a16="http://schemas.microsoft.com/office/drawing/2014/main" id="{BDB81A3E-35FE-0BA1-54D6-F7AA4BEA986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142999" y="3978887"/>
            <a:ext cx="480128" cy="3429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600" b="1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Nº</a:t>
            </a:r>
          </a:p>
        </p:txBody>
      </p:sp>
      <p:sp>
        <p:nvSpPr>
          <p:cNvPr id="28" name="Espaço Reservado para Texto 13">
            <a:extLst>
              <a:ext uri="{FF2B5EF4-FFF2-40B4-BE49-F238E27FC236}">
                <a16:creationId xmlns:a16="http://schemas.microsoft.com/office/drawing/2014/main" id="{BFA1D543-E81D-8ED4-9906-A16DA4B15B0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142999" y="4390606"/>
            <a:ext cx="480128" cy="3429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600" b="1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Nº</a:t>
            </a:r>
          </a:p>
        </p:txBody>
      </p:sp>
      <p:sp>
        <p:nvSpPr>
          <p:cNvPr id="29" name="Espaço Reservado para Texto 13">
            <a:extLst>
              <a:ext uri="{FF2B5EF4-FFF2-40B4-BE49-F238E27FC236}">
                <a16:creationId xmlns:a16="http://schemas.microsoft.com/office/drawing/2014/main" id="{64E77CDD-206B-A595-3E03-7750B20EADB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42999" y="4802325"/>
            <a:ext cx="480128" cy="3429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600" b="1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Nº</a:t>
            </a:r>
          </a:p>
        </p:txBody>
      </p:sp>
      <p:sp>
        <p:nvSpPr>
          <p:cNvPr id="30" name="Espaço Reservado para Texto 13">
            <a:extLst>
              <a:ext uri="{FF2B5EF4-FFF2-40B4-BE49-F238E27FC236}">
                <a16:creationId xmlns:a16="http://schemas.microsoft.com/office/drawing/2014/main" id="{222FEDBB-8C58-FE51-FAFB-FB0ECB5324C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142999" y="5214044"/>
            <a:ext cx="480128" cy="3429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600" b="1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Nº</a:t>
            </a:r>
          </a:p>
        </p:txBody>
      </p:sp>
      <p:sp>
        <p:nvSpPr>
          <p:cNvPr id="31" name="Espaço Reservado para Texto 13">
            <a:extLst>
              <a:ext uri="{FF2B5EF4-FFF2-40B4-BE49-F238E27FC236}">
                <a16:creationId xmlns:a16="http://schemas.microsoft.com/office/drawing/2014/main" id="{88A5F220-4762-D83C-9D7F-448C59B9807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142999" y="5625766"/>
            <a:ext cx="480128" cy="3429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600" b="1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Nº</a:t>
            </a:r>
          </a:p>
        </p:txBody>
      </p:sp>
      <p:pic>
        <p:nvPicPr>
          <p:cNvPr id="6" name="Marca">
            <a:extLst>
              <a:ext uri="{FF2B5EF4-FFF2-40B4-BE49-F238E27FC236}">
                <a16:creationId xmlns:a16="http://schemas.microsoft.com/office/drawing/2014/main" id="{3890EA79-DCEE-F402-D2CF-43BD69FE90B2}"/>
              </a:ext>
            </a:extLst>
          </p:cNvPr>
          <p:cNvPicPr>
            <a:picLocks/>
          </p:cNvPicPr>
          <p:nvPr userDrawn="1">
            <p:custDataLst>
              <p:tags r:id="rId1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4350" y="6172200"/>
            <a:ext cx="908050" cy="342900"/>
          </a:xfrm>
          <a:prstGeom prst="rect">
            <a:avLst/>
          </a:prstGeom>
        </p:spPr>
      </p:pic>
      <p:pic>
        <p:nvPicPr>
          <p:cNvPr id="3" name="Graphic 12">
            <a:extLst>
              <a:ext uri="{FF2B5EF4-FFF2-40B4-BE49-F238E27FC236}">
                <a16:creationId xmlns:a16="http://schemas.microsoft.com/office/drawing/2014/main" id="{5B2BAE26-8EE5-D315-3FC7-C09A30C933AA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11125" y="1028697"/>
            <a:ext cx="3465748" cy="4800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6472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ópicos +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>
            <a:extLst>
              <a:ext uri="{FF2B5EF4-FFF2-40B4-BE49-F238E27FC236}">
                <a16:creationId xmlns:a16="http://schemas.microsoft.com/office/drawing/2014/main" id="{494C9AAA-2A99-8149-33DC-DF3D142389C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1"/>
            <a:ext cx="12192000" cy="6858000"/>
          </a:xfrm>
          <a:prstGeom prst="rect">
            <a:avLst/>
          </a:prstGeom>
        </p:spPr>
      </p:pic>
      <p:sp>
        <p:nvSpPr>
          <p:cNvPr id="14" name="Retângulo 13">
            <a:extLst>
              <a:ext uri="{FF2B5EF4-FFF2-40B4-BE49-F238E27FC236}">
                <a16:creationId xmlns:a16="http://schemas.microsoft.com/office/drawing/2014/main" id="{9F89440C-BAD7-0EDA-0EEE-D8902DBAD7FB}"/>
              </a:ext>
            </a:extLst>
          </p:cNvPr>
          <p:cNvSpPr/>
          <p:nvPr userDrawn="1"/>
        </p:nvSpPr>
        <p:spPr>
          <a:xfrm flipH="1">
            <a:off x="5105385" y="-1"/>
            <a:ext cx="7086611" cy="6858000"/>
          </a:xfrm>
          <a:prstGeom prst="rect">
            <a:avLst/>
          </a:prstGeom>
          <a:solidFill>
            <a:srgbClr val="00C6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Espaço Reservado para Imagem 7">
            <a:extLst>
              <a:ext uri="{FF2B5EF4-FFF2-40B4-BE49-F238E27FC236}">
                <a16:creationId xmlns:a16="http://schemas.microsoft.com/office/drawing/2014/main" id="{B4A1318C-965D-EC89-9A6C-22097626EAE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4" y="0"/>
            <a:ext cx="5105389" cy="6858000"/>
          </a:xfrm>
          <a:prstGeom prst="rect">
            <a:avLst/>
          </a:prstGeom>
        </p:spPr>
        <p:txBody>
          <a:bodyPr anchor="ctr"/>
          <a:lstStyle>
            <a:lvl1pPr algn="ctr">
              <a:defRPr lang="pt-BR"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>
              <a:buNone/>
            </a:pPr>
            <a:r>
              <a:rPr lang="pt-BR"/>
              <a:t>Insira sua imagem aqui</a:t>
            </a:r>
          </a:p>
        </p:txBody>
      </p:sp>
      <p:sp>
        <p:nvSpPr>
          <p:cNvPr id="2" name="Espaço Reservado para Texto 13">
            <a:extLst>
              <a:ext uri="{FF2B5EF4-FFF2-40B4-BE49-F238E27FC236}">
                <a16:creationId xmlns:a16="http://schemas.microsoft.com/office/drawing/2014/main" id="{5679A070-A39B-842C-AD9D-9C9CAB9E581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52105" y="682603"/>
            <a:ext cx="4393170" cy="12980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TÍTULO AQUI</a:t>
            </a:r>
          </a:p>
        </p:txBody>
      </p:sp>
      <p:sp>
        <p:nvSpPr>
          <p:cNvPr id="8" name="Espaço Reservado para Texto 13">
            <a:extLst>
              <a:ext uri="{FF2B5EF4-FFF2-40B4-BE49-F238E27FC236}">
                <a16:creationId xmlns:a16="http://schemas.microsoft.com/office/drawing/2014/main" id="{34A01FFC-CBB9-D0FF-A620-082F0B9D31D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49455" y="2177873"/>
            <a:ext cx="4393169" cy="32903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SUB-TÍTULO AQUI</a:t>
            </a:r>
          </a:p>
        </p:txBody>
      </p:sp>
      <p:pic>
        <p:nvPicPr>
          <p:cNvPr id="7" name="Graphic 13">
            <a:extLst>
              <a:ext uri="{FF2B5EF4-FFF2-40B4-BE49-F238E27FC236}">
                <a16:creationId xmlns:a16="http://schemas.microsoft.com/office/drawing/2014/main" id="{2D10286D-1D67-5878-8307-DB8948F7BBA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38839" y="682603"/>
            <a:ext cx="1317967" cy="1824304"/>
          </a:xfrm>
          <a:prstGeom prst="rect">
            <a:avLst/>
          </a:prstGeom>
        </p:spPr>
      </p:pic>
      <p:sp>
        <p:nvSpPr>
          <p:cNvPr id="10" name="Espaço Reservado para Texto 13">
            <a:extLst>
              <a:ext uri="{FF2B5EF4-FFF2-40B4-BE49-F238E27FC236}">
                <a16:creationId xmlns:a16="http://schemas.microsoft.com/office/drawing/2014/main" id="{29BFA904-B82C-C593-D552-2A1391633C1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49455" y="3076066"/>
            <a:ext cx="4393170" cy="27913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texto corrido aqui.</a:t>
            </a:r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3B67ECB0-983A-31DB-89D5-D32C181CF5D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74350" y="6169874"/>
            <a:ext cx="908050" cy="345226"/>
          </a:xfrm>
          <a:prstGeom prst="rect">
            <a:avLst/>
          </a:prstGeom>
        </p:spPr>
      </p:pic>
      <p:sp>
        <p:nvSpPr>
          <p:cNvPr id="15" name="Retângulo 14">
            <a:extLst>
              <a:ext uri="{FF2B5EF4-FFF2-40B4-BE49-F238E27FC236}">
                <a16:creationId xmlns:a16="http://schemas.microsoft.com/office/drawing/2014/main" id="{03F707CB-7F60-07D7-F9B8-A8B23CA486E4}"/>
              </a:ext>
            </a:extLst>
          </p:cNvPr>
          <p:cNvSpPr/>
          <p:nvPr userDrawn="1"/>
        </p:nvSpPr>
        <p:spPr>
          <a:xfrm flipH="1">
            <a:off x="-4" y="5867401"/>
            <a:ext cx="5100088" cy="990600"/>
          </a:xfrm>
          <a:prstGeom prst="rect">
            <a:avLst/>
          </a:prstGeom>
          <a:solidFill>
            <a:srgbClr val="D3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1200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Texto corrido +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>
            <a:extLst>
              <a:ext uri="{FF2B5EF4-FFF2-40B4-BE49-F238E27FC236}">
                <a16:creationId xmlns:a16="http://schemas.microsoft.com/office/drawing/2014/main" id="{3C80EDC6-15B1-5A5F-8F3E-C07FA93F1E0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" y="1"/>
            <a:ext cx="12192000" cy="6858000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97B3A168-03C7-6072-F537-A122CF79A2F0}"/>
              </a:ext>
            </a:extLst>
          </p:cNvPr>
          <p:cNvSpPr/>
          <p:nvPr userDrawn="1"/>
        </p:nvSpPr>
        <p:spPr>
          <a:xfrm flipH="1">
            <a:off x="0" y="1824303"/>
            <a:ext cx="12192000" cy="50336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spaço Reservado para Texto 13">
            <a:extLst>
              <a:ext uri="{FF2B5EF4-FFF2-40B4-BE49-F238E27FC236}">
                <a16:creationId xmlns:a16="http://schemas.microsoft.com/office/drawing/2014/main" id="{5B71C38E-CDE6-C293-6F28-4B4A4154914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27668" y="2795164"/>
            <a:ext cx="7317419" cy="303413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o texto corrido aqui</a:t>
            </a:r>
          </a:p>
        </p:txBody>
      </p:sp>
      <p:sp>
        <p:nvSpPr>
          <p:cNvPr id="12" name="Espaço Reservado para Texto 13">
            <a:extLst>
              <a:ext uri="{FF2B5EF4-FFF2-40B4-BE49-F238E27FC236}">
                <a16:creationId xmlns:a16="http://schemas.microsoft.com/office/drawing/2014/main" id="{2CD45B69-FE7E-7CBD-8B90-F17B8669E7A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7668" y="2376065"/>
            <a:ext cx="7317419" cy="30998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O TÓPICO AQUI</a:t>
            </a:r>
          </a:p>
        </p:txBody>
      </p:sp>
      <p:sp>
        <p:nvSpPr>
          <p:cNvPr id="14" name="Espaço Reservado para Imagem 7">
            <a:extLst>
              <a:ext uri="{FF2B5EF4-FFF2-40B4-BE49-F238E27FC236}">
                <a16:creationId xmlns:a16="http://schemas.microsoft.com/office/drawing/2014/main" id="{22C2D0BE-C4C1-A2BD-3D84-E0AE89643FE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552414" y="0"/>
            <a:ext cx="3639585" cy="5829298"/>
          </a:xfrm>
          <a:prstGeom prst="rect">
            <a:avLst/>
          </a:prstGeom>
        </p:spPr>
        <p:txBody>
          <a:bodyPr anchor="ctr"/>
          <a:lstStyle>
            <a:lvl1pPr algn="ctr">
              <a:defRPr lang="pt-BR"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>
              <a:buNone/>
            </a:pPr>
            <a:r>
              <a:rPr lang="pt-BR"/>
              <a:t>Insira sua imagem aqui</a:t>
            </a:r>
          </a:p>
        </p:txBody>
      </p:sp>
      <p:pic>
        <p:nvPicPr>
          <p:cNvPr id="4" name="Marca">
            <a:extLst>
              <a:ext uri="{FF2B5EF4-FFF2-40B4-BE49-F238E27FC236}">
                <a16:creationId xmlns:a16="http://schemas.microsoft.com/office/drawing/2014/main" id="{58CCCC2D-51E2-3E7B-205B-61F86BF9110B}"/>
              </a:ext>
            </a:extLst>
          </p:cNvPr>
          <p:cNvPicPr>
            <a:picLocks/>
          </p:cNvPicPr>
          <p:nvPr userDrawn="1"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4350" y="6172200"/>
            <a:ext cx="908050" cy="342900"/>
          </a:xfrm>
          <a:prstGeom prst="rect">
            <a:avLst/>
          </a:prstGeom>
        </p:spPr>
      </p:pic>
      <p:sp>
        <p:nvSpPr>
          <p:cNvPr id="2" name="Espaço Reservado para Texto 13">
            <a:extLst>
              <a:ext uri="{FF2B5EF4-FFF2-40B4-BE49-F238E27FC236}">
                <a16:creationId xmlns:a16="http://schemas.microsoft.com/office/drawing/2014/main" id="{9D724A50-9BBA-EA6F-6703-6097EE9B985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27670" y="552646"/>
            <a:ext cx="7317417" cy="607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TÍTULO AQUI</a:t>
            </a:r>
          </a:p>
        </p:txBody>
      </p:sp>
      <p:sp>
        <p:nvSpPr>
          <p:cNvPr id="8" name="Espaço Reservado para Texto 13">
            <a:extLst>
              <a:ext uri="{FF2B5EF4-FFF2-40B4-BE49-F238E27FC236}">
                <a16:creationId xmlns:a16="http://schemas.microsoft.com/office/drawing/2014/main" id="{E4DB0492-E87F-F9E8-153B-737DD3141D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27669" y="1252785"/>
            <a:ext cx="7317416" cy="32903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SUB-TÍTULO AQUI</a:t>
            </a:r>
          </a:p>
        </p:txBody>
      </p:sp>
    </p:spTree>
    <p:extLst>
      <p:ext uri="{BB962C8B-B14F-4D97-AF65-F5344CB8AC3E}">
        <p14:creationId xmlns:p14="http://schemas.microsoft.com/office/powerpoint/2010/main" val="21759086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Texto corrido(bullets) +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>
            <a:extLst>
              <a:ext uri="{FF2B5EF4-FFF2-40B4-BE49-F238E27FC236}">
                <a16:creationId xmlns:a16="http://schemas.microsoft.com/office/drawing/2014/main" id="{3C80EDC6-15B1-5A5F-8F3E-C07FA93F1E0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1"/>
            <a:ext cx="12192000" cy="6858000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97B3A168-03C7-6072-F537-A122CF79A2F0}"/>
              </a:ext>
            </a:extLst>
          </p:cNvPr>
          <p:cNvSpPr/>
          <p:nvPr userDrawn="1"/>
        </p:nvSpPr>
        <p:spPr>
          <a:xfrm flipH="1">
            <a:off x="-2" y="1727969"/>
            <a:ext cx="12192002" cy="51300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spaço Reservado para Texto 13">
            <a:extLst>
              <a:ext uri="{FF2B5EF4-FFF2-40B4-BE49-F238E27FC236}">
                <a16:creationId xmlns:a16="http://schemas.microsoft.com/office/drawing/2014/main" id="{5B71C38E-CDE6-C293-6F28-4B4A4154914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31384" y="2350229"/>
            <a:ext cx="3335972" cy="1922004"/>
          </a:xfrm>
          <a:prstGeom prst="rect">
            <a:avLst/>
          </a:prstGeom>
        </p:spPr>
        <p:txBody>
          <a:bodyPr/>
          <a:lstStyle>
            <a:lvl1pPr marL="285750" indent="-285750">
              <a:buClr>
                <a:srgbClr val="00C6CC"/>
              </a:buClr>
              <a:buFont typeface="Arial" panose="020B0604020202020204" pitchFamily="34" charset="0"/>
              <a:buChar char="•"/>
              <a:defRPr sz="1600"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o texto corrido aqui</a:t>
            </a:r>
          </a:p>
        </p:txBody>
      </p:sp>
      <p:sp>
        <p:nvSpPr>
          <p:cNvPr id="12" name="Espaço Reservado para Texto 13">
            <a:extLst>
              <a:ext uri="{FF2B5EF4-FFF2-40B4-BE49-F238E27FC236}">
                <a16:creationId xmlns:a16="http://schemas.microsoft.com/office/drawing/2014/main" id="{2CD45B69-FE7E-7CBD-8B90-F17B8669E7A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131383" y="1880330"/>
            <a:ext cx="7317419" cy="30998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o tópico aqui</a:t>
            </a:r>
          </a:p>
        </p:txBody>
      </p:sp>
      <p:sp>
        <p:nvSpPr>
          <p:cNvPr id="14" name="Espaço Reservado para Imagem 7">
            <a:extLst>
              <a:ext uri="{FF2B5EF4-FFF2-40B4-BE49-F238E27FC236}">
                <a16:creationId xmlns:a16="http://schemas.microsoft.com/office/drawing/2014/main" id="{22C2D0BE-C4C1-A2BD-3D84-E0AE89643FE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129157" y="4530354"/>
            <a:ext cx="7317419" cy="1984746"/>
          </a:xfrm>
          <a:prstGeom prst="rect">
            <a:avLst/>
          </a:prstGeom>
        </p:spPr>
        <p:txBody>
          <a:bodyPr anchor="ctr"/>
          <a:lstStyle>
            <a:lvl1pPr algn="ctr">
              <a:defRPr lang="pt-BR"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>
              <a:buNone/>
            </a:pPr>
            <a:r>
              <a:rPr lang="pt-BR"/>
              <a:t>Insira sua imagem aqui</a:t>
            </a:r>
          </a:p>
        </p:txBody>
      </p:sp>
      <p:sp>
        <p:nvSpPr>
          <p:cNvPr id="2" name="Espaço Reservado para Texto 13">
            <a:extLst>
              <a:ext uri="{FF2B5EF4-FFF2-40B4-BE49-F238E27FC236}">
                <a16:creationId xmlns:a16="http://schemas.microsoft.com/office/drawing/2014/main" id="{9A78D432-C336-6C92-98AB-29693749DAB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19805" y="2350230"/>
            <a:ext cx="3426774" cy="1899104"/>
          </a:xfrm>
          <a:prstGeom prst="rect">
            <a:avLst/>
          </a:prstGeom>
        </p:spPr>
        <p:txBody>
          <a:bodyPr/>
          <a:lstStyle>
            <a:lvl1pPr marL="285750" indent="-285750">
              <a:buClr>
                <a:srgbClr val="00C6CC"/>
              </a:buClr>
              <a:buFont typeface="Arial" panose="020B0604020202020204" pitchFamily="34" charset="0"/>
              <a:buChar char="•"/>
              <a:defRPr sz="1600"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o texto corrido aqui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84D8BBED-F07C-6327-613D-AD4208A04C08}"/>
              </a:ext>
            </a:extLst>
          </p:cNvPr>
          <p:cNvSpPr/>
          <p:nvPr userDrawn="1"/>
        </p:nvSpPr>
        <p:spPr>
          <a:xfrm>
            <a:off x="10058402" y="0"/>
            <a:ext cx="2133600" cy="6857999"/>
          </a:xfrm>
          <a:prstGeom prst="rect">
            <a:avLst/>
          </a:prstGeom>
          <a:solidFill>
            <a:srgbClr val="00C6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spaço Reservado para Texto 13">
            <a:extLst>
              <a:ext uri="{FF2B5EF4-FFF2-40B4-BE49-F238E27FC236}">
                <a16:creationId xmlns:a16="http://schemas.microsoft.com/office/drawing/2014/main" id="{3415B0D9-8509-815D-1C80-61DA350B536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29164" y="321812"/>
            <a:ext cx="7317417" cy="607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TÍTULO AQUI</a:t>
            </a:r>
          </a:p>
        </p:txBody>
      </p:sp>
      <p:sp>
        <p:nvSpPr>
          <p:cNvPr id="7" name="Espaço Reservado para Texto 13">
            <a:extLst>
              <a:ext uri="{FF2B5EF4-FFF2-40B4-BE49-F238E27FC236}">
                <a16:creationId xmlns:a16="http://schemas.microsoft.com/office/drawing/2014/main" id="{12AE714B-808B-C068-7AC7-5B4F9DDED1A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29163" y="1021951"/>
            <a:ext cx="7317416" cy="32903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SUB-TÍTULO AQUI</a:t>
            </a:r>
          </a:p>
        </p:txBody>
      </p:sp>
      <p:pic>
        <p:nvPicPr>
          <p:cNvPr id="17" name="Gráfico 16">
            <a:extLst>
              <a:ext uri="{FF2B5EF4-FFF2-40B4-BE49-F238E27FC236}">
                <a16:creationId xmlns:a16="http://schemas.microsoft.com/office/drawing/2014/main" id="{89E84AA8-F912-12A1-17F2-2A881F5EF23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74350" y="6169874"/>
            <a:ext cx="908050" cy="345226"/>
          </a:xfrm>
          <a:prstGeom prst="rect">
            <a:avLst/>
          </a:prstGeom>
        </p:spPr>
      </p:pic>
      <p:pic>
        <p:nvPicPr>
          <p:cNvPr id="4" name="Graphic 13">
            <a:extLst>
              <a:ext uri="{FF2B5EF4-FFF2-40B4-BE49-F238E27FC236}">
                <a16:creationId xmlns:a16="http://schemas.microsoft.com/office/drawing/2014/main" id="{4A66E9AB-C652-608F-DAB4-C3DF45083F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56172"/>
          <a:stretch/>
        </p:blipFill>
        <p:spPr>
          <a:xfrm>
            <a:off x="-3" y="0"/>
            <a:ext cx="547132" cy="1727968"/>
          </a:xfrm>
          <a:prstGeom prst="rect">
            <a:avLst/>
          </a:prstGeom>
        </p:spPr>
      </p:pic>
      <p:pic>
        <p:nvPicPr>
          <p:cNvPr id="24" name="Graphic 12">
            <a:extLst>
              <a:ext uri="{FF2B5EF4-FFF2-40B4-BE49-F238E27FC236}">
                <a16:creationId xmlns:a16="http://schemas.microsoft.com/office/drawing/2014/main" id="{5EAAE50A-F913-C4AF-A6D3-C26D5D1EE766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058404" y="1951820"/>
            <a:ext cx="2133596" cy="2955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96512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portfólio f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tângulo 11">
            <a:extLst>
              <a:ext uri="{FF2B5EF4-FFF2-40B4-BE49-F238E27FC236}">
                <a16:creationId xmlns:a16="http://schemas.microsoft.com/office/drawing/2014/main" id="{9FA18114-DB45-16B7-0A88-51C330E9B663}"/>
              </a:ext>
            </a:extLst>
          </p:cNvPr>
          <p:cNvSpPr/>
          <p:nvPr userDrawn="1"/>
        </p:nvSpPr>
        <p:spPr>
          <a:xfrm flipH="1">
            <a:off x="-6" y="0"/>
            <a:ext cx="12192005" cy="6857999"/>
          </a:xfrm>
          <a:prstGeom prst="rect">
            <a:avLst/>
          </a:prstGeom>
          <a:solidFill>
            <a:srgbClr val="00C6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4FB47C00-9F09-5B28-A0E3-889DA2C15C2F}"/>
              </a:ext>
            </a:extLst>
          </p:cNvPr>
          <p:cNvSpPr/>
          <p:nvPr userDrawn="1"/>
        </p:nvSpPr>
        <p:spPr>
          <a:xfrm>
            <a:off x="609600" y="1557733"/>
            <a:ext cx="5297714" cy="4058149"/>
          </a:xfrm>
          <a:prstGeom prst="rect">
            <a:avLst/>
          </a:prstGeom>
          <a:solidFill>
            <a:schemeClr val="bg1"/>
          </a:solidFill>
          <a:ln w="14799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pt-BR"/>
          </a:p>
        </p:txBody>
      </p:sp>
      <p:sp>
        <p:nvSpPr>
          <p:cNvPr id="9" name="Espaço Reservado para Imagem 7">
            <a:extLst>
              <a:ext uri="{FF2B5EF4-FFF2-40B4-BE49-F238E27FC236}">
                <a16:creationId xmlns:a16="http://schemas.microsoft.com/office/drawing/2014/main" id="{C363D87A-62DB-91A6-A07E-427C2003765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599" y="1557733"/>
            <a:ext cx="5297715" cy="4058149"/>
          </a:xfrm>
          <a:prstGeom prst="rect">
            <a:avLst/>
          </a:prstGeom>
        </p:spPr>
        <p:txBody>
          <a:bodyPr anchor="ctr"/>
          <a:lstStyle>
            <a:lvl1pPr algn="ctr">
              <a:defRPr lang="pt-BR"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>
              <a:buNone/>
            </a:pPr>
            <a:r>
              <a:rPr lang="pt-BR"/>
              <a:t>Insira sua imagem aqui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F31BA5E0-FAA0-85AD-AF5B-0F5969A4C511}"/>
              </a:ext>
            </a:extLst>
          </p:cNvPr>
          <p:cNvSpPr/>
          <p:nvPr userDrawn="1"/>
        </p:nvSpPr>
        <p:spPr>
          <a:xfrm>
            <a:off x="6284687" y="1557733"/>
            <a:ext cx="5297714" cy="4058149"/>
          </a:xfrm>
          <a:prstGeom prst="rect">
            <a:avLst/>
          </a:prstGeom>
          <a:solidFill>
            <a:srgbClr val="D3FF00"/>
          </a:solidFill>
          <a:ln w="14799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pt-BR"/>
          </a:p>
        </p:txBody>
      </p:sp>
      <p:sp>
        <p:nvSpPr>
          <p:cNvPr id="10" name="Espaço Reservado para Imagem 7">
            <a:extLst>
              <a:ext uri="{FF2B5EF4-FFF2-40B4-BE49-F238E27FC236}">
                <a16:creationId xmlns:a16="http://schemas.microsoft.com/office/drawing/2014/main" id="{2A04230B-C99D-1163-B0E3-59226D8BDB7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284686" y="1557733"/>
            <a:ext cx="5297715" cy="4058149"/>
          </a:xfrm>
          <a:prstGeom prst="rect">
            <a:avLst/>
          </a:prstGeom>
        </p:spPr>
        <p:txBody>
          <a:bodyPr anchor="ctr"/>
          <a:lstStyle>
            <a:lvl1pPr algn="ctr">
              <a:defRPr lang="pt-BR"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>
              <a:buNone/>
            </a:pPr>
            <a:r>
              <a:rPr lang="pt-BR"/>
              <a:t>Insira sua imagem aqui</a:t>
            </a:r>
          </a:p>
        </p:txBody>
      </p:sp>
      <p:sp>
        <p:nvSpPr>
          <p:cNvPr id="6" name="Espaço Reservado para Texto 13">
            <a:extLst>
              <a:ext uri="{FF2B5EF4-FFF2-40B4-BE49-F238E27FC236}">
                <a16:creationId xmlns:a16="http://schemas.microsoft.com/office/drawing/2014/main" id="{52A2C88B-4E0B-2230-5EF4-AA4DA5D0E30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437287" y="202185"/>
            <a:ext cx="7317417" cy="60718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600" b="1">
                <a:solidFill>
                  <a:schemeClr val="bg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TÍTULO AQUI</a:t>
            </a:r>
          </a:p>
        </p:txBody>
      </p:sp>
      <p:sp>
        <p:nvSpPr>
          <p:cNvPr id="7" name="Espaço Reservado para Texto 13">
            <a:extLst>
              <a:ext uri="{FF2B5EF4-FFF2-40B4-BE49-F238E27FC236}">
                <a16:creationId xmlns:a16="http://schemas.microsoft.com/office/drawing/2014/main" id="{725E794A-17B1-6DF2-E25A-68C64A85D4D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437287" y="902324"/>
            <a:ext cx="7317416" cy="32903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>
                <a:solidFill>
                  <a:schemeClr val="bg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SUB-TÍTULO AQUI</a:t>
            </a:r>
          </a:p>
        </p:txBody>
      </p:sp>
      <p:pic>
        <p:nvPicPr>
          <p:cNvPr id="14" name="Gráfico 13">
            <a:extLst>
              <a:ext uri="{FF2B5EF4-FFF2-40B4-BE49-F238E27FC236}">
                <a16:creationId xmlns:a16="http://schemas.microsoft.com/office/drawing/2014/main" id="{92E612E3-1E30-5B7E-8251-6A258EA1A14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74350" y="6169874"/>
            <a:ext cx="908050" cy="345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8745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>
            <a:extLst>
              <a:ext uri="{FF2B5EF4-FFF2-40B4-BE49-F238E27FC236}">
                <a16:creationId xmlns:a16="http://schemas.microsoft.com/office/drawing/2014/main" id="{693C7D82-34E7-998B-209C-BCAF26D39B8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" y="0"/>
            <a:ext cx="12192000" cy="6858000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8DD1751E-A07D-E796-7C60-5A7357644175}"/>
              </a:ext>
            </a:extLst>
          </p:cNvPr>
          <p:cNvSpPr/>
          <p:nvPr userDrawn="1"/>
        </p:nvSpPr>
        <p:spPr>
          <a:xfrm>
            <a:off x="9051944" y="0"/>
            <a:ext cx="3140056" cy="6857999"/>
          </a:xfrm>
          <a:prstGeom prst="rect">
            <a:avLst/>
          </a:prstGeom>
          <a:solidFill>
            <a:srgbClr val="00C6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29585B8B-0B4B-738D-A9FC-A23AE6113034}"/>
              </a:ext>
            </a:extLst>
          </p:cNvPr>
          <p:cNvSpPr/>
          <p:nvPr userDrawn="1"/>
        </p:nvSpPr>
        <p:spPr>
          <a:xfrm flipH="1">
            <a:off x="0" y="1727071"/>
            <a:ext cx="12192000" cy="51309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Espaço Reservado para Tabela 34">
            <a:extLst>
              <a:ext uri="{FF2B5EF4-FFF2-40B4-BE49-F238E27FC236}">
                <a16:creationId xmlns:a16="http://schemas.microsoft.com/office/drawing/2014/main" id="{F9AD3D09-EEC0-7588-A38D-EA595C7DD9BC}"/>
              </a:ext>
            </a:extLst>
          </p:cNvPr>
          <p:cNvSpPr>
            <a:spLocks noGrp="1"/>
          </p:cNvSpPr>
          <p:nvPr>
            <p:ph type="tbl" sz="quarter" idx="12" hasCustomPrompt="1"/>
          </p:nvPr>
        </p:nvSpPr>
        <p:spPr>
          <a:xfrm>
            <a:off x="673100" y="2076450"/>
            <a:ext cx="10909300" cy="3866406"/>
          </a:xfrm>
          <a:prstGeom prst="rect">
            <a:avLst/>
          </a:prstGeom>
        </p:spPr>
        <p:txBody>
          <a:bodyPr anchor="ctr"/>
          <a:lstStyle>
            <a:lvl1pPr>
              <a:defRPr lang="pt-BR"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 algn="ctr">
              <a:buNone/>
            </a:pPr>
            <a:r>
              <a:rPr lang="pt-BR"/>
              <a:t>Insira sua tabela aqui</a:t>
            </a:r>
          </a:p>
        </p:txBody>
      </p:sp>
      <p:pic>
        <p:nvPicPr>
          <p:cNvPr id="5" name="Marca">
            <a:extLst>
              <a:ext uri="{FF2B5EF4-FFF2-40B4-BE49-F238E27FC236}">
                <a16:creationId xmlns:a16="http://schemas.microsoft.com/office/drawing/2014/main" id="{2EED0F97-E800-239E-601E-36655D2AF9B6}"/>
              </a:ext>
            </a:extLst>
          </p:cNvPr>
          <p:cNvPicPr>
            <a:picLocks/>
          </p:cNvPicPr>
          <p:nvPr userDrawn="1"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4350" y="6172200"/>
            <a:ext cx="908050" cy="342900"/>
          </a:xfrm>
          <a:prstGeom prst="rect">
            <a:avLst/>
          </a:prstGeom>
        </p:spPr>
      </p:pic>
      <p:pic>
        <p:nvPicPr>
          <p:cNvPr id="2" name="Graphic 13">
            <a:extLst>
              <a:ext uri="{FF2B5EF4-FFF2-40B4-BE49-F238E27FC236}">
                <a16:creationId xmlns:a16="http://schemas.microsoft.com/office/drawing/2014/main" id="{98DE4543-C889-AC37-C39F-87DCAE7863D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56172"/>
          <a:stretch/>
        </p:blipFill>
        <p:spPr>
          <a:xfrm>
            <a:off x="11648525" y="0"/>
            <a:ext cx="547132" cy="1727968"/>
          </a:xfrm>
          <a:prstGeom prst="rect">
            <a:avLst/>
          </a:prstGeom>
        </p:spPr>
      </p:pic>
      <p:sp>
        <p:nvSpPr>
          <p:cNvPr id="10" name="Espaço Reservado para Texto 13">
            <a:extLst>
              <a:ext uri="{FF2B5EF4-FFF2-40B4-BE49-F238E27FC236}">
                <a16:creationId xmlns:a16="http://schemas.microsoft.com/office/drawing/2014/main" id="{0569ADA3-1090-90C3-A767-5F8D8E1827A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27670" y="552646"/>
            <a:ext cx="7317417" cy="607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TÍTULO AQUI</a:t>
            </a:r>
          </a:p>
        </p:txBody>
      </p:sp>
      <p:sp>
        <p:nvSpPr>
          <p:cNvPr id="11" name="Espaço Reservado para Texto 13">
            <a:extLst>
              <a:ext uri="{FF2B5EF4-FFF2-40B4-BE49-F238E27FC236}">
                <a16:creationId xmlns:a16="http://schemas.microsoft.com/office/drawing/2014/main" id="{45450EBF-AF17-CC56-B1D6-54F367C006D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27669" y="1252785"/>
            <a:ext cx="7317416" cy="32903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SUB-TÍTULO AQUI</a:t>
            </a:r>
          </a:p>
        </p:txBody>
      </p:sp>
    </p:spTree>
    <p:extLst>
      <p:ext uri="{BB962C8B-B14F-4D97-AF65-F5344CB8AC3E}">
        <p14:creationId xmlns:p14="http://schemas.microsoft.com/office/powerpoint/2010/main" val="37961394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poime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>
            <a:extLst>
              <a:ext uri="{FF2B5EF4-FFF2-40B4-BE49-F238E27FC236}">
                <a16:creationId xmlns:a16="http://schemas.microsoft.com/office/drawing/2014/main" id="{D5D57326-C70A-9FAD-14CE-7FC2E5E09A0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" y="1"/>
            <a:ext cx="12192000" cy="6858000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78EE061D-8E1D-520C-16E5-47CD6E6BEE84}"/>
              </a:ext>
            </a:extLst>
          </p:cNvPr>
          <p:cNvSpPr/>
          <p:nvPr userDrawn="1"/>
        </p:nvSpPr>
        <p:spPr>
          <a:xfrm flipH="1">
            <a:off x="5161374" y="0"/>
            <a:ext cx="7030625" cy="6857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Marca">
            <a:extLst>
              <a:ext uri="{FF2B5EF4-FFF2-40B4-BE49-F238E27FC236}">
                <a16:creationId xmlns:a16="http://schemas.microsoft.com/office/drawing/2014/main" id="{8CDF8E22-6148-7CC8-6CB5-B424F8ACF05C}"/>
              </a:ext>
            </a:extLst>
          </p:cNvPr>
          <p:cNvPicPr>
            <a:picLocks/>
          </p:cNvPicPr>
          <p:nvPr userDrawn="1"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4350" y="6172200"/>
            <a:ext cx="908050" cy="342900"/>
          </a:xfrm>
          <a:prstGeom prst="rect">
            <a:avLst/>
          </a:prstGeom>
        </p:spPr>
      </p:pic>
      <p:sp>
        <p:nvSpPr>
          <p:cNvPr id="12" name="Espaço Reservado para Texto 13">
            <a:extLst>
              <a:ext uri="{FF2B5EF4-FFF2-40B4-BE49-F238E27FC236}">
                <a16:creationId xmlns:a16="http://schemas.microsoft.com/office/drawing/2014/main" id="{83E07894-4001-E797-85A0-02B9375A06B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99457" y="1411017"/>
            <a:ext cx="3703600" cy="37176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depoimento aqui</a:t>
            </a:r>
          </a:p>
        </p:txBody>
      </p:sp>
      <p:sp>
        <p:nvSpPr>
          <p:cNvPr id="7" name="Espaço Reservado para Imagem 7">
            <a:extLst>
              <a:ext uri="{FF2B5EF4-FFF2-40B4-BE49-F238E27FC236}">
                <a16:creationId xmlns:a16="http://schemas.microsoft.com/office/drawing/2014/main" id="{60A52F3A-0CD9-93F8-E77E-0DC21E73AB9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" y="-1"/>
            <a:ext cx="5161369" cy="6857999"/>
          </a:xfrm>
          <a:prstGeom prst="rect">
            <a:avLst/>
          </a:prstGeom>
        </p:spPr>
        <p:txBody>
          <a:bodyPr anchor="ctr"/>
          <a:lstStyle>
            <a:lvl1pPr algn="ctr">
              <a:defRPr lang="pt-BR" sz="1600"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>
              <a:buNone/>
            </a:pPr>
            <a:r>
              <a:rPr lang="pt-BR"/>
              <a:t>Insira sua imagem aqui</a:t>
            </a:r>
          </a:p>
        </p:txBody>
      </p:sp>
      <p:pic>
        <p:nvPicPr>
          <p:cNvPr id="10" name="Graphic 13">
            <a:extLst>
              <a:ext uri="{FF2B5EF4-FFF2-40B4-BE49-F238E27FC236}">
                <a16:creationId xmlns:a16="http://schemas.microsoft.com/office/drawing/2014/main" id="{8C940926-54E5-B857-A0A8-F1CF24527AB1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61372" y="5456712"/>
            <a:ext cx="1012358" cy="1401286"/>
          </a:xfrm>
          <a:prstGeom prst="rect">
            <a:avLst/>
          </a:prstGeom>
        </p:spPr>
      </p:pic>
      <p:pic>
        <p:nvPicPr>
          <p:cNvPr id="6" name="Imagem 5" descr="Logotipo, Ícone&#10;&#10;Descrição gerada automaticamente">
            <a:extLst>
              <a:ext uri="{FF2B5EF4-FFF2-40B4-BE49-F238E27FC236}">
                <a16:creationId xmlns:a16="http://schemas.microsoft.com/office/drawing/2014/main" id="{281016CA-BBF1-7182-1CE5-EFD34D7941B0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3730" y="1377950"/>
            <a:ext cx="786584" cy="598247"/>
          </a:xfrm>
          <a:prstGeom prst="rect">
            <a:avLst/>
          </a:prstGeom>
        </p:spPr>
      </p:pic>
      <p:pic>
        <p:nvPicPr>
          <p:cNvPr id="14" name="Imagem 13" descr="Logotipo, Ícone&#10;&#10;Descrição gerada automaticamente">
            <a:extLst>
              <a:ext uri="{FF2B5EF4-FFF2-40B4-BE49-F238E27FC236}">
                <a16:creationId xmlns:a16="http://schemas.microsoft.com/office/drawing/2014/main" id="{EE36B05A-FD50-4597-B2A7-F8DEBCF6636E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6787" y="4530994"/>
            <a:ext cx="791353" cy="597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7468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erção de Mídias noteboo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5799BA89-F810-AEFB-AD26-C403116F51F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flipH="1">
            <a:off x="0" y="0"/>
            <a:ext cx="12192000" cy="6857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4E888F48-DA8B-CF1F-385F-E18FCF4453E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-1"/>
            <a:ext cx="12192000" cy="3429001"/>
          </a:xfrm>
          <a:prstGeom prst="rect">
            <a:avLst/>
          </a:prstGeom>
          <a:solidFill>
            <a:srgbClr val="D3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Espaço Reservado para Texto 13">
            <a:extLst>
              <a:ext uri="{FF2B5EF4-FFF2-40B4-BE49-F238E27FC236}">
                <a16:creationId xmlns:a16="http://schemas.microsoft.com/office/drawing/2014/main" id="{C6C03A5B-FE2F-9773-1F23-A6523897411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685143" y="372869"/>
            <a:ext cx="6821714" cy="51680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600" b="1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TÍTULO AQUI</a:t>
            </a:r>
          </a:p>
        </p:txBody>
      </p:sp>
      <p:pic>
        <p:nvPicPr>
          <p:cNvPr id="7" name="Marca">
            <a:extLst>
              <a:ext uri="{FF2B5EF4-FFF2-40B4-BE49-F238E27FC236}">
                <a16:creationId xmlns:a16="http://schemas.microsoft.com/office/drawing/2014/main" id="{76104BF8-4B3B-C94E-C622-5D84184E80D3}"/>
              </a:ext>
            </a:extLst>
          </p:cNvPr>
          <p:cNvPicPr>
            <a:picLocks/>
          </p:cNvPicPr>
          <p:nvPr userDrawn="1"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4350" y="6172200"/>
            <a:ext cx="908050" cy="342900"/>
          </a:xfrm>
          <a:prstGeom prst="rect">
            <a:avLst/>
          </a:prstGeom>
        </p:spPr>
      </p:pic>
      <p:pic>
        <p:nvPicPr>
          <p:cNvPr id="6" name="Gráfico 5">
            <a:extLst>
              <a:ext uri="{FF2B5EF4-FFF2-40B4-BE49-F238E27FC236}">
                <a16:creationId xmlns:a16="http://schemas.microsoft.com/office/drawing/2014/main" id="{DB403C91-06F0-834A-7CE4-E899A051F03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84002" y="1262547"/>
            <a:ext cx="3140258" cy="4332904"/>
          </a:xfrm>
          <a:prstGeom prst="rect">
            <a:avLst/>
          </a:prstGeom>
        </p:spPr>
      </p:pic>
      <p:pic>
        <p:nvPicPr>
          <p:cNvPr id="15" name="Gráfico 14">
            <a:extLst>
              <a:ext uri="{FF2B5EF4-FFF2-40B4-BE49-F238E27FC236}">
                <a16:creationId xmlns:a16="http://schemas.microsoft.com/office/drawing/2014/main" id="{3AB408C2-65F8-E876-D3D8-DBEBE4B9DE8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1" y="0"/>
            <a:ext cx="1226911" cy="1692881"/>
          </a:xfrm>
          <a:prstGeom prst="rect">
            <a:avLst/>
          </a:prstGeom>
        </p:spPr>
      </p:pic>
      <p:pic>
        <p:nvPicPr>
          <p:cNvPr id="23" name="Gráfico 22">
            <a:extLst>
              <a:ext uri="{FF2B5EF4-FFF2-40B4-BE49-F238E27FC236}">
                <a16:creationId xmlns:a16="http://schemas.microsoft.com/office/drawing/2014/main" id="{675B6585-B0A9-F727-133A-AA258B9CF18A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679865" y="1312897"/>
            <a:ext cx="1226911" cy="1692881"/>
          </a:xfrm>
          <a:prstGeom prst="rect">
            <a:avLst/>
          </a:prstGeom>
        </p:spPr>
      </p:pic>
      <p:pic>
        <p:nvPicPr>
          <p:cNvPr id="26" name="Gráfico 25">
            <a:extLst>
              <a:ext uri="{FF2B5EF4-FFF2-40B4-BE49-F238E27FC236}">
                <a16:creationId xmlns:a16="http://schemas.microsoft.com/office/drawing/2014/main" id="{1376F637-4016-ECF0-57FD-EC5700319640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1" y="1721407"/>
            <a:ext cx="1226911" cy="1692881"/>
          </a:xfrm>
          <a:prstGeom prst="rect">
            <a:avLst/>
          </a:prstGeom>
        </p:spPr>
      </p:pic>
      <p:pic>
        <p:nvPicPr>
          <p:cNvPr id="27" name="Gráfico 26">
            <a:extLst>
              <a:ext uri="{FF2B5EF4-FFF2-40B4-BE49-F238E27FC236}">
                <a16:creationId xmlns:a16="http://schemas.microsoft.com/office/drawing/2014/main" id="{A53443A5-07D1-7225-7CFB-C5786498D770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679865" y="3005778"/>
            <a:ext cx="1226911" cy="1692881"/>
          </a:xfrm>
          <a:prstGeom prst="rect">
            <a:avLst/>
          </a:prstGeom>
        </p:spPr>
      </p:pic>
      <p:pic>
        <p:nvPicPr>
          <p:cNvPr id="34" name="Gráfico 33">
            <a:extLst>
              <a:ext uri="{FF2B5EF4-FFF2-40B4-BE49-F238E27FC236}">
                <a16:creationId xmlns:a16="http://schemas.microsoft.com/office/drawing/2014/main" id="{755CD284-CB47-A2F8-10FF-12AD4BFA62B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359727" y="5179381"/>
            <a:ext cx="1226911" cy="1692881"/>
          </a:xfrm>
          <a:prstGeom prst="rect">
            <a:avLst/>
          </a:prstGeom>
        </p:spPr>
      </p:pic>
      <p:pic>
        <p:nvPicPr>
          <p:cNvPr id="29" name="Gráfico 28">
            <a:extLst>
              <a:ext uri="{FF2B5EF4-FFF2-40B4-BE49-F238E27FC236}">
                <a16:creationId xmlns:a16="http://schemas.microsoft.com/office/drawing/2014/main" id="{57FD17F9-D200-CEB2-4F24-977BE6CBB7A2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1" y="3414288"/>
            <a:ext cx="1226911" cy="1692881"/>
          </a:xfrm>
          <a:prstGeom prst="rect">
            <a:avLst/>
          </a:prstGeom>
        </p:spPr>
      </p:pic>
      <p:pic>
        <p:nvPicPr>
          <p:cNvPr id="31" name="Gráfico 30">
            <a:extLst>
              <a:ext uri="{FF2B5EF4-FFF2-40B4-BE49-F238E27FC236}">
                <a16:creationId xmlns:a16="http://schemas.microsoft.com/office/drawing/2014/main" id="{C61316FF-F8E9-258A-369B-2FACADD90FCB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679864" y="4692990"/>
            <a:ext cx="1226911" cy="1692881"/>
          </a:xfrm>
          <a:prstGeom prst="rect">
            <a:avLst/>
          </a:prstGeom>
        </p:spPr>
      </p:pic>
      <p:pic>
        <p:nvPicPr>
          <p:cNvPr id="32" name="Gráfico 31">
            <a:extLst>
              <a:ext uri="{FF2B5EF4-FFF2-40B4-BE49-F238E27FC236}">
                <a16:creationId xmlns:a16="http://schemas.microsoft.com/office/drawing/2014/main" id="{12833642-70FC-5F4E-B31E-8F89D8C8AA13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1" y="5179381"/>
            <a:ext cx="1226911" cy="1692881"/>
          </a:xfrm>
          <a:prstGeom prst="rect">
            <a:avLst/>
          </a:prstGeom>
        </p:spPr>
      </p:pic>
      <p:pic>
        <p:nvPicPr>
          <p:cNvPr id="33" name="Gráfico 32">
            <a:extLst>
              <a:ext uri="{FF2B5EF4-FFF2-40B4-BE49-F238E27FC236}">
                <a16:creationId xmlns:a16="http://schemas.microsoft.com/office/drawing/2014/main" id="{B7174FFC-E846-545C-22D7-25B69F64D5C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679863" y="6440397"/>
            <a:ext cx="1226911" cy="1692881"/>
          </a:xfrm>
          <a:prstGeom prst="rect">
            <a:avLst/>
          </a:prstGeom>
        </p:spPr>
      </p:pic>
      <p:pic>
        <p:nvPicPr>
          <p:cNvPr id="37" name="Gráfico 36">
            <a:extLst>
              <a:ext uri="{FF2B5EF4-FFF2-40B4-BE49-F238E27FC236}">
                <a16:creationId xmlns:a16="http://schemas.microsoft.com/office/drawing/2014/main" id="{2A8E93F6-8D87-C5AD-7DE1-25516B2BC6AB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359727" y="3414288"/>
            <a:ext cx="1226911" cy="1692881"/>
          </a:xfrm>
          <a:prstGeom prst="rect">
            <a:avLst/>
          </a:prstGeom>
        </p:spPr>
      </p:pic>
      <p:pic>
        <p:nvPicPr>
          <p:cNvPr id="38" name="Gráfico 37">
            <a:extLst>
              <a:ext uri="{FF2B5EF4-FFF2-40B4-BE49-F238E27FC236}">
                <a16:creationId xmlns:a16="http://schemas.microsoft.com/office/drawing/2014/main" id="{A8896FE8-9CCC-ECA4-629D-B13226D33051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42660" y="4692990"/>
            <a:ext cx="1226911" cy="1692881"/>
          </a:xfrm>
          <a:prstGeom prst="rect">
            <a:avLst/>
          </a:prstGeom>
        </p:spPr>
      </p:pic>
      <p:pic>
        <p:nvPicPr>
          <p:cNvPr id="9" name="Imagem 8" descr="Tela de um computador&#10;&#10;Descrição gerada automaticamente">
            <a:extLst>
              <a:ext uri="{FF2B5EF4-FFF2-40B4-BE49-F238E27FC236}">
                <a16:creationId xmlns:a16="http://schemas.microsoft.com/office/drawing/2014/main" id="{1FB785CE-49F4-593C-BC2B-64D2A3537CD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554" y="0"/>
            <a:ext cx="10304891" cy="6858000"/>
          </a:xfrm>
          <a:prstGeom prst="rect">
            <a:avLst/>
          </a:prstGeom>
        </p:spPr>
      </p:pic>
      <p:sp>
        <p:nvSpPr>
          <p:cNvPr id="40" name="Espaço Reservado para Conteúdo 39">
            <a:extLst>
              <a:ext uri="{FF2B5EF4-FFF2-40B4-BE49-F238E27FC236}">
                <a16:creationId xmlns:a16="http://schemas.microsoft.com/office/drawing/2014/main" id="{9AD886F8-89F0-4D02-7470-CCDADB48CB2B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643085" y="1638301"/>
            <a:ext cx="4619851" cy="298247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pt-BR"/>
              <a:t>Insira sua mídia aqui</a:t>
            </a:r>
          </a:p>
        </p:txBody>
      </p:sp>
      <p:pic>
        <p:nvPicPr>
          <p:cNvPr id="41" name="Gráfico 40">
            <a:extLst>
              <a:ext uri="{FF2B5EF4-FFF2-40B4-BE49-F238E27FC236}">
                <a16:creationId xmlns:a16="http://schemas.microsoft.com/office/drawing/2014/main" id="{7E331FD6-1977-8C6E-7F19-C8D7D127BAE0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42660" y="6440397"/>
            <a:ext cx="1226911" cy="1692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4546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erção de Mídias celu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5799BA89-F810-AEFB-AD26-C403116F51F3}"/>
              </a:ext>
            </a:extLst>
          </p:cNvPr>
          <p:cNvSpPr>
            <a:spLocks/>
          </p:cNvSpPr>
          <p:nvPr userDrawn="1"/>
        </p:nvSpPr>
        <p:spPr>
          <a:xfrm flipH="1">
            <a:off x="0" y="0"/>
            <a:ext cx="12192000" cy="6857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B728A362-CECC-03E8-CA83-DF52E2644EB7}"/>
              </a:ext>
            </a:extLst>
          </p:cNvPr>
          <p:cNvSpPr/>
          <p:nvPr userDrawn="1"/>
        </p:nvSpPr>
        <p:spPr>
          <a:xfrm>
            <a:off x="1608328" y="809897"/>
            <a:ext cx="4577987" cy="5238206"/>
          </a:xfrm>
          <a:prstGeom prst="roundRect">
            <a:avLst>
              <a:gd name="adj" fmla="val 3944"/>
            </a:avLst>
          </a:prstGeom>
          <a:solidFill>
            <a:srgbClr val="00C6CC"/>
          </a:solidFill>
          <a:ln w="14799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pt-BR"/>
          </a:p>
        </p:txBody>
      </p:sp>
      <p:sp>
        <p:nvSpPr>
          <p:cNvPr id="3" name="Espaço Reservado para Texto 13">
            <a:extLst>
              <a:ext uri="{FF2B5EF4-FFF2-40B4-BE49-F238E27FC236}">
                <a16:creationId xmlns:a16="http://schemas.microsoft.com/office/drawing/2014/main" id="{C6C03A5B-FE2F-9773-1F23-A6523897411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279989" y="1262547"/>
            <a:ext cx="3226528" cy="89282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800" b="1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TÍTULO AQUI</a:t>
            </a:r>
          </a:p>
        </p:txBody>
      </p:sp>
      <p:pic>
        <p:nvPicPr>
          <p:cNvPr id="7" name="Marca">
            <a:extLst>
              <a:ext uri="{FF2B5EF4-FFF2-40B4-BE49-F238E27FC236}">
                <a16:creationId xmlns:a16="http://schemas.microsoft.com/office/drawing/2014/main" id="{76104BF8-4B3B-C94E-C622-5D84184E80D3}"/>
              </a:ext>
            </a:extLst>
          </p:cNvPr>
          <p:cNvPicPr>
            <a:picLocks/>
          </p:cNvPicPr>
          <p:nvPr userDrawn="1"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4350" y="6172200"/>
            <a:ext cx="908050" cy="342900"/>
          </a:xfrm>
          <a:prstGeom prst="rect">
            <a:avLst/>
          </a:prstGeom>
        </p:spPr>
      </p:pic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625C35FB-5FD7-1FB9-8AFD-52301F6FD8D0}"/>
              </a:ext>
            </a:extLst>
          </p:cNvPr>
          <p:cNvSpPr/>
          <p:nvPr userDrawn="1"/>
        </p:nvSpPr>
        <p:spPr>
          <a:xfrm>
            <a:off x="6138777" y="640080"/>
            <a:ext cx="3127198" cy="5757300"/>
          </a:xfrm>
          <a:prstGeom prst="roundRect">
            <a:avLst>
              <a:gd name="adj" fmla="val 10440"/>
            </a:avLst>
          </a:prstGeom>
          <a:solidFill>
            <a:schemeClr val="bg1"/>
          </a:solidFill>
          <a:ln w="14799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pt-BR"/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51F7E8BC-32BA-E6C7-78D1-C85509B295E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41947" y="460620"/>
            <a:ext cx="3320858" cy="5966342"/>
          </a:xfrm>
          <a:prstGeom prst="rect">
            <a:avLst/>
          </a:pr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6E5C9805-E11E-8E12-22EF-AB596BFA7733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684002" y="1262547"/>
            <a:ext cx="3140258" cy="4332904"/>
          </a:xfrm>
          <a:prstGeom prst="rect">
            <a:avLst/>
          </a:prstGeom>
        </p:spPr>
      </p:pic>
      <p:sp>
        <p:nvSpPr>
          <p:cNvPr id="18" name="Espaço Reservado para Conteúdo 17">
            <a:extLst>
              <a:ext uri="{FF2B5EF4-FFF2-40B4-BE49-F238E27FC236}">
                <a16:creationId xmlns:a16="http://schemas.microsoft.com/office/drawing/2014/main" id="{8F3E87DC-382E-33D6-1AAA-DBC95B87E3D9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86315" y="640081"/>
            <a:ext cx="3032122" cy="55778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pt-BR"/>
              <a:t>Insira sua mídia</a:t>
            </a:r>
          </a:p>
          <a:p>
            <a:pPr lvl="0"/>
            <a:r>
              <a:rPr lang="pt-BR"/>
              <a:t>aqui</a:t>
            </a:r>
          </a:p>
        </p:txBody>
      </p:sp>
      <p:pic>
        <p:nvPicPr>
          <p:cNvPr id="2" name="Imagem 1" descr="Mulher com a mão na cintura&#10;&#10;Descrição gerada automaticamente com confiança média">
            <a:extLst>
              <a:ext uri="{FF2B5EF4-FFF2-40B4-BE49-F238E27FC236}">
                <a16:creationId xmlns:a16="http://schemas.microsoft.com/office/drawing/2014/main" id="{04E488E3-B767-E6D4-CFC3-7E123DEDC7F4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462205" y="2348204"/>
            <a:ext cx="6776460" cy="4509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7632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áfico + T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>
            <a:extLst>
              <a:ext uri="{FF2B5EF4-FFF2-40B4-BE49-F238E27FC236}">
                <a16:creationId xmlns:a16="http://schemas.microsoft.com/office/drawing/2014/main" id="{27D11EF8-0A61-7A14-615C-2929D8D193B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" y="1"/>
            <a:ext cx="12192000" cy="6858000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AF9D2FCB-6448-E75D-06D1-C7D5C9210221}"/>
              </a:ext>
            </a:extLst>
          </p:cNvPr>
          <p:cNvSpPr/>
          <p:nvPr userDrawn="1"/>
        </p:nvSpPr>
        <p:spPr>
          <a:xfrm>
            <a:off x="-1" y="1"/>
            <a:ext cx="12192000" cy="2027976"/>
          </a:xfrm>
          <a:prstGeom prst="rect">
            <a:avLst/>
          </a:prstGeom>
          <a:solidFill>
            <a:srgbClr val="00C6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171755E4-66B6-3790-305D-87C77B76622B}"/>
              </a:ext>
            </a:extLst>
          </p:cNvPr>
          <p:cNvSpPr/>
          <p:nvPr userDrawn="1"/>
        </p:nvSpPr>
        <p:spPr>
          <a:xfrm flipH="1">
            <a:off x="-2" y="1727070"/>
            <a:ext cx="12192002" cy="51309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Espaço Reservado para Gráfico 11">
            <a:extLst>
              <a:ext uri="{FF2B5EF4-FFF2-40B4-BE49-F238E27FC236}">
                <a16:creationId xmlns:a16="http://schemas.microsoft.com/office/drawing/2014/main" id="{26D55F78-7C8F-3972-1663-F937F68FFD20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547129" y="1957388"/>
            <a:ext cx="11097742" cy="3913906"/>
          </a:xfrm>
          <a:prstGeom prst="rect">
            <a:avLst/>
          </a:prstGeom>
        </p:spPr>
        <p:txBody>
          <a:bodyPr anchor="ctr"/>
          <a:lstStyle>
            <a:lvl1pPr>
              <a:defRPr lang="pt-BR" sz="1600"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 algn="ctr">
              <a:buNone/>
            </a:pPr>
            <a:r>
              <a:rPr lang="pt-BR"/>
              <a:t>Insira seu gráfico aqui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AA5F082D-FD13-D033-FCC3-96368995CD8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56172"/>
          <a:stretch/>
        </p:blipFill>
        <p:spPr>
          <a:xfrm>
            <a:off x="-3" y="0"/>
            <a:ext cx="547132" cy="1727968"/>
          </a:xfrm>
          <a:prstGeom prst="rect">
            <a:avLst/>
          </a:prstGeom>
        </p:spPr>
      </p:pic>
      <p:pic>
        <p:nvPicPr>
          <p:cNvPr id="4" name="Marca">
            <a:extLst>
              <a:ext uri="{FF2B5EF4-FFF2-40B4-BE49-F238E27FC236}">
                <a16:creationId xmlns:a16="http://schemas.microsoft.com/office/drawing/2014/main" id="{EE8A570E-8BF7-E562-B4FE-65C0D3577592}"/>
              </a:ext>
            </a:extLst>
          </p:cNvPr>
          <p:cNvPicPr>
            <a:picLocks/>
          </p:cNvPicPr>
          <p:nvPr userDrawn="1">
            <p:custDataLst>
              <p:tags r:id="rId1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4350" y="6172200"/>
            <a:ext cx="908050" cy="342900"/>
          </a:xfrm>
          <a:prstGeom prst="rect">
            <a:avLst/>
          </a:prstGeom>
        </p:spPr>
      </p:pic>
      <p:sp>
        <p:nvSpPr>
          <p:cNvPr id="11" name="Espaço Reservado para Texto 13">
            <a:extLst>
              <a:ext uri="{FF2B5EF4-FFF2-40B4-BE49-F238E27FC236}">
                <a16:creationId xmlns:a16="http://schemas.microsoft.com/office/drawing/2014/main" id="{FDF4C73C-723B-24F4-BA7D-079CFF45C2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27670" y="552646"/>
            <a:ext cx="7317417" cy="607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>
                <a:solidFill>
                  <a:schemeClr val="bg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TÍTULO AQUI</a:t>
            </a:r>
          </a:p>
        </p:txBody>
      </p:sp>
      <p:sp>
        <p:nvSpPr>
          <p:cNvPr id="13" name="Espaço Reservado para Texto 13">
            <a:extLst>
              <a:ext uri="{FF2B5EF4-FFF2-40B4-BE49-F238E27FC236}">
                <a16:creationId xmlns:a16="http://schemas.microsoft.com/office/drawing/2014/main" id="{E7F71A6E-2403-F747-6FEE-50DC8438C56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27669" y="1252785"/>
            <a:ext cx="7317416" cy="32903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SUB-TÍTULO AQUI</a:t>
            </a:r>
          </a:p>
        </p:txBody>
      </p:sp>
    </p:spTree>
    <p:extLst>
      <p:ext uri="{BB962C8B-B14F-4D97-AF65-F5344CB8AC3E}">
        <p14:creationId xmlns:p14="http://schemas.microsoft.com/office/powerpoint/2010/main" val="19584591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co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5799BA89-F810-AEFB-AD26-C403116F51F3}"/>
              </a:ext>
            </a:extLst>
          </p:cNvPr>
          <p:cNvSpPr/>
          <p:nvPr userDrawn="1"/>
        </p:nvSpPr>
        <p:spPr>
          <a:xfrm flipH="1">
            <a:off x="0" y="1467594"/>
            <a:ext cx="12192000" cy="53904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4E888F48-DA8B-CF1F-385F-E18FCF4453EE}"/>
              </a:ext>
            </a:extLst>
          </p:cNvPr>
          <p:cNvSpPr/>
          <p:nvPr userDrawn="1"/>
        </p:nvSpPr>
        <p:spPr>
          <a:xfrm>
            <a:off x="0" y="362694"/>
            <a:ext cx="7070756" cy="1104900"/>
          </a:xfrm>
          <a:prstGeom prst="rect">
            <a:avLst/>
          </a:prstGeom>
          <a:solidFill>
            <a:srgbClr val="D3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Espaço Reservado para Texto 13">
            <a:extLst>
              <a:ext uri="{FF2B5EF4-FFF2-40B4-BE49-F238E27FC236}">
                <a16:creationId xmlns:a16="http://schemas.microsoft.com/office/drawing/2014/main" id="{C6C03A5B-FE2F-9773-1F23-A6523897411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1030" y="656741"/>
            <a:ext cx="7905750" cy="51680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TÍTULO AQUI</a:t>
            </a:r>
          </a:p>
        </p:txBody>
      </p:sp>
      <p:pic>
        <p:nvPicPr>
          <p:cNvPr id="7" name="Marca">
            <a:extLst>
              <a:ext uri="{FF2B5EF4-FFF2-40B4-BE49-F238E27FC236}">
                <a16:creationId xmlns:a16="http://schemas.microsoft.com/office/drawing/2014/main" id="{76104BF8-4B3B-C94E-C622-5D84184E80D3}"/>
              </a:ext>
            </a:extLst>
          </p:cNvPr>
          <p:cNvPicPr>
            <a:picLocks/>
          </p:cNvPicPr>
          <p:nvPr userDrawn="1"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4350" y="6172200"/>
            <a:ext cx="908050" cy="342900"/>
          </a:xfrm>
          <a:prstGeom prst="rect">
            <a:avLst/>
          </a:prstGeom>
        </p:spPr>
      </p:pic>
      <p:pic>
        <p:nvPicPr>
          <p:cNvPr id="16" name="Graphic 13">
            <a:extLst>
              <a:ext uri="{FF2B5EF4-FFF2-40B4-BE49-F238E27FC236}">
                <a16:creationId xmlns:a16="http://schemas.microsoft.com/office/drawing/2014/main" id="{7F420912-B0B7-2501-5C9E-D705744EF7E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1467594"/>
            <a:ext cx="1066801" cy="1476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35693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lementos de supo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5799BA89-F810-AEFB-AD26-C403116F51F3}"/>
              </a:ext>
            </a:extLst>
          </p:cNvPr>
          <p:cNvSpPr/>
          <p:nvPr userDrawn="1"/>
        </p:nvSpPr>
        <p:spPr>
          <a:xfrm flipH="1">
            <a:off x="0" y="1467594"/>
            <a:ext cx="12192000" cy="53904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4E888F48-DA8B-CF1F-385F-E18FCF4453EE}"/>
              </a:ext>
            </a:extLst>
          </p:cNvPr>
          <p:cNvSpPr/>
          <p:nvPr userDrawn="1"/>
        </p:nvSpPr>
        <p:spPr>
          <a:xfrm>
            <a:off x="0" y="362694"/>
            <a:ext cx="7070756" cy="1104900"/>
          </a:xfrm>
          <a:prstGeom prst="rect">
            <a:avLst/>
          </a:prstGeom>
          <a:solidFill>
            <a:srgbClr val="D3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Espaço Reservado para Texto 13">
            <a:extLst>
              <a:ext uri="{FF2B5EF4-FFF2-40B4-BE49-F238E27FC236}">
                <a16:creationId xmlns:a16="http://schemas.microsoft.com/office/drawing/2014/main" id="{C6C03A5B-FE2F-9773-1F23-A6523897411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1030" y="656741"/>
            <a:ext cx="7905750" cy="51680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TÍTULO AQUI</a:t>
            </a:r>
          </a:p>
        </p:txBody>
      </p:sp>
      <p:pic>
        <p:nvPicPr>
          <p:cNvPr id="7" name="Marca">
            <a:extLst>
              <a:ext uri="{FF2B5EF4-FFF2-40B4-BE49-F238E27FC236}">
                <a16:creationId xmlns:a16="http://schemas.microsoft.com/office/drawing/2014/main" id="{76104BF8-4B3B-C94E-C622-5D84184E80D3}"/>
              </a:ext>
            </a:extLst>
          </p:cNvPr>
          <p:cNvPicPr>
            <a:picLocks/>
          </p:cNvPicPr>
          <p:nvPr userDrawn="1"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4350" y="6172200"/>
            <a:ext cx="908050" cy="342900"/>
          </a:xfrm>
          <a:prstGeom prst="rect">
            <a:avLst/>
          </a:prstGeom>
        </p:spPr>
      </p:pic>
      <p:pic>
        <p:nvPicPr>
          <p:cNvPr id="11" name="Graphic 13">
            <a:extLst>
              <a:ext uri="{FF2B5EF4-FFF2-40B4-BE49-F238E27FC236}">
                <a16:creationId xmlns:a16="http://schemas.microsoft.com/office/drawing/2014/main" id="{036E182D-0C71-BEC7-D919-7F07242B1B6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25200" y="-9051"/>
            <a:ext cx="1066801" cy="1476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14368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>
            <a:extLst>
              <a:ext uri="{FF2B5EF4-FFF2-40B4-BE49-F238E27FC236}">
                <a16:creationId xmlns:a16="http://schemas.microsoft.com/office/drawing/2014/main" id="{67CAD3C0-A0F5-D314-D183-7DA0099FBD4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" y="1"/>
            <a:ext cx="12192000" cy="6858000"/>
          </a:xfrm>
          <a:prstGeom prst="rect">
            <a:avLst/>
          </a:prstGeom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50D6DC11-C84C-965A-F902-47834394920E}"/>
              </a:ext>
            </a:extLst>
          </p:cNvPr>
          <p:cNvSpPr/>
          <p:nvPr userDrawn="1"/>
        </p:nvSpPr>
        <p:spPr>
          <a:xfrm>
            <a:off x="-1" y="0"/>
            <a:ext cx="1581151" cy="6857999"/>
          </a:xfrm>
          <a:prstGeom prst="rect">
            <a:avLst/>
          </a:prstGeom>
          <a:solidFill>
            <a:srgbClr val="00C6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Marca">
            <a:extLst>
              <a:ext uri="{FF2B5EF4-FFF2-40B4-BE49-F238E27FC236}">
                <a16:creationId xmlns:a16="http://schemas.microsoft.com/office/drawing/2014/main" id="{DD973E2F-6600-25DE-A2FD-B0930496653C}"/>
              </a:ext>
            </a:extLst>
          </p:cNvPr>
          <p:cNvPicPr>
            <a:picLocks/>
          </p:cNvPicPr>
          <p:nvPr userDrawn="1"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4350" y="6172200"/>
            <a:ext cx="908050" cy="342900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4618ED8F-1987-9177-177B-216C65F0CB3F}"/>
              </a:ext>
            </a:extLst>
          </p:cNvPr>
          <p:cNvSpPr/>
          <p:nvPr userDrawn="1"/>
        </p:nvSpPr>
        <p:spPr>
          <a:xfrm flipH="1">
            <a:off x="-2" y="2397028"/>
            <a:ext cx="12192002" cy="23119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spaço Reservado para Texto 13">
            <a:extLst>
              <a:ext uri="{FF2B5EF4-FFF2-40B4-BE49-F238E27FC236}">
                <a16:creationId xmlns:a16="http://schemas.microsoft.com/office/drawing/2014/main" id="{D731A67F-C55F-D4F6-B5B8-C207E8E0A77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81152" y="688213"/>
            <a:ext cx="7524750" cy="607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TÍTULO AQUI</a:t>
            </a:r>
          </a:p>
        </p:txBody>
      </p:sp>
      <p:sp>
        <p:nvSpPr>
          <p:cNvPr id="7" name="Espaço Reservado para Texto 13">
            <a:extLst>
              <a:ext uri="{FF2B5EF4-FFF2-40B4-BE49-F238E27FC236}">
                <a16:creationId xmlns:a16="http://schemas.microsoft.com/office/drawing/2014/main" id="{D999183E-E20C-6DA9-41A0-7348B68534C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81150" y="1499766"/>
            <a:ext cx="7524749" cy="32903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SUB-TÍTULO AQUI</a:t>
            </a:r>
          </a:p>
        </p:txBody>
      </p:sp>
      <p:sp>
        <p:nvSpPr>
          <p:cNvPr id="10" name="Espaço Reservado para Texto 13">
            <a:extLst>
              <a:ext uri="{FF2B5EF4-FFF2-40B4-BE49-F238E27FC236}">
                <a16:creationId xmlns:a16="http://schemas.microsoft.com/office/drawing/2014/main" id="{655CB64B-CD73-E71C-D675-3395CFDAE8B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33596" y="3541598"/>
            <a:ext cx="1194792" cy="96007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buNone/>
              <a:defRPr sz="1100"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texto corrido aqui.</a:t>
            </a:r>
          </a:p>
        </p:txBody>
      </p:sp>
      <p:sp>
        <p:nvSpPr>
          <p:cNvPr id="11" name="Espaço Reservado para Texto 13">
            <a:extLst>
              <a:ext uri="{FF2B5EF4-FFF2-40B4-BE49-F238E27FC236}">
                <a16:creationId xmlns:a16="http://schemas.microsoft.com/office/drawing/2014/main" id="{448D02BC-35BF-BBEF-0467-54DA9B3D075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03723" y="3541598"/>
            <a:ext cx="1194792" cy="96007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buNone/>
              <a:defRPr sz="1100"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texto corrido aqui.</a:t>
            </a:r>
          </a:p>
        </p:txBody>
      </p:sp>
      <p:sp>
        <p:nvSpPr>
          <p:cNvPr id="12" name="Espaço Reservado para Texto 13">
            <a:extLst>
              <a:ext uri="{FF2B5EF4-FFF2-40B4-BE49-F238E27FC236}">
                <a16:creationId xmlns:a16="http://schemas.microsoft.com/office/drawing/2014/main" id="{1BF53574-74F2-9A42-EB1F-7543105307B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73850" y="3541598"/>
            <a:ext cx="1194792" cy="96007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buNone/>
              <a:defRPr sz="1100"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texto corrido aqui.</a:t>
            </a:r>
          </a:p>
        </p:txBody>
      </p:sp>
      <p:sp>
        <p:nvSpPr>
          <p:cNvPr id="13" name="Espaço Reservado para Texto 13">
            <a:extLst>
              <a:ext uri="{FF2B5EF4-FFF2-40B4-BE49-F238E27FC236}">
                <a16:creationId xmlns:a16="http://schemas.microsoft.com/office/drawing/2014/main" id="{5A373D2B-65F9-FED9-57FC-6D9FA0976E7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43977" y="3541598"/>
            <a:ext cx="1194792" cy="96007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buNone/>
              <a:defRPr sz="1100"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texto corrido aqui.</a:t>
            </a:r>
          </a:p>
        </p:txBody>
      </p:sp>
      <p:sp>
        <p:nvSpPr>
          <p:cNvPr id="14" name="Espaço Reservado para Texto 13">
            <a:extLst>
              <a:ext uri="{FF2B5EF4-FFF2-40B4-BE49-F238E27FC236}">
                <a16:creationId xmlns:a16="http://schemas.microsoft.com/office/drawing/2014/main" id="{A7817FAA-AA3B-FBE0-8788-7CFA7BB9A14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014104" y="3541598"/>
            <a:ext cx="1194792" cy="96007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buNone/>
              <a:defRPr sz="1100"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texto corrido aqui.</a:t>
            </a:r>
          </a:p>
        </p:txBody>
      </p:sp>
      <p:sp>
        <p:nvSpPr>
          <p:cNvPr id="15" name="Espaço Reservado para Texto 13">
            <a:extLst>
              <a:ext uri="{FF2B5EF4-FFF2-40B4-BE49-F238E27FC236}">
                <a16:creationId xmlns:a16="http://schemas.microsoft.com/office/drawing/2014/main" id="{366134B9-4469-2F1A-1789-7ECCF352478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84231" y="3541598"/>
            <a:ext cx="1194792" cy="96007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buNone/>
              <a:defRPr sz="1100"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texto corrido aqui.</a:t>
            </a:r>
          </a:p>
        </p:txBody>
      </p:sp>
      <p:sp>
        <p:nvSpPr>
          <p:cNvPr id="16" name="Espaço Reservado para Texto 13">
            <a:extLst>
              <a:ext uri="{FF2B5EF4-FFF2-40B4-BE49-F238E27FC236}">
                <a16:creationId xmlns:a16="http://schemas.microsoft.com/office/drawing/2014/main" id="{57906CE5-F0C8-432D-14FD-18E8FC83E5A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154358" y="3541598"/>
            <a:ext cx="1194792" cy="96007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buNone/>
              <a:defRPr sz="1100"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texto corrido aqui.</a:t>
            </a:r>
          </a:p>
        </p:txBody>
      </p: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AD661FDB-C471-EF0D-3AD8-B1D0E5D02238}"/>
              </a:ext>
            </a:extLst>
          </p:cNvPr>
          <p:cNvCxnSpPr/>
          <p:nvPr userDrawn="1"/>
        </p:nvCxnSpPr>
        <p:spPr>
          <a:xfrm>
            <a:off x="506994" y="3241141"/>
            <a:ext cx="11171976" cy="0"/>
          </a:xfrm>
          <a:prstGeom prst="line">
            <a:avLst/>
          </a:prstGeom>
          <a:ln w="3810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Elipse 18">
            <a:extLst>
              <a:ext uri="{FF2B5EF4-FFF2-40B4-BE49-F238E27FC236}">
                <a16:creationId xmlns:a16="http://schemas.microsoft.com/office/drawing/2014/main" id="{B6BF2EFA-D58C-7378-4BF3-FE9F984C9EE7}"/>
              </a:ext>
            </a:extLst>
          </p:cNvPr>
          <p:cNvSpPr/>
          <p:nvPr userDrawn="1"/>
        </p:nvSpPr>
        <p:spPr>
          <a:xfrm>
            <a:off x="1222583" y="3141559"/>
            <a:ext cx="216817" cy="216817"/>
          </a:xfrm>
          <a:prstGeom prst="ellipse">
            <a:avLst/>
          </a:prstGeom>
          <a:solidFill>
            <a:srgbClr val="D3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85EE60D2-0216-84DC-2937-B90DA417A543}"/>
              </a:ext>
            </a:extLst>
          </p:cNvPr>
          <p:cNvSpPr/>
          <p:nvPr userDrawn="1"/>
        </p:nvSpPr>
        <p:spPr>
          <a:xfrm>
            <a:off x="2786691" y="3141559"/>
            <a:ext cx="216817" cy="216817"/>
          </a:xfrm>
          <a:prstGeom prst="ellipse">
            <a:avLst/>
          </a:prstGeom>
          <a:solidFill>
            <a:srgbClr val="D3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96A6766F-9D79-3843-DB9F-88F02CA0435A}"/>
              </a:ext>
            </a:extLst>
          </p:cNvPr>
          <p:cNvSpPr/>
          <p:nvPr userDrawn="1"/>
        </p:nvSpPr>
        <p:spPr>
          <a:xfrm>
            <a:off x="4350799" y="3141559"/>
            <a:ext cx="216817" cy="216817"/>
          </a:xfrm>
          <a:prstGeom prst="ellipse">
            <a:avLst/>
          </a:prstGeom>
          <a:solidFill>
            <a:srgbClr val="D3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8407A762-ADF9-6B54-8BF6-6CDEA69F0DC6}"/>
              </a:ext>
            </a:extLst>
          </p:cNvPr>
          <p:cNvSpPr/>
          <p:nvPr userDrawn="1"/>
        </p:nvSpPr>
        <p:spPr>
          <a:xfrm>
            <a:off x="5914907" y="3141559"/>
            <a:ext cx="216817" cy="216817"/>
          </a:xfrm>
          <a:prstGeom prst="ellipse">
            <a:avLst/>
          </a:prstGeom>
          <a:solidFill>
            <a:srgbClr val="D3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A3D2A9A6-226B-386D-FA00-9E880C5EFC40}"/>
              </a:ext>
            </a:extLst>
          </p:cNvPr>
          <p:cNvSpPr/>
          <p:nvPr userDrawn="1"/>
        </p:nvSpPr>
        <p:spPr>
          <a:xfrm>
            <a:off x="7479015" y="3141559"/>
            <a:ext cx="216817" cy="216817"/>
          </a:xfrm>
          <a:prstGeom prst="ellipse">
            <a:avLst/>
          </a:prstGeom>
          <a:solidFill>
            <a:srgbClr val="D3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CF571272-D244-D330-F555-0A32D313591C}"/>
              </a:ext>
            </a:extLst>
          </p:cNvPr>
          <p:cNvSpPr/>
          <p:nvPr userDrawn="1"/>
        </p:nvSpPr>
        <p:spPr>
          <a:xfrm>
            <a:off x="9043123" y="3141559"/>
            <a:ext cx="216817" cy="216817"/>
          </a:xfrm>
          <a:prstGeom prst="ellipse">
            <a:avLst/>
          </a:prstGeom>
          <a:solidFill>
            <a:srgbClr val="D3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79BA0C46-3C9D-CB8B-CECD-3B4895D29F94}"/>
              </a:ext>
            </a:extLst>
          </p:cNvPr>
          <p:cNvSpPr/>
          <p:nvPr userDrawn="1"/>
        </p:nvSpPr>
        <p:spPr>
          <a:xfrm>
            <a:off x="10607231" y="3141559"/>
            <a:ext cx="216817" cy="216817"/>
          </a:xfrm>
          <a:prstGeom prst="ellipse">
            <a:avLst/>
          </a:prstGeom>
          <a:solidFill>
            <a:srgbClr val="D3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Espaço Reservado para Imagem 7">
            <a:extLst>
              <a:ext uri="{FF2B5EF4-FFF2-40B4-BE49-F238E27FC236}">
                <a16:creationId xmlns:a16="http://schemas.microsoft.com/office/drawing/2014/main" id="{58A0B0B2-08F9-DDF1-6238-E258FF2F27B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732324" y="0"/>
            <a:ext cx="2459675" cy="2397028"/>
          </a:xfrm>
          <a:prstGeom prst="rect">
            <a:avLst/>
          </a:prstGeom>
        </p:spPr>
        <p:txBody>
          <a:bodyPr anchor="ctr"/>
          <a:lstStyle>
            <a:lvl1pPr algn="ctr">
              <a:defRPr lang="pt-BR"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lvl="0" indent="0">
              <a:buNone/>
            </a:pPr>
            <a:r>
              <a:rPr lang="pt-BR"/>
              <a:t>Insira sua imagem aqui</a:t>
            </a:r>
          </a:p>
        </p:txBody>
      </p:sp>
      <p:sp>
        <p:nvSpPr>
          <p:cNvPr id="30" name="Espaço Reservado para Texto 13">
            <a:extLst>
              <a:ext uri="{FF2B5EF4-FFF2-40B4-BE49-F238E27FC236}">
                <a16:creationId xmlns:a16="http://schemas.microsoft.com/office/drawing/2014/main" id="{1F5FF656-95A1-9F51-7A05-917726CBF36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63502" y="2626055"/>
            <a:ext cx="1334980" cy="39827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buNone/>
              <a:defRPr sz="1100" b="1"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texto corrido aqui.</a:t>
            </a:r>
          </a:p>
        </p:txBody>
      </p:sp>
      <p:sp>
        <p:nvSpPr>
          <p:cNvPr id="31" name="Espaço Reservado para Texto 13">
            <a:extLst>
              <a:ext uri="{FF2B5EF4-FFF2-40B4-BE49-F238E27FC236}">
                <a16:creationId xmlns:a16="http://schemas.microsoft.com/office/drawing/2014/main" id="{2EF2F186-691F-9611-97B7-C99A8A31B1C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233629" y="2626055"/>
            <a:ext cx="1334980" cy="39827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buNone/>
              <a:defRPr sz="1100" b="1"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texto corrido aqui.</a:t>
            </a:r>
          </a:p>
        </p:txBody>
      </p:sp>
      <p:sp>
        <p:nvSpPr>
          <p:cNvPr id="32" name="Espaço Reservado para Texto 13">
            <a:extLst>
              <a:ext uri="{FF2B5EF4-FFF2-40B4-BE49-F238E27FC236}">
                <a16:creationId xmlns:a16="http://schemas.microsoft.com/office/drawing/2014/main" id="{4F7056BA-714A-E8C8-62A5-5C74CE2ED44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803756" y="2626055"/>
            <a:ext cx="1334980" cy="39827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buNone/>
              <a:defRPr sz="1100" b="1"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texto corrido aqui.</a:t>
            </a:r>
          </a:p>
        </p:txBody>
      </p:sp>
      <p:sp>
        <p:nvSpPr>
          <p:cNvPr id="33" name="Espaço Reservado para Texto 13">
            <a:extLst>
              <a:ext uri="{FF2B5EF4-FFF2-40B4-BE49-F238E27FC236}">
                <a16:creationId xmlns:a16="http://schemas.microsoft.com/office/drawing/2014/main" id="{F1B6DDB0-9C1C-97F7-6A20-61FE82B69CC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73883" y="2626055"/>
            <a:ext cx="1334980" cy="39827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buNone/>
              <a:defRPr sz="1100" b="1"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texto corrido aqui.</a:t>
            </a:r>
          </a:p>
        </p:txBody>
      </p:sp>
      <p:sp>
        <p:nvSpPr>
          <p:cNvPr id="34" name="Espaço Reservado para Texto 13">
            <a:extLst>
              <a:ext uri="{FF2B5EF4-FFF2-40B4-BE49-F238E27FC236}">
                <a16:creationId xmlns:a16="http://schemas.microsoft.com/office/drawing/2014/main" id="{8C006494-4198-841C-C624-96FD8576223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944010" y="2626055"/>
            <a:ext cx="1334980" cy="39827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buNone/>
              <a:defRPr sz="1100" b="1"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texto corrido aqui.</a:t>
            </a:r>
          </a:p>
        </p:txBody>
      </p:sp>
      <p:sp>
        <p:nvSpPr>
          <p:cNvPr id="35" name="Espaço Reservado para Texto 13">
            <a:extLst>
              <a:ext uri="{FF2B5EF4-FFF2-40B4-BE49-F238E27FC236}">
                <a16:creationId xmlns:a16="http://schemas.microsoft.com/office/drawing/2014/main" id="{1F63CEE3-653D-2D8D-99D2-7200E9B877A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14137" y="2626055"/>
            <a:ext cx="1334980" cy="39827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buNone/>
              <a:defRPr sz="1100" b="1"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texto corrido aqui.</a:t>
            </a:r>
          </a:p>
        </p:txBody>
      </p:sp>
      <p:sp>
        <p:nvSpPr>
          <p:cNvPr id="36" name="Espaço Reservado para Texto 13">
            <a:extLst>
              <a:ext uri="{FF2B5EF4-FFF2-40B4-BE49-F238E27FC236}">
                <a16:creationId xmlns:a16="http://schemas.microsoft.com/office/drawing/2014/main" id="{93964EB6-54E5-0EA9-4B7A-B5DC0054977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0084264" y="2626055"/>
            <a:ext cx="1334980" cy="39827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buNone/>
              <a:defRPr sz="1100" b="1"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texto corrido aqui.</a:t>
            </a:r>
          </a:p>
        </p:txBody>
      </p:sp>
      <p:sp>
        <p:nvSpPr>
          <p:cNvPr id="37" name="Espaço Reservado para Texto 13">
            <a:extLst>
              <a:ext uri="{FF2B5EF4-FFF2-40B4-BE49-F238E27FC236}">
                <a16:creationId xmlns:a16="http://schemas.microsoft.com/office/drawing/2014/main" id="{E60C04CA-2D74-B02F-7B5E-BD90576FF2E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928388" y="4925750"/>
            <a:ext cx="7850635" cy="13430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o texto corrido aqui</a:t>
            </a:r>
          </a:p>
        </p:txBody>
      </p:sp>
      <p:pic>
        <p:nvPicPr>
          <p:cNvPr id="17" name="Graphic 12">
            <a:extLst>
              <a:ext uri="{FF2B5EF4-FFF2-40B4-BE49-F238E27FC236}">
                <a16:creationId xmlns:a16="http://schemas.microsoft.com/office/drawing/2014/main" id="{9FCA45CD-94A6-02B9-B8A1-92AA310172C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1043" y="300114"/>
            <a:ext cx="1239066" cy="1716300"/>
          </a:xfrm>
          <a:prstGeom prst="rect">
            <a:avLst/>
          </a:prstGeom>
        </p:spPr>
      </p:pic>
      <p:grpSp>
        <p:nvGrpSpPr>
          <p:cNvPr id="41" name="Agrupar 40">
            <a:extLst>
              <a:ext uri="{FF2B5EF4-FFF2-40B4-BE49-F238E27FC236}">
                <a16:creationId xmlns:a16="http://schemas.microsoft.com/office/drawing/2014/main" id="{187BDD94-6EE7-21B4-AFC7-9A6232DC2B72}"/>
              </a:ext>
            </a:extLst>
          </p:cNvPr>
          <p:cNvGrpSpPr/>
          <p:nvPr userDrawn="1"/>
        </p:nvGrpSpPr>
        <p:grpSpPr>
          <a:xfrm>
            <a:off x="279613" y="5136623"/>
            <a:ext cx="1020709" cy="1421263"/>
            <a:chOff x="-2700091" y="3552980"/>
            <a:chExt cx="1020709" cy="1421263"/>
          </a:xfrm>
        </p:grpSpPr>
        <p:sp>
          <p:nvSpPr>
            <p:cNvPr id="38" name="Forma Livre: Forma 37">
              <a:extLst>
                <a:ext uri="{FF2B5EF4-FFF2-40B4-BE49-F238E27FC236}">
                  <a16:creationId xmlns:a16="http://schemas.microsoft.com/office/drawing/2014/main" id="{1D51BE93-9295-A4E0-3AD8-BA27F65D4917}"/>
                </a:ext>
              </a:extLst>
            </p:cNvPr>
            <p:cNvSpPr/>
            <p:nvPr/>
          </p:nvSpPr>
          <p:spPr>
            <a:xfrm>
              <a:off x="-2700091" y="3558229"/>
              <a:ext cx="346311" cy="346311"/>
            </a:xfrm>
            <a:custGeom>
              <a:avLst/>
              <a:gdLst>
                <a:gd name="connsiteX0" fmla="*/ 0 w 346311"/>
                <a:gd name="connsiteY0" fmla="*/ 0 h 346311"/>
                <a:gd name="connsiteX1" fmla="*/ 346312 w 346311"/>
                <a:gd name="connsiteY1" fmla="*/ 0 h 346311"/>
                <a:gd name="connsiteX2" fmla="*/ 346312 w 346311"/>
                <a:gd name="connsiteY2" fmla="*/ 346312 h 346311"/>
                <a:gd name="connsiteX3" fmla="*/ 0 w 346311"/>
                <a:gd name="connsiteY3" fmla="*/ 346312 h 346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6311" h="346311">
                  <a:moveTo>
                    <a:pt x="0" y="0"/>
                  </a:moveTo>
                  <a:lnTo>
                    <a:pt x="346312" y="0"/>
                  </a:lnTo>
                  <a:lnTo>
                    <a:pt x="346312" y="346312"/>
                  </a:lnTo>
                  <a:lnTo>
                    <a:pt x="0" y="346312"/>
                  </a:lnTo>
                  <a:close/>
                </a:path>
              </a:pathLst>
            </a:custGeom>
            <a:solidFill>
              <a:srgbClr val="D3FF00"/>
            </a:solidFill>
            <a:ln w="364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39" name="Forma Livre: Forma 38">
              <a:extLst>
                <a:ext uri="{FF2B5EF4-FFF2-40B4-BE49-F238E27FC236}">
                  <a16:creationId xmlns:a16="http://schemas.microsoft.com/office/drawing/2014/main" id="{D58987B6-2891-6D8E-0A64-618A8FA2F142}"/>
                </a:ext>
              </a:extLst>
            </p:cNvPr>
            <p:cNvSpPr/>
            <p:nvPr/>
          </p:nvSpPr>
          <p:spPr>
            <a:xfrm>
              <a:off x="-2025693" y="4627931"/>
              <a:ext cx="346311" cy="346311"/>
            </a:xfrm>
            <a:custGeom>
              <a:avLst/>
              <a:gdLst>
                <a:gd name="connsiteX0" fmla="*/ 0 w 346311"/>
                <a:gd name="connsiteY0" fmla="*/ 0 h 346311"/>
                <a:gd name="connsiteX1" fmla="*/ 346312 w 346311"/>
                <a:gd name="connsiteY1" fmla="*/ 0 h 346311"/>
                <a:gd name="connsiteX2" fmla="*/ 346312 w 346311"/>
                <a:gd name="connsiteY2" fmla="*/ 346312 h 346311"/>
                <a:gd name="connsiteX3" fmla="*/ 0 w 346311"/>
                <a:gd name="connsiteY3" fmla="*/ 346312 h 346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6311" h="346311">
                  <a:moveTo>
                    <a:pt x="0" y="0"/>
                  </a:moveTo>
                  <a:lnTo>
                    <a:pt x="346312" y="0"/>
                  </a:lnTo>
                  <a:lnTo>
                    <a:pt x="346312" y="346312"/>
                  </a:lnTo>
                  <a:lnTo>
                    <a:pt x="0" y="346312"/>
                  </a:lnTo>
                  <a:close/>
                </a:path>
              </a:pathLst>
            </a:custGeom>
            <a:solidFill>
              <a:srgbClr val="000000"/>
            </a:solidFill>
            <a:ln w="364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40" name="Forma Livre: Forma 39">
              <a:extLst>
                <a:ext uri="{FF2B5EF4-FFF2-40B4-BE49-F238E27FC236}">
                  <a16:creationId xmlns:a16="http://schemas.microsoft.com/office/drawing/2014/main" id="{FD1885FA-8AC8-22D5-37D2-35C84572A836}"/>
                </a:ext>
              </a:extLst>
            </p:cNvPr>
            <p:cNvSpPr/>
            <p:nvPr/>
          </p:nvSpPr>
          <p:spPr>
            <a:xfrm>
              <a:off x="-2699726" y="3552980"/>
              <a:ext cx="1019214" cy="1421263"/>
            </a:xfrm>
            <a:custGeom>
              <a:avLst/>
              <a:gdLst>
                <a:gd name="connsiteX0" fmla="*/ 0 w 1019214"/>
                <a:gd name="connsiteY0" fmla="*/ 1079144 h 1421263"/>
                <a:gd name="connsiteX1" fmla="*/ 0 w 1019214"/>
                <a:gd name="connsiteY1" fmla="*/ 1421264 h 1421263"/>
                <a:gd name="connsiteX2" fmla="*/ 274972 w 1019214"/>
                <a:gd name="connsiteY2" fmla="*/ 1421264 h 1421263"/>
                <a:gd name="connsiteX3" fmla="*/ 1019214 w 1019214"/>
                <a:gd name="connsiteY3" fmla="*/ 350540 h 1421263"/>
                <a:gd name="connsiteX4" fmla="*/ 1019214 w 1019214"/>
                <a:gd name="connsiteY4" fmla="*/ 0 h 1421263"/>
                <a:gd name="connsiteX5" fmla="*/ 744243 w 1019214"/>
                <a:gd name="connsiteY5" fmla="*/ 0 h 1421263"/>
                <a:gd name="connsiteX6" fmla="*/ 0 w 1019214"/>
                <a:gd name="connsiteY6" fmla="*/ 1079144 h 1421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19214" h="1421263">
                  <a:moveTo>
                    <a:pt x="0" y="1079144"/>
                  </a:moveTo>
                  <a:lnTo>
                    <a:pt x="0" y="1421264"/>
                  </a:lnTo>
                  <a:lnTo>
                    <a:pt x="274972" y="1421264"/>
                  </a:lnTo>
                  <a:lnTo>
                    <a:pt x="1019214" y="350540"/>
                  </a:lnTo>
                  <a:lnTo>
                    <a:pt x="1019214" y="0"/>
                  </a:lnTo>
                  <a:lnTo>
                    <a:pt x="744243" y="0"/>
                  </a:lnTo>
                  <a:lnTo>
                    <a:pt x="0" y="1079144"/>
                  </a:lnTo>
                  <a:close/>
                </a:path>
              </a:pathLst>
            </a:custGeom>
            <a:solidFill>
              <a:srgbClr val="D3FF00"/>
            </a:solidFill>
            <a:ln w="364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427341980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_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>
            <a:extLst>
              <a:ext uri="{FF2B5EF4-FFF2-40B4-BE49-F238E27FC236}">
                <a16:creationId xmlns:a16="http://schemas.microsoft.com/office/drawing/2014/main" id="{67CAD3C0-A0F5-D314-D183-7DA0099FBD4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1"/>
            <a:ext cx="12192000" cy="6858000"/>
          </a:xfrm>
          <a:prstGeom prst="rect">
            <a:avLst/>
          </a:prstGeom>
        </p:spPr>
      </p:pic>
      <p:pic>
        <p:nvPicPr>
          <p:cNvPr id="2" name="Picture 19">
            <a:extLst>
              <a:ext uri="{FF2B5EF4-FFF2-40B4-BE49-F238E27FC236}">
                <a16:creationId xmlns:a16="http://schemas.microsoft.com/office/drawing/2014/main" id="{66810DF0-D596-2CDD-BB6F-3E5C170E345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" y="11490"/>
            <a:ext cx="12192000" cy="6858000"/>
          </a:xfrm>
          <a:prstGeom prst="rect">
            <a:avLst/>
          </a:prstGeom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50D6DC11-C84C-965A-F902-47834394920E}"/>
              </a:ext>
            </a:extLst>
          </p:cNvPr>
          <p:cNvSpPr/>
          <p:nvPr userDrawn="1"/>
        </p:nvSpPr>
        <p:spPr>
          <a:xfrm>
            <a:off x="9051944" y="0"/>
            <a:ext cx="3140056" cy="6857999"/>
          </a:xfrm>
          <a:prstGeom prst="rect">
            <a:avLst/>
          </a:prstGeom>
          <a:solidFill>
            <a:srgbClr val="00C6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4618ED8F-1987-9177-177B-216C65F0CB3F}"/>
              </a:ext>
            </a:extLst>
          </p:cNvPr>
          <p:cNvSpPr/>
          <p:nvPr userDrawn="1"/>
        </p:nvSpPr>
        <p:spPr>
          <a:xfrm flipH="1">
            <a:off x="-2" y="2397028"/>
            <a:ext cx="12192002" cy="34322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Espaço Reservado para Texto 13">
            <a:extLst>
              <a:ext uri="{FF2B5EF4-FFF2-40B4-BE49-F238E27FC236}">
                <a16:creationId xmlns:a16="http://schemas.microsoft.com/office/drawing/2014/main" id="{655CB64B-CD73-E71C-D675-3395CFDAE8B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1196" y="4458049"/>
            <a:ext cx="1194792" cy="96007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buNone/>
              <a:defRPr sz="11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texto corrido aqui.</a:t>
            </a:r>
          </a:p>
        </p:txBody>
      </p:sp>
      <p:sp>
        <p:nvSpPr>
          <p:cNvPr id="11" name="Espaço Reservado para Texto 13">
            <a:extLst>
              <a:ext uri="{FF2B5EF4-FFF2-40B4-BE49-F238E27FC236}">
                <a16:creationId xmlns:a16="http://schemas.microsoft.com/office/drawing/2014/main" id="{448D02BC-35BF-BBEF-0467-54DA9B3D075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151323" y="4039301"/>
            <a:ext cx="1194792" cy="96007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buNone/>
              <a:defRPr sz="11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texto corrido aqui.</a:t>
            </a:r>
          </a:p>
        </p:txBody>
      </p:sp>
      <p:sp>
        <p:nvSpPr>
          <p:cNvPr id="12" name="Espaço Reservado para Texto 13">
            <a:extLst>
              <a:ext uri="{FF2B5EF4-FFF2-40B4-BE49-F238E27FC236}">
                <a16:creationId xmlns:a16="http://schemas.microsoft.com/office/drawing/2014/main" id="{1BF53574-74F2-9A42-EB1F-7543105307B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21450" y="4458049"/>
            <a:ext cx="1194792" cy="96007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buNone/>
              <a:defRPr sz="11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texto corrido aqui.</a:t>
            </a:r>
          </a:p>
        </p:txBody>
      </p:sp>
      <p:sp>
        <p:nvSpPr>
          <p:cNvPr id="13" name="Espaço Reservado para Texto 13">
            <a:extLst>
              <a:ext uri="{FF2B5EF4-FFF2-40B4-BE49-F238E27FC236}">
                <a16:creationId xmlns:a16="http://schemas.microsoft.com/office/drawing/2014/main" id="{5A373D2B-65F9-FED9-57FC-6D9FA0976E7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91577" y="4039301"/>
            <a:ext cx="1194792" cy="96007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buNone/>
              <a:defRPr sz="11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texto corrido aqui.</a:t>
            </a:r>
          </a:p>
        </p:txBody>
      </p:sp>
      <p:sp>
        <p:nvSpPr>
          <p:cNvPr id="14" name="Espaço Reservado para Texto 13">
            <a:extLst>
              <a:ext uri="{FF2B5EF4-FFF2-40B4-BE49-F238E27FC236}">
                <a16:creationId xmlns:a16="http://schemas.microsoft.com/office/drawing/2014/main" id="{A7817FAA-AA3B-FBE0-8788-7CFA7BB9A14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861704" y="4458049"/>
            <a:ext cx="1194792" cy="96007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buNone/>
              <a:defRPr sz="11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texto corrido aqui.</a:t>
            </a:r>
          </a:p>
        </p:txBody>
      </p:sp>
      <p:sp>
        <p:nvSpPr>
          <p:cNvPr id="16" name="Espaço Reservado para Texto 13">
            <a:extLst>
              <a:ext uri="{FF2B5EF4-FFF2-40B4-BE49-F238E27FC236}">
                <a16:creationId xmlns:a16="http://schemas.microsoft.com/office/drawing/2014/main" id="{57906CE5-F0C8-432D-14FD-18E8FC83E5A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569947" y="1479129"/>
            <a:ext cx="1334980" cy="78147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80000"/>
              </a:lnSpc>
              <a:buNone/>
              <a:defRPr sz="1100">
                <a:solidFill>
                  <a:schemeClr val="bg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texto corrido aqui.</a:t>
            </a:r>
          </a:p>
        </p:txBody>
      </p:sp>
      <p:sp>
        <p:nvSpPr>
          <p:cNvPr id="30" name="Espaço Reservado para Texto 13">
            <a:extLst>
              <a:ext uri="{FF2B5EF4-FFF2-40B4-BE49-F238E27FC236}">
                <a16:creationId xmlns:a16="http://schemas.microsoft.com/office/drawing/2014/main" id="{1F5FF656-95A1-9F51-7A05-917726CBF36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1102" y="3969004"/>
            <a:ext cx="1334980" cy="39827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buNone/>
              <a:defRPr sz="1100" b="1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texto corrido aqui.</a:t>
            </a:r>
          </a:p>
        </p:txBody>
      </p:sp>
      <p:sp>
        <p:nvSpPr>
          <p:cNvPr id="31" name="Espaço Reservado para Texto 13">
            <a:extLst>
              <a:ext uri="{FF2B5EF4-FFF2-40B4-BE49-F238E27FC236}">
                <a16:creationId xmlns:a16="http://schemas.microsoft.com/office/drawing/2014/main" id="{2EF2F186-691F-9611-97B7-C99A8A31B1C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081229" y="3550256"/>
            <a:ext cx="1334980" cy="39827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buNone/>
              <a:defRPr sz="1100" b="1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texto corrido aqui.</a:t>
            </a:r>
          </a:p>
        </p:txBody>
      </p:sp>
      <p:sp>
        <p:nvSpPr>
          <p:cNvPr id="32" name="Espaço Reservado para Texto 13">
            <a:extLst>
              <a:ext uri="{FF2B5EF4-FFF2-40B4-BE49-F238E27FC236}">
                <a16:creationId xmlns:a16="http://schemas.microsoft.com/office/drawing/2014/main" id="{4F7056BA-714A-E8C8-62A5-5C74CE2ED44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51356" y="3969004"/>
            <a:ext cx="1334980" cy="39827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buNone/>
              <a:defRPr sz="1100" b="1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texto corrido aqui.</a:t>
            </a:r>
          </a:p>
        </p:txBody>
      </p:sp>
      <p:sp>
        <p:nvSpPr>
          <p:cNvPr id="33" name="Espaço Reservado para Texto 13">
            <a:extLst>
              <a:ext uri="{FF2B5EF4-FFF2-40B4-BE49-F238E27FC236}">
                <a16:creationId xmlns:a16="http://schemas.microsoft.com/office/drawing/2014/main" id="{F1B6DDB0-9C1C-97F7-6A20-61FE82B69CC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21483" y="3550256"/>
            <a:ext cx="1334980" cy="39827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buNone/>
              <a:defRPr sz="1100" b="1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texto corrido aqui.</a:t>
            </a:r>
          </a:p>
        </p:txBody>
      </p:sp>
      <p:sp>
        <p:nvSpPr>
          <p:cNvPr id="34" name="Espaço Reservado para Texto 13">
            <a:extLst>
              <a:ext uri="{FF2B5EF4-FFF2-40B4-BE49-F238E27FC236}">
                <a16:creationId xmlns:a16="http://schemas.microsoft.com/office/drawing/2014/main" id="{8C006494-4198-841C-C624-96FD8576223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791610" y="3969004"/>
            <a:ext cx="1334980" cy="39827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buNone/>
              <a:defRPr sz="1100" b="1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texto corrido aqui.</a:t>
            </a:r>
          </a:p>
        </p:txBody>
      </p:sp>
      <p:sp>
        <p:nvSpPr>
          <p:cNvPr id="36" name="Espaço Reservado para Texto 13">
            <a:extLst>
              <a:ext uri="{FF2B5EF4-FFF2-40B4-BE49-F238E27FC236}">
                <a16:creationId xmlns:a16="http://schemas.microsoft.com/office/drawing/2014/main" id="{93964EB6-54E5-0EA9-4B7A-B5DC0054977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0569947" y="990084"/>
            <a:ext cx="1334980" cy="39827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80000"/>
              </a:lnSpc>
              <a:buNone/>
              <a:defRPr sz="1100" b="1">
                <a:solidFill>
                  <a:schemeClr val="bg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texto corrido aqui.</a:t>
            </a:r>
          </a:p>
        </p:txBody>
      </p:sp>
      <p:sp>
        <p:nvSpPr>
          <p:cNvPr id="42" name="Espaço Reservado para Texto 13">
            <a:extLst>
              <a:ext uri="{FF2B5EF4-FFF2-40B4-BE49-F238E27FC236}">
                <a16:creationId xmlns:a16="http://schemas.microsoft.com/office/drawing/2014/main" id="{2D3BBE5D-32A9-FF6C-1431-A2D850FF34D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037983" y="3440490"/>
            <a:ext cx="2726756" cy="197763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o texto corrido aqui</a:t>
            </a:r>
          </a:p>
        </p:txBody>
      </p:sp>
      <p:sp>
        <p:nvSpPr>
          <p:cNvPr id="9" name="Espaço Reservado para Texto 13">
            <a:extLst>
              <a:ext uri="{FF2B5EF4-FFF2-40B4-BE49-F238E27FC236}">
                <a16:creationId xmlns:a16="http://schemas.microsoft.com/office/drawing/2014/main" id="{B6B860A3-DCF4-9B86-9054-526C4213226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7670" y="552646"/>
            <a:ext cx="7317417" cy="607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TÍTULO AQUI</a:t>
            </a:r>
          </a:p>
        </p:txBody>
      </p:sp>
      <p:sp>
        <p:nvSpPr>
          <p:cNvPr id="15" name="Espaço Reservado para Texto 13">
            <a:extLst>
              <a:ext uri="{FF2B5EF4-FFF2-40B4-BE49-F238E27FC236}">
                <a16:creationId xmlns:a16="http://schemas.microsoft.com/office/drawing/2014/main" id="{9FA3C960-7694-A2B5-66F1-4894FC6623D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27669" y="1252785"/>
            <a:ext cx="7317416" cy="32903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INSIRA SEU SUB-TÍTULO AQUI</a:t>
            </a:r>
          </a:p>
        </p:txBody>
      </p:sp>
      <p:pic>
        <p:nvPicPr>
          <p:cNvPr id="17" name="Gráfico 16">
            <a:extLst>
              <a:ext uri="{FF2B5EF4-FFF2-40B4-BE49-F238E27FC236}">
                <a16:creationId xmlns:a16="http://schemas.microsoft.com/office/drawing/2014/main" id="{EC09CA65-7E65-CFA4-80B5-781006BCB14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74350" y="6169874"/>
            <a:ext cx="908050" cy="345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608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chame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">
            <a:extLst>
              <a:ext uri="{FF2B5EF4-FFF2-40B4-BE49-F238E27FC236}">
                <a16:creationId xmlns:a16="http://schemas.microsoft.com/office/drawing/2014/main" id="{31F0ED62-8B1F-801C-3802-5F9E6CF900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1"/>
            <a:ext cx="12192000" cy="6858000"/>
          </a:xfrm>
          <a:prstGeom prst="rect">
            <a:avLst/>
          </a:prstGeom>
        </p:spPr>
      </p:pic>
      <p:pic>
        <p:nvPicPr>
          <p:cNvPr id="11" name="logo_volta">
            <a:extLst>
              <a:ext uri="{FF2B5EF4-FFF2-40B4-BE49-F238E27FC236}">
                <a16:creationId xmlns:a16="http://schemas.microsoft.com/office/drawing/2014/main" id="{31189240-7F5F-1789-6B4A-E1B86850012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34344" y="1489968"/>
            <a:ext cx="3923309" cy="1491582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0D4E2B53-847F-07CD-A2DB-0DD8EE487CE2}"/>
              </a:ext>
            </a:extLst>
          </p:cNvPr>
          <p:cNvSpPr/>
          <p:nvPr userDrawn="1"/>
        </p:nvSpPr>
        <p:spPr>
          <a:xfrm>
            <a:off x="0" y="3403676"/>
            <a:ext cx="12191998" cy="3454324"/>
          </a:xfrm>
          <a:prstGeom prst="rect">
            <a:avLst/>
          </a:prstGeom>
          <a:solidFill>
            <a:srgbClr val="00C6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Espaço Reservado para Texto 13">
            <a:extLst>
              <a:ext uri="{FF2B5EF4-FFF2-40B4-BE49-F238E27FC236}">
                <a16:creationId xmlns:a16="http://schemas.microsoft.com/office/drawing/2014/main" id="{8F35BA6A-BE6B-BCDF-D31E-910C542F23F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34969" y="3403676"/>
            <a:ext cx="3722058" cy="69098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>
                <a:solidFill>
                  <a:schemeClr val="bg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1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pt-BR"/>
              <a:t>www.afinz.com.br</a:t>
            </a:r>
          </a:p>
        </p:txBody>
      </p:sp>
      <p:pic>
        <p:nvPicPr>
          <p:cNvPr id="6" name="Graphic 13">
            <a:extLst>
              <a:ext uri="{FF2B5EF4-FFF2-40B4-BE49-F238E27FC236}">
                <a16:creationId xmlns:a16="http://schemas.microsoft.com/office/drawing/2014/main" id="{AFC11959-1626-02D2-DE83-570DC5C5719B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00646" y="4379343"/>
            <a:ext cx="1790704" cy="2478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674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4.07407E-6 L 0 -0.09537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4769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22" presetClass="entr" presetSubtype="1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571DD88A-D3C8-0289-2EAA-2153EC43ABA8}"/>
              </a:ext>
            </a:extLst>
          </p:cNvPr>
          <p:cNvSpPr/>
          <p:nvPr userDrawn="1"/>
        </p:nvSpPr>
        <p:spPr>
          <a:xfrm>
            <a:off x="-727787" y="-1"/>
            <a:ext cx="345233" cy="345233"/>
          </a:xfrm>
          <a:prstGeom prst="rect">
            <a:avLst/>
          </a:prstGeom>
          <a:solidFill>
            <a:srgbClr val="D3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FB3D6994-AD23-610B-923D-F97934CC3784}"/>
              </a:ext>
            </a:extLst>
          </p:cNvPr>
          <p:cNvSpPr/>
          <p:nvPr userDrawn="1"/>
        </p:nvSpPr>
        <p:spPr>
          <a:xfrm>
            <a:off x="-727787" y="418943"/>
            <a:ext cx="345233" cy="34523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579BB3FB-4B1B-2D5D-9BBB-9E55C9B1E58B}"/>
              </a:ext>
            </a:extLst>
          </p:cNvPr>
          <p:cNvSpPr/>
          <p:nvPr userDrawn="1"/>
        </p:nvSpPr>
        <p:spPr>
          <a:xfrm>
            <a:off x="-727787" y="1256831"/>
            <a:ext cx="345233" cy="345233"/>
          </a:xfrm>
          <a:prstGeom prst="rect">
            <a:avLst/>
          </a:prstGeom>
          <a:solidFill>
            <a:srgbClr val="E747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B1A8C193-B6D6-B809-4D3D-11E8DFCD986B}"/>
              </a:ext>
            </a:extLst>
          </p:cNvPr>
          <p:cNvSpPr/>
          <p:nvPr userDrawn="1"/>
        </p:nvSpPr>
        <p:spPr>
          <a:xfrm>
            <a:off x="-727787" y="1675775"/>
            <a:ext cx="345233" cy="345233"/>
          </a:xfrm>
          <a:prstGeom prst="rect">
            <a:avLst/>
          </a:prstGeom>
          <a:solidFill>
            <a:srgbClr val="E2E2E2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8E42432B-E1C3-B26B-1629-40011DA847F8}"/>
              </a:ext>
            </a:extLst>
          </p:cNvPr>
          <p:cNvSpPr/>
          <p:nvPr userDrawn="1"/>
        </p:nvSpPr>
        <p:spPr>
          <a:xfrm>
            <a:off x="-727787" y="837887"/>
            <a:ext cx="345233" cy="345233"/>
          </a:xfrm>
          <a:prstGeom prst="rect">
            <a:avLst/>
          </a:prstGeom>
          <a:solidFill>
            <a:srgbClr val="00C6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8ED3663D-B53E-8D3B-19E0-5CF37F1D0B6F}"/>
              </a:ext>
            </a:extLst>
          </p:cNvPr>
          <p:cNvSpPr/>
          <p:nvPr userDrawn="1"/>
        </p:nvSpPr>
        <p:spPr>
          <a:xfrm>
            <a:off x="-727787" y="2094718"/>
            <a:ext cx="345233" cy="345233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41E2806-2AFF-5B94-5778-E677EEECBF91}"/>
              </a:ext>
            </a:extLst>
          </p:cNvPr>
          <p:cNvPicPr>
            <a:picLocks noChangeAspect="1"/>
          </p:cNvPicPr>
          <p:nvPr userDrawn="1"/>
        </p:nvPicPr>
        <p:blipFill>
          <a:blip r:embed="rId24"/>
          <a:stretch>
            <a:fillRect/>
          </a:stretch>
        </p:blipFill>
        <p:spPr>
          <a:xfrm>
            <a:off x="1" y="1"/>
            <a:ext cx="12192000" cy="68580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976C900A-3B57-3A42-8275-51BA9FFC80C2}"/>
              </a:ext>
            </a:extLst>
          </p:cNvPr>
          <p:cNvSpPr/>
          <p:nvPr userDrawn="1"/>
        </p:nvSpPr>
        <p:spPr>
          <a:xfrm>
            <a:off x="-727787" y="2513661"/>
            <a:ext cx="345233" cy="3452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8636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68" r:id="rId3"/>
    <p:sldLayoutId id="2147483663" r:id="rId4"/>
    <p:sldLayoutId id="2147483650" r:id="rId5"/>
    <p:sldLayoutId id="2147483670" r:id="rId6"/>
    <p:sldLayoutId id="2147483669" r:id="rId7"/>
    <p:sldLayoutId id="2147483651" r:id="rId8"/>
    <p:sldLayoutId id="2147483652" r:id="rId9"/>
    <p:sldLayoutId id="2147483654" r:id="rId10"/>
    <p:sldLayoutId id="2147483655" r:id="rId11"/>
    <p:sldLayoutId id="2147483656" r:id="rId12"/>
    <p:sldLayoutId id="2147483657" r:id="rId13"/>
    <p:sldLayoutId id="2147483653" r:id="rId14"/>
    <p:sldLayoutId id="2147483666" r:id="rId15"/>
    <p:sldLayoutId id="2147483667" r:id="rId16"/>
    <p:sldLayoutId id="2147483658" r:id="rId17"/>
    <p:sldLayoutId id="2147483660" r:id="rId18"/>
    <p:sldLayoutId id="2147483661" r:id="rId19"/>
    <p:sldLayoutId id="2147483659" r:id="rId20"/>
    <p:sldLayoutId id="2147483662" r:id="rId21"/>
    <p:sldLayoutId id="2147483664" r:id="rId2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1.xml"/><Relationship Id="rId5" Type="http://schemas.openxmlformats.org/officeDocument/2006/relationships/image" Target="../media/image40.svg"/><Relationship Id="rId4" Type="http://schemas.openxmlformats.org/officeDocument/2006/relationships/image" Target="../media/image39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1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1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52.svg"/><Relationship Id="rId7" Type="http://schemas.openxmlformats.org/officeDocument/2006/relationships/image" Target="../media/image54.sv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53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Relationship Id="rId9" Type="http://schemas.openxmlformats.org/officeDocument/2006/relationships/image" Target="../media/image56.sv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https://afinz.com.br/" TargetMode="External"/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3">
            <a:extLst>
              <a:ext uri="{FF2B5EF4-FFF2-40B4-BE49-F238E27FC236}">
                <a16:creationId xmlns:a16="http://schemas.microsoft.com/office/drawing/2014/main" id="{E40A1759-EC4F-B5CA-88CA-13442C5AEB06}"/>
              </a:ext>
            </a:extLst>
          </p:cNvPr>
          <p:cNvSpPr txBox="1">
            <a:spLocks/>
          </p:cNvSpPr>
          <p:nvPr/>
        </p:nvSpPr>
        <p:spPr>
          <a:xfrm>
            <a:off x="950898" y="5035483"/>
            <a:ext cx="3088304" cy="69098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400"/>
              <a:t>Insira seu </a:t>
            </a:r>
            <a:r>
              <a:rPr lang="pt-BR" sz="2400" err="1"/>
              <a:t>sub-título</a:t>
            </a:r>
            <a:endParaRPr lang="pt-BR" sz="2400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AF89DFB4-A84D-9135-3964-AC6C707B2243}"/>
              </a:ext>
            </a:extLst>
          </p:cNvPr>
          <p:cNvSpPr txBox="1">
            <a:spLocks/>
          </p:cNvSpPr>
          <p:nvPr/>
        </p:nvSpPr>
        <p:spPr>
          <a:xfrm>
            <a:off x="909031" y="3572941"/>
            <a:ext cx="6245102" cy="146254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bg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pPr>
              <a:lnSpc>
                <a:spcPts val="5000"/>
              </a:lnSpc>
              <a:spcBef>
                <a:spcPts val="0"/>
              </a:spcBef>
            </a:pPr>
            <a:r>
              <a:rPr lang="pt-BR" sz="4800" spc="-150"/>
              <a:t>Clique para editar </a:t>
            </a:r>
          </a:p>
          <a:p>
            <a:pPr>
              <a:lnSpc>
                <a:spcPts val="5000"/>
              </a:lnSpc>
              <a:spcBef>
                <a:spcPts val="0"/>
              </a:spcBef>
            </a:pPr>
            <a:r>
              <a:rPr lang="pt-BR" sz="4800" spc="-150"/>
              <a:t>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5815235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Texto 3">
            <a:extLst>
              <a:ext uri="{FF2B5EF4-FFF2-40B4-BE49-F238E27FC236}">
                <a16:creationId xmlns:a16="http://schemas.microsoft.com/office/drawing/2014/main" id="{63B94697-E727-8E17-5D15-5698B8FEE77B}"/>
              </a:ext>
            </a:extLst>
          </p:cNvPr>
          <p:cNvSpPr txBox="1">
            <a:spLocks/>
          </p:cNvSpPr>
          <p:nvPr/>
        </p:nvSpPr>
        <p:spPr>
          <a:xfrm>
            <a:off x="1183126" y="4224892"/>
            <a:ext cx="3088304" cy="69098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400"/>
              <a:t>Insira seu sub-título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D1E53222-3A48-A454-35EE-C16C5979A9A4}"/>
              </a:ext>
            </a:extLst>
          </p:cNvPr>
          <p:cNvSpPr txBox="1">
            <a:spLocks/>
          </p:cNvSpPr>
          <p:nvPr/>
        </p:nvSpPr>
        <p:spPr>
          <a:xfrm>
            <a:off x="1141259" y="2528887"/>
            <a:ext cx="6245102" cy="146254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bg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pPr>
              <a:lnSpc>
                <a:spcPts val="5000"/>
              </a:lnSpc>
              <a:spcBef>
                <a:spcPts val="0"/>
              </a:spcBef>
            </a:pPr>
            <a:r>
              <a:rPr lang="pt-BR" sz="4800" spc="-150"/>
              <a:t>Clique para editar </a:t>
            </a:r>
          </a:p>
          <a:p>
            <a:pPr>
              <a:lnSpc>
                <a:spcPts val="5000"/>
              </a:lnSpc>
              <a:spcBef>
                <a:spcPts val="0"/>
              </a:spcBef>
            </a:pPr>
            <a:r>
              <a:rPr lang="pt-BR" sz="4800" spc="-150"/>
              <a:t>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8262271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3">
            <a:extLst>
              <a:ext uri="{FF2B5EF4-FFF2-40B4-BE49-F238E27FC236}">
                <a16:creationId xmlns:a16="http://schemas.microsoft.com/office/drawing/2014/main" id="{89D4818B-8245-176F-DFDD-997AB00A46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83126" y="4224892"/>
            <a:ext cx="3088304" cy="690984"/>
          </a:xfrm>
        </p:spPr>
        <p:txBody>
          <a:bodyPr/>
          <a:lstStyle/>
          <a:p>
            <a:r>
              <a:rPr lang="pt-BR" sz="2400"/>
              <a:t>Insira seu </a:t>
            </a:r>
            <a:r>
              <a:rPr lang="pt-BR" sz="2400" err="1"/>
              <a:t>sub-título</a:t>
            </a:r>
            <a:endParaRPr lang="pt-BR" sz="2400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909BC782-4730-563C-49B9-E286988DC9EF}"/>
              </a:ext>
            </a:extLst>
          </p:cNvPr>
          <p:cNvSpPr txBox="1">
            <a:spLocks/>
          </p:cNvSpPr>
          <p:nvPr/>
        </p:nvSpPr>
        <p:spPr>
          <a:xfrm>
            <a:off x="1141259" y="2528887"/>
            <a:ext cx="6245102" cy="146254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bg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pPr>
              <a:lnSpc>
                <a:spcPts val="5000"/>
              </a:lnSpc>
              <a:spcBef>
                <a:spcPts val="0"/>
              </a:spcBef>
            </a:pPr>
            <a:r>
              <a:rPr lang="pt-BR" sz="4800" spc="-150"/>
              <a:t>Clique para editar </a:t>
            </a:r>
          </a:p>
          <a:p>
            <a:pPr>
              <a:lnSpc>
                <a:spcPts val="5000"/>
              </a:lnSpc>
              <a:spcBef>
                <a:spcPts val="0"/>
              </a:spcBef>
            </a:pPr>
            <a:r>
              <a:rPr lang="pt-BR" sz="4800" spc="-150"/>
              <a:t>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6613134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B6697D35-ED39-CF12-E244-6CF83425E99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77582" y="3083508"/>
            <a:ext cx="5804218" cy="690984"/>
          </a:xfrm>
        </p:spPr>
        <p:txBody>
          <a:bodyPr/>
          <a:lstStyle/>
          <a:p>
            <a:endParaRPr lang="pt-BR" b="1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220906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1">
            <a:extLst>
              <a:ext uri="{FF2B5EF4-FFF2-40B4-BE49-F238E27FC236}">
                <a16:creationId xmlns:a16="http://schemas.microsoft.com/office/drawing/2014/main" id="{8E971EFA-CDB6-129F-E9CD-4CDBE49DF2F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1885D1E-921D-8DFE-1B6A-8C39808C87E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4520C18-1304-C5F3-F8D2-543AC14FA8B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718473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1">
            <a:extLst>
              <a:ext uri="{FF2B5EF4-FFF2-40B4-BE49-F238E27FC236}">
                <a16:creationId xmlns:a16="http://schemas.microsoft.com/office/drawing/2014/main" id="{E3B86FBF-0BE4-773B-5E3D-84334696902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B86188F-DB88-81AF-C88F-E663602815A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C795558-CCB6-7376-E5F5-BF1F1783ED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33576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D522006A-54B0-3DDD-CE68-AFDD54FC032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61077B3D-AC34-C661-9F47-0512BFA8FB97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1143000" y="2061023"/>
            <a:ext cx="3888422" cy="342900"/>
          </a:xfrm>
          <a:prstGeom prst="rect">
            <a:avLst/>
          </a:prstGeom>
        </p:spPr>
        <p:txBody>
          <a:bodyPr/>
          <a:lstStyle/>
          <a:p>
            <a:r>
              <a:rPr lang="pt-BR">
                <a:latin typeface="+mn-lt"/>
              </a:rPr>
              <a:t>OBJETIVO</a:t>
            </a:r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8A58FD43-C67E-9A93-8C95-7FDF8B555FC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60410" y="2884461"/>
            <a:ext cx="3888422" cy="342900"/>
          </a:xfrm>
        </p:spPr>
        <p:txBody>
          <a:bodyPr/>
          <a:lstStyle/>
          <a:p>
            <a:endParaRPr lang="pt-BR"/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0E60AF6B-F027-768C-077C-5CC0FB0F12D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660410" y="3296180"/>
            <a:ext cx="3888422" cy="342900"/>
          </a:xfrm>
        </p:spPr>
        <p:txBody>
          <a:bodyPr/>
          <a:lstStyle/>
          <a:p>
            <a:endParaRPr lang="pt-BR"/>
          </a:p>
        </p:txBody>
      </p:sp>
      <p:sp>
        <p:nvSpPr>
          <p:cNvPr id="11" name="Espaço Reservado para Texto 10">
            <a:extLst>
              <a:ext uri="{FF2B5EF4-FFF2-40B4-BE49-F238E27FC236}">
                <a16:creationId xmlns:a16="http://schemas.microsoft.com/office/drawing/2014/main" id="{D2F37AB8-EA8B-D94E-6DD7-032B676C21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60410" y="3707899"/>
            <a:ext cx="3888422" cy="342900"/>
          </a:xfrm>
        </p:spPr>
        <p:txBody>
          <a:bodyPr/>
          <a:lstStyle/>
          <a:p>
            <a:endParaRPr lang="pt-BR"/>
          </a:p>
        </p:txBody>
      </p:sp>
      <p:sp>
        <p:nvSpPr>
          <p:cNvPr id="12" name="Espaço Reservado para Texto 11">
            <a:extLst>
              <a:ext uri="{FF2B5EF4-FFF2-40B4-BE49-F238E27FC236}">
                <a16:creationId xmlns:a16="http://schemas.microsoft.com/office/drawing/2014/main" id="{9FFC46A7-48A9-C559-4D79-6FEA9824006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660410" y="4119618"/>
            <a:ext cx="3888422" cy="342900"/>
          </a:xfrm>
        </p:spPr>
        <p:txBody>
          <a:bodyPr/>
          <a:lstStyle/>
          <a:p>
            <a:endParaRPr lang="pt-BR"/>
          </a:p>
        </p:txBody>
      </p:sp>
      <p:sp>
        <p:nvSpPr>
          <p:cNvPr id="13" name="Espaço Reservado para Texto 12">
            <a:extLst>
              <a:ext uri="{FF2B5EF4-FFF2-40B4-BE49-F238E27FC236}">
                <a16:creationId xmlns:a16="http://schemas.microsoft.com/office/drawing/2014/main" id="{FDD71BE0-1178-0628-9BFF-0C705F727CA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660410" y="4531337"/>
            <a:ext cx="3888422" cy="342900"/>
          </a:xfrm>
        </p:spPr>
        <p:txBody>
          <a:bodyPr/>
          <a:lstStyle/>
          <a:p>
            <a:endParaRPr lang="pt-BR"/>
          </a:p>
        </p:txBody>
      </p:sp>
      <p:sp>
        <p:nvSpPr>
          <p:cNvPr id="14" name="Espaço Reservado para Texto 13">
            <a:extLst>
              <a:ext uri="{FF2B5EF4-FFF2-40B4-BE49-F238E27FC236}">
                <a16:creationId xmlns:a16="http://schemas.microsoft.com/office/drawing/2014/main" id="{4DF1C88C-F193-5C7D-D5FB-8F46D9AF3B4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660410" y="4943056"/>
            <a:ext cx="3888422" cy="342900"/>
          </a:xfrm>
        </p:spPr>
        <p:txBody>
          <a:bodyPr/>
          <a:lstStyle/>
          <a:p>
            <a:endParaRPr lang="pt-BR"/>
          </a:p>
        </p:txBody>
      </p:sp>
      <p:sp>
        <p:nvSpPr>
          <p:cNvPr id="15" name="Espaço Reservado para Texto 14">
            <a:extLst>
              <a:ext uri="{FF2B5EF4-FFF2-40B4-BE49-F238E27FC236}">
                <a16:creationId xmlns:a16="http://schemas.microsoft.com/office/drawing/2014/main" id="{994070AC-2832-A5C9-7647-F58400740E9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660410" y="5354775"/>
            <a:ext cx="3888422" cy="342900"/>
          </a:xfrm>
        </p:spPr>
        <p:txBody>
          <a:bodyPr/>
          <a:lstStyle/>
          <a:p>
            <a:endParaRPr lang="pt-BR"/>
          </a:p>
        </p:txBody>
      </p:sp>
      <p:sp>
        <p:nvSpPr>
          <p:cNvPr id="16" name="Espaço Reservado para Texto 15">
            <a:extLst>
              <a:ext uri="{FF2B5EF4-FFF2-40B4-BE49-F238E27FC236}">
                <a16:creationId xmlns:a16="http://schemas.microsoft.com/office/drawing/2014/main" id="{CB9A9DD0-C223-84CC-25A8-C9ED74A45C9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660410" y="5766497"/>
            <a:ext cx="3888422" cy="342900"/>
          </a:xfrm>
        </p:spPr>
        <p:txBody>
          <a:bodyPr/>
          <a:lstStyle/>
          <a:p>
            <a:endParaRPr lang="pt-BR"/>
          </a:p>
        </p:txBody>
      </p:sp>
      <p:sp>
        <p:nvSpPr>
          <p:cNvPr id="19" name="Espaço Reservado para Texto 18">
            <a:extLst>
              <a:ext uri="{FF2B5EF4-FFF2-40B4-BE49-F238E27FC236}">
                <a16:creationId xmlns:a16="http://schemas.microsoft.com/office/drawing/2014/main" id="{8F8DFBDF-CE7E-C9B6-274F-0ACF75B0E05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143000" y="2884461"/>
            <a:ext cx="480128" cy="342900"/>
          </a:xfrm>
        </p:spPr>
        <p:txBody>
          <a:bodyPr/>
          <a:lstStyle/>
          <a:p>
            <a:endParaRPr lang="pt-BR"/>
          </a:p>
        </p:txBody>
      </p:sp>
      <p:sp>
        <p:nvSpPr>
          <p:cNvPr id="20" name="Espaço Reservado para Texto 19">
            <a:extLst>
              <a:ext uri="{FF2B5EF4-FFF2-40B4-BE49-F238E27FC236}">
                <a16:creationId xmlns:a16="http://schemas.microsoft.com/office/drawing/2014/main" id="{CD365E99-F6FC-6F4D-091C-8E6779B5B525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143000" y="3296180"/>
            <a:ext cx="480128" cy="342900"/>
          </a:xfrm>
        </p:spPr>
        <p:txBody>
          <a:bodyPr/>
          <a:lstStyle/>
          <a:p>
            <a:endParaRPr lang="pt-BR"/>
          </a:p>
        </p:txBody>
      </p:sp>
      <p:sp>
        <p:nvSpPr>
          <p:cNvPr id="21" name="Espaço Reservado para Texto 20">
            <a:extLst>
              <a:ext uri="{FF2B5EF4-FFF2-40B4-BE49-F238E27FC236}">
                <a16:creationId xmlns:a16="http://schemas.microsoft.com/office/drawing/2014/main" id="{A9D1558E-6EF3-F0EA-4A60-FBD23A38204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143000" y="3707899"/>
            <a:ext cx="480128" cy="342900"/>
          </a:xfrm>
        </p:spPr>
        <p:txBody>
          <a:bodyPr/>
          <a:lstStyle/>
          <a:p>
            <a:endParaRPr lang="pt-BR"/>
          </a:p>
        </p:txBody>
      </p:sp>
      <p:sp>
        <p:nvSpPr>
          <p:cNvPr id="22" name="Espaço Reservado para Texto 21">
            <a:extLst>
              <a:ext uri="{FF2B5EF4-FFF2-40B4-BE49-F238E27FC236}">
                <a16:creationId xmlns:a16="http://schemas.microsoft.com/office/drawing/2014/main" id="{4A76398C-58EE-6B5A-BCCE-077BF9735D32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143000" y="4119618"/>
            <a:ext cx="480128" cy="342900"/>
          </a:xfrm>
        </p:spPr>
        <p:txBody>
          <a:bodyPr/>
          <a:lstStyle/>
          <a:p>
            <a:endParaRPr lang="pt-BR"/>
          </a:p>
        </p:txBody>
      </p:sp>
      <p:sp>
        <p:nvSpPr>
          <p:cNvPr id="23" name="Espaço Reservado para Texto 22">
            <a:extLst>
              <a:ext uri="{FF2B5EF4-FFF2-40B4-BE49-F238E27FC236}">
                <a16:creationId xmlns:a16="http://schemas.microsoft.com/office/drawing/2014/main" id="{632755B0-8397-3618-EC8D-D2A05150AA6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143000" y="4531337"/>
            <a:ext cx="480128" cy="342900"/>
          </a:xfrm>
        </p:spPr>
        <p:txBody>
          <a:bodyPr/>
          <a:lstStyle/>
          <a:p>
            <a:endParaRPr lang="pt-BR"/>
          </a:p>
        </p:txBody>
      </p:sp>
      <p:sp>
        <p:nvSpPr>
          <p:cNvPr id="24" name="Espaço Reservado para Texto 23">
            <a:extLst>
              <a:ext uri="{FF2B5EF4-FFF2-40B4-BE49-F238E27FC236}">
                <a16:creationId xmlns:a16="http://schemas.microsoft.com/office/drawing/2014/main" id="{1AC27C7A-D7D8-0783-936F-A8A6F410AF23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143000" y="4943056"/>
            <a:ext cx="480128" cy="342900"/>
          </a:xfrm>
        </p:spPr>
        <p:txBody>
          <a:bodyPr/>
          <a:lstStyle/>
          <a:p>
            <a:endParaRPr lang="pt-BR"/>
          </a:p>
        </p:txBody>
      </p:sp>
      <p:sp>
        <p:nvSpPr>
          <p:cNvPr id="25" name="Espaço Reservado para Texto 24">
            <a:extLst>
              <a:ext uri="{FF2B5EF4-FFF2-40B4-BE49-F238E27FC236}">
                <a16:creationId xmlns:a16="http://schemas.microsoft.com/office/drawing/2014/main" id="{75559CCE-354A-518B-5991-AA80B3A070D3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1143000" y="5354775"/>
            <a:ext cx="480128" cy="342900"/>
          </a:xfrm>
        </p:spPr>
        <p:txBody>
          <a:bodyPr/>
          <a:lstStyle/>
          <a:p>
            <a:endParaRPr lang="pt-BR"/>
          </a:p>
        </p:txBody>
      </p:sp>
      <p:sp>
        <p:nvSpPr>
          <p:cNvPr id="26" name="Espaço Reservado para Texto 25">
            <a:extLst>
              <a:ext uri="{FF2B5EF4-FFF2-40B4-BE49-F238E27FC236}">
                <a16:creationId xmlns:a16="http://schemas.microsoft.com/office/drawing/2014/main" id="{D536DC76-8B18-97CA-4E3A-3CEE62DF32FC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143000" y="5766497"/>
            <a:ext cx="480128" cy="342900"/>
          </a:xfrm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832482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FC36F31-5374-80A9-8F9F-26EFADE1416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C826E852-1B99-A601-605C-06A7A28A104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pt-BR">
              <a:solidFill>
                <a:schemeClr val="bg1"/>
              </a:solidFill>
            </a:endParaRPr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DBC07DD8-89DE-09B6-DA00-3AD5877CB06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pt-BR">
              <a:solidFill>
                <a:schemeClr val="bg1"/>
              </a:solidFill>
            </a:endParaRPr>
          </a:p>
        </p:txBody>
      </p:sp>
      <p:sp>
        <p:nvSpPr>
          <p:cNvPr id="9" name="Espaço Reservado para Imagem 8">
            <a:extLst>
              <a:ext uri="{FF2B5EF4-FFF2-40B4-BE49-F238E27FC236}">
                <a16:creationId xmlns:a16="http://schemas.microsoft.com/office/drawing/2014/main" id="{DABDF8E1-7881-261D-EA6D-004D9F7CD70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4" y="0"/>
            <a:ext cx="5105389" cy="5867402"/>
          </a:xfrm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58672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E82EF9D-3C52-D49C-8105-BECB04319B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0E5DC9E-CDA8-4962-6C02-8D9D6C30761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2" name="Espaço Reservado para Imagem 1">
            <a:extLst>
              <a:ext uri="{FF2B5EF4-FFF2-40B4-BE49-F238E27FC236}">
                <a16:creationId xmlns:a16="http://schemas.microsoft.com/office/drawing/2014/main" id="{953DBD9F-C3EC-726D-8502-2D675DC43C2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47D9A50-079A-31DC-7017-0B61F448AC1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CACC41EE-D9E2-75B6-323C-88021809361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15" name="Graphic 13">
            <a:extLst>
              <a:ext uri="{FF2B5EF4-FFF2-40B4-BE49-F238E27FC236}">
                <a16:creationId xmlns:a16="http://schemas.microsoft.com/office/drawing/2014/main" id="{48B8B6AB-475A-E967-6481-FB1C3AD73D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74032" y="-1"/>
            <a:ext cx="1317967" cy="1824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2286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3CF6E1B9-6A8E-DF85-49BE-F63B5C73856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127505BB-D73F-8EA3-9131-6CAA331330FD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84382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83EB87A8-6C63-0B4F-620C-451B76A8B48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E10797E-ADBC-EC65-83A1-AD6DA6A370E3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75496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B67D670-7CD4-A277-F50D-5D0ABBEF6A2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616B94F-CFD2-37F9-3E84-89360C7D9F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2" name="Espaço Reservado para Imagem 1">
            <a:extLst>
              <a:ext uri="{FF2B5EF4-FFF2-40B4-BE49-F238E27FC236}">
                <a16:creationId xmlns:a16="http://schemas.microsoft.com/office/drawing/2014/main" id="{0E6F161D-D745-57BA-20B3-2AE22AD314E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C105CBB-0B80-096B-8556-643E857F98B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15B54F64-7BF7-50AF-3B2A-E9841DD1964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3" name="Espaço Reservado para Texto 12">
            <a:extLst>
              <a:ext uri="{FF2B5EF4-FFF2-40B4-BE49-F238E27FC236}">
                <a16:creationId xmlns:a16="http://schemas.microsoft.com/office/drawing/2014/main" id="{37C484FE-BD45-1CD0-32FF-B2EA9B144A7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104732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4A73EDDF-13AD-494A-B53C-43B77610F26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83782" y="1557733"/>
            <a:ext cx="5268686" cy="4058149"/>
          </a:xfrm>
        </p:spPr>
        <p:txBody>
          <a:bodyPr/>
          <a:lstStyle/>
          <a:p>
            <a:endParaRPr lang="pt-BR"/>
          </a:p>
        </p:txBody>
      </p:sp>
      <p:sp>
        <p:nvSpPr>
          <p:cNvPr id="2" name="Espaço Reservado para Imagem 1">
            <a:extLst>
              <a:ext uri="{FF2B5EF4-FFF2-40B4-BE49-F238E27FC236}">
                <a16:creationId xmlns:a16="http://schemas.microsoft.com/office/drawing/2014/main" id="{F21D94D4-7653-5216-86BF-780769DCEDF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" y="1557733"/>
            <a:ext cx="5268686" cy="4058149"/>
          </a:xfr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D579DF-E660-295C-D165-6D07073BB886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1027670" y="634931"/>
            <a:ext cx="7317417" cy="60718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pic>
        <p:nvPicPr>
          <p:cNvPr id="5" name="Graphic 13">
            <a:extLst>
              <a:ext uri="{FF2B5EF4-FFF2-40B4-BE49-F238E27FC236}">
                <a16:creationId xmlns:a16="http://schemas.microsoft.com/office/drawing/2014/main" id="{81CA565E-F842-8072-1C0E-24E8EC31197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6172"/>
          <a:stretch/>
        </p:blipFill>
        <p:spPr>
          <a:xfrm>
            <a:off x="0" y="1557733"/>
            <a:ext cx="1284944" cy="4058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323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Espaço Reservado para Gráfico 11">
            <a:extLst>
              <a:ext uri="{FF2B5EF4-FFF2-40B4-BE49-F238E27FC236}">
                <a16:creationId xmlns:a16="http://schemas.microsoft.com/office/drawing/2014/main" id="{0CD21994-30AA-AAD0-D842-BC045F2258ED}"/>
              </a:ext>
            </a:extLst>
          </p:cNvPr>
          <p:cNvGraphicFramePr>
            <a:graphicFrameLocks noGrp="1"/>
          </p:cNvGraphicFramePr>
          <p:nvPr>
            <p:ph type="chart" sz="quarter" idx="13"/>
            <p:extLst>
              <p:ext uri="{D42A27DB-BD31-4B8C-83A1-F6EECF244321}">
                <p14:modId xmlns:p14="http://schemas.microsoft.com/office/powerpoint/2010/main" val="1734706570"/>
              </p:ext>
            </p:extLst>
          </p:nvPr>
        </p:nvGraphicFramePr>
        <p:xfrm>
          <a:off x="547688" y="1957388"/>
          <a:ext cx="11096625" cy="39131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0EB1B04-1E66-C6EE-DF1C-8876ED795E2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F8E93DE-7812-6069-50F4-DA372177071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221542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Espaço Reservado para Gráfico 7">
            <a:extLst>
              <a:ext uri="{FF2B5EF4-FFF2-40B4-BE49-F238E27FC236}">
                <a16:creationId xmlns:a16="http://schemas.microsoft.com/office/drawing/2014/main" id="{8279D745-1CF6-31FB-5727-2332BEBBE524}"/>
              </a:ext>
            </a:extLst>
          </p:cNvPr>
          <p:cNvGraphicFramePr>
            <a:graphicFrameLocks noGrp="1"/>
          </p:cNvGraphicFramePr>
          <p:nvPr>
            <p:ph type="chart" sz="quarter" idx="13"/>
            <p:extLst>
              <p:ext uri="{D42A27DB-BD31-4B8C-83A1-F6EECF244321}">
                <p14:modId xmlns:p14="http://schemas.microsoft.com/office/powerpoint/2010/main" val="121185262"/>
              </p:ext>
            </p:extLst>
          </p:nvPr>
        </p:nvGraphicFramePr>
        <p:xfrm>
          <a:off x="547688" y="1957388"/>
          <a:ext cx="11096625" cy="39131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EF41F10-8506-4020-1872-5A2DD71B82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E41A5C2-A8A1-88F5-FFEE-6CF24679188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96428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ço Reservado para Texto 10">
            <a:extLst>
              <a:ext uri="{FF2B5EF4-FFF2-40B4-BE49-F238E27FC236}">
                <a16:creationId xmlns:a16="http://schemas.microsoft.com/office/drawing/2014/main" id="{F43511D5-4E94-E212-B7C5-C3A17EC8BF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2" name="Espaço Reservado para Texto 11">
            <a:extLst>
              <a:ext uri="{FF2B5EF4-FFF2-40B4-BE49-F238E27FC236}">
                <a16:creationId xmlns:a16="http://schemas.microsoft.com/office/drawing/2014/main" id="{1646875F-D904-3D9B-69B2-1310A713B3F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3" name="Espaço Reservado para Texto 12">
            <a:extLst>
              <a:ext uri="{FF2B5EF4-FFF2-40B4-BE49-F238E27FC236}">
                <a16:creationId xmlns:a16="http://schemas.microsoft.com/office/drawing/2014/main" id="{F7FFF0A6-8AE3-6479-E098-4742E03E276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4" name="Espaço Reservado para Texto 13">
            <a:extLst>
              <a:ext uri="{FF2B5EF4-FFF2-40B4-BE49-F238E27FC236}">
                <a16:creationId xmlns:a16="http://schemas.microsoft.com/office/drawing/2014/main" id="{490BACE2-2AFB-055D-883E-CD9AE543754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5" name="Espaço Reservado para Texto 14">
            <a:extLst>
              <a:ext uri="{FF2B5EF4-FFF2-40B4-BE49-F238E27FC236}">
                <a16:creationId xmlns:a16="http://schemas.microsoft.com/office/drawing/2014/main" id="{EB958E68-1B22-059B-C688-5ED9F13F1BA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6" name="Espaço Reservado para Texto 15">
            <a:extLst>
              <a:ext uri="{FF2B5EF4-FFF2-40B4-BE49-F238E27FC236}">
                <a16:creationId xmlns:a16="http://schemas.microsoft.com/office/drawing/2014/main" id="{3BA92A81-C161-78FB-813F-A3337D1E179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7" name="Espaço Reservado para Texto 16">
            <a:extLst>
              <a:ext uri="{FF2B5EF4-FFF2-40B4-BE49-F238E27FC236}">
                <a16:creationId xmlns:a16="http://schemas.microsoft.com/office/drawing/2014/main" id="{D9B07686-5311-1951-1856-2371E5E9C0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8" name="Espaço Reservado para Texto 17">
            <a:extLst>
              <a:ext uri="{FF2B5EF4-FFF2-40B4-BE49-F238E27FC236}">
                <a16:creationId xmlns:a16="http://schemas.microsoft.com/office/drawing/2014/main" id="{46AB51C2-C1D5-C52F-5F17-745CA21AA50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9" name="Espaço Reservado para Texto 18">
            <a:extLst>
              <a:ext uri="{FF2B5EF4-FFF2-40B4-BE49-F238E27FC236}">
                <a16:creationId xmlns:a16="http://schemas.microsoft.com/office/drawing/2014/main" id="{05D6C65A-ACC0-F47F-95BF-7900D617203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5" name="Espaço Reservado para Texto 34">
            <a:extLst>
              <a:ext uri="{FF2B5EF4-FFF2-40B4-BE49-F238E27FC236}">
                <a16:creationId xmlns:a16="http://schemas.microsoft.com/office/drawing/2014/main" id="{B4A1A881-89B5-C73A-A01C-4B5C6CDAB8F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6" name="Espaço Reservado para Texto 35">
            <a:extLst>
              <a:ext uri="{FF2B5EF4-FFF2-40B4-BE49-F238E27FC236}">
                <a16:creationId xmlns:a16="http://schemas.microsoft.com/office/drawing/2014/main" id="{1A3365E1-EF39-7C0C-B81B-36B532E0437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7" name="Espaço Reservado para Texto 36">
            <a:extLst>
              <a:ext uri="{FF2B5EF4-FFF2-40B4-BE49-F238E27FC236}">
                <a16:creationId xmlns:a16="http://schemas.microsoft.com/office/drawing/2014/main" id="{1BE81B32-97AA-4560-CD59-75ED3EF1B09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8" name="Espaço Reservado para Texto 37">
            <a:extLst>
              <a:ext uri="{FF2B5EF4-FFF2-40B4-BE49-F238E27FC236}">
                <a16:creationId xmlns:a16="http://schemas.microsoft.com/office/drawing/2014/main" id="{F08B77B5-FEBC-0959-A4E9-D76163627489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9" name="Espaço Reservado para Texto 38">
            <a:extLst>
              <a:ext uri="{FF2B5EF4-FFF2-40B4-BE49-F238E27FC236}">
                <a16:creationId xmlns:a16="http://schemas.microsoft.com/office/drawing/2014/main" id="{63949C37-38FB-BDB0-605E-8496ADAC5C5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0" name="Espaço Reservado para Texto 39">
            <a:extLst>
              <a:ext uri="{FF2B5EF4-FFF2-40B4-BE49-F238E27FC236}">
                <a16:creationId xmlns:a16="http://schemas.microsoft.com/office/drawing/2014/main" id="{ADD51FAE-2BBA-CD72-A7BF-748E4EDEBAD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pt-BR"/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0300B542-EC77-427C-CACE-D0C033AB4509}"/>
              </a:ext>
            </a:extLst>
          </p:cNvPr>
          <p:cNvGrpSpPr/>
          <p:nvPr/>
        </p:nvGrpSpPr>
        <p:grpSpPr>
          <a:xfrm>
            <a:off x="1248379" y="1172585"/>
            <a:ext cx="9229121" cy="2605918"/>
            <a:chOff x="0" y="365034"/>
            <a:chExt cx="13932249" cy="4138922"/>
          </a:xfrm>
        </p:grpSpPr>
        <p:pic>
          <p:nvPicPr>
            <p:cNvPr id="3" name="Gráfico 2">
              <a:extLst>
                <a:ext uri="{FF2B5EF4-FFF2-40B4-BE49-F238E27FC236}">
                  <a16:creationId xmlns:a16="http://schemas.microsoft.com/office/drawing/2014/main" id="{EFC7524E-517B-A957-2530-9D6CA3D30F4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0" y="2354043"/>
              <a:ext cx="12192000" cy="2149913"/>
            </a:xfrm>
            <a:prstGeom prst="rect">
              <a:avLst/>
            </a:prstGeom>
          </p:spPr>
        </p:pic>
        <p:pic>
          <p:nvPicPr>
            <p:cNvPr id="4" name="Gráfico 3">
              <a:extLst>
                <a:ext uri="{FF2B5EF4-FFF2-40B4-BE49-F238E27FC236}">
                  <a16:creationId xmlns:a16="http://schemas.microsoft.com/office/drawing/2014/main" id="{23518165-3D85-3610-A63A-1AC508847E4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2236346" y="365034"/>
              <a:ext cx="1695903" cy="1860732"/>
            </a:xfrm>
            <a:prstGeom prst="rect">
              <a:avLst/>
            </a:prstGeom>
          </p:spPr>
        </p:pic>
      </p:grpSp>
      <p:sp>
        <p:nvSpPr>
          <p:cNvPr id="5" name="Elipse 4">
            <a:extLst>
              <a:ext uri="{FF2B5EF4-FFF2-40B4-BE49-F238E27FC236}">
                <a16:creationId xmlns:a16="http://schemas.microsoft.com/office/drawing/2014/main" id="{B8F9F94B-2115-47C7-9BA6-4696E680C0EB}"/>
              </a:ext>
            </a:extLst>
          </p:cNvPr>
          <p:cNvSpPr/>
          <p:nvPr/>
        </p:nvSpPr>
        <p:spPr>
          <a:xfrm>
            <a:off x="1070183" y="3652461"/>
            <a:ext cx="216817" cy="216817"/>
          </a:xfrm>
          <a:prstGeom prst="ellipse">
            <a:avLst/>
          </a:prstGeom>
          <a:solidFill>
            <a:srgbClr val="D3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03734085-DF8B-4940-08D2-F965AEF8D391}"/>
              </a:ext>
            </a:extLst>
          </p:cNvPr>
          <p:cNvSpPr/>
          <p:nvPr/>
        </p:nvSpPr>
        <p:spPr>
          <a:xfrm>
            <a:off x="2634291" y="3165726"/>
            <a:ext cx="216817" cy="216817"/>
          </a:xfrm>
          <a:prstGeom prst="ellipse">
            <a:avLst/>
          </a:prstGeom>
          <a:solidFill>
            <a:srgbClr val="D3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CD32E955-930B-79CD-C660-F9FE66C125B9}"/>
              </a:ext>
            </a:extLst>
          </p:cNvPr>
          <p:cNvSpPr/>
          <p:nvPr/>
        </p:nvSpPr>
        <p:spPr>
          <a:xfrm>
            <a:off x="4198399" y="3561686"/>
            <a:ext cx="216817" cy="216817"/>
          </a:xfrm>
          <a:prstGeom prst="ellipse">
            <a:avLst/>
          </a:prstGeom>
          <a:solidFill>
            <a:srgbClr val="D3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5CE03370-CDCA-3459-485E-69104A953604}"/>
              </a:ext>
            </a:extLst>
          </p:cNvPr>
          <p:cNvSpPr/>
          <p:nvPr/>
        </p:nvSpPr>
        <p:spPr>
          <a:xfrm>
            <a:off x="5760108" y="3189893"/>
            <a:ext cx="216817" cy="216817"/>
          </a:xfrm>
          <a:prstGeom prst="ellipse">
            <a:avLst/>
          </a:prstGeom>
          <a:solidFill>
            <a:srgbClr val="D3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C30FFE57-3F5C-9CE0-90E9-3ADCBB960224}"/>
              </a:ext>
            </a:extLst>
          </p:cNvPr>
          <p:cNvSpPr/>
          <p:nvPr/>
        </p:nvSpPr>
        <p:spPr>
          <a:xfrm>
            <a:off x="7345206" y="3548232"/>
            <a:ext cx="216817" cy="216817"/>
          </a:xfrm>
          <a:prstGeom prst="ellipse">
            <a:avLst/>
          </a:prstGeom>
          <a:solidFill>
            <a:srgbClr val="D3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98A392AD-7EF1-C5D0-F4E4-E998E6F55AA4}"/>
              </a:ext>
            </a:extLst>
          </p:cNvPr>
          <p:cNvSpPr/>
          <p:nvPr/>
        </p:nvSpPr>
        <p:spPr>
          <a:xfrm>
            <a:off x="10302909" y="1109559"/>
            <a:ext cx="216817" cy="216817"/>
          </a:xfrm>
          <a:prstGeom prst="ellipse">
            <a:avLst/>
          </a:prstGeom>
          <a:solidFill>
            <a:srgbClr val="D3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29956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ela 3">
            <a:extLst>
              <a:ext uri="{FF2B5EF4-FFF2-40B4-BE49-F238E27FC236}">
                <a16:creationId xmlns:a16="http://schemas.microsoft.com/office/drawing/2014/main" id="{9A2D37BD-EE70-F5DA-9B28-6E3CBF4DD810}"/>
              </a:ext>
            </a:extLst>
          </p:cNvPr>
          <p:cNvGraphicFramePr>
            <a:graphicFrameLocks noGrp="1"/>
          </p:cNvGraphicFramePr>
          <p:nvPr>
            <p:ph type="tbl" sz="quarter" idx="12"/>
            <p:extLst>
              <p:ext uri="{D42A27DB-BD31-4B8C-83A1-F6EECF244321}">
                <p14:modId xmlns:p14="http://schemas.microsoft.com/office/powerpoint/2010/main" val="1549345235"/>
              </p:ext>
            </p:extLst>
          </p:nvPr>
        </p:nvGraphicFramePr>
        <p:xfrm>
          <a:off x="673100" y="2673350"/>
          <a:ext cx="10909297" cy="30503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8471">
                  <a:extLst>
                    <a:ext uri="{9D8B030D-6E8A-4147-A177-3AD203B41FA5}">
                      <a16:colId xmlns:a16="http://schemas.microsoft.com/office/drawing/2014/main" val="398279451"/>
                    </a:ext>
                  </a:extLst>
                </a:gridCol>
                <a:gridCol w="1558471">
                  <a:extLst>
                    <a:ext uri="{9D8B030D-6E8A-4147-A177-3AD203B41FA5}">
                      <a16:colId xmlns:a16="http://schemas.microsoft.com/office/drawing/2014/main" val="389897483"/>
                    </a:ext>
                  </a:extLst>
                </a:gridCol>
                <a:gridCol w="1558471">
                  <a:extLst>
                    <a:ext uri="{9D8B030D-6E8A-4147-A177-3AD203B41FA5}">
                      <a16:colId xmlns:a16="http://schemas.microsoft.com/office/drawing/2014/main" val="1741314814"/>
                    </a:ext>
                  </a:extLst>
                </a:gridCol>
                <a:gridCol w="1558471">
                  <a:extLst>
                    <a:ext uri="{9D8B030D-6E8A-4147-A177-3AD203B41FA5}">
                      <a16:colId xmlns:a16="http://schemas.microsoft.com/office/drawing/2014/main" val="671696814"/>
                    </a:ext>
                  </a:extLst>
                </a:gridCol>
                <a:gridCol w="1558471">
                  <a:extLst>
                    <a:ext uri="{9D8B030D-6E8A-4147-A177-3AD203B41FA5}">
                      <a16:colId xmlns:a16="http://schemas.microsoft.com/office/drawing/2014/main" val="2795679790"/>
                    </a:ext>
                  </a:extLst>
                </a:gridCol>
                <a:gridCol w="1558471">
                  <a:extLst>
                    <a:ext uri="{9D8B030D-6E8A-4147-A177-3AD203B41FA5}">
                      <a16:colId xmlns:a16="http://schemas.microsoft.com/office/drawing/2014/main" val="3509513774"/>
                    </a:ext>
                  </a:extLst>
                </a:gridCol>
                <a:gridCol w="1558471">
                  <a:extLst>
                    <a:ext uri="{9D8B030D-6E8A-4147-A177-3AD203B41FA5}">
                      <a16:colId xmlns:a16="http://schemas.microsoft.com/office/drawing/2014/main" val="4139950846"/>
                    </a:ext>
                  </a:extLst>
                </a:gridCol>
              </a:tblGrid>
              <a:tr h="435769">
                <a:tc>
                  <a:txBody>
                    <a:bodyPr/>
                    <a:lstStyle/>
                    <a:p>
                      <a:pPr algn="ctr"/>
                      <a:r>
                        <a:rPr lang="pt-BR" sz="1400" err="1"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Xxxxx</a:t>
                      </a:r>
                      <a:endParaRPr lang="pt-BR" sz="140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C6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40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40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40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40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40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40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6953298"/>
                  </a:ext>
                </a:extLst>
              </a:tr>
              <a:tr h="435769">
                <a:tc>
                  <a:txBody>
                    <a:bodyPr/>
                    <a:lstStyle/>
                    <a:p>
                      <a:pPr algn="ctr"/>
                      <a:r>
                        <a:rPr lang="pt-BR" sz="1400" err="1"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Xxxxx</a:t>
                      </a:r>
                      <a:endParaRPr lang="pt-BR" sz="140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C6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40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40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40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40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40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40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2067163"/>
                  </a:ext>
                </a:extLst>
              </a:tr>
              <a:tr h="435769">
                <a:tc>
                  <a:txBody>
                    <a:bodyPr/>
                    <a:lstStyle/>
                    <a:p>
                      <a:pPr algn="ctr"/>
                      <a:r>
                        <a:rPr lang="pt-BR" sz="1400" err="1"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Xxxxx</a:t>
                      </a:r>
                      <a:endParaRPr lang="pt-BR" sz="140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C6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40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40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40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40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40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40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0051718"/>
                  </a:ext>
                </a:extLst>
              </a:tr>
              <a:tr h="435769">
                <a:tc>
                  <a:txBody>
                    <a:bodyPr/>
                    <a:lstStyle/>
                    <a:p>
                      <a:pPr algn="ctr"/>
                      <a:r>
                        <a:rPr lang="pt-BR" sz="1400" err="1"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Xxxxx</a:t>
                      </a:r>
                      <a:endParaRPr lang="pt-BR" sz="140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C6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40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40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40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40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40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40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979531"/>
                  </a:ext>
                </a:extLst>
              </a:tr>
              <a:tr h="435769">
                <a:tc>
                  <a:txBody>
                    <a:bodyPr/>
                    <a:lstStyle/>
                    <a:p>
                      <a:pPr algn="ctr"/>
                      <a:r>
                        <a:rPr lang="pt-BR" sz="1400" err="1"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Xxxxx</a:t>
                      </a:r>
                      <a:endParaRPr lang="pt-BR" sz="140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C6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40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40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40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40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40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40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9943824"/>
                  </a:ext>
                </a:extLst>
              </a:tr>
              <a:tr h="435769">
                <a:tc>
                  <a:txBody>
                    <a:bodyPr/>
                    <a:lstStyle/>
                    <a:p>
                      <a:pPr algn="ctr"/>
                      <a:r>
                        <a:rPr lang="pt-BR" sz="1400" err="1">
                          <a:latin typeface="+mj-lt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Xxxxx</a:t>
                      </a:r>
                      <a:endParaRPr lang="pt-BR" sz="140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C6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40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40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40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40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40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400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6068327"/>
                  </a:ext>
                </a:extLst>
              </a:tr>
              <a:tr h="435769">
                <a:tc>
                  <a:txBody>
                    <a:bodyPr/>
                    <a:lstStyle/>
                    <a:p>
                      <a:pPr algn="ctr"/>
                      <a:endParaRPr lang="pt-BR" sz="1400" b="1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400" b="1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400" b="1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400" b="1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400" b="1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400" b="1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400" b="1">
                        <a:latin typeface="+mj-lt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3312647"/>
                  </a:ext>
                </a:extLst>
              </a:tr>
            </a:tbl>
          </a:graphicData>
        </a:graphic>
      </p:graphicFrame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75A67108-7BC4-23F3-ABF1-5FE07CD6C6D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FB6CA31-A866-EA6B-8C8D-B06D8C80BB6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09BA7129-C722-52DB-ECE0-BE739A78B623}"/>
              </a:ext>
            </a:extLst>
          </p:cNvPr>
          <p:cNvSpPr/>
          <p:nvPr/>
        </p:nvSpPr>
        <p:spPr>
          <a:xfrm>
            <a:off x="2273300" y="2209800"/>
            <a:ext cx="1460500" cy="419100"/>
          </a:xfrm>
          <a:prstGeom prst="rect">
            <a:avLst/>
          </a:prstGeom>
          <a:solidFill>
            <a:srgbClr val="D3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err="1">
                <a:solidFill>
                  <a:schemeClr val="tx1"/>
                </a:solidFill>
              </a:rPr>
              <a:t>Xxxxx</a:t>
            </a:r>
            <a:endParaRPr lang="pt-BR">
              <a:solidFill>
                <a:schemeClr val="tx1"/>
              </a:solidFill>
            </a:endParaRP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859E9C94-5D45-D7CC-A2A3-41BFC1473FD1}"/>
              </a:ext>
            </a:extLst>
          </p:cNvPr>
          <p:cNvSpPr/>
          <p:nvPr/>
        </p:nvSpPr>
        <p:spPr>
          <a:xfrm>
            <a:off x="3835400" y="2209800"/>
            <a:ext cx="1460500" cy="419100"/>
          </a:xfrm>
          <a:prstGeom prst="rect">
            <a:avLst/>
          </a:prstGeom>
          <a:solidFill>
            <a:srgbClr val="D3FF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err="1">
                <a:solidFill>
                  <a:schemeClr val="tx1"/>
                </a:solidFill>
              </a:rPr>
              <a:t>Xxxxx</a:t>
            </a:r>
            <a:endParaRPr lang="pt-BR">
              <a:solidFill>
                <a:schemeClr val="tx1"/>
              </a:solidFill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87BDB8E-7165-9134-D2D5-59CCF2B8CF95}"/>
              </a:ext>
            </a:extLst>
          </p:cNvPr>
          <p:cNvSpPr/>
          <p:nvPr/>
        </p:nvSpPr>
        <p:spPr>
          <a:xfrm>
            <a:off x="5397500" y="2209800"/>
            <a:ext cx="1460500" cy="419100"/>
          </a:xfrm>
          <a:prstGeom prst="rect">
            <a:avLst/>
          </a:prstGeom>
          <a:solidFill>
            <a:srgbClr val="D3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err="1">
                <a:solidFill>
                  <a:schemeClr val="tx1"/>
                </a:solidFill>
              </a:rPr>
              <a:t>Xxxxx</a:t>
            </a:r>
            <a:endParaRPr lang="pt-BR">
              <a:solidFill>
                <a:schemeClr val="tx1"/>
              </a:solidFill>
            </a:endParaRP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458580E-58A4-FD16-AD45-0F84454FA508}"/>
              </a:ext>
            </a:extLst>
          </p:cNvPr>
          <p:cNvSpPr/>
          <p:nvPr/>
        </p:nvSpPr>
        <p:spPr>
          <a:xfrm>
            <a:off x="6959600" y="2209800"/>
            <a:ext cx="1460500" cy="419100"/>
          </a:xfrm>
          <a:prstGeom prst="rect">
            <a:avLst/>
          </a:prstGeom>
          <a:solidFill>
            <a:srgbClr val="D3FF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err="1">
                <a:solidFill>
                  <a:schemeClr val="tx1"/>
                </a:solidFill>
              </a:rPr>
              <a:t>Xxxxx</a:t>
            </a:r>
            <a:endParaRPr lang="pt-BR">
              <a:solidFill>
                <a:schemeClr val="tx1"/>
              </a:solidFill>
            </a:endParaRP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1C056EE0-F4F2-24F7-BDF9-6362E7A090C4}"/>
              </a:ext>
            </a:extLst>
          </p:cNvPr>
          <p:cNvSpPr/>
          <p:nvPr/>
        </p:nvSpPr>
        <p:spPr>
          <a:xfrm>
            <a:off x="8521700" y="2209800"/>
            <a:ext cx="1460500" cy="419100"/>
          </a:xfrm>
          <a:prstGeom prst="rect">
            <a:avLst/>
          </a:prstGeom>
          <a:solidFill>
            <a:srgbClr val="D3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err="1">
                <a:solidFill>
                  <a:schemeClr val="tx1"/>
                </a:solidFill>
              </a:rPr>
              <a:t>Xxxxx</a:t>
            </a:r>
            <a:endParaRPr lang="pt-BR">
              <a:solidFill>
                <a:schemeClr val="tx1"/>
              </a:solidFill>
            </a:endParaRP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E2EF69A3-2202-B549-8850-24C9CA65C738}"/>
              </a:ext>
            </a:extLst>
          </p:cNvPr>
          <p:cNvSpPr/>
          <p:nvPr/>
        </p:nvSpPr>
        <p:spPr>
          <a:xfrm>
            <a:off x="10083800" y="2209800"/>
            <a:ext cx="1460500" cy="419100"/>
          </a:xfrm>
          <a:prstGeom prst="rect">
            <a:avLst/>
          </a:prstGeom>
          <a:solidFill>
            <a:srgbClr val="D3FF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err="1">
                <a:solidFill>
                  <a:schemeClr val="tx1"/>
                </a:solidFill>
              </a:rPr>
              <a:t>Xxxxx</a:t>
            </a:r>
            <a:endParaRPr lang="pt-BR">
              <a:solidFill>
                <a:schemeClr val="tx1"/>
              </a:solidFill>
            </a:endParaRPr>
          </a:p>
        </p:txBody>
      </p:sp>
      <p:grpSp>
        <p:nvGrpSpPr>
          <p:cNvPr id="21" name="Agrupar 20">
            <a:extLst>
              <a:ext uri="{FF2B5EF4-FFF2-40B4-BE49-F238E27FC236}">
                <a16:creationId xmlns:a16="http://schemas.microsoft.com/office/drawing/2014/main" id="{37CEC443-5B96-8637-DDA5-80D94CC67B49}"/>
              </a:ext>
            </a:extLst>
          </p:cNvPr>
          <p:cNvGrpSpPr/>
          <p:nvPr/>
        </p:nvGrpSpPr>
        <p:grpSpPr>
          <a:xfrm>
            <a:off x="2868385" y="2753653"/>
            <a:ext cx="279400" cy="279400"/>
            <a:chOff x="3416300" y="-1231900"/>
            <a:chExt cx="558800" cy="558800"/>
          </a:xfrm>
        </p:grpSpPr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073DE506-00D9-5276-E3A7-4976E1676137}"/>
                </a:ext>
              </a:extLst>
            </p:cNvPr>
            <p:cNvSpPr/>
            <p:nvPr/>
          </p:nvSpPr>
          <p:spPr>
            <a:xfrm>
              <a:off x="3416300" y="-1231900"/>
              <a:ext cx="558800" cy="558800"/>
            </a:xfrm>
            <a:prstGeom prst="ellipse">
              <a:avLst/>
            </a:prstGeom>
            <a:solidFill>
              <a:srgbClr val="D3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0" name="Forma Livre: Forma 19">
              <a:extLst>
                <a:ext uri="{FF2B5EF4-FFF2-40B4-BE49-F238E27FC236}">
                  <a16:creationId xmlns:a16="http://schemas.microsoft.com/office/drawing/2014/main" id="{A7A31FD3-4899-1F3A-C568-8BAA4735CF07}"/>
                </a:ext>
              </a:extLst>
            </p:cNvPr>
            <p:cNvSpPr/>
            <p:nvPr/>
          </p:nvSpPr>
          <p:spPr>
            <a:xfrm rot="8100000">
              <a:off x="3514726" y="-1133475"/>
              <a:ext cx="361950" cy="361950"/>
            </a:xfrm>
            <a:custGeom>
              <a:avLst/>
              <a:gdLst>
                <a:gd name="connsiteX0" fmla="*/ 0 w 361950"/>
                <a:gd name="connsiteY0" fmla="*/ 209550 h 361950"/>
                <a:gd name="connsiteX1" fmla="*/ 0 w 361950"/>
                <a:gd name="connsiteY1" fmla="*/ 152400 h 361950"/>
                <a:gd name="connsiteX2" fmla="*/ 152400 w 361950"/>
                <a:gd name="connsiteY2" fmla="*/ 152400 h 361950"/>
                <a:gd name="connsiteX3" fmla="*/ 152400 w 361950"/>
                <a:gd name="connsiteY3" fmla="*/ 0 h 361950"/>
                <a:gd name="connsiteX4" fmla="*/ 209550 w 361950"/>
                <a:gd name="connsiteY4" fmla="*/ 0 h 361950"/>
                <a:gd name="connsiteX5" fmla="*/ 209550 w 361950"/>
                <a:gd name="connsiteY5" fmla="*/ 152400 h 361950"/>
                <a:gd name="connsiteX6" fmla="*/ 361950 w 361950"/>
                <a:gd name="connsiteY6" fmla="*/ 152400 h 361950"/>
                <a:gd name="connsiteX7" fmla="*/ 361950 w 361950"/>
                <a:gd name="connsiteY7" fmla="*/ 209550 h 361950"/>
                <a:gd name="connsiteX8" fmla="*/ 209550 w 361950"/>
                <a:gd name="connsiteY8" fmla="*/ 209550 h 361950"/>
                <a:gd name="connsiteX9" fmla="*/ 209550 w 361950"/>
                <a:gd name="connsiteY9" fmla="*/ 361950 h 361950"/>
                <a:gd name="connsiteX10" fmla="*/ 152400 w 361950"/>
                <a:gd name="connsiteY10" fmla="*/ 361950 h 361950"/>
                <a:gd name="connsiteX11" fmla="*/ 152400 w 361950"/>
                <a:gd name="connsiteY11" fmla="*/ 209550 h 36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61950" h="361950">
                  <a:moveTo>
                    <a:pt x="0" y="209550"/>
                  </a:move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lnTo>
                    <a:pt x="209550" y="0"/>
                  </a:lnTo>
                  <a:lnTo>
                    <a:pt x="209550" y="152400"/>
                  </a:lnTo>
                  <a:lnTo>
                    <a:pt x="361950" y="152400"/>
                  </a:lnTo>
                  <a:lnTo>
                    <a:pt x="361950" y="209550"/>
                  </a:lnTo>
                  <a:lnTo>
                    <a:pt x="209550" y="209550"/>
                  </a:lnTo>
                  <a:lnTo>
                    <a:pt x="209550" y="361950"/>
                  </a:lnTo>
                  <a:lnTo>
                    <a:pt x="152400" y="361950"/>
                  </a:lnTo>
                  <a:lnTo>
                    <a:pt x="152400" y="20955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BR"/>
            </a:p>
          </p:txBody>
        </p:sp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38BD694F-344F-4EEC-8DA2-C1E33F6D8770}"/>
              </a:ext>
            </a:extLst>
          </p:cNvPr>
          <p:cNvGrpSpPr/>
          <p:nvPr/>
        </p:nvGrpSpPr>
        <p:grpSpPr>
          <a:xfrm>
            <a:off x="10646163" y="2753653"/>
            <a:ext cx="279400" cy="279400"/>
            <a:chOff x="4059238" y="-1231900"/>
            <a:chExt cx="558800" cy="558800"/>
          </a:xfrm>
        </p:grpSpPr>
        <p:sp>
          <p:nvSpPr>
            <p:cNvPr id="23" name="Elipse 22">
              <a:extLst>
                <a:ext uri="{FF2B5EF4-FFF2-40B4-BE49-F238E27FC236}">
                  <a16:creationId xmlns:a16="http://schemas.microsoft.com/office/drawing/2014/main" id="{A5983BF7-F37A-DE5A-6C4B-D386E1BAB885}"/>
                </a:ext>
              </a:extLst>
            </p:cNvPr>
            <p:cNvSpPr/>
            <p:nvPr/>
          </p:nvSpPr>
          <p:spPr>
            <a:xfrm>
              <a:off x="4059238" y="-1231900"/>
              <a:ext cx="558800" cy="55880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D3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" name="Forma Livre: Forma 18">
              <a:extLst>
                <a:ext uri="{FF2B5EF4-FFF2-40B4-BE49-F238E27FC236}">
                  <a16:creationId xmlns:a16="http://schemas.microsoft.com/office/drawing/2014/main" id="{EDB1C43C-AEC6-75C1-E48F-108006342056}"/>
                </a:ext>
              </a:extLst>
            </p:cNvPr>
            <p:cNvSpPr/>
            <p:nvPr/>
          </p:nvSpPr>
          <p:spPr>
            <a:xfrm rot="18900000">
              <a:off x="4157662" y="-1104719"/>
              <a:ext cx="361951" cy="257176"/>
            </a:xfrm>
            <a:custGeom>
              <a:avLst/>
              <a:gdLst>
                <a:gd name="connsiteX0" fmla="*/ 0 w 361951"/>
                <a:gd name="connsiteY0" fmla="*/ 0 h 257176"/>
                <a:gd name="connsiteX1" fmla="*/ 71437 w 361951"/>
                <a:gd name="connsiteY1" fmla="*/ 0 h 257176"/>
                <a:gd name="connsiteX2" fmla="*/ 71437 w 361951"/>
                <a:gd name="connsiteY2" fmla="*/ 152402 h 257176"/>
                <a:gd name="connsiteX3" fmla="*/ 361951 w 361951"/>
                <a:gd name="connsiteY3" fmla="*/ 152402 h 257176"/>
                <a:gd name="connsiteX4" fmla="*/ 361951 w 361951"/>
                <a:gd name="connsiteY4" fmla="*/ 257176 h 257176"/>
                <a:gd name="connsiteX5" fmla="*/ 1 w 361951"/>
                <a:gd name="connsiteY5" fmla="*/ 257176 h 257176"/>
                <a:gd name="connsiteX6" fmla="*/ 1 w 361951"/>
                <a:gd name="connsiteY6" fmla="*/ 257175 h 257176"/>
                <a:gd name="connsiteX7" fmla="*/ 0 w 361951"/>
                <a:gd name="connsiteY7" fmla="*/ 257175 h 257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1951" h="257176">
                  <a:moveTo>
                    <a:pt x="0" y="0"/>
                  </a:moveTo>
                  <a:lnTo>
                    <a:pt x="71437" y="0"/>
                  </a:lnTo>
                  <a:lnTo>
                    <a:pt x="71437" y="152402"/>
                  </a:lnTo>
                  <a:lnTo>
                    <a:pt x="361951" y="152402"/>
                  </a:lnTo>
                  <a:lnTo>
                    <a:pt x="361951" y="257176"/>
                  </a:lnTo>
                  <a:lnTo>
                    <a:pt x="1" y="257176"/>
                  </a:lnTo>
                  <a:lnTo>
                    <a:pt x="1" y="257175"/>
                  </a:lnTo>
                  <a:lnTo>
                    <a:pt x="0" y="257175"/>
                  </a:lnTo>
                  <a:close/>
                </a:path>
              </a:pathLst>
            </a:custGeom>
            <a:solidFill>
              <a:srgbClr val="00C6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BR"/>
            </a:p>
          </p:txBody>
        </p:sp>
      </p:grp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A7C54641-1ED3-CED3-0C22-871EF2BC0353}"/>
              </a:ext>
            </a:extLst>
          </p:cNvPr>
          <p:cNvGrpSpPr/>
          <p:nvPr/>
        </p:nvGrpSpPr>
        <p:grpSpPr>
          <a:xfrm>
            <a:off x="9104889" y="2753653"/>
            <a:ext cx="279400" cy="279400"/>
            <a:chOff x="2130426" y="-1231900"/>
            <a:chExt cx="558800" cy="558800"/>
          </a:xfrm>
        </p:grpSpPr>
        <p:sp>
          <p:nvSpPr>
            <p:cNvPr id="27" name="Elipse 26">
              <a:extLst>
                <a:ext uri="{FF2B5EF4-FFF2-40B4-BE49-F238E27FC236}">
                  <a16:creationId xmlns:a16="http://schemas.microsoft.com/office/drawing/2014/main" id="{B5B82833-07DD-F9C4-4C6A-B6DA5F4AB5B5}"/>
                </a:ext>
              </a:extLst>
            </p:cNvPr>
            <p:cNvSpPr/>
            <p:nvPr/>
          </p:nvSpPr>
          <p:spPr>
            <a:xfrm>
              <a:off x="2130426" y="-1231900"/>
              <a:ext cx="558800" cy="558800"/>
            </a:xfrm>
            <a:prstGeom prst="ellipse">
              <a:avLst/>
            </a:prstGeom>
            <a:solidFill>
              <a:srgbClr val="00C6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6" name="Forma Livre: Forma 15">
              <a:extLst>
                <a:ext uri="{FF2B5EF4-FFF2-40B4-BE49-F238E27FC236}">
                  <a16:creationId xmlns:a16="http://schemas.microsoft.com/office/drawing/2014/main" id="{5153C620-43E9-508C-D996-70E153BCE7F3}"/>
                </a:ext>
              </a:extLst>
            </p:cNvPr>
            <p:cNvSpPr/>
            <p:nvPr/>
          </p:nvSpPr>
          <p:spPr>
            <a:xfrm rot="5400000">
              <a:off x="2228851" y="-1133475"/>
              <a:ext cx="361950" cy="361950"/>
            </a:xfrm>
            <a:custGeom>
              <a:avLst/>
              <a:gdLst>
                <a:gd name="connsiteX0" fmla="*/ 0 w 361950"/>
                <a:gd name="connsiteY0" fmla="*/ 209550 h 361950"/>
                <a:gd name="connsiteX1" fmla="*/ 0 w 361950"/>
                <a:gd name="connsiteY1" fmla="*/ 152400 h 361950"/>
                <a:gd name="connsiteX2" fmla="*/ 152400 w 361950"/>
                <a:gd name="connsiteY2" fmla="*/ 152400 h 361950"/>
                <a:gd name="connsiteX3" fmla="*/ 152400 w 361950"/>
                <a:gd name="connsiteY3" fmla="*/ 0 h 361950"/>
                <a:gd name="connsiteX4" fmla="*/ 209550 w 361950"/>
                <a:gd name="connsiteY4" fmla="*/ 0 h 361950"/>
                <a:gd name="connsiteX5" fmla="*/ 209550 w 361950"/>
                <a:gd name="connsiteY5" fmla="*/ 152400 h 361950"/>
                <a:gd name="connsiteX6" fmla="*/ 361950 w 361950"/>
                <a:gd name="connsiteY6" fmla="*/ 152400 h 361950"/>
                <a:gd name="connsiteX7" fmla="*/ 361950 w 361950"/>
                <a:gd name="connsiteY7" fmla="*/ 209550 h 361950"/>
                <a:gd name="connsiteX8" fmla="*/ 209550 w 361950"/>
                <a:gd name="connsiteY8" fmla="*/ 209550 h 361950"/>
                <a:gd name="connsiteX9" fmla="*/ 209550 w 361950"/>
                <a:gd name="connsiteY9" fmla="*/ 361950 h 361950"/>
                <a:gd name="connsiteX10" fmla="*/ 152400 w 361950"/>
                <a:gd name="connsiteY10" fmla="*/ 361950 h 361950"/>
                <a:gd name="connsiteX11" fmla="*/ 152400 w 361950"/>
                <a:gd name="connsiteY11" fmla="*/ 209550 h 36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61950" h="361950">
                  <a:moveTo>
                    <a:pt x="0" y="209550"/>
                  </a:move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lnTo>
                    <a:pt x="209550" y="0"/>
                  </a:lnTo>
                  <a:lnTo>
                    <a:pt x="209550" y="152400"/>
                  </a:lnTo>
                  <a:lnTo>
                    <a:pt x="361950" y="152400"/>
                  </a:lnTo>
                  <a:lnTo>
                    <a:pt x="361950" y="209550"/>
                  </a:lnTo>
                  <a:lnTo>
                    <a:pt x="209550" y="209550"/>
                  </a:lnTo>
                  <a:lnTo>
                    <a:pt x="209550" y="361950"/>
                  </a:lnTo>
                  <a:lnTo>
                    <a:pt x="152400" y="361950"/>
                  </a:lnTo>
                  <a:lnTo>
                    <a:pt x="152400" y="20955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BR"/>
            </a:p>
          </p:txBody>
        </p:sp>
      </p:grpSp>
      <p:grpSp>
        <p:nvGrpSpPr>
          <p:cNvPr id="30" name="Agrupar 29">
            <a:extLst>
              <a:ext uri="{FF2B5EF4-FFF2-40B4-BE49-F238E27FC236}">
                <a16:creationId xmlns:a16="http://schemas.microsoft.com/office/drawing/2014/main" id="{D723179D-A9B8-FA22-C168-7EBF13A71E18}"/>
              </a:ext>
            </a:extLst>
          </p:cNvPr>
          <p:cNvGrpSpPr/>
          <p:nvPr/>
        </p:nvGrpSpPr>
        <p:grpSpPr>
          <a:xfrm>
            <a:off x="4433482" y="2753653"/>
            <a:ext cx="279400" cy="279400"/>
            <a:chOff x="3416300" y="-1231900"/>
            <a:chExt cx="558800" cy="558800"/>
          </a:xfrm>
        </p:grpSpPr>
        <p:sp>
          <p:nvSpPr>
            <p:cNvPr id="31" name="Elipse 30">
              <a:extLst>
                <a:ext uri="{FF2B5EF4-FFF2-40B4-BE49-F238E27FC236}">
                  <a16:creationId xmlns:a16="http://schemas.microsoft.com/office/drawing/2014/main" id="{0FA64C1B-6C20-D21D-0235-81311A34AA1E}"/>
                </a:ext>
              </a:extLst>
            </p:cNvPr>
            <p:cNvSpPr/>
            <p:nvPr/>
          </p:nvSpPr>
          <p:spPr>
            <a:xfrm>
              <a:off x="3416300" y="-1231900"/>
              <a:ext cx="558800" cy="558800"/>
            </a:xfrm>
            <a:prstGeom prst="ellipse">
              <a:avLst/>
            </a:prstGeom>
            <a:solidFill>
              <a:srgbClr val="D3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2" name="Forma Livre: Forma 31">
              <a:extLst>
                <a:ext uri="{FF2B5EF4-FFF2-40B4-BE49-F238E27FC236}">
                  <a16:creationId xmlns:a16="http://schemas.microsoft.com/office/drawing/2014/main" id="{5DECBA15-4A41-B6D8-0FFD-EF63A74EF862}"/>
                </a:ext>
              </a:extLst>
            </p:cNvPr>
            <p:cNvSpPr/>
            <p:nvPr/>
          </p:nvSpPr>
          <p:spPr>
            <a:xfrm rot="8100000">
              <a:off x="3514726" y="-1133475"/>
              <a:ext cx="361950" cy="361950"/>
            </a:xfrm>
            <a:custGeom>
              <a:avLst/>
              <a:gdLst>
                <a:gd name="connsiteX0" fmla="*/ 0 w 361950"/>
                <a:gd name="connsiteY0" fmla="*/ 209550 h 361950"/>
                <a:gd name="connsiteX1" fmla="*/ 0 w 361950"/>
                <a:gd name="connsiteY1" fmla="*/ 152400 h 361950"/>
                <a:gd name="connsiteX2" fmla="*/ 152400 w 361950"/>
                <a:gd name="connsiteY2" fmla="*/ 152400 h 361950"/>
                <a:gd name="connsiteX3" fmla="*/ 152400 w 361950"/>
                <a:gd name="connsiteY3" fmla="*/ 0 h 361950"/>
                <a:gd name="connsiteX4" fmla="*/ 209550 w 361950"/>
                <a:gd name="connsiteY4" fmla="*/ 0 h 361950"/>
                <a:gd name="connsiteX5" fmla="*/ 209550 w 361950"/>
                <a:gd name="connsiteY5" fmla="*/ 152400 h 361950"/>
                <a:gd name="connsiteX6" fmla="*/ 361950 w 361950"/>
                <a:gd name="connsiteY6" fmla="*/ 152400 h 361950"/>
                <a:gd name="connsiteX7" fmla="*/ 361950 w 361950"/>
                <a:gd name="connsiteY7" fmla="*/ 209550 h 361950"/>
                <a:gd name="connsiteX8" fmla="*/ 209550 w 361950"/>
                <a:gd name="connsiteY8" fmla="*/ 209550 h 361950"/>
                <a:gd name="connsiteX9" fmla="*/ 209550 w 361950"/>
                <a:gd name="connsiteY9" fmla="*/ 361950 h 361950"/>
                <a:gd name="connsiteX10" fmla="*/ 152400 w 361950"/>
                <a:gd name="connsiteY10" fmla="*/ 361950 h 361950"/>
                <a:gd name="connsiteX11" fmla="*/ 152400 w 361950"/>
                <a:gd name="connsiteY11" fmla="*/ 209550 h 36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61950" h="361950">
                  <a:moveTo>
                    <a:pt x="0" y="209550"/>
                  </a:move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lnTo>
                    <a:pt x="209550" y="0"/>
                  </a:lnTo>
                  <a:lnTo>
                    <a:pt x="209550" y="152400"/>
                  </a:lnTo>
                  <a:lnTo>
                    <a:pt x="361950" y="152400"/>
                  </a:lnTo>
                  <a:lnTo>
                    <a:pt x="361950" y="209550"/>
                  </a:lnTo>
                  <a:lnTo>
                    <a:pt x="209550" y="209550"/>
                  </a:lnTo>
                  <a:lnTo>
                    <a:pt x="209550" y="361950"/>
                  </a:lnTo>
                  <a:lnTo>
                    <a:pt x="152400" y="361950"/>
                  </a:lnTo>
                  <a:lnTo>
                    <a:pt x="152400" y="20955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BR"/>
            </a:p>
          </p:txBody>
        </p:sp>
      </p:grpSp>
      <p:grpSp>
        <p:nvGrpSpPr>
          <p:cNvPr id="33" name="Agrupar 32">
            <a:extLst>
              <a:ext uri="{FF2B5EF4-FFF2-40B4-BE49-F238E27FC236}">
                <a16:creationId xmlns:a16="http://schemas.microsoft.com/office/drawing/2014/main" id="{ADFA3143-97EF-373B-A3B8-9806C6DC66AE}"/>
              </a:ext>
            </a:extLst>
          </p:cNvPr>
          <p:cNvGrpSpPr/>
          <p:nvPr/>
        </p:nvGrpSpPr>
        <p:grpSpPr>
          <a:xfrm>
            <a:off x="5974756" y="2753653"/>
            <a:ext cx="279400" cy="279400"/>
            <a:chOff x="3416300" y="-1231900"/>
            <a:chExt cx="558800" cy="558800"/>
          </a:xfrm>
        </p:grpSpPr>
        <p:sp>
          <p:nvSpPr>
            <p:cNvPr id="34" name="Elipse 33">
              <a:extLst>
                <a:ext uri="{FF2B5EF4-FFF2-40B4-BE49-F238E27FC236}">
                  <a16:creationId xmlns:a16="http://schemas.microsoft.com/office/drawing/2014/main" id="{9DB8CB82-27E3-89D9-D65A-ED4B50AC89D7}"/>
                </a:ext>
              </a:extLst>
            </p:cNvPr>
            <p:cNvSpPr/>
            <p:nvPr/>
          </p:nvSpPr>
          <p:spPr>
            <a:xfrm>
              <a:off x="3416300" y="-1231900"/>
              <a:ext cx="558800" cy="558800"/>
            </a:xfrm>
            <a:prstGeom prst="ellipse">
              <a:avLst/>
            </a:prstGeom>
            <a:solidFill>
              <a:srgbClr val="D3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5" name="Forma Livre: Forma 34">
              <a:extLst>
                <a:ext uri="{FF2B5EF4-FFF2-40B4-BE49-F238E27FC236}">
                  <a16:creationId xmlns:a16="http://schemas.microsoft.com/office/drawing/2014/main" id="{0ED2E4BC-AD0E-AC03-731E-9894D2BCD575}"/>
                </a:ext>
              </a:extLst>
            </p:cNvPr>
            <p:cNvSpPr/>
            <p:nvPr/>
          </p:nvSpPr>
          <p:spPr>
            <a:xfrm rot="8100000">
              <a:off x="3514726" y="-1133475"/>
              <a:ext cx="361950" cy="361950"/>
            </a:xfrm>
            <a:custGeom>
              <a:avLst/>
              <a:gdLst>
                <a:gd name="connsiteX0" fmla="*/ 0 w 361950"/>
                <a:gd name="connsiteY0" fmla="*/ 209550 h 361950"/>
                <a:gd name="connsiteX1" fmla="*/ 0 w 361950"/>
                <a:gd name="connsiteY1" fmla="*/ 152400 h 361950"/>
                <a:gd name="connsiteX2" fmla="*/ 152400 w 361950"/>
                <a:gd name="connsiteY2" fmla="*/ 152400 h 361950"/>
                <a:gd name="connsiteX3" fmla="*/ 152400 w 361950"/>
                <a:gd name="connsiteY3" fmla="*/ 0 h 361950"/>
                <a:gd name="connsiteX4" fmla="*/ 209550 w 361950"/>
                <a:gd name="connsiteY4" fmla="*/ 0 h 361950"/>
                <a:gd name="connsiteX5" fmla="*/ 209550 w 361950"/>
                <a:gd name="connsiteY5" fmla="*/ 152400 h 361950"/>
                <a:gd name="connsiteX6" fmla="*/ 361950 w 361950"/>
                <a:gd name="connsiteY6" fmla="*/ 152400 h 361950"/>
                <a:gd name="connsiteX7" fmla="*/ 361950 w 361950"/>
                <a:gd name="connsiteY7" fmla="*/ 209550 h 361950"/>
                <a:gd name="connsiteX8" fmla="*/ 209550 w 361950"/>
                <a:gd name="connsiteY8" fmla="*/ 209550 h 361950"/>
                <a:gd name="connsiteX9" fmla="*/ 209550 w 361950"/>
                <a:gd name="connsiteY9" fmla="*/ 361950 h 361950"/>
                <a:gd name="connsiteX10" fmla="*/ 152400 w 361950"/>
                <a:gd name="connsiteY10" fmla="*/ 361950 h 361950"/>
                <a:gd name="connsiteX11" fmla="*/ 152400 w 361950"/>
                <a:gd name="connsiteY11" fmla="*/ 209550 h 36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61950" h="361950">
                  <a:moveTo>
                    <a:pt x="0" y="209550"/>
                  </a:move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lnTo>
                    <a:pt x="209550" y="0"/>
                  </a:lnTo>
                  <a:lnTo>
                    <a:pt x="209550" y="152400"/>
                  </a:lnTo>
                  <a:lnTo>
                    <a:pt x="361950" y="152400"/>
                  </a:lnTo>
                  <a:lnTo>
                    <a:pt x="361950" y="209550"/>
                  </a:lnTo>
                  <a:lnTo>
                    <a:pt x="209550" y="209550"/>
                  </a:lnTo>
                  <a:lnTo>
                    <a:pt x="209550" y="361950"/>
                  </a:lnTo>
                  <a:lnTo>
                    <a:pt x="152400" y="361950"/>
                  </a:lnTo>
                  <a:lnTo>
                    <a:pt x="152400" y="20955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BR"/>
            </a:p>
          </p:txBody>
        </p:sp>
      </p:grpSp>
      <p:grpSp>
        <p:nvGrpSpPr>
          <p:cNvPr id="36" name="Agrupar 35">
            <a:extLst>
              <a:ext uri="{FF2B5EF4-FFF2-40B4-BE49-F238E27FC236}">
                <a16:creationId xmlns:a16="http://schemas.microsoft.com/office/drawing/2014/main" id="{A2B51BB5-6F5A-4A6F-347E-5F9423E8F749}"/>
              </a:ext>
            </a:extLst>
          </p:cNvPr>
          <p:cNvGrpSpPr/>
          <p:nvPr/>
        </p:nvGrpSpPr>
        <p:grpSpPr>
          <a:xfrm>
            <a:off x="7563615" y="2753653"/>
            <a:ext cx="279400" cy="279400"/>
            <a:chOff x="3416300" y="-1231900"/>
            <a:chExt cx="558800" cy="558800"/>
          </a:xfrm>
        </p:grpSpPr>
        <p:sp>
          <p:nvSpPr>
            <p:cNvPr id="37" name="Elipse 36">
              <a:extLst>
                <a:ext uri="{FF2B5EF4-FFF2-40B4-BE49-F238E27FC236}">
                  <a16:creationId xmlns:a16="http://schemas.microsoft.com/office/drawing/2014/main" id="{0A87573C-9CE2-223D-03A1-89DCA5B79D6D}"/>
                </a:ext>
              </a:extLst>
            </p:cNvPr>
            <p:cNvSpPr/>
            <p:nvPr/>
          </p:nvSpPr>
          <p:spPr>
            <a:xfrm>
              <a:off x="3416300" y="-1231900"/>
              <a:ext cx="558800" cy="558800"/>
            </a:xfrm>
            <a:prstGeom prst="ellipse">
              <a:avLst/>
            </a:prstGeom>
            <a:solidFill>
              <a:srgbClr val="D3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8" name="Forma Livre: Forma 37">
              <a:extLst>
                <a:ext uri="{FF2B5EF4-FFF2-40B4-BE49-F238E27FC236}">
                  <a16:creationId xmlns:a16="http://schemas.microsoft.com/office/drawing/2014/main" id="{CB557494-E368-2893-25A7-53C35980D953}"/>
                </a:ext>
              </a:extLst>
            </p:cNvPr>
            <p:cNvSpPr/>
            <p:nvPr/>
          </p:nvSpPr>
          <p:spPr>
            <a:xfrm rot="8100000">
              <a:off x="3514726" y="-1133475"/>
              <a:ext cx="361950" cy="361950"/>
            </a:xfrm>
            <a:custGeom>
              <a:avLst/>
              <a:gdLst>
                <a:gd name="connsiteX0" fmla="*/ 0 w 361950"/>
                <a:gd name="connsiteY0" fmla="*/ 209550 h 361950"/>
                <a:gd name="connsiteX1" fmla="*/ 0 w 361950"/>
                <a:gd name="connsiteY1" fmla="*/ 152400 h 361950"/>
                <a:gd name="connsiteX2" fmla="*/ 152400 w 361950"/>
                <a:gd name="connsiteY2" fmla="*/ 152400 h 361950"/>
                <a:gd name="connsiteX3" fmla="*/ 152400 w 361950"/>
                <a:gd name="connsiteY3" fmla="*/ 0 h 361950"/>
                <a:gd name="connsiteX4" fmla="*/ 209550 w 361950"/>
                <a:gd name="connsiteY4" fmla="*/ 0 h 361950"/>
                <a:gd name="connsiteX5" fmla="*/ 209550 w 361950"/>
                <a:gd name="connsiteY5" fmla="*/ 152400 h 361950"/>
                <a:gd name="connsiteX6" fmla="*/ 361950 w 361950"/>
                <a:gd name="connsiteY6" fmla="*/ 152400 h 361950"/>
                <a:gd name="connsiteX7" fmla="*/ 361950 w 361950"/>
                <a:gd name="connsiteY7" fmla="*/ 209550 h 361950"/>
                <a:gd name="connsiteX8" fmla="*/ 209550 w 361950"/>
                <a:gd name="connsiteY8" fmla="*/ 209550 h 361950"/>
                <a:gd name="connsiteX9" fmla="*/ 209550 w 361950"/>
                <a:gd name="connsiteY9" fmla="*/ 361950 h 361950"/>
                <a:gd name="connsiteX10" fmla="*/ 152400 w 361950"/>
                <a:gd name="connsiteY10" fmla="*/ 361950 h 361950"/>
                <a:gd name="connsiteX11" fmla="*/ 152400 w 361950"/>
                <a:gd name="connsiteY11" fmla="*/ 209550 h 36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61950" h="361950">
                  <a:moveTo>
                    <a:pt x="0" y="209550"/>
                  </a:move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lnTo>
                    <a:pt x="209550" y="0"/>
                  </a:lnTo>
                  <a:lnTo>
                    <a:pt x="209550" y="152400"/>
                  </a:lnTo>
                  <a:lnTo>
                    <a:pt x="361950" y="152400"/>
                  </a:lnTo>
                  <a:lnTo>
                    <a:pt x="361950" y="209550"/>
                  </a:lnTo>
                  <a:lnTo>
                    <a:pt x="209550" y="209550"/>
                  </a:lnTo>
                  <a:lnTo>
                    <a:pt x="209550" y="361950"/>
                  </a:lnTo>
                  <a:lnTo>
                    <a:pt x="152400" y="361950"/>
                  </a:lnTo>
                  <a:lnTo>
                    <a:pt x="152400" y="20955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BR"/>
            </a:p>
          </p:txBody>
        </p:sp>
      </p:grpSp>
      <p:grpSp>
        <p:nvGrpSpPr>
          <p:cNvPr id="39" name="Agrupar 38">
            <a:extLst>
              <a:ext uri="{FF2B5EF4-FFF2-40B4-BE49-F238E27FC236}">
                <a16:creationId xmlns:a16="http://schemas.microsoft.com/office/drawing/2014/main" id="{9F35D9B5-E57C-BF5F-0F35-2E24A6097B42}"/>
              </a:ext>
            </a:extLst>
          </p:cNvPr>
          <p:cNvGrpSpPr/>
          <p:nvPr/>
        </p:nvGrpSpPr>
        <p:grpSpPr>
          <a:xfrm>
            <a:off x="2868385" y="3195678"/>
            <a:ext cx="279400" cy="279400"/>
            <a:chOff x="2130426" y="-1231900"/>
            <a:chExt cx="558800" cy="558800"/>
          </a:xfrm>
        </p:grpSpPr>
        <p:sp>
          <p:nvSpPr>
            <p:cNvPr id="40" name="Elipse 39">
              <a:extLst>
                <a:ext uri="{FF2B5EF4-FFF2-40B4-BE49-F238E27FC236}">
                  <a16:creationId xmlns:a16="http://schemas.microsoft.com/office/drawing/2014/main" id="{17B33183-E582-E910-016F-4847EE3A47A7}"/>
                </a:ext>
              </a:extLst>
            </p:cNvPr>
            <p:cNvSpPr/>
            <p:nvPr/>
          </p:nvSpPr>
          <p:spPr>
            <a:xfrm>
              <a:off x="2130426" y="-1231900"/>
              <a:ext cx="558800" cy="558800"/>
            </a:xfrm>
            <a:prstGeom prst="ellipse">
              <a:avLst/>
            </a:prstGeom>
            <a:solidFill>
              <a:srgbClr val="00C6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1" name="Forma Livre: Forma 40">
              <a:extLst>
                <a:ext uri="{FF2B5EF4-FFF2-40B4-BE49-F238E27FC236}">
                  <a16:creationId xmlns:a16="http://schemas.microsoft.com/office/drawing/2014/main" id="{BC929297-3232-0F4F-FB16-049CE7AC7DE1}"/>
                </a:ext>
              </a:extLst>
            </p:cNvPr>
            <p:cNvSpPr/>
            <p:nvPr/>
          </p:nvSpPr>
          <p:spPr>
            <a:xfrm rot="5400000">
              <a:off x="2228851" y="-1133475"/>
              <a:ext cx="361950" cy="361950"/>
            </a:xfrm>
            <a:custGeom>
              <a:avLst/>
              <a:gdLst>
                <a:gd name="connsiteX0" fmla="*/ 0 w 361950"/>
                <a:gd name="connsiteY0" fmla="*/ 209550 h 361950"/>
                <a:gd name="connsiteX1" fmla="*/ 0 w 361950"/>
                <a:gd name="connsiteY1" fmla="*/ 152400 h 361950"/>
                <a:gd name="connsiteX2" fmla="*/ 152400 w 361950"/>
                <a:gd name="connsiteY2" fmla="*/ 152400 h 361950"/>
                <a:gd name="connsiteX3" fmla="*/ 152400 w 361950"/>
                <a:gd name="connsiteY3" fmla="*/ 0 h 361950"/>
                <a:gd name="connsiteX4" fmla="*/ 209550 w 361950"/>
                <a:gd name="connsiteY4" fmla="*/ 0 h 361950"/>
                <a:gd name="connsiteX5" fmla="*/ 209550 w 361950"/>
                <a:gd name="connsiteY5" fmla="*/ 152400 h 361950"/>
                <a:gd name="connsiteX6" fmla="*/ 361950 w 361950"/>
                <a:gd name="connsiteY6" fmla="*/ 152400 h 361950"/>
                <a:gd name="connsiteX7" fmla="*/ 361950 w 361950"/>
                <a:gd name="connsiteY7" fmla="*/ 209550 h 361950"/>
                <a:gd name="connsiteX8" fmla="*/ 209550 w 361950"/>
                <a:gd name="connsiteY8" fmla="*/ 209550 h 361950"/>
                <a:gd name="connsiteX9" fmla="*/ 209550 w 361950"/>
                <a:gd name="connsiteY9" fmla="*/ 361950 h 361950"/>
                <a:gd name="connsiteX10" fmla="*/ 152400 w 361950"/>
                <a:gd name="connsiteY10" fmla="*/ 361950 h 361950"/>
                <a:gd name="connsiteX11" fmla="*/ 152400 w 361950"/>
                <a:gd name="connsiteY11" fmla="*/ 209550 h 36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61950" h="361950">
                  <a:moveTo>
                    <a:pt x="0" y="209550"/>
                  </a:move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lnTo>
                    <a:pt x="209550" y="0"/>
                  </a:lnTo>
                  <a:lnTo>
                    <a:pt x="209550" y="152400"/>
                  </a:lnTo>
                  <a:lnTo>
                    <a:pt x="361950" y="152400"/>
                  </a:lnTo>
                  <a:lnTo>
                    <a:pt x="361950" y="209550"/>
                  </a:lnTo>
                  <a:lnTo>
                    <a:pt x="209550" y="209550"/>
                  </a:lnTo>
                  <a:lnTo>
                    <a:pt x="209550" y="361950"/>
                  </a:lnTo>
                  <a:lnTo>
                    <a:pt x="152400" y="361950"/>
                  </a:lnTo>
                  <a:lnTo>
                    <a:pt x="152400" y="20955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BR"/>
            </a:p>
          </p:txBody>
        </p:sp>
      </p:grpSp>
      <p:grpSp>
        <p:nvGrpSpPr>
          <p:cNvPr id="60" name="Agrupar 59">
            <a:extLst>
              <a:ext uri="{FF2B5EF4-FFF2-40B4-BE49-F238E27FC236}">
                <a16:creationId xmlns:a16="http://schemas.microsoft.com/office/drawing/2014/main" id="{C6237906-6D1D-C12D-09E2-F9722C71A132}"/>
              </a:ext>
            </a:extLst>
          </p:cNvPr>
          <p:cNvGrpSpPr/>
          <p:nvPr/>
        </p:nvGrpSpPr>
        <p:grpSpPr>
          <a:xfrm>
            <a:off x="2868385" y="3626941"/>
            <a:ext cx="279400" cy="279400"/>
            <a:chOff x="3416300" y="-1231900"/>
            <a:chExt cx="558800" cy="558800"/>
          </a:xfrm>
        </p:grpSpPr>
        <p:sp>
          <p:nvSpPr>
            <p:cNvPr id="61" name="Elipse 60">
              <a:extLst>
                <a:ext uri="{FF2B5EF4-FFF2-40B4-BE49-F238E27FC236}">
                  <a16:creationId xmlns:a16="http://schemas.microsoft.com/office/drawing/2014/main" id="{1ABC5CC6-BE1F-BE85-D6AF-1033CCF2251F}"/>
                </a:ext>
              </a:extLst>
            </p:cNvPr>
            <p:cNvSpPr/>
            <p:nvPr/>
          </p:nvSpPr>
          <p:spPr>
            <a:xfrm>
              <a:off x="3416300" y="-1231900"/>
              <a:ext cx="558800" cy="558800"/>
            </a:xfrm>
            <a:prstGeom prst="ellipse">
              <a:avLst/>
            </a:prstGeom>
            <a:solidFill>
              <a:srgbClr val="D3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2" name="Forma Livre: Forma 61">
              <a:extLst>
                <a:ext uri="{FF2B5EF4-FFF2-40B4-BE49-F238E27FC236}">
                  <a16:creationId xmlns:a16="http://schemas.microsoft.com/office/drawing/2014/main" id="{8DCB9CAC-4042-55E1-DCC8-CFC0E9814DC0}"/>
                </a:ext>
              </a:extLst>
            </p:cNvPr>
            <p:cNvSpPr/>
            <p:nvPr/>
          </p:nvSpPr>
          <p:spPr>
            <a:xfrm rot="8100000">
              <a:off x="3514726" y="-1133475"/>
              <a:ext cx="361950" cy="361950"/>
            </a:xfrm>
            <a:custGeom>
              <a:avLst/>
              <a:gdLst>
                <a:gd name="connsiteX0" fmla="*/ 0 w 361950"/>
                <a:gd name="connsiteY0" fmla="*/ 209550 h 361950"/>
                <a:gd name="connsiteX1" fmla="*/ 0 w 361950"/>
                <a:gd name="connsiteY1" fmla="*/ 152400 h 361950"/>
                <a:gd name="connsiteX2" fmla="*/ 152400 w 361950"/>
                <a:gd name="connsiteY2" fmla="*/ 152400 h 361950"/>
                <a:gd name="connsiteX3" fmla="*/ 152400 w 361950"/>
                <a:gd name="connsiteY3" fmla="*/ 0 h 361950"/>
                <a:gd name="connsiteX4" fmla="*/ 209550 w 361950"/>
                <a:gd name="connsiteY4" fmla="*/ 0 h 361950"/>
                <a:gd name="connsiteX5" fmla="*/ 209550 w 361950"/>
                <a:gd name="connsiteY5" fmla="*/ 152400 h 361950"/>
                <a:gd name="connsiteX6" fmla="*/ 361950 w 361950"/>
                <a:gd name="connsiteY6" fmla="*/ 152400 h 361950"/>
                <a:gd name="connsiteX7" fmla="*/ 361950 w 361950"/>
                <a:gd name="connsiteY7" fmla="*/ 209550 h 361950"/>
                <a:gd name="connsiteX8" fmla="*/ 209550 w 361950"/>
                <a:gd name="connsiteY8" fmla="*/ 209550 h 361950"/>
                <a:gd name="connsiteX9" fmla="*/ 209550 w 361950"/>
                <a:gd name="connsiteY9" fmla="*/ 361950 h 361950"/>
                <a:gd name="connsiteX10" fmla="*/ 152400 w 361950"/>
                <a:gd name="connsiteY10" fmla="*/ 361950 h 361950"/>
                <a:gd name="connsiteX11" fmla="*/ 152400 w 361950"/>
                <a:gd name="connsiteY11" fmla="*/ 209550 h 36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61950" h="361950">
                  <a:moveTo>
                    <a:pt x="0" y="209550"/>
                  </a:move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lnTo>
                    <a:pt x="209550" y="0"/>
                  </a:lnTo>
                  <a:lnTo>
                    <a:pt x="209550" y="152400"/>
                  </a:lnTo>
                  <a:lnTo>
                    <a:pt x="361950" y="152400"/>
                  </a:lnTo>
                  <a:lnTo>
                    <a:pt x="361950" y="209550"/>
                  </a:lnTo>
                  <a:lnTo>
                    <a:pt x="209550" y="209550"/>
                  </a:lnTo>
                  <a:lnTo>
                    <a:pt x="209550" y="361950"/>
                  </a:lnTo>
                  <a:lnTo>
                    <a:pt x="152400" y="361950"/>
                  </a:lnTo>
                  <a:lnTo>
                    <a:pt x="152400" y="20955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BR"/>
            </a:p>
          </p:txBody>
        </p:sp>
      </p:grpSp>
      <p:grpSp>
        <p:nvGrpSpPr>
          <p:cNvPr id="63" name="Agrupar 62">
            <a:extLst>
              <a:ext uri="{FF2B5EF4-FFF2-40B4-BE49-F238E27FC236}">
                <a16:creationId xmlns:a16="http://schemas.microsoft.com/office/drawing/2014/main" id="{46B727D9-71EF-9C6E-150A-58F902EA11CB}"/>
              </a:ext>
            </a:extLst>
          </p:cNvPr>
          <p:cNvGrpSpPr/>
          <p:nvPr/>
        </p:nvGrpSpPr>
        <p:grpSpPr>
          <a:xfrm>
            <a:off x="2868385" y="4073854"/>
            <a:ext cx="279400" cy="279400"/>
            <a:chOff x="4059238" y="-1231900"/>
            <a:chExt cx="558800" cy="558800"/>
          </a:xfrm>
        </p:grpSpPr>
        <p:sp>
          <p:nvSpPr>
            <p:cNvPr id="1024" name="Elipse 1023">
              <a:extLst>
                <a:ext uri="{FF2B5EF4-FFF2-40B4-BE49-F238E27FC236}">
                  <a16:creationId xmlns:a16="http://schemas.microsoft.com/office/drawing/2014/main" id="{FA63C6C7-9944-021E-032E-4D9066CCD5EB}"/>
                </a:ext>
              </a:extLst>
            </p:cNvPr>
            <p:cNvSpPr/>
            <p:nvPr/>
          </p:nvSpPr>
          <p:spPr>
            <a:xfrm>
              <a:off x="4059238" y="-1231900"/>
              <a:ext cx="558800" cy="55880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D3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25" name="Forma Livre: Forma 1024">
              <a:extLst>
                <a:ext uri="{FF2B5EF4-FFF2-40B4-BE49-F238E27FC236}">
                  <a16:creationId xmlns:a16="http://schemas.microsoft.com/office/drawing/2014/main" id="{215A5EC2-A2A7-323C-2B73-3EED208D63F7}"/>
                </a:ext>
              </a:extLst>
            </p:cNvPr>
            <p:cNvSpPr/>
            <p:nvPr/>
          </p:nvSpPr>
          <p:spPr>
            <a:xfrm rot="18900000">
              <a:off x="4157662" y="-1104719"/>
              <a:ext cx="361951" cy="257176"/>
            </a:xfrm>
            <a:custGeom>
              <a:avLst/>
              <a:gdLst>
                <a:gd name="connsiteX0" fmla="*/ 0 w 361951"/>
                <a:gd name="connsiteY0" fmla="*/ 0 h 257176"/>
                <a:gd name="connsiteX1" fmla="*/ 71437 w 361951"/>
                <a:gd name="connsiteY1" fmla="*/ 0 h 257176"/>
                <a:gd name="connsiteX2" fmla="*/ 71437 w 361951"/>
                <a:gd name="connsiteY2" fmla="*/ 152402 h 257176"/>
                <a:gd name="connsiteX3" fmla="*/ 361951 w 361951"/>
                <a:gd name="connsiteY3" fmla="*/ 152402 h 257176"/>
                <a:gd name="connsiteX4" fmla="*/ 361951 w 361951"/>
                <a:gd name="connsiteY4" fmla="*/ 257176 h 257176"/>
                <a:gd name="connsiteX5" fmla="*/ 1 w 361951"/>
                <a:gd name="connsiteY5" fmla="*/ 257176 h 257176"/>
                <a:gd name="connsiteX6" fmla="*/ 1 w 361951"/>
                <a:gd name="connsiteY6" fmla="*/ 257175 h 257176"/>
                <a:gd name="connsiteX7" fmla="*/ 0 w 361951"/>
                <a:gd name="connsiteY7" fmla="*/ 257175 h 257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1951" h="257176">
                  <a:moveTo>
                    <a:pt x="0" y="0"/>
                  </a:moveTo>
                  <a:lnTo>
                    <a:pt x="71437" y="0"/>
                  </a:lnTo>
                  <a:lnTo>
                    <a:pt x="71437" y="152402"/>
                  </a:lnTo>
                  <a:lnTo>
                    <a:pt x="361951" y="152402"/>
                  </a:lnTo>
                  <a:lnTo>
                    <a:pt x="361951" y="257176"/>
                  </a:lnTo>
                  <a:lnTo>
                    <a:pt x="1" y="257176"/>
                  </a:lnTo>
                  <a:lnTo>
                    <a:pt x="1" y="257175"/>
                  </a:lnTo>
                  <a:lnTo>
                    <a:pt x="0" y="257175"/>
                  </a:lnTo>
                  <a:close/>
                </a:path>
              </a:pathLst>
            </a:custGeom>
            <a:solidFill>
              <a:srgbClr val="00C6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BR"/>
            </a:p>
          </p:txBody>
        </p:sp>
      </p:grpSp>
      <p:grpSp>
        <p:nvGrpSpPr>
          <p:cNvPr id="1028" name="Agrupar 1027">
            <a:extLst>
              <a:ext uri="{FF2B5EF4-FFF2-40B4-BE49-F238E27FC236}">
                <a16:creationId xmlns:a16="http://schemas.microsoft.com/office/drawing/2014/main" id="{B557001B-25EC-0F7A-EEE3-3A5E22E50EA4}"/>
              </a:ext>
            </a:extLst>
          </p:cNvPr>
          <p:cNvGrpSpPr/>
          <p:nvPr/>
        </p:nvGrpSpPr>
        <p:grpSpPr>
          <a:xfrm>
            <a:off x="2868385" y="4495042"/>
            <a:ext cx="279400" cy="279400"/>
            <a:chOff x="2130426" y="-1231900"/>
            <a:chExt cx="558800" cy="558800"/>
          </a:xfrm>
        </p:grpSpPr>
        <p:sp>
          <p:nvSpPr>
            <p:cNvPr id="1029" name="Elipse 1028">
              <a:extLst>
                <a:ext uri="{FF2B5EF4-FFF2-40B4-BE49-F238E27FC236}">
                  <a16:creationId xmlns:a16="http://schemas.microsoft.com/office/drawing/2014/main" id="{AAEC0862-8AA4-CE7D-35A7-CB4CAF0125E2}"/>
                </a:ext>
              </a:extLst>
            </p:cNvPr>
            <p:cNvSpPr/>
            <p:nvPr/>
          </p:nvSpPr>
          <p:spPr>
            <a:xfrm>
              <a:off x="2130426" y="-1231900"/>
              <a:ext cx="558800" cy="558800"/>
            </a:xfrm>
            <a:prstGeom prst="ellipse">
              <a:avLst/>
            </a:prstGeom>
            <a:solidFill>
              <a:srgbClr val="00C6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30" name="Forma Livre: Forma 1029">
              <a:extLst>
                <a:ext uri="{FF2B5EF4-FFF2-40B4-BE49-F238E27FC236}">
                  <a16:creationId xmlns:a16="http://schemas.microsoft.com/office/drawing/2014/main" id="{E0F625AC-A0B2-BE58-CBC3-E24A780413FF}"/>
                </a:ext>
              </a:extLst>
            </p:cNvPr>
            <p:cNvSpPr/>
            <p:nvPr/>
          </p:nvSpPr>
          <p:spPr>
            <a:xfrm rot="5400000">
              <a:off x="2228851" y="-1133475"/>
              <a:ext cx="361950" cy="361950"/>
            </a:xfrm>
            <a:custGeom>
              <a:avLst/>
              <a:gdLst>
                <a:gd name="connsiteX0" fmla="*/ 0 w 361950"/>
                <a:gd name="connsiteY0" fmla="*/ 209550 h 361950"/>
                <a:gd name="connsiteX1" fmla="*/ 0 w 361950"/>
                <a:gd name="connsiteY1" fmla="*/ 152400 h 361950"/>
                <a:gd name="connsiteX2" fmla="*/ 152400 w 361950"/>
                <a:gd name="connsiteY2" fmla="*/ 152400 h 361950"/>
                <a:gd name="connsiteX3" fmla="*/ 152400 w 361950"/>
                <a:gd name="connsiteY3" fmla="*/ 0 h 361950"/>
                <a:gd name="connsiteX4" fmla="*/ 209550 w 361950"/>
                <a:gd name="connsiteY4" fmla="*/ 0 h 361950"/>
                <a:gd name="connsiteX5" fmla="*/ 209550 w 361950"/>
                <a:gd name="connsiteY5" fmla="*/ 152400 h 361950"/>
                <a:gd name="connsiteX6" fmla="*/ 361950 w 361950"/>
                <a:gd name="connsiteY6" fmla="*/ 152400 h 361950"/>
                <a:gd name="connsiteX7" fmla="*/ 361950 w 361950"/>
                <a:gd name="connsiteY7" fmla="*/ 209550 h 361950"/>
                <a:gd name="connsiteX8" fmla="*/ 209550 w 361950"/>
                <a:gd name="connsiteY8" fmla="*/ 209550 h 361950"/>
                <a:gd name="connsiteX9" fmla="*/ 209550 w 361950"/>
                <a:gd name="connsiteY9" fmla="*/ 361950 h 361950"/>
                <a:gd name="connsiteX10" fmla="*/ 152400 w 361950"/>
                <a:gd name="connsiteY10" fmla="*/ 361950 h 361950"/>
                <a:gd name="connsiteX11" fmla="*/ 152400 w 361950"/>
                <a:gd name="connsiteY11" fmla="*/ 209550 h 36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61950" h="361950">
                  <a:moveTo>
                    <a:pt x="0" y="209550"/>
                  </a:move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lnTo>
                    <a:pt x="209550" y="0"/>
                  </a:lnTo>
                  <a:lnTo>
                    <a:pt x="209550" y="152400"/>
                  </a:lnTo>
                  <a:lnTo>
                    <a:pt x="361950" y="152400"/>
                  </a:lnTo>
                  <a:lnTo>
                    <a:pt x="361950" y="209550"/>
                  </a:lnTo>
                  <a:lnTo>
                    <a:pt x="209550" y="209550"/>
                  </a:lnTo>
                  <a:lnTo>
                    <a:pt x="209550" y="361950"/>
                  </a:lnTo>
                  <a:lnTo>
                    <a:pt x="152400" y="361950"/>
                  </a:lnTo>
                  <a:lnTo>
                    <a:pt x="152400" y="20955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BR"/>
            </a:p>
          </p:txBody>
        </p:sp>
      </p:grpSp>
      <p:grpSp>
        <p:nvGrpSpPr>
          <p:cNvPr id="1031" name="Agrupar 1030">
            <a:extLst>
              <a:ext uri="{FF2B5EF4-FFF2-40B4-BE49-F238E27FC236}">
                <a16:creationId xmlns:a16="http://schemas.microsoft.com/office/drawing/2014/main" id="{6EC5463B-8572-DEE4-5B9E-86D9B31EE0FF}"/>
              </a:ext>
            </a:extLst>
          </p:cNvPr>
          <p:cNvGrpSpPr/>
          <p:nvPr/>
        </p:nvGrpSpPr>
        <p:grpSpPr>
          <a:xfrm>
            <a:off x="2868385" y="5366876"/>
            <a:ext cx="279400" cy="279400"/>
            <a:chOff x="4059238" y="-1231900"/>
            <a:chExt cx="558800" cy="558800"/>
          </a:xfrm>
        </p:grpSpPr>
        <p:sp>
          <p:nvSpPr>
            <p:cNvPr id="1032" name="Elipse 1031">
              <a:extLst>
                <a:ext uri="{FF2B5EF4-FFF2-40B4-BE49-F238E27FC236}">
                  <a16:creationId xmlns:a16="http://schemas.microsoft.com/office/drawing/2014/main" id="{F823AD9B-2EFB-F7ED-DBED-9E7D8FA28271}"/>
                </a:ext>
              </a:extLst>
            </p:cNvPr>
            <p:cNvSpPr/>
            <p:nvPr/>
          </p:nvSpPr>
          <p:spPr>
            <a:xfrm>
              <a:off x="4059238" y="-1231900"/>
              <a:ext cx="558800" cy="55880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D3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33" name="Forma Livre: Forma 1032">
              <a:extLst>
                <a:ext uri="{FF2B5EF4-FFF2-40B4-BE49-F238E27FC236}">
                  <a16:creationId xmlns:a16="http://schemas.microsoft.com/office/drawing/2014/main" id="{E5D401E0-6518-1B6D-F893-6DA4767BBB01}"/>
                </a:ext>
              </a:extLst>
            </p:cNvPr>
            <p:cNvSpPr/>
            <p:nvPr/>
          </p:nvSpPr>
          <p:spPr>
            <a:xfrm rot="18900000">
              <a:off x="4157662" y="-1104719"/>
              <a:ext cx="361951" cy="257176"/>
            </a:xfrm>
            <a:custGeom>
              <a:avLst/>
              <a:gdLst>
                <a:gd name="connsiteX0" fmla="*/ 0 w 361951"/>
                <a:gd name="connsiteY0" fmla="*/ 0 h 257176"/>
                <a:gd name="connsiteX1" fmla="*/ 71437 w 361951"/>
                <a:gd name="connsiteY1" fmla="*/ 0 h 257176"/>
                <a:gd name="connsiteX2" fmla="*/ 71437 w 361951"/>
                <a:gd name="connsiteY2" fmla="*/ 152402 h 257176"/>
                <a:gd name="connsiteX3" fmla="*/ 361951 w 361951"/>
                <a:gd name="connsiteY3" fmla="*/ 152402 h 257176"/>
                <a:gd name="connsiteX4" fmla="*/ 361951 w 361951"/>
                <a:gd name="connsiteY4" fmla="*/ 257176 h 257176"/>
                <a:gd name="connsiteX5" fmla="*/ 1 w 361951"/>
                <a:gd name="connsiteY5" fmla="*/ 257176 h 257176"/>
                <a:gd name="connsiteX6" fmla="*/ 1 w 361951"/>
                <a:gd name="connsiteY6" fmla="*/ 257175 h 257176"/>
                <a:gd name="connsiteX7" fmla="*/ 0 w 361951"/>
                <a:gd name="connsiteY7" fmla="*/ 257175 h 257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1951" h="257176">
                  <a:moveTo>
                    <a:pt x="0" y="0"/>
                  </a:moveTo>
                  <a:lnTo>
                    <a:pt x="71437" y="0"/>
                  </a:lnTo>
                  <a:lnTo>
                    <a:pt x="71437" y="152402"/>
                  </a:lnTo>
                  <a:lnTo>
                    <a:pt x="361951" y="152402"/>
                  </a:lnTo>
                  <a:lnTo>
                    <a:pt x="361951" y="257176"/>
                  </a:lnTo>
                  <a:lnTo>
                    <a:pt x="1" y="257176"/>
                  </a:lnTo>
                  <a:lnTo>
                    <a:pt x="1" y="257175"/>
                  </a:lnTo>
                  <a:lnTo>
                    <a:pt x="0" y="257175"/>
                  </a:lnTo>
                  <a:close/>
                </a:path>
              </a:pathLst>
            </a:custGeom>
            <a:solidFill>
              <a:srgbClr val="00C6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BR"/>
            </a:p>
          </p:txBody>
        </p:sp>
      </p:grpSp>
      <p:grpSp>
        <p:nvGrpSpPr>
          <p:cNvPr id="1034" name="Agrupar 1033">
            <a:extLst>
              <a:ext uri="{FF2B5EF4-FFF2-40B4-BE49-F238E27FC236}">
                <a16:creationId xmlns:a16="http://schemas.microsoft.com/office/drawing/2014/main" id="{0D5EA312-0893-484E-0A44-8D2348378839}"/>
              </a:ext>
            </a:extLst>
          </p:cNvPr>
          <p:cNvGrpSpPr/>
          <p:nvPr/>
        </p:nvGrpSpPr>
        <p:grpSpPr>
          <a:xfrm>
            <a:off x="2868385" y="4929951"/>
            <a:ext cx="279400" cy="279400"/>
            <a:chOff x="3416300" y="-1231900"/>
            <a:chExt cx="558800" cy="558800"/>
          </a:xfrm>
        </p:grpSpPr>
        <p:sp>
          <p:nvSpPr>
            <p:cNvPr id="1035" name="Elipse 1034">
              <a:extLst>
                <a:ext uri="{FF2B5EF4-FFF2-40B4-BE49-F238E27FC236}">
                  <a16:creationId xmlns:a16="http://schemas.microsoft.com/office/drawing/2014/main" id="{3A6068E4-D582-CDBB-57F4-0E81A83604C2}"/>
                </a:ext>
              </a:extLst>
            </p:cNvPr>
            <p:cNvSpPr/>
            <p:nvPr/>
          </p:nvSpPr>
          <p:spPr>
            <a:xfrm>
              <a:off x="3416300" y="-1231900"/>
              <a:ext cx="558800" cy="558800"/>
            </a:xfrm>
            <a:prstGeom prst="ellipse">
              <a:avLst/>
            </a:prstGeom>
            <a:solidFill>
              <a:srgbClr val="D3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36" name="Forma Livre: Forma 1035">
              <a:extLst>
                <a:ext uri="{FF2B5EF4-FFF2-40B4-BE49-F238E27FC236}">
                  <a16:creationId xmlns:a16="http://schemas.microsoft.com/office/drawing/2014/main" id="{E52F320B-DD4E-DD28-792F-E4B3C8289AF7}"/>
                </a:ext>
              </a:extLst>
            </p:cNvPr>
            <p:cNvSpPr/>
            <p:nvPr/>
          </p:nvSpPr>
          <p:spPr>
            <a:xfrm rot="8100000">
              <a:off x="3514726" y="-1133475"/>
              <a:ext cx="361950" cy="361950"/>
            </a:xfrm>
            <a:custGeom>
              <a:avLst/>
              <a:gdLst>
                <a:gd name="connsiteX0" fmla="*/ 0 w 361950"/>
                <a:gd name="connsiteY0" fmla="*/ 209550 h 361950"/>
                <a:gd name="connsiteX1" fmla="*/ 0 w 361950"/>
                <a:gd name="connsiteY1" fmla="*/ 152400 h 361950"/>
                <a:gd name="connsiteX2" fmla="*/ 152400 w 361950"/>
                <a:gd name="connsiteY2" fmla="*/ 152400 h 361950"/>
                <a:gd name="connsiteX3" fmla="*/ 152400 w 361950"/>
                <a:gd name="connsiteY3" fmla="*/ 0 h 361950"/>
                <a:gd name="connsiteX4" fmla="*/ 209550 w 361950"/>
                <a:gd name="connsiteY4" fmla="*/ 0 h 361950"/>
                <a:gd name="connsiteX5" fmla="*/ 209550 w 361950"/>
                <a:gd name="connsiteY5" fmla="*/ 152400 h 361950"/>
                <a:gd name="connsiteX6" fmla="*/ 361950 w 361950"/>
                <a:gd name="connsiteY6" fmla="*/ 152400 h 361950"/>
                <a:gd name="connsiteX7" fmla="*/ 361950 w 361950"/>
                <a:gd name="connsiteY7" fmla="*/ 209550 h 361950"/>
                <a:gd name="connsiteX8" fmla="*/ 209550 w 361950"/>
                <a:gd name="connsiteY8" fmla="*/ 209550 h 361950"/>
                <a:gd name="connsiteX9" fmla="*/ 209550 w 361950"/>
                <a:gd name="connsiteY9" fmla="*/ 361950 h 361950"/>
                <a:gd name="connsiteX10" fmla="*/ 152400 w 361950"/>
                <a:gd name="connsiteY10" fmla="*/ 361950 h 361950"/>
                <a:gd name="connsiteX11" fmla="*/ 152400 w 361950"/>
                <a:gd name="connsiteY11" fmla="*/ 209550 h 36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61950" h="361950">
                  <a:moveTo>
                    <a:pt x="0" y="209550"/>
                  </a:move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lnTo>
                    <a:pt x="209550" y="0"/>
                  </a:lnTo>
                  <a:lnTo>
                    <a:pt x="209550" y="152400"/>
                  </a:lnTo>
                  <a:lnTo>
                    <a:pt x="361950" y="152400"/>
                  </a:lnTo>
                  <a:lnTo>
                    <a:pt x="361950" y="209550"/>
                  </a:lnTo>
                  <a:lnTo>
                    <a:pt x="209550" y="209550"/>
                  </a:lnTo>
                  <a:lnTo>
                    <a:pt x="209550" y="361950"/>
                  </a:lnTo>
                  <a:lnTo>
                    <a:pt x="152400" y="361950"/>
                  </a:lnTo>
                  <a:lnTo>
                    <a:pt x="152400" y="20955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40401659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0B2F6B14-4235-A178-C80C-A1D9B73DC30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8" name="Espaço Reservado para Imagem 7">
            <a:extLst>
              <a:ext uri="{FF2B5EF4-FFF2-40B4-BE49-F238E27FC236}">
                <a16:creationId xmlns:a16="http://schemas.microsoft.com/office/drawing/2014/main" id="{D3819734-0A02-FB0B-2EB8-337A3BE4277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692994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F2BEEC4-CE46-47A5-2F61-8BBDE4AC832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71030" y="473860"/>
            <a:ext cx="7905750" cy="890705"/>
          </a:xfrm>
        </p:spPr>
        <p:txBody>
          <a:bodyPr/>
          <a:lstStyle/>
          <a:p>
            <a:r>
              <a:rPr lang="pt-BR">
                <a:latin typeface="+mn-lt"/>
              </a:rPr>
              <a:t>IMAGENS DE SUPORTE</a:t>
            </a:r>
          </a:p>
          <a:p>
            <a:pPr>
              <a:lnSpc>
                <a:spcPct val="50000"/>
              </a:lnSpc>
            </a:pPr>
            <a:r>
              <a:rPr lang="pt-BR" sz="2800" b="0">
                <a:latin typeface="+mn-lt"/>
              </a:rPr>
              <a:t>Copie e cole para utilizar</a:t>
            </a:r>
          </a:p>
          <a:p>
            <a:endParaRPr lang="pt-BR">
              <a:latin typeface="+mn-lt"/>
            </a:endParaRPr>
          </a:p>
          <a:p>
            <a:endParaRPr lang="pt-BR">
              <a:latin typeface="+mn-lt"/>
            </a:endParaRPr>
          </a:p>
        </p:txBody>
      </p:sp>
      <p:pic>
        <p:nvPicPr>
          <p:cNvPr id="1036" name="Picture 12">
            <a:extLst>
              <a:ext uri="{FF2B5EF4-FFF2-40B4-BE49-F238E27FC236}">
                <a16:creationId xmlns:a16="http://schemas.microsoft.com/office/drawing/2014/main" id="{E4154EAB-4421-9B6E-7FD7-241C42A5CF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1400" y="3328776"/>
            <a:ext cx="1979734" cy="1245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m 3" descr="Interface gráfica do usuário, Aplicativo&#10;&#10;Descrição gerada automaticamente">
            <a:extLst>
              <a:ext uri="{FF2B5EF4-FFF2-40B4-BE49-F238E27FC236}">
                <a16:creationId xmlns:a16="http://schemas.microsoft.com/office/drawing/2014/main" id="{69EDB25F-75CB-0505-90B8-105D16A204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9163" y="1702653"/>
            <a:ext cx="5997400" cy="4498050"/>
          </a:xfrm>
          <a:prstGeom prst="rect">
            <a:avLst/>
          </a:prstGeom>
        </p:spPr>
      </p:pic>
      <p:pic>
        <p:nvPicPr>
          <p:cNvPr id="6" name="Imagem 5" descr="Celular em cima&#10;&#10;Descrição gerada automaticamente">
            <a:extLst>
              <a:ext uri="{FF2B5EF4-FFF2-40B4-BE49-F238E27FC236}">
                <a16:creationId xmlns:a16="http://schemas.microsoft.com/office/drawing/2014/main" id="{AB9D637B-B522-BEC6-62EB-D31B7E65DD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4176" y="2071085"/>
            <a:ext cx="5162550" cy="3871913"/>
          </a:xfrm>
          <a:prstGeom prst="rect">
            <a:avLst/>
          </a:prstGeom>
        </p:spPr>
      </p:pic>
      <p:pic>
        <p:nvPicPr>
          <p:cNvPr id="8" name="Imagem 7" descr="Tela de celular&#10;&#10;Descrição gerada automaticamente">
            <a:extLst>
              <a:ext uri="{FF2B5EF4-FFF2-40B4-BE49-F238E27FC236}">
                <a16:creationId xmlns:a16="http://schemas.microsoft.com/office/drawing/2014/main" id="{88CCA128-0C1C-6DAA-3D21-8769ECE0A21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7713" y="2122878"/>
            <a:ext cx="48768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2974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Espaço Reservado para Texto 2">
            <a:extLst>
              <a:ext uri="{FF2B5EF4-FFF2-40B4-BE49-F238E27FC236}">
                <a16:creationId xmlns:a16="http://schemas.microsoft.com/office/drawing/2014/main" id="{D540B8DD-3387-8F03-16E0-58614FBA976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71030" y="473860"/>
            <a:ext cx="7905750" cy="890705"/>
          </a:xfrm>
        </p:spPr>
        <p:txBody>
          <a:bodyPr/>
          <a:lstStyle/>
          <a:p>
            <a:r>
              <a:rPr lang="pt-BR">
                <a:latin typeface="+mn-lt"/>
              </a:rPr>
              <a:t>IMAGENS DE SUPORTE</a:t>
            </a:r>
          </a:p>
          <a:p>
            <a:pPr>
              <a:lnSpc>
                <a:spcPct val="50000"/>
              </a:lnSpc>
            </a:pPr>
            <a:r>
              <a:rPr lang="pt-BR" sz="2800" b="0">
                <a:latin typeface="+mn-lt"/>
              </a:rPr>
              <a:t>Copie e cole para utilizar</a:t>
            </a:r>
          </a:p>
          <a:p>
            <a:endParaRPr lang="pt-BR">
              <a:latin typeface="+mn-lt"/>
            </a:endParaRPr>
          </a:p>
          <a:p>
            <a:endParaRPr lang="pt-BR">
              <a:latin typeface="+mn-lt"/>
            </a:endParaRPr>
          </a:p>
        </p:txBody>
      </p:sp>
      <p:pic>
        <p:nvPicPr>
          <p:cNvPr id="8" name="Imagem 7" descr="Mulher com roupa azul&#10;&#10;Descrição gerada automaticamente com confiança média">
            <a:extLst>
              <a:ext uri="{FF2B5EF4-FFF2-40B4-BE49-F238E27FC236}">
                <a16:creationId xmlns:a16="http://schemas.microsoft.com/office/drawing/2014/main" id="{54B7CFC9-426B-C3C1-E1A4-98DBC3CD726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70"/>
          <a:stretch/>
        </p:blipFill>
        <p:spPr>
          <a:xfrm>
            <a:off x="6763024" y="2075134"/>
            <a:ext cx="5111354" cy="3666523"/>
          </a:xfrm>
          <a:prstGeom prst="rect">
            <a:avLst/>
          </a:prstGeom>
        </p:spPr>
      </p:pic>
      <p:pic>
        <p:nvPicPr>
          <p:cNvPr id="6" name="Imagem 5" descr="Homem em frente a espelho&#10;&#10;Descrição gerada automaticamente">
            <a:extLst>
              <a:ext uri="{FF2B5EF4-FFF2-40B4-BE49-F238E27FC236}">
                <a16:creationId xmlns:a16="http://schemas.microsoft.com/office/drawing/2014/main" id="{C971F1D2-9492-59BC-5B55-49E5164742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622" y="2075134"/>
            <a:ext cx="6188463" cy="4125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662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Espaço Reservado para Texto 2">
            <a:extLst>
              <a:ext uri="{FF2B5EF4-FFF2-40B4-BE49-F238E27FC236}">
                <a16:creationId xmlns:a16="http://schemas.microsoft.com/office/drawing/2014/main" id="{D540B8DD-3387-8F03-16E0-58614FBA976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71030" y="473860"/>
            <a:ext cx="7905750" cy="890705"/>
          </a:xfrm>
        </p:spPr>
        <p:txBody>
          <a:bodyPr/>
          <a:lstStyle/>
          <a:p>
            <a:r>
              <a:rPr lang="pt-BR">
                <a:latin typeface="+mn-lt"/>
              </a:rPr>
              <a:t>IMAGENS DE SUPORTE</a:t>
            </a:r>
          </a:p>
          <a:p>
            <a:pPr>
              <a:lnSpc>
                <a:spcPct val="50000"/>
              </a:lnSpc>
            </a:pPr>
            <a:r>
              <a:rPr lang="pt-BR" sz="2800" b="0">
                <a:latin typeface="+mn-lt"/>
              </a:rPr>
              <a:t>Copie e cole para utilizar</a:t>
            </a:r>
          </a:p>
          <a:p>
            <a:endParaRPr lang="pt-BR">
              <a:latin typeface="+mn-lt"/>
            </a:endParaRPr>
          </a:p>
          <a:p>
            <a:endParaRPr lang="pt-BR">
              <a:latin typeface="+mn-lt"/>
            </a:endParaRPr>
          </a:p>
        </p:txBody>
      </p:sp>
      <p:pic>
        <p:nvPicPr>
          <p:cNvPr id="3" name="Imagem 2" descr="Mulher com roupa verde&#10;&#10;Descrição gerada automaticamente">
            <a:extLst>
              <a:ext uri="{FF2B5EF4-FFF2-40B4-BE49-F238E27FC236}">
                <a16:creationId xmlns:a16="http://schemas.microsoft.com/office/drawing/2014/main" id="{736BC1FF-D939-0BDE-1348-1DF4A6DC76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051" y="1700212"/>
            <a:ext cx="3569715" cy="4943475"/>
          </a:xfrm>
          <a:prstGeom prst="rect">
            <a:avLst/>
          </a:prstGeom>
        </p:spPr>
      </p:pic>
      <p:pic>
        <p:nvPicPr>
          <p:cNvPr id="5" name="Imagem 4" descr="Homem segurando celular verde&#10;&#10;Descrição gerada automaticamente">
            <a:extLst>
              <a:ext uri="{FF2B5EF4-FFF2-40B4-BE49-F238E27FC236}">
                <a16:creationId xmlns:a16="http://schemas.microsoft.com/office/drawing/2014/main" id="{8C7F4E84-975E-C1D4-4AA8-9B215FF663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0308" y="1700212"/>
            <a:ext cx="4996441" cy="4943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38291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Espaço Reservado para Texto 2">
            <a:extLst>
              <a:ext uri="{FF2B5EF4-FFF2-40B4-BE49-F238E27FC236}">
                <a16:creationId xmlns:a16="http://schemas.microsoft.com/office/drawing/2014/main" id="{D540B8DD-3387-8F03-16E0-58614FBA976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71030" y="473860"/>
            <a:ext cx="7905750" cy="890705"/>
          </a:xfrm>
        </p:spPr>
        <p:txBody>
          <a:bodyPr/>
          <a:lstStyle/>
          <a:p>
            <a:r>
              <a:rPr lang="pt-BR">
                <a:latin typeface="+mn-lt"/>
              </a:rPr>
              <a:t>IMAGENS DE SUPORTE</a:t>
            </a:r>
          </a:p>
          <a:p>
            <a:pPr>
              <a:lnSpc>
                <a:spcPct val="50000"/>
              </a:lnSpc>
            </a:pPr>
            <a:r>
              <a:rPr lang="pt-BR" sz="2800" b="0">
                <a:latin typeface="+mn-lt"/>
              </a:rPr>
              <a:t>Copie e cole para utilizar</a:t>
            </a:r>
          </a:p>
          <a:p>
            <a:endParaRPr lang="pt-BR">
              <a:latin typeface="+mn-lt"/>
            </a:endParaRPr>
          </a:p>
          <a:p>
            <a:endParaRPr lang="pt-BR">
              <a:latin typeface="+mn-lt"/>
            </a:endParaRPr>
          </a:p>
        </p:txBody>
      </p:sp>
      <p:pic>
        <p:nvPicPr>
          <p:cNvPr id="4" name="Imagem 3" descr="Mão de pessoa&#10;&#10;Descrição gerada automaticamente com confiança média">
            <a:extLst>
              <a:ext uri="{FF2B5EF4-FFF2-40B4-BE49-F238E27FC236}">
                <a16:creationId xmlns:a16="http://schemas.microsoft.com/office/drawing/2014/main" id="{9367BA3B-767E-3476-E330-845B0EA2EB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32666"/>
            <a:ext cx="5141217" cy="3432036"/>
          </a:xfrm>
          <a:prstGeom prst="rect">
            <a:avLst/>
          </a:prstGeom>
        </p:spPr>
      </p:pic>
      <p:pic>
        <p:nvPicPr>
          <p:cNvPr id="9" name="Imagem 8" descr="Mulher segurando placa&#10;&#10;Descrição gerada automaticamente com confiança média">
            <a:extLst>
              <a:ext uri="{FF2B5EF4-FFF2-40B4-BE49-F238E27FC236}">
                <a16:creationId xmlns:a16="http://schemas.microsoft.com/office/drawing/2014/main" id="{92696967-BF8D-D3AE-593C-C7D9D4AAFA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3141" y="1818712"/>
            <a:ext cx="4553879" cy="4259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5783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9DDE8E27-8E6C-E78B-FD12-29DD893E35F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8419" y="448304"/>
            <a:ext cx="7905750" cy="1146037"/>
          </a:xfrm>
        </p:spPr>
        <p:txBody>
          <a:bodyPr/>
          <a:lstStyle/>
          <a:p>
            <a:r>
              <a:rPr lang="pt-BR"/>
              <a:t>PACK DE ÍCONES</a:t>
            </a:r>
            <a:endParaRPr lang="pt-BR">
              <a:latin typeface="+mn-lt"/>
            </a:endParaRPr>
          </a:p>
          <a:p>
            <a:pPr>
              <a:lnSpc>
                <a:spcPct val="50000"/>
              </a:lnSpc>
            </a:pPr>
            <a:r>
              <a:rPr lang="pt-BR" sz="3600" b="0">
                <a:latin typeface="+mn-lt"/>
              </a:rPr>
              <a:t>Copie e cole para utilizar</a:t>
            </a:r>
          </a:p>
        </p:txBody>
      </p:sp>
      <p:grpSp>
        <p:nvGrpSpPr>
          <p:cNvPr id="3" name="Gráfico 10">
            <a:extLst>
              <a:ext uri="{FF2B5EF4-FFF2-40B4-BE49-F238E27FC236}">
                <a16:creationId xmlns:a16="http://schemas.microsoft.com/office/drawing/2014/main" id="{DC0ED914-B612-EF1A-642A-EC57F3B6B7DF}"/>
              </a:ext>
            </a:extLst>
          </p:cNvPr>
          <p:cNvGrpSpPr/>
          <p:nvPr/>
        </p:nvGrpSpPr>
        <p:grpSpPr>
          <a:xfrm>
            <a:off x="1837371" y="3280302"/>
            <a:ext cx="532069" cy="532017"/>
            <a:chOff x="2253831" y="2762329"/>
            <a:chExt cx="532069" cy="532017"/>
          </a:xfrm>
          <a:solidFill>
            <a:schemeClr val="tx1"/>
          </a:solidFill>
        </p:grpSpPr>
        <p:sp>
          <p:nvSpPr>
            <p:cNvPr id="4" name="Forma Livre: Forma 3">
              <a:extLst>
                <a:ext uri="{FF2B5EF4-FFF2-40B4-BE49-F238E27FC236}">
                  <a16:creationId xmlns:a16="http://schemas.microsoft.com/office/drawing/2014/main" id="{DAB874D5-C87D-251F-417D-74E00B0344A8}"/>
                </a:ext>
              </a:extLst>
            </p:cNvPr>
            <p:cNvSpPr/>
            <p:nvPr/>
          </p:nvSpPr>
          <p:spPr>
            <a:xfrm>
              <a:off x="2253872" y="2762329"/>
              <a:ext cx="531992" cy="397520"/>
            </a:xfrm>
            <a:custGeom>
              <a:avLst/>
              <a:gdLst>
                <a:gd name="connsiteX0" fmla="*/ 165134 w 531992"/>
                <a:gd name="connsiteY0" fmla="*/ 397520 h 397520"/>
                <a:gd name="connsiteX1" fmla="*/ 159772 w 531992"/>
                <a:gd name="connsiteY1" fmla="*/ 395540 h 397520"/>
                <a:gd name="connsiteX2" fmla="*/ 2879 w 531992"/>
                <a:gd name="connsiteY2" fmla="*/ 261064 h 397520"/>
                <a:gd name="connsiteX3" fmla="*/ 13 w 531992"/>
                <a:gd name="connsiteY3" fmla="*/ 254362 h 397520"/>
                <a:gd name="connsiteX4" fmla="*/ 3581 w 531992"/>
                <a:gd name="connsiteY4" fmla="*/ 248010 h 397520"/>
                <a:gd name="connsiteX5" fmla="*/ 362178 w 531992"/>
                <a:gd name="connsiteY5" fmla="*/ 1453 h 397520"/>
                <a:gd name="connsiteX6" fmla="*/ 372221 w 531992"/>
                <a:gd name="connsiteY6" fmla="*/ 1989 h 397520"/>
                <a:gd name="connsiteX7" fmla="*/ 529113 w 531992"/>
                <a:gd name="connsiteY7" fmla="*/ 136466 h 397520"/>
                <a:gd name="connsiteX8" fmla="*/ 531980 w 531992"/>
                <a:gd name="connsiteY8" fmla="*/ 143168 h 397520"/>
                <a:gd name="connsiteX9" fmla="*/ 528412 w 531992"/>
                <a:gd name="connsiteY9" fmla="*/ 149519 h 397520"/>
                <a:gd name="connsiteX10" fmla="*/ 169774 w 531992"/>
                <a:gd name="connsiteY10" fmla="*/ 396056 h 397520"/>
                <a:gd name="connsiteX11" fmla="*/ 165093 w 531992"/>
                <a:gd name="connsiteY11" fmla="*/ 397500 h 397520"/>
                <a:gd name="connsiteX12" fmla="*/ 21749 w 531992"/>
                <a:gd name="connsiteY12" fmla="*/ 255496 h 397520"/>
                <a:gd name="connsiteX13" fmla="*/ 165691 w 531992"/>
                <a:gd name="connsiteY13" fmla="*/ 378878 h 397520"/>
                <a:gd name="connsiteX14" fmla="*/ 510244 w 531992"/>
                <a:gd name="connsiteY14" fmla="*/ 142013 h 397520"/>
                <a:gd name="connsiteX15" fmla="*/ 366302 w 531992"/>
                <a:gd name="connsiteY15" fmla="*/ 18631 h 397520"/>
                <a:gd name="connsiteX16" fmla="*/ 21749 w 531992"/>
                <a:gd name="connsiteY16" fmla="*/ 255496 h 397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31992" h="397520">
                  <a:moveTo>
                    <a:pt x="165134" y="397520"/>
                  </a:moveTo>
                  <a:cubicBezTo>
                    <a:pt x="163216" y="397520"/>
                    <a:pt x="161298" y="396860"/>
                    <a:pt x="159772" y="395540"/>
                  </a:cubicBezTo>
                  <a:lnTo>
                    <a:pt x="2879" y="261064"/>
                  </a:lnTo>
                  <a:cubicBezTo>
                    <a:pt x="941" y="259394"/>
                    <a:pt x="-131" y="256919"/>
                    <a:pt x="13" y="254362"/>
                  </a:cubicBezTo>
                  <a:cubicBezTo>
                    <a:pt x="157" y="251805"/>
                    <a:pt x="1456" y="249454"/>
                    <a:pt x="3581" y="248010"/>
                  </a:cubicBezTo>
                  <a:lnTo>
                    <a:pt x="362178" y="1453"/>
                  </a:lnTo>
                  <a:cubicBezTo>
                    <a:pt x="365250" y="-671"/>
                    <a:pt x="369375" y="-444"/>
                    <a:pt x="372221" y="1989"/>
                  </a:cubicBezTo>
                  <a:lnTo>
                    <a:pt x="529113" y="136466"/>
                  </a:lnTo>
                  <a:cubicBezTo>
                    <a:pt x="531052" y="138136"/>
                    <a:pt x="532124" y="140611"/>
                    <a:pt x="531980" y="143168"/>
                  </a:cubicBezTo>
                  <a:cubicBezTo>
                    <a:pt x="531835" y="145725"/>
                    <a:pt x="530536" y="148076"/>
                    <a:pt x="528412" y="149519"/>
                  </a:cubicBezTo>
                  <a:lnTo>
                    <a:pt x="169774" y="396056"/>
                  </a:lnTo>
                  <a:cubicBezTo>
                    <a:pt x="168351" y="397025"/>
                    <a:pt x="166722" y="397500"/>
                    <a:pt x="165093" y="397500"/>
                  </a:cubicBezTo>
                  <a:close/>
                  <a:moveTo>
                    <a:pt x="21749" y="255496"/>
                  </a:moveTo>
                  <a:lnTo>
                    <a:pt x="165691" y="378878"/>
                  </a:lnTo>
                  <a:lnTo>
                    <a:pt x="510244" y="142013"/>
                  </a:lnTo>
                  <a:lnTo>
                    <a:pt x="366302" y="18631"/>
                  </a:lnTo>
                  <a:lnTo>
                    <a:pt x="21749" y="255496"/>
                  </a:ln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" name="Forma Livre: Forma 4">
              <a:extLst>
                <a:ext uri="{FF2B5EF4-FFF2-40B4-BE49-F238E27FC236}">
                  <a16:creationId xmlns:a16="http://schemas.microsoft.com/office/drawing/2014/main" id="{983E452C-9FAE-2476-FA77-E294AC54DE30}"/>
                </a:ext>
              </a:extLst>
            </p:cNvPr>
            <p:cNvSpPr/>
            <p:nvPr/>
          </p:nvSpPr>
          <p:spPr>
            <a:xfrm>
              <a:off x="2513862" y="2828548"/>
              <a:ext cx="176416" cy="146609"/>
            </a:xfrm>
            <a:custGeom>
              <a:avLst/>
              <a:gdLst>
                <a:gd name="connsiteX0" fmla="*/ 94537 w 176416"/>
                <a:gd name="connsiteY0" fmla="*/ 146610 h 146609"/>
                <a:gd name="connsiteX1" fmla="*/ 87732 w 176416"/>
                <a:gd name="connsiteY1" fmla="*/ 143021 h 146609"/>
                <a:gd name="connsiteX2" fmla="*/ 89877 w 176416"/>
                <a:gd name="connsiteY2" fmla="*/ 131556 h 146609"/>
                <a:gd name="connsiteX3" fmla="*/ 154238 w 176416"/>
                <a:gd name="connsiteY3" fmla="*/ 87404 h 146609"/>
                <a:gd name="connsiteX4" fmla="*/ 150217 w 176416"/>
                <a:gd name="connsiteY4" fmla="*/ 70514 h 146609"/>
                <a:gd name="connsiteX5" fmla="*/ 156053 w 176416"/>
                <a:gd name="connsiteY5" fmla="*/ 54161 h 146609"/>
                <a:gd name="connsiteX6" fmla="*/ 115923 w 176416"/>
                <a:gd name="connsiteY6" fmla="*/ 19660 h 146609"/>
                <a:gd name="connsiteX7" fmla="*/ 89774 w 176416"/>
                <a:gd name="connsiteY7" fmla="*/ 18237 h 146609"/>
                <a:gd name="connsiteX8" fmla="*/ 12915 w 176416"/>
                <a:gd name="connsiteY8" fmla="*/ 70989 h 146609"/>
                <a:gd name="connsiteX9" fmla="*/ 1449 w 176416"/>
                <a:gd name="connsiteY9" fmla="*/ 68844 h 146609"/>
                <a:gd name="connsiteX10" fmla="*/ 3594 w 176416"/>
                <a:gd name="connsiteY10" fmla="*/ 57378 h 146609"/>
                <a:gd name="connsiteX11" fmla="*/ 85093 w 176416"/>
                <a:gd name="connsiteY11" fmla="*/ 1451 h 146609"/>
                <a:gd name="connsiteX12" fmla="*/ 95135 w 176416"/>
                <a:gd name="connsiteY12" fmla="*/ 2008 h 146609"/>
                <a:gd name="connsiteX13" fmla="*/ 112376 w 176416"/>
                <a:gd name="connsiteY13" fmla="*/ 2956 h 146609"/>
                <a:gd name="connsiteX14" fmla="*/ 122419 w 176416"/>
                <a:gd name="connsiteY14" fmla="*/ 3513 h 146609"/>
                <a:gd name="connsiteX15" fmla="*/ 173541 w 176416"/>
                <a:gd name="connsiteY15" fmla="*/ 47459 h 146609"/>
                <a:gd name="connsiteX16" fmla="*/ 176407 w 176416"/>
                <a:gd name="connsiteY16" fmla="*/ 54161 h 146609"/>
                <a:gd name="connsiteX17" fmla="*/ 172839 w 176416"/>
                <a:gd name="connsiteY17" fmla="*/ 60513 h 146609"/>
                <a:gd name="connsiteX18" fmla="*/ 166715 w 176416"/>
                <a:gd name="connsiteY18" fmla="*/ 71422 h 146609"/>
                <a:gd name="connsiteX19" fmla="*/ 171623 w 176416"/>
                <a:gd name="connsiteY19" fmla="*/ 82929 h 146609"/>
                <a:gd name="connsiteX20" fmla="*/ 174489 w 176416"/>
                <a:gd name="connsiteY20" fmla="*/ 89631 h 146609"/>
                <a:gd name="connsiteX21" fmla="*/ 170922 w 176416"/>
                <a:gd name="connsiteY21" fmla="*/ 95982 h 146609"/>
                <a:gd name="connsiteX22" fmla="*/ 99239 w 176416"/>
                <a:gd name="connsiteY22" fmla="*/ 145166 h 146609"/>
                <a:gd name="connsiteX23" fmla="*/ 94579 w 176416"/>
                <a:gd name="connsiteY23" fmla="*/ 146610 h 1466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76416" h="146609">
                  <a:moveTo>
                    <a:pt x="94537" y="146610"/>
                  </a:moveTo>
                  <a:cubicBezTo>
                    <a:pt x="91918" y="146610"/>
                    <a:pt x="89320" y="145352"/>
                    <a:pt x="87732" y="143021"/>
                  </a:cubicBezTo>
                  <a:cubicBezTo>
                    <a:pt x="85154" y="139268"/>
                    <a:pt x="86103" y="134133"/>
                    <a:pt x="89877" y="131556"/>
                  </a:cubicBezTo>
                  <a:lnTo>
                    <a:pt x="154238" y="87404"/>
                  </a:lnTo>
                  <a:cubicBezTo>
                    <a:pt x="151351" y="82331"/>
                    <a:pt x="149908" y="76453"/>
                    <a:pt x="150217" y="70514"/>
                  </a:cubicBezTo>
                  <a:cubicBezTo>
                    <a:pt x="150547" y="64596"/>
                    <a:pt x="152609" y="58904"/>
                    <a:pt x="156053" y="54161"/>
                  </a:cubicBezTo>
                  <a:lnTo>
                    <a:pt x="115923" y="19660"/>
                  </a:lnTo>
                  <a:cubicBezTo>
                    <a:pt x="107447" y="23104"/>
                    <a:pt x="97816" y="22589"/>
                    <a:pt x="89774" y="18237"/>
                  </a:cubicBezTo>
                  <a:lnTo>
                    <a:pt x="12915" y="70989"/>
                  </a:lnTo>
                  <a:cubicBezTo>
                    <a:pt x="9162" y="73566"/>
                    <a:pt x="4027" y="72618"/>
                    <a:pt x="1449" y="68844"/>
                  </a:cubicBezTo>
                  <a:cubicBezTo>
                    <a:pt x="-1128" y="65091"/>
                    <a:pt x="-180" y="59956"/>
                    <a:pt x="3594" y="57378"/>
                  </a:cubicBezTo>
                  <a:lnTo>
                    <a:pt x="85093" y="1451"/>
                  </a:lnTo>
                  <a:cubicBezTo>
                    <a:pt x="88186" y="-673"/>
                    <a:pt x="92310" y="-446"/>
                    <a:pt x="95135" y="2008"/>
                  </a:cubicBezTo>
                  <a:cubicBezTo>
                    <a:pt x="100002" y="6194"/>
                    <a:pt x="107096" y="6586"/>
                    <a:pt x="112376" y="2956"/>
                  </a:cubicBezTo>
                  <a:cubicBezTo>
                    <a:pt x="115469" y="832"/>
                    <a:pt x="119593" y="1059"/>
                    <a:pt x="122419" y="3513"/>
                  </a:cubicBezTo>
                  <a:lnTo>
                    <a:pt x="173541" y="47459"/>
                  </a:lnTo>
                  <a:cubicBezTo>
                    <a:pt x="175479" y="49129"/>
                    <a:pt x="176531" y="51604"/>
                    <a:pt x="176407" y="54161"/>
                  </a:cubicBezTo>
                  <a:cubicBezTo>
                    <a:pt x="176283" y="56718"/>
                    <a:pt x="174943" y="59069"/>
                    <a:pt x="172839" y="60513"/>
                  </a:cubicBezTo>
                  <a:cubicBezTo>
                    <a:pt x="169231" y="62987"/>
                    <a:pt x="166942" y="67070"/>
                    <a:pt x="166715" y="71422"/>
                  </a:cubicBezTo>
                  <a:cubicBezTo>
                    <a:pt x="166467" y="75773"/>
                    <a:pt x="168303" y="80083"/>
                    <a:pt x="171623" y="82929"/>
                  </a:cubicBezTo>
                  <a:cubicBezTo>
                    <a:pt x="173561" y="84599"/>
                    <a:pt x="174613" y="87074"/>
                    <a:pt x="174489" y="89631"/>
                  </a:cubicBezTo>
                  <a:cubicBezTo>
                    <a:pt x="174345" y="92188"/>
                    <a:pt x="173025" y="94539"/>
                    <a:pt x="170922" y="95982"/>
                  </a:cubicBezTo>
                  <a:lnTo>
                    <a:pt x="99239" y="145166"/>
                  </a:lnTo>
                  <a:cubicBezTo>
                    <a:pt x="97816" y="146135"/>
                    <a:pt x="96187" y="146610"/>
                    <a:pt x="94579" y="146610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" name="Forma Livre: Forma 5">
              <a:extLst>
                <a:ext uri="{FF2B5EF4-FFF2-40B4-BE49-F238E27FC236}">
                  <a16:creationId xmlns:a16="http://schemas.microsoft.com/office/drawing/2014/main" id="{BB289E17-F2EE-F1E6-B3EB-A29440488123}"/>
                </a:ext>
              </a:extLst>
            </p:cNvPr>
            <p:cNvSpPr/>
            <p:nvPr/>
          </p:nvSpPr>
          <p:spPr>
            <a:xfrm>
              <a:off x="2349417" y="2945847"/>
              <a:ext cx="177757" cy="147764"/>
            </a:xfrm>
            <a:custGeom>
              <a:avLst/>
              <a:gdLst>
                <a:gd name="connsiteX0" fmla="*/ 86705 w 177757"/>
                <a:gd name="connsiteY0" fmla="*/ 147764 h 147764"/>
                <a:gd name="connsiteX1" fmla="*/ 81323 w 177757"/>
                <a:gd name="connsiteY1" fmla="*/ 145764 h 147764"/>
                <a:gd name="connsiteX2" fmla="*/ 64083 w 177757"/>
                <a:gd name="connsiteY2" fmla="*/ 144815 h 147764"/>
                <a:gd name="connsiteX3" fmla="*/ 54040 w 177757"/>
                <a:gd name="connsiteY3" fmla="*/ 144258 h 147764"/>
                <a:gd name="connsiteX4" fmla="*/ 2876 w 177757"/>
                <a:gd name="connsiteY4" fmla="*/ 100272 h 147764"/>
                <a:gd name="connsiteX5" fmla="*/ 10 w 177757"/>
                <a:gd name="connsiteY5" fmla="*/ 93569 h 147764"/>
                <a:gd name="connsiteX6" fmla="*/ 3578 w 177757"/>
                <a:gd name="connsiteY6" fmla="*/ 87218 h 147764"/>
                <a:gd name="connsiteX7" fmla="*/ 9682 w 177757"/>
                <a:gd name="connsiteY7" fmla="*/ 76309 h 147764"/>
                <a:gd name="connsiteX8" fmla="*/ 4774 w 177757"/>
                <a:gd name="connsiteY8" fmla="*/ 64802 h 147764"/>
                <a:gd name="connsiteX9" fmla="*/ 1907 w 177757"/>
                <a:gd name="connsiteY9" fmla="*/ 58099 h 147764"/>
                <a:gd name="connsiteX10" fmla="*/ 5475 w 177757"/>
                <a:gd name="connsiteY10" fmla="*/ 51748 h 147764"/>
                <a:gd name="connsiteX11" fmla="*/ 78559 w 177757"/>
                <a:gd name="connsiteY11" fmla="*/ 1451 h 147764"/>
                <a:gd name="connsiteX12" fmla="*/ 90025 w 177757"/>
                <a:gd name="connsiteY12" fmla="*/ 3575 h 147764"/>
                <a:gd name="connsiteX13" fmla="*/ 87901 w 177757"/>
                <a:gd name="connsiteY13" fmla="*/ 15041 h 147764"/>
                <a:gd name="connsiteX14" fmla="*/ 22117 w 177757"/>
                <a:gd name="connsiteY14" fmla="*/ 60306 h 147764"/>
                <a:gd name="connsiteX15" fmla="*/ 26138 w 177757"/>
                <a:gd name="connsiteY15" fmla="*/ 77175 h 147764"/>
                <a:gd name="connsiteX16" fmla="*/ 20323 w 177757"/>
                <a:gd name="connsiteY16" fmla="*/ 93528 h 147764"/>
                <a:gd name="connsiteX17" fmla="*/ 60494 w 177757"/>
                <a:gd name="connsiteY17" fmla="*/ 128070 h 147764"/>
                <a:gd name="connsiteX18" fmla="*/ 86643 w 177757"/>
                <a:gd name="connsiteY18" fmla="*/ 129493 h 147764"/>
                <a:gd name="connsiteX19" fmla="*/ 164842 w 177757"/>
                <a:gd name="connsiteY19" fmla="*/ 75855 h 147764"/>
                <a:gd name="connsiteX20" fmla="*/ 176308 w 177757"/>
                <a:gd name="connsiteY20" fmla="*/ 78000 h 147764"/>
                <a:gd name="connsiteX21" fmla="*/ 174163 w 177757"/>
                <a:gd name="connsiteY21" fmla="*/ 89466 h 147764"/>
                <a:gd name="connsiteX22" fmla="*/ 91324 w 177757"/>
                <a:gd name="connsiteY22" fmla="*/ 146279 h 147764"/>
                <a:gd name="connsiteX23" fmla="*/ 86664 w 177757"/>
                <a:gd name="connsiteY23" fmla="*/ 147723 h 147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77757" h="147764">
                  <a:moveTo>
                    <a:pt x="86705" y="147764"/>
                  </a:moveTo>
                  <a:cubicBezTo>
                    <a:pt x="84787" y="147764"/>
                    <a:pt x="82869" y="147084"/>
                    <a:pt x="81323" y="145764"/>
                  </a:cubicBezTo>
                  <a:cubicBezTo>
                    <a:pt x="76456" y="141578"/>
                    <a:pt x="69362" y="141186"/>
                    <a:pt x="64083" y="144815"/>
                  </a:cubicBezTo>
                  <a:cubicBezTo>
                    <a:pt x="60989" y="146919"/>
                    <a:pt x="56885" y="146712"/>
                    <a:pt x="54040" y="144258"/>
                  </a:cubicBezTo>
                  <a:lnTo>
                    <a:pt x="2876" y="100272"/>
                  </a:lnTo>
                  <a:cubicBezTo>
                    <a:pt x="938" y="98601"/>
                    <a:pt x="-114" y="96127"/>
                    <a:pt x="10" y="93569"/>
                  </a:cubicBezTo>
                  <a:cubicBezTo>
                    <a:pt x="154" y="91012"/>
                    <a:pt x="1453" y="88661"/>
                    <a:pt x="3578" y="87218"/>
                  </a:cubicBezTo>
                  <a:cubicBezTo>
                    <a:pt x="7166" y="84743"/>
                    <a:pt x="9455" y="80660"/>
                    <a:pt x="9682" y="76309"/>
                  </a:cubicBezTo>
                  <a:cubicBezTo>
                    <a:pt x="9908" y="71957"/>
                    <a:pt x="8073" y="67647"/>
                    <a:pt x="4774" y="64802"/>
                  </a:cubicBezTo>
                  <a:cubicBezTo>
                    <a:pt x="2835" y="63131"/>
                    <a:pt x="1783" y="60657"/>
                    <a:pt x="1907" y="58099"/>
                  </a:cubicBezTo>
                  <a:cubicBezTo>
                    <a:pt x="2051" y="55542"/>
                    <a:pt x="3351" y="53191"/>
                    <a:pt x="5475" y="51748"/>
                  </a:cubicBezTo>
                  <a:lnTo>
                    <a:pt x="78559" y="1451"/>
                  </a:lnTo>
                  <a:cubicBezTo>
                    <a:pt x="82313" y="-1127"/>
                    <a:pt x="87447" y="-179"/>
                    <a:pt x="90025" y="3575"/>
                  </a:cubicBezTo>
                  <a:cubicBezTo>
                    <a:pt x="92603" y="7328"/>
                    <a:pt x="91654" y="12463"/>
                    <a:pt x="87901" y="15041"/>
                  </a:cubicBezTo>
                  <a:lnTo>
                    <a:pt x="22117" y="60306"/>
                  </a:lnTo>
                  <a:cubicBezTo>
                    <a:pt x="25004" y="65379"/>
                    <a:pt x="26468" y="71256"/>
                    <a:pt x="26138" y="77175"/>
                  </a:cubicBezTo>
                  <a:cubicBezTo>
                    <a:pt x="25829" y="83093"/>
                    <a:pt x="23746" y="88785"/>
                    <a:pt x="20323" y="93528"/>
                  </a:cubicBezTo>
                  <a:lnTo>
                    <a:pt x="60494" y="128070"/>
                  </a:lnTo>
                  <a:cubicBezTo>
                    <a:pt x="68970" y="124626"/>
                    <a:pt x="78580" y="125142"/>
                    <a:pt x="86643" y="129493"/>
                  </a:cubicBezTo>
                  <a:lnTo>
                    <a:pt x="164842" y="75855"/>
                  </a:lnTo>
                  <a:cubicBezTo>
                    <a:pt x="168595" y="73277"/>
                    <a:pt x="173730" y="74226"/>
                    <a:pt x="176308" y="78000"/>
                  </a:cubicBezTo>
                  <a:cubicBezTo>
                    <a:pt x="178886" y="81753"/>
                    <a:pt x="177937" y="86888"/>
                    <a:pt x="174163" y="89466"/>
                  </a:cubicBezTo>
                  <a:lnTo>
                    <a:pt x="91324" y="146279"/>
                  </a:lnTo>
                  <a:cubicBezTo>
                    <a:pt x="89922" y="147249"/>
                    <a:pt x="88293" y="147723"/>
                    <a:pt x="86664" y="147723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" name="Forma Livre: Forma 6">
              <a:extLst>
                <a:ext uri="{FF2B5EF4-FFF2-40B4-BE49-F238E27FC236}">
                  <a16:creationId xmlns:a16="http://schemas.microsoft.com/office/drawing/2014/main" id="{ADA97138-7B95-A6BB-3828-749ACD8D8AB2}"/>
                </a:ext>
              </a:extLst>
            </p:cNvPr>
            <p:cNvSpPr/>
            <p:nvPr/>
          </p:nvSpPr>
          <p:spPr>
            <a:xfrm>
              <a:off x="2478692" y="2854235"/>
              <a:ext cx="172704" cy="286125"/>
            </a:xfrm>
            <a:custGeom>
              <a:avLst/>
              <a:gdLst>
                <a:gd name="connsiteX0" fmla="*/ 164456 w 172704"/>
                <a:gd name="connsiteY0" fmla="*/ 286126 h 286125"/>
                <a:gd name="connsiteX1" fmla="*/ 156207 w 172704"/>
                <a:gd name="connsiteY1" fmla="*/ 277877 h 286125"/>
                <a:gd name="connsiteX2" fmla="*/ 156207 w 172704"/>
                <a:gd name="connsiteY2" fmla="*/ 146514 h 286125"/>
                <a:gd name="connsiteX3" fmla="*/ 2861 w 172704"/>
                <a:gd name="connsiteY3" fmla="*/ 14492 h 286125"/>
                <a:gd name="connsiteX4" fmla="*/ 1995 w 172704"/>
                <a:gd name="connsiteY4" fmla="*/ 2861 h 286125"/>
                <a:gd name="connsiteX5" fmla="*/ 13626 w 172704"/>
                <a:gd name="connsiteY5" fmla="*/ 1995 h 286125"/>
                <a:gd name="connsiteX6" fmla="*/ 169838 w 172704"/>
                <a:gd name="connsiteY6" fmla="*/ 136472 h 286125"/>
                <a:gd name="connsiteX7" fmla="*/ 172704 w 172704"/>
                <a:gd name="connsiteY7" fmla="*/ 142720 h 286125"/>
                <a:gd name="connsiteX8" fmla="*/ 172704 w 172704"/>
                <a:gd name="connsiteY8" fmla="*/ 277877 h 286125"/>
                <a:gd name="connsiteX9" fmla="*/ 164456 w 172704"/>
                <a:gd name="connsiteY9" fmla="*/ 286126 h 286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2704" h="286125">
                  <a:moveTo>
                    <a:pt x="164456" y="286126"/>
                  </a:moveTo>
                  <a:cubicBezTo>
                    <a:pt x="159898" y="286126"/>
                    <a:pt x="156207" y="282434"/>
                    <a:pt x="156207" y="277877"/>
                  </a:cubicBezTo>
                  <a:lnTo>
                    <a:pt x="156207" y="146514"/>
                  </a:lnTo>
                  <a:lnTo>
                    <a:pt x="2861" y="14492"/>
                  </a:lnTo>
                  <a:cubicBezTo>
                    <a:pt x="-583" y="11522"/>
                    <a:pt x="-974" y="6305"/>
                    <a:pt x="1995" y="2861"/>
                  </a:cubicBezTo>
                  <a:cubicBezTo>
                    <a:pt x="4965" y="-583"/>
                    <a:pt x="10182" y="-974"/>
                    <a:pt x="13626" y="1995"/>
                  </a:cubicBezTo>
                  <a:lnTo>
                    <a:pt x="169838" y="136472"/>
                  </a:lnTo>
                  <a:cubicBezTo>
                    <a:pt x="171653" y="138039"/>
                    <a:pt x="172704" y="140328"/>
                    <a:pt x="172704" y="142720"/>
                  </a:cubicBezTo>
                  <a:lnTo>
                    <a:pt x="172704" y="277877"/>
                  </a:lnTo>
                  <a:cubicBezTo>
                    <a:pt x="172704" y="282434"/>
                    <a:pt x="169013" y="286126"/>
                    <a:pt x="164456" y="286126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8" name="Forma Livre: Forma 7">
              <a:extLst>
                <a:ext uri="{FF2B5EF4-FFF2-40B4-BE49-F238E27FC236}">
                  <a16:creationId xmlns:a16="http://schemas.microsoft.com/office/drawing/2014/main" id="{1F1C157D-E1D5-5AA0-A952-7190601748F5}"/>
                </a:ext>
              </a:extLst>
            </p:cNvPr>
            <p:cNvSpPr/>
            <p:nvPr/>
          </p:nvSpPr>
          <p:spPr>
            <a:xfrm>
              <a:off x="2389233" y="2915627"/>
              <a:ext cx="172498" cy="286373"/>
            </a:xfrm>
            <a:custGeom>
              <a:avLst/>
              <a:gdLst>
                <a:gd name="connsiteX0" fmla="*/ 164249 w 172498"/>
                <a:gd name="connsiteY0" fmla="*/ 286373 h 286373"/>
                <a:gd name="connsiteX1" fmla="*/ 156001 w 172498"/>
                <a:gd name="connsiteY1" fmla="*/ 278124 h 286373"/>
                <a:gd name="connsiteX2" fmla="*/ 156001 w 172498"/>
                <a:gd name="connsiteY2" fmla="*/ 146514 h 286373"/>
                <a:gd name="connsiteX3" fmla="*/ 2861 w 172498"/>
                <a:gd name="connsiteY3" fmla="*/ 14492 h 286373"/>
                <a:gd name="connsiteX4" fmla="*/ 1995 w 172498"/>
                <a:gd name="connsiteY4" fmla="*/ 2861 h 286373"/>
                <a:gd name="connsiteX5" fmla="*/ 13626 w 172498"/>
                <a:gd name="connsiteY5" fmla="*/ 1995 h 286373"/>
                <a:gd name="connsiteX6" fmla="*/ 169632 w 172498"/>
                <a:gd name="connsiteY6" fmla="*/ 136472 h 286373"/>
                <a:gd name="connsiteX7" fmla="*/ 172498 w 172498"/>
                <a:gd name="connsiteY7" fmla="*/ 142720 h 286373"/>
                <a:gd name="connsiteX8" fmla="*/ 172498 w 172498"/>
                <a:gd name="connsiteY8" fmla="*/ 278104 h 286373"/>
                <a:gd name="connsiteX9" fmla="*/ 164249 w 172498"/>
                <a:gd name="connsiteY9" fmla="*/ 286353 h 286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2498" h="286373">
                  <a:moveTo>
                    <a:pt x="164249" y="286373"/>
                  </a:moveTo>
                  <a:cubicBezTo>
                    <a:pt x="159692" y="286373"/>
                    <a:pt x="156001" y="282682"/>
                    <a:pt x="156001" y="278124"/>
                  </a:cubicBezTo>
                  <a:lnTo>
                    <a:pt x="156001" y="146514"/>
                  </a:lnTo>
                  <a:lnTo>
                    <a:pt x="2861" y="14492"/>
                  </a:lnTo>
                  <a:cubicBezTo>
                    <a:pt x="-583" y="11522"/>
                    <a:pt x="-974" y="6305"/>
                    <a:pt x="1995" y="2861"/>
                  </a:cubicBezTo>
                  <a:cubicBezTo>
                    <a:pt x="4965" y="-583"/>
                    <a:pt x="10182" y="-974"/>
                    <a:pt x="13626" y="1995"/>
                  </a:cubicBezTo>
                  <a:lnTo>
                    <a:pt x="169632" y="136472"/>
                  </a:lnTo>
                  <a:cubicBezTo>
                    <a:pt x="171447" y="138039"/>
                    <a:pt x="172498" y="140328"/>
                    <a:pt x="172498" y="142720"/>
                  </a:cubicBezTo>
                  <a:lnTo>
                    <a:pt x="172498" y="278104"/>
                  </a:lnTo>
                  <a:cubicBezTo>
                    <a:pt x="172498" y="282661"/>
                    <a:pt x="168807" y="286353"/>
                    <a:pt x="164249" y="286353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9" name="Forma Livre: Forma 8">
              <a:extLst>
                <a:ext uri="{FF2B5EF4-FFF2-40B4-BE49-F238E27FC236}">
                  <a16:creationId xmlns:a16="http://schemas.microsoft.com/office/drawing/2014/main" id="{64A9819D-3D24-54CE-CD4F-1BEB74B841B1}"/>
                </a:ext>
              </a:extLst>
            </p:cNvPr>
            <p:cNvSpPr/>
            <p:nvPr/>
          </p:nvSpPr>
          <p:spPr>
            <a:xfrm>
              <a:off x="2253831" y="3076027"/>
              <a:ext cx="307887" cy="150966"/>
            </a:xfrm>
            <a:custGeom>
              <a:avLst/>
              <a:gdLst>
                <a:gd name="connsiteX0" fmla="*/ 165134 w 307887"/>
                <a:gd name="connsiteY0" fmla="*/ 150967 h 150966"/>
                <a:gd name="connsiteX1" fmla="*/ 159773 w 307887"/>
                <a:gd name="connsiteY1" fmla="*/ 148987 h 150966"/>
                <a:gd name="connsiteX2" fmla="*/ 2880 w 307887"/>
                <a:gd name="connsiteY2" fmla="*/ 14511 h 150966"/>
                <a:gd name="connsiteX3" fmla="*/ 1993 w 307887"/>
                <a:gd name="connsiteY3" fmla="*/ 2880 h 150966"/>
                <a:gd name="connsiteX4" fmla="*/ 13624 w 307887"/>
                <a:gd name="connsiteY4" fmla="*/ 1993 h 150966"/>
                <a:gd name="connsiteX5" fmla="*/ 165712 w 307887"/>
                <a:gd name="connsiteY5" fmla="*/ 132345 h 150966"/>
                <a:gd name="connsiteX6" fmla="*/ 294971 w 307887"/>
                <a:gd name="connsiteY6" fmla="*/ 43588 h 150966"/>
                <a:gd name="connsiteX7" fmla="*/ 306437 w 307887"/>
                <a:gd name="connsiteY7" fmla="*/ 45712 h 150966"/>
                <a:gd name="connsiteX8" fmla="*/ 304313 w 307887"/>
                <a:gd name="connsiteY8" fmla="*/ 57178 h 150966"/>
                <a:gd name="connsiteX9" fmla="*/ 169836 w 307887"/>
                <a:gd name="connsiteY9" fmla="*/ 149523 h 150966"/>
                <a:gd name="connsiteX10" fmla="*/ 165176 w 307887"/>
                <a:gd name="connsiteY10" fmla="*/ 150967 h 150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7887" h="150966">
                  <a:moveTo>
                    <a:pt x="165134" y="150967"/>
                  </a:moveTo>
                  <a:cubicBezTo>
                    <a:pt x="163217" y="150967"/>
                    <a:pt x="161299" y="150307"/>
                    <a:pt x="159773" y="148987"/>
                  </a:cubicBezTo>
                  <a:lnTo>
                    <a:pt x="2880" y="14511"/>
                  </a:lnTo>
                  <a:cubicBezTo>
                    <a:pt x="-585" y="11541"/>
                    <a:pt x="-976" y="6344"/>
                    <a:pt x="1993" y="2880"/>
                  </a:cubicBezTo>
                  <a:cubicBezTo>
                    <a:pt x="4963" y="-585"/>
                    <a:pt x="10160" y="-976"/>
                    <a:pt x="13624" y="1993"/>
                  </a:cubicBezTo>
                  <a:lnTo>
                    <a:pt x="165712" y="132345"/>
                  </a:lnTo>
                  <a:lnTo>
                    <a:pt x="294971" y="43588"/>
                  </a:lnTo>
                  <a:cubicBezTo>
                    <a:pt x="298724" y="41010"/>
                    <a:pt x="303859" y="41959"/>
                    <a:pt x="306437" y="45712"/>
                  </a:cubicBezTo>
                  <a:cubicBezTo>
                    <a:pt x="309014" y="49465"/>
                    <a:pt x="308066" y="54600"/>
                    <a:pt x="304313" y="57178"/>
                  </a:cubicBezTo>
                  <a:lnTo>
                    <a:pt x="169836" y="149523"/>
                  </a:lnTo>
                  <a:cubicBezTo>
                    <a:pt x="168434" y="150493"/>
                    <a:pt x="166784" y="150967"/>
                    <a:pt x="165176" y="150967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" name="Forma Livre: Forma 9">
              <a:extLst>
                <a:ext uri="{FF2B5EF4-FFF2-40B4-BE49-F238E27FC236}">
                  <a16:creationId xmlns:a16="http://schemas.microsoft.com/office/drawing/2014/main" id="{9DB533C1-C3B7-A06D-82DE-DDE413710906}"/>
                </a:ext>
              </a:extLst>
            </p:cNvPr>
            <p:cNvSpPr/>
            <p:nvPr/>
          </p:nvSpPr>
          <p:spPr>
            <a:xfrm>
              <a:off x="2634871" y="2964159"/>
              <a:ext cx="150967" cy="108850"/>
            </a:xfrm>
            <a:custGeom>
              <a:avLst/>
              <a:gdLst>
                <a:gd name="connsiteX0" fmla="*/ 8256 w 150967"/>
                <a:gd name="connsiteY0" fmla="*/ 108850 h 108850"/>
                <a:gd name="connsiteX1" fmla="*/ 1451 w 150967"/>
                <a:gd name="connsiteY1" fmla="*/ 105262 h 108850"/>
                <a:gd name="connsiteX2" fmla="*/ 3575 w 150967"/>
                <a:gd name="connsiteY2" fmla="*/ 93796 h 108850"/>
                <a:gd name="connsiteX3" fmla="*/ 138051 w 150967"/>
                <a:gd name="connsiteY3" fmla="*/ 1451 h 108850"/>
                <a:gd name="connsiteX4" fmla="*/ 149517 w 150967"/>
                <a:gd name="connsiteY4" fmla="*/ 3575 h 108850"/>
                <a:gd name="connsiteX5" fmla="*/ 147393 w 150967"/>
                <a:gd name="connsiteY5" fmla="*/ 15041 h 108850"/>
                <a:gd name="connsiteX6" fmla="*/ 12916 w 150967"/>
                <a:gd name="connsiteY6" fmla="*/ 107386 h 108850"/>
                <a:gd name="connsiteX7" fmla="*/ 8256 w 150967"/>
                <a:gd name="connsiteY7" fmla="*/ 108830 h 108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0967" h="108850">
                  <a:moveTo>
                    <a:pt x="8256" y="108850"/>
                  </a:moveTo>
                  <a:cubicBezTo>
                    <a:pt x="5637" y="108850"/>
                    <a:pt x="3039" y="107592"/>
                    <a:pt x="1451" y="105262"/>
                  </a:cubicBezTo>
                  <a:cubicBezTo>
                    <a:pt x="-1127" y="101509"/>
                    <a:pt x="-178" y="96374"/>
                    <a:pt x="3575" y="93796"/>
                  </a:cubicBezTo>
                  <a:lnTo>
                    <a:pt x="138051" y="1451"/>
                  </a:lnTo>
                  <a:cubicBezTo>
                    <a:pt x="141804" y="-1127"/>
                    <a:pt x="146939" y="-179"/>
                    <a:pt x="149517" y="3575"/>
                  </a:cubicBezTo>
                  <a:cubicBezTo>
                    <a:pt x="152095" y="7328"/>
                    <a:pt x="151146" y="12463"/>
                    <a:pt x="147393" y="15041"/>
                  </a:cubicBezTo>
                  <a:lnTo>
                    <a:pt x="12916" y="107386"/>
                  </a:lnTo>
                  <a:cubicBezTo>
                    <a:pt x="11494" y="108376"/>
                    <a:pt x="9864" y="108830"/>
                    <a:pt x="8256" y="108830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" name="Forma Livre: Forma 10">
              <a:extLst>
                <a:ext uri="{FF2B5EF4-FFF2-40B4-BE49-F238E27FC236}">
                  <a16:creationId xmlns:a16="http://schemas.microsoft.com/office/drawing/2014/main" id="{A3B3CF4D-FA20-E002-2181-1FEF6274465E}"/>
                </a:ext>
              </a:extLst>
            </p:cNvPr>
            <p:cNvSpPr/>
            <p:nvPr/>
          </p:nvSpPr>
          <p:spPr>
            <a:xfrm>
              <a:off x="2253872" y="3031325"/>
              <a:ext cx="532028" cy="263020"/>
            </a:xfrm>
            <a:custGeom>
              <a:avLst/>
              <a:gdLst>
                <a:gd name="connsiteX0" fmla="*/ 165134 w 532028"/>
                <a:gd name="connsiteY0" fmla="*/ 263021 h 263020"/>
                <a:gd name="connsiteX1" fmla="*/ 159773 w 532028"/>
                <a:gd name="connsiteY1" fmla="*/ 261041 h 263020"/>
                <a:gd name="connsiteX2" fmla="*/ 2880 w 532028"/>
                <a:gd name="connsiteY2" fmla="*/ 126565 h 263020"/>
                <a:gd name="connsiteX3" fmla="*/ 1993 w 532028"/>
                <a:gd name="connsiteY3" fmla="*/ 114934 h 263020"/>
                <a:gd name="connsiteX4" fmla="*/ 13624 w 532028"/>
                <a:gd name="connsiteY4" fmla="*/ 114047 h 263020"/>
                <a:gd name="connsiteX5" fmla="*/ 165712 w 532028"/>
                <a:gd name="connsiteY5" fmla="*/ 244399 h 263020"/>
                <a:gd name="connsiteX6" fmla="*/ 519112 w 532028"/>
                <a:gd name="connsiteY6" fmla="*/ 1451 h 263020"/>
                <a:gd name="connsiteX7" fmla="*/ 530578 w 532028"/>
                <a:gd name="connsiteY7" fmla="*/ 3575 h 263020"/>
                <a:gd name="connsiteX8" fmla="*/ 528454 w 532028"/>
                <a:gd name="connsiteY8" fmla="*/ 15041 h 263020"/>
                <a:gd name="connsiteX9" fmla="*/ 169816 w 532028"/>
                <a:gd name="connsiteY9" fmla="*/ 261577 h 263020"/>
                <a:gd name="connsiteX10" fmla="*/ 165134 w 532028"/>
                <a:gd name="connsiteY10" fmla="*/ 263021 h 263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32028" h="263020">
                  <a:moveTo>
                    <a:pt x="165134" y="263021"/>
                  </a:moveTo>
                  <a:cubicBezTo>
                    <a:pt x="163216" y="263021"/>
                    <a:pt x="161299" y="262361"/>
                    <a:pt x="159773" y="261041"/>
                  </a:cubicBezTo>
                  <a:lnTo>
                    <a:pt x="2880" y="126565"/>
                  </a:lnTo>
                  <a:cubicBezTo>
                    <a:pt x="-585" y="123595"/>
                    <a:pt x="-976" y="118398"/>
                    <a:pt x="1993" y="114934"/>
                  </a:cubicBezTo>
                  <a:cubicBezTo>
                    <a:pt x="4963" y="111469"/>
                    <a:pt x="10160" y="111077"/>
                    <a:pt x="13624" y="114047"/>
                  </a:cubicBezTo>
                  <a:lnTo>
                    <a:pt x="165712" y="244399"/>
                  </a:lnTo>
                  <a:lnTo>
                    <a:pt x="519112" y="1451"/>
                  </a:lnTo>
                  <a:cubicBezTo>
                    <a:pt x="522865" y="-1127"/>
                    <a:pt x="528000" y="-179"/>
                    <a:pt x="530578" y="3575"/>
                  </a:cubicBezTo>
                  <a:cubicBezTo>
                    <a:pt x="533156" y="7328"/>
                    <a:pt x="532207" y="12463"/>
                    <a:pt x="528454" y="15041"/>
                  </a:cubicBezTo>
                  <a:lnTo>
                    <a:pt x="169816" y="261577"/>
                  </a:lnTo>
                  <a:cubicBezTo>
                    <a:pt x="168393" y="262547"/>
                    <a:pt x="166763" y="263021"/>
                    <a:pt x="165134" y="263021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" name="Forma Livre: Forma 11">
              <a:extLst>
                <a:ext uri="{FF2B5EF4-FFF2-40B4-BE49-F238E27FC236}">
                  <a16:creationId xmlns:a16="http://schemas.microsoft.com/office/drawing/2014/main" id="{E3310698-0D4A-7BF2-3301-C5A286AF19C0}"/>
                </a:ext>
              </a:extLst>
            </p:cNvPr>
            <p:cNvSpPr/>
            <p:nvPr/>
          </p:nvSpPr>
          <p:spPr>
            <a:xfrm>
              <a:off x="2414737" y="3004276"/>
              <a:ext cx="30933" cy="30933"/>
            </a:xfrm>
            <a:custGeom>
              <a:avLst/>
              <a:gdLst>
                <a:gd name="connsiteX0" fmla="*/ 30933 w 30933"/>
                <a:gd name="connsiteY0" fmla="*/ 15467 h 30933"/>
                <a:gd name="connsiteX1" fmla="*/ 15467 w 30933"/>
                <a:gd name="connsiteY1" fmla="*/ 30933 h 30933"/>
                <a:gd name="connsiteX2" fmla="*/ 0 w 30933"/>
                <a:gd name="connsiteY2" fmla="*/ 15467 h 30933"/>
                <a:gd name="connsiteX3" fmla="*/ 15467 w 30933"/>
                <a:gd name="connsiteY3" fmla="*/ 0 h 30933"/>
                <a:gd name="connsiteX4" fmla="*/ 30933 w 30933"/>
                <a:gd name="connsiteY4" fmla="*/ 15467 h 30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933" h="30933">
                  <a:moveTo>
                    <a:pt x="30933" y="15467"/>
                  </a:moveTo>
                  <a:cubicBezTo>
                    <a:pt x="30933" y="24008"/>
                    <a:pt x="24009" y="30933"/>
                    <a:pt x="15467" y="30933"/>
                  </a:cubicBezTo>
                  <a:cubicBezTo>
                    <a:pt x="6925" y="30933"/>
                    <a:pt x="0" y="24008"/>
                    <a:pt x="0" y="15467"/>
                  </a:cubicBezTo>
                  <a:cubicBezTo>
                    <a:pt x="0" y="6925"/>
                    <a:pt x="6925" y="0"/>
                    <a:pt x="15467" y="0"/>
                  </a:cubicBezTo>
                  <a:cubicBezTo>
                    <a:pt x="24009" y="0"/>
                    <a:pt x="30933" y="6925"/>
                    <a:pt x="30933" y="15467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3" name="Forma Livre: Forma 12">
              <a:extLst>
                <a:ext uri="{FF2B5EF4-FFF2-40B4-BE49-F238E27FC236}">
                  <a16:creationId xmlns:a16="http://schemas.microsoft.com/office/drawing/2014/main" id="{C25F2EEC-9839-63D3-03E6-D8ABD97E95AB}"/>
                </a:ext>
              </a:extLst>
            </p:cNvPr>
            <p:cNvSpPr/>
            <p:nvPr/>
          </p:nvSpPr>
          <p:spPr>
            <a:xfrm>
              <a:off x="2594046" y="2886380"/>
              <a:ext cx="30933" cy="30933"/>
            </a:xfrm>
            <a:custGeom>
              <a:avLst/>
              <a:gdLst>
                <a:gd name="connsiteX0" fmla="*/ 30933 w 30933"/>
                <a:gd name="connsiteY0" fmla="*/ 15467 h 30933"/>
                <a:gd name="connsiteX1" fmla="*/ 15467 w 30933"/>
                <a:gd name="connsiteY1" fmla="*/ 0 h 30933"/>
                <a:gd name="connsiteX2" fmla="*/ 0 w 30933"/>
                <a:gd name="connsiteY2" fmla="*/ 15467 h 30933"/>
                <a:gd name="connsiteX3" fmla="*/ 15467 w 30933"/>
                <a:gd name="connsiteY3" fmla="*/ 30933 h 30933"/>
                <a:gd name="connsiteX4" fmla="*/ 30933 w 30933"/>
                <a:gd name="connsiteY4" fmla="*/ 15467 h 30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933" h="30933">
                  <a:moveTo>
                    <a:pt x="30933" y="15467"/>
                  </a:moveTo>
                  <a:cubicBezTo>
                    <a:pt x="30933" y="6929"/>
                    <a:pt x="24004" y="0"/>
                    <a:pt x="15467" y="0"/>
                  </a:cubicBezTo>
                  <a:cubicBezTo>
                    <a:pt x="6929" y="0"/>
                    <a:pt x="0" y="6929"/>
                    <a:pt x="0" y="15467"/>
                  </a:cubicBezTo>
                  <a:cubicBezTo>
                    <a:pt x="0" y="24004"/>
                    <a:pt x="6929" y="30933"/>
                    <a:pt x="15467" y="30933"/>
                  </a:cubicBezTo>
                  <a:cubicBezTo>
                    <a:pt x="24004" y="30933"/>
                    <a:pt x="30933" y="24025"/>
                    <a:pt x="30933" y="15467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14" name="Gráfico 10">
            <a:extLst>
              <a:ext uri="{FF2B5EF4-FFF2-40B4-BE49-F238E27FC236}">
                <a16:creationId xmlns:a16="http://schemas.microsoft.com/office/drawing/2014/main" id="{9F587DD1-7413-6F4D-BD5C-A782D9B8CE06}"/>
              </a:ext>
            </a:extLst>
          </p:cNvPr>
          <p:cNvGrpSpPr/>
          <p:nvPr/>
        </p:nvGrpSpPr>
        <p:grpSpPr>
          <a:xfrm>
            <a:off x="5796799" y="3280286"/>
            <a:ext cx="532049" cy="532049"/>
            <a:chOff x="6213259" y="2762318"/>
            <a:chExt cx="532049" cy="532049"/>
          </a:xfrm>
          <a:solidFill>
            <a:schemeClr val="tx1"/>
          </a:solidFill>
        </p:grpSpPr>
        <p:sp>
          <p:nvSpPr>
            <p:cNvPr id="15" name="Forma Livre: Forma 14">
              <a:extLst>
                <a:ext uri="{FF2B5EF4-FFF2-40B4-BE49-F238E27FC236}">
                  <a16:creationId xmlns:a16="http://schemas.microsoft.com/office/drawing/2014/main" id="{3A9C9525-AB39-7663-5BE2-68B74220A84A}"/>
                </a:ext>
              </a:extLst>
            </p:cNvPr>
            <p:cNvSpPr/>
            <p:nvPr/>
          </p:nvSpPr>
          <p:spPr>
            <a:xfrm>
              <a:off x="6213259" y="2896815"/>
              <a:ext cx="509632" cy="397552"/>
            </a:xfrm>
            <a:custGeom>
              <a:avLst/>
              <a:gdLst>
                <a:gd name="connsiteX0" fmla="*/ 456552 w 509632"/>
                <a:gd name="connsiteY0" fmla="*/ 397552 h 397552"/>
                <a:gd name="connsiteX1" fmla="*/ 53081 w 509632"/>
                <a:gd name="connsiteY1" fmla="*/ 397552 h 397552"/>
                <a:gd name="connsiteX2" fmla="*/ 0 w 509632"/>
                <a:gd name="connsiteY2" fmla="*/ 344471 h 397552"/>
                <a:gd name="connsiteX3" fmla="*/ 0 w 509632"/>
                <a:gd name="connsiteY3" fmla="*/ 53081 h 397552"/>
                <a:gd name="connsiteX4" fmla="*/ 53081 w 509632"/>
                <a:gd name="connsiteY4" fmla="*/ 0 h 397552"/>
                <a:gd name="connsiteX5" fmla="*/ 456552 w 509632"/>
                <a:gd name="connsiteY5" fmla="*/ 0 h 397552"/>
                <a:gd name="connsiteX6" fmla="*/ 509633 w 509632"/>
                <a:gd name="connsiteY6" fmla="*/ 53081 h 397552"/>
                <a:gd name="connsiteX7" fmla="*/ 509633 w 509632"/>
                <a:gd name="connsiteY7" fmla="*/ 142746 h 397552"/>
                <a:gd name="connsiteX8" fmla="*/ 501384 w 509632"/>
                <a:gd name="connsiteY8" fmla="*/ 150995 h 397552"/>
                <a:gd name="connsiteX9" fmla="*/ 493135 w 509632"/>
                <a:gd name="connsiteY9" fmla="*/ 142746 h 397552"/>
                <a:gd name="connsiteX10" fmla="*/ 493135 w 509632"/>
                <a:gd name="connsiteY10" fmla="*/ 53081 h 397552"/>
                <a:gd name="connsiteX11" fmla="*/ 456552 w 509632"/>
                <a:gd name="connsiteY11" fmla="*/ 16498 h 397552"/>
                <a:gd name="connsiteX12" fmla="*/ 53081 w 509632"/>
                <a:gd name="connsiteY12" fmla="*/ 16498 h 397552"/>
                <a:gd name="connsiteX13" fmla="*/ 16498 w 509632"/>
                <a:gd name="connsiteY13" fmla="*/ 53081 h 397552"/>
                <a:gd name="connsiteX14" fmla="*/ 16498 w 509632"/>
                <a:gd name="connsiteY14" fmla="*/ 344471 h 397552"/>
                <a:gd name="connsiteX15" fmla="*/ 53081 w 509632"/>
                <a:gd name="connsiteY15" fmla="*/ 381054 h 397552"/>
                <a:gd name="connsiteX16" fmla="*/ 456552 w 509632"/>
                <a:gd name="connsiteY16" fmla="*/ 381054 h 397552"/>
                <a:gd name="connsiteX17" fmla="*/ 493135 w 509632"/>
                <a:gd name="connsiteY17" fmla="*/ 344471 h 397552"/>
                <a:gd name="connsiteX18" fmla="*/ 493135 w 509632"/>
                <a:gd name="connsiteY18" fmla="*/ 254806 h 397552"/>
                <a:gd name="connsiteX19" fmla="*/ 501384 w 509632"/>
                <a:gd name="connsiteY19" fmla="*/ 246557 h 397552"/>
                <a:gd name="connsiteX20" fmla="*/ 509633 w 509632"/>
                <a:gd name="connsiteY20" fmla="*/ 254806 h 397552"/>
                <a:gd name="connsiteX21" fmla="*/ 509633 w 509632"/>
                <a:gd name="connsiteY21" fmla="*/ 344471 h 397552"/>
                <a:gd name="connsiteX22" fmla="*/ 456552 w 509632"/>
                <a:gd name="connsiteY22" fmla="*/ 397552 h 397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509632" h="397552">
                  <a:moveTo>
                    <a:pt x="456552" y="397552"/>
                  </a:moveTo>
                  <a:lnTo>
                    <a:pt x="53081" y="397552"/>
                  </a:lnTo>
                  <a:cubicBezTo>
                    <a:pt x="23819" y="397552"/>
                    <a:pt x="0" y="373734"/>
                    <a:pt x="0" y="344471"/>
                  </a:cubicBezTo>
                  <a:lnTo>
                    <a:pt x="0" y="53081"/>
                  </a:lnTo>
                  <a:cubicBezTo>
                    <a:pt x="0" y="23818"/>
                    <a:pt x="23819" y="0"/>
                    <a:pt x="53081" y="0"/>
                  </a:cubicBezTo>
                  <a:lnTo>
                    <a:pt x="456552" y="0"/>
                  </a:lnTo>
                  <a:cubicBezTo>
                    <a:pt x="485815" y="0"/>
                    <a:pt x="509633" y="23818"/>
                    <a:pt x="509633" y="53081"/>
                  </a:cubicBezTo>
                  <a:lnTo>
                    <a:pt x="509633" y="142746"/>
                  </a:lnTo>
                  <a:cubicBezTo>
                    <a:pt x="509633" y="147303"/>
                    <a:pt x="505942" y="150995"/>
                    <a:pt x="501384" y="150995"/>
                  </a:cubicBezTo>
                  <a:cubicBezTo>
                    <a:pt x="496826" y="150995"/>
                    <a:pt x="493135" y="147303"/>
                    <a:pt x="493135" y="142746"/>
                  </a:cubicBezTo>
                  <a:lnTo>
                    <a:pt x="493135" y="53081"/>
                  </a:lnTo>
                  <a:cubicBezTo>
                    <a:pt x="493135" y="32913"/>
                    <a:pt x="476720" y="16498"/>
                    <a:pt x="456552" y="16498"/>
                  </a:cubicBezTo>
                  <a:lnTo>
                    <a:pt x="53081" y="16498"/>
                  </a:lnTo>
                  <a:cubicBezTo>
                    <a:pt x="32913" y="16498"/>
                    <a:pt x="16498" y="32913"/>
                    <a:pt x="16498" y="53081"/>
                  </a:cubicBezTo>
                  <a:lnTo>
                    <a:pt x="16498" y="344471"/>
                  </a:lnTo>
                  <a:cubicBezTo>
                    <a:pt x="16498" y="364639"/>
                    <a:pt x="32913" y="381054"/>
                    <a:pt x="53081" y="381054"/>
                  </a:cubicBezTo>
                  <a:lnTo>
                    <a:pt x="456552" y="381054"/>
                  </a:lnTo>
                  <a:cubicBezTo>
                    <a:pt x="476720" y="381054"/>
                    <a:pt x="493135" y="364639"/>
                    <a:pt x="493135" y="344471"/>
                  </a:cubicBezTo>
                  <a:lnTo>
                    <a:pt x="493135" y="254806"/>
                  </a:lnTo>
                  <a:cubicBezTo>
                    <a:pt x="493135" y="250249"/>
                    <a:pt x="496826" y="246557"/>
                    <a:pt x="501384" y="246557"/>
                  </a:cubicBezTo>
                  <a:cubicBezTo>
                    <a:pt x="505942" y="246557"/>
                    <a:pt x="509633" y="250249"/>
                    <a:pt x="509633" y="254806"/>
                  </a:cubicBezTo>
                  <a:lnTo>
                    <a:pt x="509633" y="344471"/>
                  </a:lnTo>
                  <a:cubicBezTo>
                    <a:pt x="509633" y="373734"/>
                    <a:pt x="485815" y="397552"/>
                    <a:pt x="456552" y="397552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6" name="Forma Livre: Forma 15">
              <a:extLst>
                <a:ext uri="{FF2B5EF4-FFF2-40B4-BE49-F238E27FC236}">
                  <a16:creationId xmlns:a16="http://schemas.microsoft.com/office/drawing/2014/main" id="{BCCFF100-0686-39C4-1DEF-021D6D61F4D6}"/>
                </a:ext>
              </a:extLst>
            </p:cNvPr>
            <p:cNvSpPr/>
            <p:nvPr/>
          </p:nvSpPr>
          <p:spPr>
            <a:xfrm>
              <a:off x="6549501" y="3031312"/>
              <a:ext cx="195806" cy="128578"/>
            </a:xfrm>
            <a:custGeom>
              <a:avLst/>
              <a:gdLst>
                <a:gd name="connsiteX0" fmla="*/ 165141 w 195806"/>
                <a:gd name="connsiteY0" fmla="*/ 128558 h 128578"/>
                <a:gd name="connsiteX1" fmla="*/ 64279 w 195806"/>
                <a:gd name="connsiteY1" fmla="*/ 128558 h 128578"/>
                <a:gd name="connsiteX2" fmla="*/ 0 w 195806"/>
                <a:gd name="connsiteY2" fmla="*/ 64279 h 128578"/>
                <a:gd name="connsiteX3" fmla="*/ 64279 w 195806"/>
                <a:gd name="connsiteY3" fmla="*/ 0 h 128578"/>
                <a:gd name="connsiteX4" fmla="*/ 165141 w 195806"/>
                <a:gd name="connsiteY4" fmla="*/ 0 h 128578"/>
                <a:gd name="connsiteX5" fmla="*/ 195806 w 195806"/>
                <a:gd name="connsiteY5" fmla="*/ 30665 h 128578"/>
                <a:gd name="connsiteX6" fmla="*/ 195806 w 195806"/>
                <a:gd name="connsiteY6" fmla="*/ 97914 h 128578"/>
                <a:gd name="connsiteX7" fmla="*/ 165141 w 195806"/>
                <a:gd name="connsiteY7" fmla="*/ 128579 h 128578"/>
                <a:gd name="connsiteX8" fmla="*/ 64279 w 195806"/>
                <a:gd name="connsiteY8" fmla="*/ 16477 h 128578"/>
                <a:gd name="connsiteX9" fmla="*/ 16498 w 195806"/>
                <a:gd name="connsiteY9" fmla="*/ 64258 h 128578"/>
                <a:gd name="connsiteX10" fmla="*/ 64279 w 195806"/>
                <a:gd name="connsiteY10" fmla="*/ 112040 h 128578"/>
                <a:gd name="connsiteX11" fmla="*/ 165141 w 195806"/>
                <a:gd name="connsiteY11" fmla="*/ 112040 h 128578"/>
                <a:gd name="connsiteX12" fmla="*/ 179309 w 195806"/>
                <a:gd name="connsiteY12" fmla="*/ 97872 h 128578"/>
                <a:gd name="connsiteX13" fmla="*/ 179309 w 195806"/>
                <a:gd name="connsiteY13" fmla="*/ 30624 h 128578"/>
                <a:gd name="connsiteX14" fmla="*/ 165141 w 195806"/>
                <a:gd name="connsiteY14" fmla="*/ 16456 h 128578"/>
                <a:gd name="connsiteX15" fmla="*/ 64279 w 195806"/>
                <a:gd name="connsiteY15" fmla="*/ 16456 h 128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95806" h="128578">
                  <a:moveTo>
                    <a:pt x="165141" y="128558"/>
                  </a:moveTo>
                  <a:lnTo>
                    <a:pt x="64279" y="128558"/>
                  </a:lnTo>
                  <a:cubicBezTo>
                    <a:pt x="28830" y="128558"/>
                    <a:pt x="0" y="99728"/>
                    <a:pt x="0" y="64279"/>
                  </a:cubicBezTo>
                  <a:cubicBezTo>
                    <a:pt x="0" y="28830"/>
                    <a:pt x="28830" y="0"/>
                    <a:pt x="64279" y="0"/>
                  </a:cubicBezTo>
                  <a:lnTo>
                    <a:pt x="165141" y="0"/>
                  </a:lnTo>
                  <a:cubicBezTo>
                    <a:pt x="182052" y="0"/>
                    <a:pt x="195806" y="13755"/>
                    <a:pt x="195806" y="30665"/>
                  </a:cubicBezTo>
                  <a:lnTo>
                    <a:pt x="195806" y="97914"/>
                  </a:lnTo>
                  <a:cubicBezTo>
                    <a:pt x="195806" y="114824"/>
                    <a:pt x="182052" y="128579"/>
                    <a:pt x="165141" y="128579"/>
                  </a:cubicBezTo>
                  <a:close/>
                  <a:moveTo>
                    <a:pt x="64279" y="16477"/>
                  </a:moveTo>
                  <a:cubicBezTo>
                    <a:pt x="37924" y="16477"/>
                    <a:pt x="16498" y="37924"/>
                    <a:pt x="16498" y="64258"/>
                  </a:cubicBezTo>
                  <a:cubicBezTo>
                    <a:pt x="16498" y="90593"/>
                    <a:pt x="37944" y="112040"/>
                    <a:pt x="64279" y="112040"/>
                  </a:cubicBezTo>
                  <a:lnTo>
                    <a:pt x="165141" y="112040"/>
                  </a:lnTo>
                  <a:cubicBezTo>
                    <a:pt x="172957" y="112040"/>
                    <a:pt x="179309" y="105688"/>
                    <a:pt x="179309" y="97872"/>
                  </a:cubicBezTo>
                  <a:lnTo>
                    <a:pt x="179309" y="30624"/>
                  </a:lnTo>
                  <a:cubicBezTo>
                    <a:pt x="179309" y="22808"/>
                    <a:pt x="172957" y="16456"/>
                    <a:pt x="165141" y="16456"/>
                  </a:cubicBezTo>
                  <a:lnTo>
                    <a:pt x="64279" y="16456"/>
                  </a:ln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7" name="Forma Livre: Forma 16">
              <a:extLst>
                <a:ext uri="{FF2B5EF4-FFF2-40B4-BE49-F238E27FC236}">
                  <a16:creationId xmlns:a16="http://schemas.microsoft.com/office/drawing/2014/main" id="{2D9631A8-94B6-E59A-BE37-2A85DF1F209F}"/>
                </a:ext>
              </a:extLst>
            </p:cNvPr>
            <p:cNvSpPr/>
            <p:nvPr/>
          </p:nvSpPr>
          <p:spPr>
            <a:xfrm>
              <a:off x="6583116" y="3064926"/>
              <a:ext cx="61329" cy="61329"/>
            </a:xfrm>
            <a:custGeom>
              <a:avLst/>
              <a:gdLst>
                <a:gd name="connsiteX0" fmla="*/ 30665 w 61329"/>
                <a:gd name="connsiteY0" fmla="*/ 61330 h 61329"/>
                <a:gd name="connsiteX1" fmla="*/ 0 w 61329"/>
                <a:gd name="connsiteY1" fmla="*/ 30665 h 61329"/>
                <a:gd name="connsiteX2" fmla="*/ 30665 w 61329"/>
                <a:gd name="connsiteY2" fmla="*/ 0 h 61329"/>
                <a:gd name="connsiteX3" fmla="*/ 61330 w 61329"/>
                <a:gd name="connsiteY3" fmla="*/ 30665 h 61329"/>
                <a:gd name="connsiteX4" fmla="*/ 30665 w 61329"/>
                <a:gd name="connsiteY4" fmla="*/ 61330 h 61329"/>
                <a:gd name="connsiteX5" fmla="*/ 30665 w 61329"/>
                <a:gd name="connsiteY5" fmla="*/ 16498 h 61329"/>
                <a:gd name="connsiteX6" fmla="*/ 16498 w 61329"/>
                <a:gd name="connsiteY6" fmla="*/ 30665 h 61329"/>
                <a:gd name="connsiteX7" fmla="*/ 30665 w 61329"/>
                <a:gd name="connsiteY7" fmla="*/ 44832 h 61329"/>
                <a:gd name="connsiteX8" fmla="*/ 44832 w 61329"/>
                <a:gd name="connsiteY8" fmla="*/ 30665 h 61329"/>
                <a:gd name="connsiteX9" fmla="*/ 30665 w 61329"/>
                <a:gd name="connsiteY9" fmla="*/ 16498 h 613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1329" h="61329">
                  <a:moveTo>
                    <a:pt x="30665" y="61330"/>
                  </a:moveTo>
                  <a:cubicBezTo>
                    <a:pt x="13755" y="61330"/>
                    <a:pt x="0" y="47575"/>
                    <a:pt x="0" y="30665"/>
                  </a:cubicBezTo>
                  <a:cubicBezTo>
                    <a:pt x="0" y="13755"/>
                    <a:pt x="13755" y="0"/>
                    <a:pt x="30665" y="0"/>
                  </a:cubicBezTo>
                  <a:cubicBezTo>
                    <a:pt x="47575" y="0"/>
                    <a:pt x="61330" y="13755"/>
                    <a:pt x="61330" y="30665"/>
                  </a:cubicBezTo>
                  <a:cubicBezTo>
                    <a:pt x="61330" y="47575"/>
                    <a:pt x="47575" y="61330"/>
                    <a:pt x="30665" y="61330"/>
                  </a:cubicBezTo>
                  <a:close/>
                  <a:moveTo>
                    <a:pt x="30665" y="16498"/>
                  </a:moveTo>
                  <a:cubicBezTo>
                    <a:pt x="22849" y="16498"/>
                    <a:pt x="16498" y="22849"/>
                    <a:pt x="16498" y="30665"/>
                  </a:cubicBezTo>
                  <a:cubicBezTo>
                    <a:pt x="16498" y="38481"/>
                    <a:pt x="22849" y="44832"/>
                    <a:pt x="30665" y="44832"/>
                  </a:cubicBezTo>
                  <a:cubicBezTo>
                    <a:pt x="38481" y="44832"/>
                    <a:pt x="44832" y="38481"/>
                    <a:pt x="44832" y="30665"/>
                  </a:cubicBezTo>
                  <a:cubicBezTo>
                    <a:pt x="44832" y="22849"/>
                    <a:pt x="38481" y="16498"/>
                    <a:pt x="30665" y="16498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8" name="Forma Livre: Forma 17">
              <a:extLst>
                <a:ext uri="{FF2B5EF4-FFF2-40B4-BE49-F238E27FC236}">
                  <a16:creationId xmlns:a16="http://schemas.microsoft.com/office/drawing/2014/main" id="{5B215D8E-0360-A50C-E4CD-7394A37A5151}"/>
                </a:ext>
              </a:extLst>
            </p:cNvPr>
            <p:cNvSpPr/>
            <p:nvPr/>
          </p:nvSpPr>
          <p:spPr>
            <a:xfrm>
              <a:off x="6392568" y="2762318"/>
              <a:ext cx="285491" cy="150994"/>
            </a:xfrm>
            <a:custGeom>
              <a:avLst/>
              <a:gdLst>
                <a:gd name="connsiteX0" fmla="*/ 277243 w 285491"/>
                <a:gd name="connsiteY0" fmla="*/ 150995 h 150994"/>
                <a:gd name="connsiteX1" fmla="*/ 271407 w 285491"/>
                <a:gd name="connsiteY1" fmla="*/ 148582 h 150994"/>
                <a:gd name="connsiteX2" fmla="*/ 142746 w 285491"/>
                <a:gd name="connsiteY2" fmla="*/ 19921 h 150994"/>
                <a:gd name="connsiteX3" fmla="*/ 14085 w 285491"/>
                <a:gd name="connsiteY3" fmla="*/ 148582 h 150994"/>
                <a:gd name="connsiteX4" fmla="*/ 2413 w 285491"/>
                <a:gd name="connsiteY4" fmla="*/ 148582 h 150994"/>
                <a:gd name="connsiteX5" fmla="*/ 2413 w 285491"/>
                <a:gd name="connsiteY5" fmla="*/ 136910 h 150994"/>
                <a:gd name="connsiteX6" fmla="*/ 136910 w 285491"/>
                <a:gd name="connsiteY6" fmla="*/ 2413 h 150994"/>
                <a:gd name="connsiteX7" fmla="*/ 148582 w 285491"/>
                <a:gd name="connsiteY7" fmla="*/ 2413 h 150994"/>
                <a:gd name="connsiteX8" fmla="*/ 283079 w 285491"/>
                <a:gd name="connsiteY8" fmla="*/ 136910 h 150994"/>
                <a:gd name="connsiteX9" fmla="*/ 283079 w 285491"/>
                <a:gd name="connsiteY9" fmla="*/ 148582 h 150994"/>
                <a:gd name="connsiteX10" fmla="*/ 277243 w 285491"/>
                <a:gd name="connsiteY10" fmla="*/ 150995 h 150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85491" h="150994">
                  <a:moveTo>
                    <a:pt x="277243" y="150995"/>
                  </a:moveTo>
                  <a:cubicBezTo>
                    <a:pt x="275140" y="150995"/>
                    <a:pt x="273015" y="150190"/>
                    <a:pt x="271407" y="148582"/>
                  </a:cubicBezTo>
                  <a:lnTo>
                    <a:pt x="142746" y="19921"/>
                  </a:lnTo>
                  <a:lnTo>
                    <a:pt x="14085" y="148582"/>
                  </a:lnTo>
                  <a:cubicBezTo>
                    <a:pt x="10868" y="151799"/>
                    <a:pt x="5650" y="151799"/>
                    <a:pt x="2413" y="148582"/>
                  </a:cubicBezTo>
                  <a:cubicBezTo>
                    <a:pt x="-804" y="145365"/>
                    <a:pt x="-804" y="140127"/>
                    <a:pt x="2413" y="136910"/>
                  </a:cubicBezTo>
                  <a:lnTo>
                    <a:pt x="136910" y="2413"/>
                  </a:lnTo>
                  <a:cubicBezTo>
                    <a:pt x="140127" y="-804"/>
                    <a:pt x="145365" y="-804"/>
                    <a:pt x="148582" y="2413"/>
                  </a:cubicBezTo>
                  <a:lnTo>
                    <a:pt x="283079" y="136910"/>
                  </a:lnTo>
                  <a:cubicBezTo>
                    <a:pt x="286296" y="140127"/>
                    <a:pt x="286296" y="145344"/>
                    <a:pt x="283079" y="148582"/>
                  </a:cubicBezTo>
                  <a:cubicBezTo>
                    <a:pt x="281470" y="150190"/>
                    <a:pt x="279367" y="150995"/>
                    <a:pt x="277243" y="150995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9" name="Forma Livre: Forma 18">
              <a:extLst>
                <a:ext uri="{FF2B5EF4-FFF2-40B4-BE49-F238E27FC236}">
                  <a16:creationId xmlns:a16="http://schemas.microsoft.com/office/drawing/2014/main" id="{9CABD306-B4EE-2B23-008B-60A9D51BB3FE}"/>
                </a:ext>
              </a:extLst>
            </p:cNvPr>
            <p:cNvSpPr/>
            <p:nvPr/>
          </p:nvSpPr>
          <p:spPr>
            <a:xfrm>
              <a:off x="6280507" y="2762318"/>
              <a:ext cx="207024" cy="150994"/>
            </a:xfrm>
            <a:custGeom>
              <a:avLst/>
              <a:gdLst>
                <a:gd name="connsiteX0" fmla="*/ 8249 w 207024"/>
                <a:gd name="connsiteY0" fmla="*/ 150995 h 150994"/>
                <a:gd name="connsiteX1" fmla="*/ 2413 w 207024"/>
                <a:gd name="connsiteY1" fmla="*/ 148582 h 150994"/>
                <a:gd name="connsiteX2" fmla="*/ 2413 w 207024"/>
                <a:gd name="connsiteY2" fmla="*/ 136910 h 150994"/>
                <a:gd name="connsiteX3" fmla="*/ 136910 w 207024"/>
                <a:gd name="connsiteY3" fmla="*/ 2413 h 150994"/>
                <a:gd name="connsiteX4" fmla="*/ 148582 w 207024"/>
                <a:gd name="connsiteY4" fmla="*/ 2413 h 150994"/>
                <a:gd name="connsiteX5" fmla="*/ 204612 w 207024"/>
                <a:gd name="connsiteY5" fmla="*/ 58443 h 150994"/>
                <a:gd name="connsiteX6" fmla="*/ 204612 w 207024"/>
                <a:gd name="connsiteY6" fmla="*/ 70115 h 150994"/>
                <a:gd name="connsiteX7" fmla="*/ 192940 w 207024"/>
                <a:gd name="connsiteY7" fmla="*/ 70115 h 150994"/>
                <a:gd name="connsiteX8" fmla="*/ 142725 w 207024"/>
                <a:gd name="connsiteY8" fmla="*/ 19900 h 150994"/>
                <a:gd name="connsiteX9" fmla="*/ 14064 w 207024"/>
                <a:gd name="connsiteY9" fmla="*/ 148561 h 150994"/>
                <a:gd name="connsiteX10" fmla="*/ 8228 w 207024"/>
                <a:gd name="connsiteY10" fmla="*/ 150974 h 150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7024" h="150994">
                  <a:moveTo>
                    <a:pt x="8249" y="150995"/>
                  </a:moveTo>
                  <a:cubicBezTo>
                    <a:pt x="6146" y="150995"/>
                    <a:pt x="4021" y="150190"/>
                    <a:pt x="2413" y="148582"/>
                  </a:cubicBezTo>
                  <a:cubicBezTo>
                    <a:pt x="-804" y="145365"/>
                    <a:pt x="-804" y="140148"/>
                    <a:pt x="2413" y="136910"/>
                  </a:cubicBezTo>
                  <a:lnTo>
                    <a:pt x="136910" y="2413"/>
                  </a:lnTo>
                  <a:cubicBezTo>
                    <a:pt x="140127" y="-804"/>
                    <a:pt x="145365" y="-804"/>
                    <a:pt x="148582" y="2413"/>
                  </a:cubicBezTo>
                  <a:lnTo>
                    <a:pt x="204612" y="58443"/>
                  </a:lnTo>
                  <a:cubicBezTo>
                    <a:pt x="207829" y="61660"/>
                    <a:pt x="207829" y="66877"/>
                    <a:pt x="204612" y="70115"/>
                  </a:cubicBezTo>
                  <a:cubicBezTo>
                    <a:pt x="201395" y="73332"/>
                    <a:pt x="196157" y="73332"/>
                    <a:pt x="192940" y="70115"/>
                  </a:cubicBezTo>
                  <a:lnTo>
                    <a:pt x="142725" y="19900"/>
                  </a:lnTo>
                  <a:lnTo>
                    <a:pt x="14064" y="148561"/>
                  </a:lnTo>
                  <a:cubicBezTo>
                    <a:pt x="12456" y="150170"/>
                    <a:pt x="10352" y="150974"/>
                    <a:pt x="8228" y="150974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20" name="Gráfico 10">
            <a:extLst>
              <a:ext uri="{FF2B5EF4-FFF2-40B4-BE49-F238E27FC236}">
                <a16:creationId xmlns:a16="http://schemas.microsoft.com/office/drawing/2014/main" id="{F790030C-9B23-0D13-2668-111D65F36C41}"/>
              </a:ext>
            </a:extLst>
          </p:cNvPr>
          <p:cNvGrpSpPr/>
          <p:nvPr/>
        </p:nvGrpSpPr>
        <p:grpSpPr>
          <a:xfrm>
            <a:off x="6766035" y="4362301"/>
            <a:ext cx="573293" cy="408316"/>
            <a:chOff x="7182495" y="3855287"/>
            <a:chExt cx="573293" cy="408316"/>
          </a:xfrm>
          <a:solidFill>
            <a:schemeClr val="tx1"/>
          </a:solidFill>
        </p:grpSpPr>
        <p:sp>
          <p:nvSpPr>
            <p:cNvPr id="21" name="Forma Livre: Forma 20">
              <a:extLst>
                <a:ext uri="{FF2B5EF4-FFF2-40B4-BE49-F238E27FC236}">
                  <a16:creationId xmlns:a16="http://schemas.microsoft.com/office/drawing/2014/main" id="{B07F7BD0-4591-CECE-B247-1438F60218F4}"/>
                </a:ext>
              </a:extLst>
            </p:cNvPr>
            <p:cNvSpPr/>
            <p:nvPr/>
          </p:nvSpPr>
          <p:spPr>
            <a:xfrm>
              <a:off x="7264984" y="3855287"/>
              <a:ext cx="470182" cy="160852"/>
            </a:xfrm>
            <a:custGeom>
              <a:avLst/>
              <a:gdLst>
                <a:gd name="connsiteX0" fmla="*/ 461934 w 470182"/>
                <a:gd name="connsiteY0" fmla="*/ 160852 h 160852"/>
                <a:gd name="connsiteX1" fmla="*/ 453685 w 470182"/>
                <a:gd name="connsiteY1" fmla="*/ 152603 h 160852"/>
                <a:gd name="connsiteX2" fmla="*/ 453685 w 470182"/>
                <a:gd name="connsiteY2" fmla="*/ 49493 h 160852"/>
                <a:gd name="connsiteX3" fmla="*/ 420690 w 470182"/>
                <a:gd name="connsiteY3" fmla="*/ 16498 h 160852"/>
                <a:gd name="connsiteX4" fmla="*/ 49493 w 470182"/>
                <a:gd name="connsiteY4" fmla="*/ 16498 h 160852"/>
                <a:gd name="connsiteX5" fmla="*/ 16498 w 470182"/>
                <a:gd name="connsiteY5" fmla="*/ 49493 h 160852"/>
                <a:gd name="connsiteX6" fmla="*/ 16498 w 470182"/>
                <a:gd name="connsiteY6" fmla="*/ 56711 h 160852"/>
                <a:gd name="connsiteX7" fmla="*/ 8249 w 470182"/>
                <a:gd name="connsiteY7" fmla="*/ 64959 h 160852"/>
                <a:gd name="connsiteX8" fmla="*/ 0 w 470182"/>
                <a:gd name="connsiteY8" fmla="*/ 56711 h 160852"/>
                <a:gd name="connsiteX9" fmla="*/ 0 w 470182"/>
                <a:gd name="connsiteY9" fmla="*/ 49493 h 160852"/>
                <a:gd name="connsiteX10" fmla="*/ 49493 w 470182"/>
                <a:gd name="connsiteY10" fmla="*/ 0 h 160852"/>
                <a:gd name="connsiteX11" fmla="*/ 420690 w 470182"/>
                <a:gd name="connsiteY11" fmla="*/ 0 h 160852"/>
                <a:gd name="connsiteX12" fmla="*/ 470183 w 470182"/>
                <a:gd name="connsiteY12" fmla="*/ 49493 h 160852"/>
                <a:gd name="connsiteX13" fmla="*/ 470183 w 470182"/>
                <a:gd name="connsiteY13" fmla="*/ 152603 h 160852"/>
                <a:gd name="connsiteX14" fmla="*/ 461934 w 470182"/>
                <a:gd name="connsiteY14" fmla="*/ 160852 h 160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70182" h="160852">
                  <a:moveTo>
                    <a:pt x="461934" y="160852"/>
                  </a:moveTo>
                  <a:cubicBezTo>
                    <a:pt x="457377" y="160852"/>
                    <a:pt x="453685" y="157161"/>
                    <a:pt x="453685" y="152603"/>
                  </a:cubicBezTo>
                  <a:lnTo>
                    <a:pt x="453685" y="49493"/>
                  </a:lnTo>
                  <a:cubicBezTo>
                    <a:pt x="453685" y="31304"/>
                    <a:pt x="438879" y="16498"/>
                    <a:pt x="420690" y="16498"/>
                  </a:cubicBezTo>
                  <a:lnTo>
                    <a:pt x="49493" y="16498"/>
                  </a:lnTo>
                  <a:cubicBezTo>
                    <a:pt x="31304" y="16498"/>
                    <a:pt x="16498" y="31304"/>
                    <a:pt x="16498" y="49493"/>
                  </a:cubicBezTo>
                  <a:lnTo>
                    <a:pt x="16498" y="56711"/>
                  </a:lnTo>
                  <a:cubicBezTo>
                    <a:pt x="16498" y="61268"/>
                    <a:pt x="12806" y="64959"/>
                    <a:pt x="8249" y="64959"/>
                  </a:cubicBezTo>
                  <a:cubicBezTo>
                    <a:pt x="3691" y="64959"/>
                    <a:pt x="0" y="61268"/>
                    <a:pt x="0" y="56711"/>
                  </a:cubicBezTo>
                  <a:lnTo>
                    <a:pt x="0" y="49493"/>
                  </a:lnTo>
                  <a:cubicBezTo>
                    <a:pt x="0" y="22210"/>
                    <a:pt x="22210" y="0"/>
                    <a:pt x="49493" y="0"/>
                  </a:cubicBezTo>
                  <a:lnTo>
                    <a:pt x="420690" y="0"/>
                  </a:lnTo>
                  <a:cubicBezTo>
                    <a:pt x="447973" y="0"/>
                    <a:pt x="470183" y="22210"/>
                    <a:pt x="470183" y="49493"/>
                  </a:cubicBezTo>
                  <a:lnTo>
                    <a:pt x="470183" y="152603"/>
                  </a:lnTo>
                  <a:cubicBezTo>
                    <a:pt x="470183" y="157161"/>
                    <a:pt x="466492" y="160852"/>
                    <a:pt x="461934" y="160852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2" name="Forma Livre: Forma 21">
              <a:extLst>
                <a:ext uri="{FF2B5EF4-FFF2-40B4-BE49-F238E27FC236}">
                  <a16:creationId xmlns:a16="http://schemas.microsoft.com/office/drawing/2014/main" id="{1E9926DA-AB67-C0B2-1D6F-CE112066721A}"/>
                </a:ext>
              </a:extLst>
            </p:cNvPr>
            <p:cNvSpPr/>
            <p:nvPr/>
          </p:nvSpPr>
          <p:spPr>
            <a:xfrm>
              <a:off x="7266922" y="4102751"/>
              <a:ext cx="468244" cy="160852"/>
            </a:xfrm>
            <a:custGeom>
              <a:avLst/>
              <a:gdLst>
                <a:gd name="connsiteX0" fmla="*/ 418751 w 468244"/>
                <a:gd name="connsiteY0" fmla="*/ 160852 h 160852"/>
                <a:gd name="connsiteX1" fmla="*/ 47554 w 468244"/>
                <a:gd name="connsiteY1" fmla="*/ 160852 h 160852"/>
                <a:gd name="connsiteX2" fmla="*/ 391 w 468244"/>
                <a:gd name="connsiteY2" fmla="*/ 126351 h 160852"/>
                <a:gd name="connsiteX3" fmla="*/ 5733 w 468244"/>
                <a:gd name="connsiteY3" fmla="*/ 115978 h 160852"/>
                <a:gd name="connsiteX4" fmla="*/ 16106 w 468244"/>
                <a:gd name="connsiteY4" fmla="*/ 121320 h 160852"/>
                <a:gd name="connsiteX5" fmla="*/ 47554 w 468244"/>
                <a:gd name="connsiteY5" fmla="*/ 144354 h 160852"/>
                <a:gd name="connsiteX6" fmla="*/ 418751 w 468244"/>
                <a:gd name="connsiteY6" fmla="*/ 144354 h 160852"/>
                <a:gd name="connsiteX7" fmla="*/ 451747 w 468244"/>
                <a:gd name="connsiteY7" fmla="*/ 111359 h 160852"/>
                <a:gd name="connsiteX8" fmla="*/ 451747 w 468244"/>
                <a:gd name="connsiteY8" fmla="*/ 8249 h 160852"/>
                <a:gd name="connsiteX9" fmla="*/ 459995 w 468244"/>
                <a:gd name="connsiteY9" fmla="*/ 0 h 160852"/>
                <a:gd name="connsiteX10" fmla="*/ 468244 w 468244"/>
                <a:gd name="connsiteY10" fmla="*/ 8249 h 160852"/>
                <a:gd name="connsiteX11" fmla="*/ 468244 w 468244"/>
                <a:gd name="connsiteY11" fmla="*/ 111359 h 160852"/>
                <a:gd name="connsiteX12" fmla="*/ 418751 w 468244"/>
                <a:gd name="connsiteY12" fmla="*/ 160852 h 160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68244" h="160852">
                  <a:moveTo>
                    <a:pt x="418751" y="160852"/>
                  </a:moveTo>
                  <a:lnTo>
                    <a:pt x="47554" y="160852"/>
                  </a:lnTo>
                  <a:cubicBezTo>
                    <a:pt x="25942" y="160852"/>
                    <a:pt x="6991" y="146994"/>
                    <a:pt x="391" y="126351"/>
                  </a:cubicBezTo>
                  <a:cubicBezTo>
                    <a:pt x="-990" y="122021"/>
                    <a:pt x="1402" y="117381"/>
                    <a:pt x="5733" y="115978"/>
                  </a:cubicBezTo>
                  <a:cubicBezTo>
                    <a:pt x="10084" y="114597"/>
                    <a:pt x="14724" y="116989"/>
                    <a:pt x="16106" y="121320"/>
                  </a:cubicBezTo>
                  <a:cubicBezTo>
                    <a:pt x="20436" y="134889"/>
                    <a:pt x="33367" y="144354"/>
                    <a:pt x="47554" y="144354"/>
                  </a:cubicBezTo>
                  <a:lnTo>
                    <a:pt x="418751" y="144354"/>
                  </a:lnTo>
                  <a:cubicBezTo>
                    <a:pt x="436940" y="144354"/>
                    <a:pt x="451747" y="129548"/>
                    <a:pt x="451747" y="111359"/>
                  </a:cubicBezTo>
                  <a:lnTo>
                    <a:pt x="451747" y="8249"/>
                  </a:lnTo>
                  <a:cubicBezTo>
                    <a:pt x="451747" y="3691"/>
                    <a:pt x="455438" y="0"/>
                    <a:pt x="459995" y="0"/>
                  </a:cubicBezTo>
                  <a:cubicBezTo>
                    <a:pt x="464553" y="0"/>
                    <a:pt x="468244" y="3691"/>
                    <a:pt x="468244" y="8249"/>
                  </a:cubicBezTo>
                  <a:lnTo>
                    <a:pt x="468244" y="111359"/>
                  </a:lnTo>
                  <a:cubicBezTo>
                    <a:pt x="468244" y="138642"/>
                    <a:pt x="446034" y="160852"/>
                    <a:pt x="418751" y="160852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3" name="Forma Livre: Forma 22">
              <a:extLst>
                <a:ext uri="{FF2B5EF4-FFF2-40B4-BE49-F238E27FC236}">
                  <a16:creationId xmlns:a16="http://schemas.microsoft.com/office/drawing/2014/main" id="{9A6D55AD-1FEC-E53C-48E5-AC6447255F90}"/>
                </a:ext>
              </a:extLst>
            </p:cNvPr>
            <p:cNvSpPr/>
            <p:nvPr/>
          </p:nvSpPr>
          <p:spPr>
            <a:xfrm>
              <a:off x="7574315" y="3999641"/>
              <a:ext cx="181474" cy="119607"/>
            </a:xfrm>
            <a:custGeom>
              <a:avLst/>
              <a:gdLst>
                <a:gd name="connsiteX0" fmla="*/ 152603 w 181474"/>
                <a:gd name="connsiteY0" fmla="*/ 119608 h 119607"/>
                <a:gd name="connsiteX1" fmla="*/ 59804 w 181474"/>
                <a:gd name="connsiteY1" fmla="*/ 119608 h 119607"/>
                <a:gd name="connsiteX2" fmla="*/ 0 w 181474"/>
                <a:gd name="connsiteY2" fmla="*/ 59804 h 119607"/>
                <a:gd name="connsiteX3" fmla="*/ 59804 w 181474"/>
                <a:gd name="connsiteY3" fmla="*/ 0 h 119607"/>
                <a:gd name="connsiteX4" fmla="*/ 152603 w 181474"/>
                <a:gd name="connsiteY4" fmla="*/ 0 h 119607"/>
                <a:gd name="connsiteX5" fmla="*/ 181474 w 181474"/>
                <a:gd name="connsiteY5" fmla="*/ 28871 h 119607"/>
                <a:gd name="connsiteX6" fmla="*/ 181474 w 181474"/>
                <a:gd name="connsiteY6" fmla="*/ 90737 h 119607"/>
                <a:gd name="connsiteX7" fmla="*/ 152603 w 181474"/>
                <a:gd name="connsiteY7" fmla="*/ 119608 h 119607"/>
                <a:gd name="connsiteX8" fmla="*/ 59804 w 181474"/>
                <a:gd name="connsiteY8" fmla="*/ 16498 h 119607"/>
                <a:gd name="connsiteX9" fmla="*/ 16498 w 181474"/>
                <a:gd name="connsiteY9" fmla="*/ 59804 h 119607"/>
                <a:gd name="connsiteX10" fmla="*/ 59804 w 181474"/>
                <a:gd name="connsiteY10" fmla="*/ 103110 h 119607"/>
                <a:gd name="connsiteX11" fmla="*/ 152603 w 181474"/>
                <a:gd name="connsiteY11" fmla="*/ 103110 h 119607"/>
                <a:gd name="connsiteX12" fmla="*/ 164976 w 181474"/>
                <a:gd name="connsiteY12" fmla="*/ 90737 h 119607"/>
                <a:gd name="connsiteX13" fmla="*/ 164976 w 181474"/>
                <a:gd name="connsiteY13" fmla="*/ 28871 h 119607"/>
                <a:gd name="connsiteX14" fmla="*/ 152603 w 181474"/>
                <a:gd name="connsiteY14" fmla="*/ 16498 h 119607"/>
                <a:gd name="connsiteX15" fmla="*/ 59804 w 181474"/>
                <a:gd name="connsiteY15" fmla="*/ 16498 h 119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1474" h="119607">
                  <a:moveTo>
                    <a:pt x="152603" y="119608"/>
                  </a:moveTo>
                  <a:lnTo>
                    <a:pt x="59804" y="119608"/>
                  </a:lnTo>
                  <a:cubicBezTo>
                    <a:pt x="26829" y="119608"/>
                    <a:pt x="0" y="92779"/>
                    <a:pt x="0" y="59804"/>
                  </a:cubicBezTo>
                  <a:cubicBezTo>
                    <a:pt x="0" y="26829"/>
                    <a:pt x="26829" y="0"/>
                    <a:pt x="59804" y="0"/>
                  </a:cubicBezTo>
                  <a:lnTo>
                    <a:pt x="152603" y="0"/>
                  </a:lnTo>
                  <a:cubicBezTo>
                    <a:pt x="168523" y="0"/>
                    <a:pt x="181474" y="12951"/>
                    <a:pt x="181474" y="28871"/>
                  </a:cubicBezTo>
                  <a:lnTo>
                    <a:pt x="181474" y="90737"/>
                  </a:lnTo>
                  <a:cubicBezTo>
                    <a:pt x="181474" y="106657"/>
                    <a:pt x="168523" y="119608"/>
                    <a:pt x="152603" y="119608"/>
                  </a:cubicBezTo>
                  <a:close/>
                  <a:moveTo>
                    <a:pt x="59804" y="16498"/>
                  </a:moveTo>
                  <a:cubicBezTo>
                    <a:pt x="35923" y="16498"/>
                    <a:pt x="16498" y="35924"/>
                    <a:pt x="16498" y="59804"/>
                  </a:cubicBezTo>
                  <a:cubicBezTo>
                    <a:pt x="16498" y="83684"/>
                    <a:pt x="35923" y="103110"/>
                    <a:pt x="59804" y="103110"/>
                  </a:cubicBezTo>
                  <a:lnTo>
                    <a:pt x="152603" y="103110"/>
                  </a:lnTo>
                  <a:cubicBezTo>
                    <a:pt x="159429" y="103110"/>
                    <a:pt x="164976" y="97563"/>
                    <a:pt x="164976" y="90737"/>
                  </a:cubicBezTo>
                  <a:lnTo>
                    <a:pt x="164976" y="28871"/>
                  </a:lnTo>
                  <a:cubicBezTo>
                    <a:pt x="164976" y="22045"/>
                    <a:pt x="159429" y="16498"/>
                    <a:pt x="152603" y="16498"/>
                  </a:cubicBezTo>
                  <a:lnTo>
                    <a:pt x="59804" y="16498"/>
                  </a:ln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4" name="Forma Livre: Forma 23">
              <a:extLst>
                <a:ext uri="{FF2B5EF4-FFF2-40B4-BE49-F238E27FC236}">
                  <a16:creationId xmlns:a16="http://schemas.microsoft.com/office/drawing/2014/main" id="{22E3C4C9-A753-B847-4325-5B8E5A82A27A}"/>
                </a:ext>
              </a:extLst>
            </p:cNvPr>
            <p:cNvSpPr/>
            <p:nvPr/>
          </p:nvSpPr>
          <p:spPr>
            <a:xfrm>
              <a:off x="7182495" y="3937775"/>
              <a:ext cx="263962" cy="263962"/>
            </a:xfrm>
            <a:custGeom>
              <a:avLst/>
              <a:gdLst>
                <a:gd name="connsiteX0" fmla="*/ 131981 w 263962"/>
                <a:gd name="connsiteY0" fmla="*/ 263962 h 263962"/>
                <a:gd name="connsiteX1" fmla="*/ 0 w 263962"/>
                <a:gd name="connsiteY1" fmla="*/ 131981 h 263962"/>
                <a:gd name="connsiteX2" fmla="*/ 131981 w 263962"/>
                <a:gd name="connsiteY2" fmla="*/ 0 h 263962"/>
                <a:gd name="connsiteX3" fmla="*/ 263962 w 263962"/>
                <a:gd name="connsiteY3" fmla="*/ 131981 h 263962"/>
                <a:gd name="connsiteX4" fmla="*/ 131981 w 263962"/>
                <a:gd name="connsiteY4" fmla="*/ 263962 h 263962"/>
                <a:gd name="connsiteX5" fmla="*/ 131981 w 263962"/>
                <a:gd name="connsiteY5" fmla="*/ 16498 h 263962"/>
                <a:gd name="connsiteX6" fmla="*/ 16498 w 263962"/>
                <a:gd name="connsiteY6" fmla="*/ 131981 h 263962"/>
                <a:gd name="connsiteX7" fmla="*/ 131981 w 263962"/>
                <a:gd name="connsiteY7" fmla="*/ 247465 h 263962"/>
                <a:gd name="connsiteX8" fmla="*/ 247465 w 263962"/>
                <a:gd name="connsiteY8" fmla="*/ 131981 h 263962"/>
                <a:gd name="connsiteX9" fmla="*/ 131981 w 263962"/>
                <a:gd name="connsiteY9" fmla="*/ 16498 h 263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63962" h="263962">
                  <a:moveTo>
                    <a:pt x="131981" y="263962"/>
                  </a:moveTo>
                  <a:cubicBezTo>
                    <a:pt x="59206" y="263962"/>
                    <a:pt x="0" y="204756"/>
                    <a:pt x="0" y="131981"/>
                  </a:cubicBezTo>
                  <a:cubicBezTo>
                    <a:pt x="0" y="59206"/>
                    <a:pt x="59206" y="0"/>
                    <a:pt x="131981" y="0"/>
                  </a:cubicBezTo>
                  <a:cubicBezTo>
                    <a:pt x="204757" y="0"/>
                    <a:pt x="263962" y="59206"/>
                    <a:pt x="263962" y="131981"/>
                  </a:cubicBezTo>
                  <a:cubicBezTo>
                    <a:pt x="263962" y="204756"/>
                    <a:pt x="204757" y="263962"/>
                    <a:pt x="131981" y="263962"/>
                  </a:cubicBezTo>
                  <a:close/>
                  <a:moveTo>
                    <a:pt x="131981" y="16498"/>
                  </a:moveTo>
                  <a:cubicBezTo>
                    <a:pt x="68301" y="16498"/>
                    <a:pt x="16498" y="68300"/>
                    <a:pt x="16498" y="131981"/>
                  </a:cubicBezTo>
                  <a:cubicBezTo>
                    <a:pt x="16498" y="195662"/>
                    <a:pt x="68301" y="247465"/>
                    <a:pt x="131981" y="247465"/>
                  </a:cubicBezTo>
                  <a:cubicBezTo>
                    <a:pt x="195662" y="247465"/>
                    <a:pt x="247465" y="195662"/>
                    <a:pt x="247465" y="131981"/>
                  </a:cubicBezTo>
                  <a:cubicBezTo>
                    <a:pt x="247465" y="68300"/>
                    <a:pt x="195662" y="16498"/>
                    <a:pt x="131981" y="16498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5" name="Forma Livre: Forma 24">
              <a:extLst>
                <a:ext uri="{FF2B5EF4-FFF2-40B4-BE49-F238E27FC236}">
                  <a16:creationId xmlns:a16="http://schemas.microsoft.com/office/drawing/2014/main" id="{43265EAB-8C54-F60C-4850-B1FDB41E2BA4}"/>
                </a:ext>
              </a:extLst>
            </p:cNvPr>
            <p:cNvSpPr/>
            <p:nvPr/>
          </p:nvSpPr>
          <p:spPr>
            <a:xfrm>
              <a:off x="7306228" y="3999641"/>
              <a:ext cx="16497" cy="140229"/>
            </a:xfrm>
            <a:custGeom>
              <a:avLst/>
              <a:gdLst>
                <a:gd name="connsiteX0" fmla="*/ 8249 w 16497"/>
                <a:gd name="connsiteY0" fmla="*/ 140230 h 140229"/>
                <a:gd name="connsiteX1" fmla="*/ 0 w 16497"/>
                <a:gd name="connsiteY1" fmla="*/ 131981 h 140229"/>
                <a:gd name="connsiteX2" fmla="*/ 0 w 16497"/>
                <a:gd name="connsiteY2" fmla="*/ 8249 h 140229"/>
                <a:gd name="connsiteX3" fmla="*/ 8249 w 16497"/>
                <a:gd name="connsiteY3" fmla="*/ 0 h 140229"/>
                <a:gd name="connsiteX4" fmla="*/ 16498 w 16497"/>
                <a:gd name="connsiteY4" fmla="*/ 8249 h 140229"/>
                <a:gd name="connsiteX5" fmla="*/ 16498 w 16497"/>
                <a:gd name="connsiteY5" fmla="*/ 131981 h 140229"/>
                <a:gd name="connsiteX6" fmla="*/ 8249 w 16497"/>
                <a:gd name="connsiteY6" fmla="*/ 140230 h 140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497" h="140229">
                  <a:moveTo>
                    <a:pt x="8249" y="140230"/>
                  </a:moveTo>
                  <a:cubicBezTo>
                    <a:pt x="3691" y="140230"/>
                    <a:pt x="0" y="136539"/>
                    <a:pt x="0" y="131981"/>
                  </a:cubicBezTo>
                  <a:lnTo>
                    <a:pt x="0" y="8249"/>
                  </a:lnTo>
                  <a:cubicBezTo>
                    <a:pt x="0" y="3691"/>
                    <a:pt x="3691" y="0"/>
                    <a:pt x="8249" y="0"/>
                  </a:cubicBezTo>
                  <a:cubicBezTo>
                    <a:pt x="12806" y="0"/>
                    <a:pt x="16498" y="3691"/>
                    <a:pt x="16498" y="8249"/>
                  </a:cubicBezTo>
                  <a:lnTo>
                    <a:pt x="16498" y="131981"/>
                  </a:lnTo>
                  <a:cubicBezTo>
                    <a:pt x="16498" y="136539"/>
                    <a:pt x="12806" y="140230"/>
                    <a:pt x="8249" y="140230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6" name="Forma Livre: Forma 25">
              <a:extLst>
                <a:ext uri="{FF2B5EF4-FFF2-40B4-BE49-F238E27FC236}">
                  <a16:creationId xmlns:a16="http://schemas.microsoft.com/office/drawing/2014/main" id="{53D67FA2-C430-E505-4FA2-84BA0F7D1661}"/>
                </a:ext>
              </a:extLst>
            </p:cNvPr>
            <p:cNvSpPr/>
            <p:nvPr/>
          </p:nvSpPr>
          <p:spPr>
            <a:xfrm>
              <a:off x="7244362" y="4061507"/>
              <a:ext cx="140230" cy="16497"/>
            </a:xfrm>
            <a:custGeom>
              <a:avLst/>
              <a:gdLst>
                <a:gd name="connsiteX0" fmla="*/ 131981 w 140230"/>
                <a:gd name="connsiteY0" fmla="*/ 16498 h 16497"/>
                <a:gd name="connsiteX1" fmla="*/ 8249 w 140230"/>
                <a:gd name="connsiteY1" fmla="*/ 16498 h 16497"/>
                <a:gd name="connsiteX2" fmla="*/ 0 w 140230"/>
                <a:gd name="connsiteY2" fmla="*/ 8249 h 16497"/>
                <a:gd name="connsiteX3" fmla="*/ 8249 w 140230"/>
                <a:gd name="connsiteY3" fmla="*/ 0 h 16497"/>
                <a:gd name="connsiteX4" fmla="*/ 131981 w 140230"/>
                <a:gd name="connsiteY4" fmla="*/ 0 h 16497"/>
                <a:gd name="connsiteX5" fmla="*/ 140230 w 140230"/>
                <a:gd name="connsiteY5" fmla="*/ 8249 h 16497"/>
                <a:gd name="connsiteX6" fmla="*/ 131981 w 140230"/>
                <a:gd name="connsiteY6" fmla="*/ 16498 h 16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0230" h="16497">
                  <a:moveTo>
                    <a:pt x="131981" y="16498"/>
                  </a:moveTo>
                  <a:lnTo>
                    <a:pt x="8249" y="16498"/>
                  </a:lnTo>
                  <a:cubicBezTo>
                    <a:pt x="3691" y="16498"/>
                    <a:pt x="0" y="12806"/>
                    <a:pt x="0" y="8249"/>
                  </a:cubicBezTo>
                  <a:cubicBezTo>
                    <a:pt x="0" y="3691"/>
                    <a:pt x="3691" y="0"/>
                    <a:pt x="8249" y="0"/>
                  </a:cubicBezTo>
                  <a:lnTo>
                    <a:pt x="131981" y="0"/>
                  </a:lnTo>
                  <a:cubicBezTo>
                    <a:pt x="136539" y="0"/>
                    <a:pt x="140230" y="3691"/>
                    <a:pt x="140230" y="8249"/>
                  </a:cubicBezTo>
                  <a:cubicBezTo>
                    <a:pt x="140230" y="12806"/>
                    <a:pt x="136539" y="16498"/>
                    <a:pt x="131981" y="16498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27" name="Gráfico 10">
            <a:extLst>
              <a:ext uri="{FF2B5EF4-FFF2-40B4-BE49-F238E27FC236}">
                <a16:creationId xmlns:a16="http://schemas.microsoft.com/office/drawing/2014/main" id="{553E7064-91AF-98EB-2B6C-E74BBE8555E8}"/>
              </a:ext>
            </a:extLst>
          </p:cNvPr>
          <p:cNvGrpSpPr/>
          <p:nvPr/>
        </p:nvGrpSpPr>
        <p:grpSpPr>
          <a:xfrm>
            <a:off x="6807280" y="3259664"/>
            <a:ext cx="490804" cy="573293"/>
            <a:chOff x="7223740" y="2741696"/>
            <a:chExt cx="490804" cy="573293"/>
          </a:xfrm>
          <a:solidFill>
            <a:schemeClr val="tx1"/>
          </a:solidFill>
        </p:grpSpPr>
        <p:sp>
          <p:nvSpPr>
            <p:cNvPr id="28" name="Forma Livre: Forma 27">
              <a:extLst>
                <a:ext uri="{FF2B5EF4-FFF2-40B4-BE49-F238E27FC236}">
                  <a16:creationId xmlns:a16="http://schemas.microsoft.com/office/drawing/2014/main" id="{6D8CAE9F-65A5-5208-3E8B-8BE8F627E459}"/>
                </a:ext>
              </a:extLst>
            </p:cNvPr>
            <p:cNvSpPr/>
            <p:nvPr/>
          </p:nvSpPr>
          <p:spPr>
            <a:xfrm>
              <a:off x="7512448" y="2906672"/>
              <a:ext cx="181474" cy="160852"/>
            </a:xfrm>
            <a:custGeom>
              <a:avLst/>
              <a:gdLst>
                <a:gd name="connsiteX0" fmla="*/ 173225 w 181474"/>
                <a:gd name="connsiteY0" fmla="*/ 160852 h 160852"/>
                <a:gd name="connsiteX1" fmla="*/ 164976 w 181474"/>
                <a:gd name="connsiteY1" fmla="*/ 152603 h 160852"/>
                <a:gd name="connsiteX2" fmla="*/ 164976 w 181474"/>
                <a:gd name="connsiteY2" fmla="*/ 49493 h 160852"/>
                <a:gd name="connsiteX3" fmla="*/ 131981 w 181474"/>
                <a:gd name="connsiteY3" fmla="*/ 16498 h 160852"/>
                <a:gd name="connsiteX4" fmla="*/ 8249 w 181474"/>
                <a:gd name="connsiteY4" fmla="*/ 16498 h 160852"/>
                <a:gd name="connsiteX5" fmla="*/ 0 w 181474"/>
                <a:gd name="connsiteY5" fmla="*/ 8249 h 160852"/>
                <a:gd name="connsiteX6" fmla="*/ 8249 w 181474"/>
                <a:gd name="connsiteY6" fmla="*/ 0 h 160852"/>
                <a:gd name="connsiteX7" fmla="*/ 131981 w 181474"/>
                <a:gd name="connsiteY7" fmla="*/ 0 h 160852"/>
                <a:gd name="connsiteX8" fmla="*/ 181474 w 181474"/>
                <a:gd name="connsiteY8" fmla="*/ 49493 h 160852"/>
                <a:gd name="connsiteX9" fmla="*/ 181474 w 181474"/>
                <a:gd name="connsiteY9" fmla="*/ 152603 h 160852"/>
                <a:gd name="connsiteX10" fmla="*/ 173225 w 181474"/>
                <a:gd name="connsiteY10" fmla="*/ 160852 h 160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81474" h="160852">
                  <a:moveTo>
                    <a:pt x="173225" y="160852"/>
                  </a:moveTo>
                  <a:cubicBezTo>
                    <a:pt x="168668" y="160852"/>
                    <a:pt x="164976" y="157161"/>
                    <a:pt x="164976" y="152603"/>
                  </a:cubicBezTo>
                  <a:lnTo>
                    <a:pt x="164976" y="49493"/>
                  </a:lnTo>
                  <a:cubicBezTo>
                    <a:pt x="164976" y="31304"/>
                    <a:pt x="150170" y="16498"/>
                    <a:pt x="131981" y="16498"/>
                  </a:cubicBezTo>
                  <a:lnTo>
                    <a:pt x="8249" y="16498"/>
                  </a:lnTo>
                  <a:cubicBezTo>
                    <a:pt x="3691" y="16498"/>
                    <a:pt x="0" y="12806"/>
                    <a:pt x="0" y="8249"/>
                  </a:cubicBezTo>
                  <a:cubicBezTo>
                    <a:pt x="0" y="3691"/>
                    <a:pt x="3691" y="0"/>
                    <a:pt x="8249" y="0"/>
                  </a:cubicBezTo>
                  <a:lnTo>
                    <a:pt x="131981" y="0"/>
                  </a:lnTo>
                  <a:cubicBezTo>
                    <a:pt x="159264" y="0"/>
                    <a:pt x="181474" y="22210"/>
                    <a:pt x="181474" y="49493"/>
                  </a:cubicBezTo>
                  <a:lnTo>
                    <a:pt x="181474" y="152603"/>
                  </a:lnTo>
                  <a:cubicBezTo>
                    <a:pt x="181474" y="157161"/>
                    <a:pt x="177783" y="160852"/>
                    <a:pt x="173225" y="160852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" name="Forma Livre: Forma 28">
              <a:extLst>
                <a:ext uri="{FF2B5EF4-FFF2-40B4-BE49-F238E27FC236}">
                  <a16:creationId xmlns:a16="http://schemas.microsoft.com/office/drawing/2014/main" id="{910E6F0A-6861-D5BE-C81C-F32503660B1E}"/>
                </a:ext>
              </a:extLst>
            </p:cNvPr>
            <p:cNvSpPr/>
            <p:nvPr/>
          </p:nvSpPr>
          <p:spPr>
            <a:xfrm>
              <a:off x="7223740" y="2906672"/>
              <a:ext cx="470182" cy="408316"/>
            </a:xfrm>
            <a:custGeom>
              <a:avLst/>
              <a:gdLst>
                <a:gd name="connsiteX0" fmla="*/ 420690 w 470182"/>
                <a:gd name="connsiteY0" fmla="*/ 408317 h 408316"/>
                <a:gd name="connsiteX1" fmla="*/ 49493 w 470182"/>
                <a:gd name="connsiteY1" fmla="*/ 408317 h 408316"/>
                <a:gd name="connsiteX2" fmla="*/ 0 w 470182"/>
                <a:gd name="connsiteY2" fmla="*/ 358824 h 408316"/>
                <a:gd name="connsiteX3" fmla="*/ 0 w 470182"/>
                <a:gd name="connsiteY3" fmla="*/ 49493 h 408316"/>
                <a:gd name="connsiteX4" fmla="*/ 49493 w 470182"/>
                <a:gd name="connsiteY4" fmla="*/ 0 h 408316"/>
                <a:gd name="connsiteX5" fmla="*/ 131981 w 470182"/>
                <a:gd name="connsiteY5" fmla="*/ 0 h 408316"/>
                <a:gd name="connsiteX6" fmla="*/ 140230 w 470182"/>
                <a:gd name="connsiteY6" fmla="*/ 8249 h 408316"/>
                <a:gd name="connsiteX7" fmla="*/ 131981 w 470182"/>
                <a:gd name="connsiteY7" fmla="*/ 16498 h 408316"/>
                <a:gd name="connsiteX8" fmla="*/ 49493 w 470182"/>
                <a:gd name="connsiteY8" fmla="*/ 16498 h 408316"/>
                <a:gd name="connsiteX9" fmla="*/ 16498 w 470182"/>
                <a:gd name="connsiteY9" fmla="*/ 49493 h 408316"/>
                <a:gd name="connsiteX10" fmla="*/ 16498 w 470182"/>
                <a:gd name="connsiteY10" fmla="*/ 358824 h 408316"/>
                <a:gd name="connsiteX11" fmla="*/ 49493 w 470182"/>
                <a:gd name="connsiteY11" fmla="*/ 391819 h 408316"/>
                <a:gd name="connsiteX12" fmla="*/ 420690 w 470182"/>
                <a:gd name="connsiteY12" fmla="*/ 391819 h 408316"/>
                <a:gd name="connsiteX13" fmla="*/ 453685 w 470182"/>
                <a:gd name="connsiteY13" fmla="*/ 358824 h 408316"/>
                <a:gd name="connsiteX14" fmla="*/ 453685 w 470182"/>
                <a:gd name="connsiteY14" fmla="*/ 255714 h 408316"/>
                <a:gd name="connsiteX15" fmla="*/ 461934 w 470182"/>
                <a:gd name="connsiteY15" fmla="*/ 247465 h 408316"/>
                <a:gd name="connsiteX16" fmla="*/ 470183 w 470182"/>
                <a:gd name="connsiteY16" fmla="*/ 255714 h 408316"/>
                <a:gd name="connsiteX17" fmla="*/ 470183 w 470182"/>
                <a:gd name="connsiteY17" fmla="*/ 358824 h 408316"/>
                <a:gd name="connsiteX18" fmla="*/ 420690 w 470182"/>
                <a:gd name="connsiteY18" fmla="*/ 408317 h 408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70182" h="408316">
                  <a:moveTo>
                    <a:pt x="420690" y="408317"/>
                  </a:moveTo>
                  <a:lnTo>
                    <a:pt x="49493" y="408317"/>
                  </a:lnTo>
                  <a:cubicBezTo>
                    <a:pt x="22210" y="408317"/>
                    <a:pt x="0" y="386107"/>
                    <a:pt x="0" y="358824"/>
                  </a:cubicBezTo>
                  <a:lnTo>
                    <a:pt x="0" y="49493"/>
                  </a:lnTo>
                  <a:cubicBezTo>
                    <a:pt x="0" y="22210"/>
                    <a:pt x="22210" y="0"/>
                    <a:pt x="49493" y="0"/>
                  </a:cubicBezTo>
                  <a:lnTo>
                    <a:pt x="131981" y="0"/>
                  </a:lnTo>
                  <a:cubicBezTo>
                    <a:pt x="136539" y="0"/>
                    <a:pt x="140230" y="3691"/>
                    <a:pt x="140230" y="8249"/>
                  </a:cubicBezTo>
                  <a:cubicBezTo>
                    <a:pt x="140230" y="12806"/>
                    <a:pt x="136539" y="16498"/>
                    <a:pt x="131981" y="16498"/>
                  </a:cubicBezTo>
                  <a:lnTo>
                    <a:pt x="49493" y="16498"/>
                  </a:lnTo>
                  <a:cubicBezTo>
                    <a:pt x="31304" y="16498"/>
                    <a:pt x="16498" y="31304"/>
                    <a:pt x="16498" y="49493"/>
                  </a:cubicBezTo>
                  <a:lnTo>
                    <a:pt x="16498" y="358824"/>
                  </a:lnTo>
                  <a:cubicBezTo>
                    <a:pt x="16498" y="377013"/>
                    <a:pt x="31304" y="391819"/>
                    <a:pt x="49493" y="391819"/>
                  </a:cubicBezTo>
                  <a:lnTo>
                    <a:pt x="420690" y="391819"/>
                  </a:lnTo>
                  <a:cubicBezTo>
                    <a:pt x="438879" y="391819"/>
                    <a:pt x="453685" y="377013"/>
                    <a:pt x="453685" y="358824"/>
                  </a:cubicBezTo>
                  <a:lnTo>
                    <a:pt x="453685" y="255714"/>
                  </a:lnTo>
                  <a:cubicBezTo>
                    <a:pt x="453685" y="251156"/>
                    <a:pt x="457377" y="247465"/>
                    <a:pt x="461934" y="247465"/>
                  </a:cubicBezTo>
                  <a:cubicBezTo>
                    <a:pt x="466492" y="247465"/>
                    <a:pt x="470183" y="251156"/>
                    <a:pt x="470183" y="255714"/>
                  </a:cubicBezTo>
                  <a:lnTo>
                    <a:pt x="470183" y="358824"/>
                  </a:lnTo>
                  <a:cubicBezTo>
                    <a:pt x="470183" y="386107"/>
                    <a:pt x="447973" y="408317"/>
                    <a:pt x="420690" y="408317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0" name="Forma Livre: Forma 29">
              <a:extLst>
                <a:ext uri="{FF2B5EF4-FFF2-40B4-BE49-F238E27FC236}">
                  <a16:creationId xmlns:a16="http://schemas.microsoft.com/office/drawing/2014/main" id="{C9B5FA87-E37B-93DA-8DD0-1F772322C0C4}"/>
                </a:ext>
              </a:extLst>
            </p:cNvPr>
            <p:cNvSpPr/>
            <p:nvPr/>
          </p:nvSpPr>
          <p:spPr>
            <a:xfrm>
              <a:off x="7533070" y="3051026"/>
              <a:ext cx="181474" cy="119607"/>
            </a:xfrm>
            <a:custGeom>
              <a:avLst/>
              <a:gdLst>
                <a:gd name="connsiteX0" fmla="*/ 152603 w 181474"/>
                <a:gd name="connsiteY0" fmla="*/ 119608 h 119607"/>
                <a:gd name="connsiteX1" fmla="*/ 59804 w 181474"/>
                <a:gd name="connsiteY1" fmla="*/ 119608 h 119607"/>
                <a:gd name="connsiteX2" fmla="*/ 0 w 181474"/>
                <a:gd name="connsiteY2" fmla="*/ 59804 h 119607"/>
                <a:gd name="connsiteX3" fmla="*/ 59804 w 181474"/>
                <a:gd name="connsiteY3" fmla="*/ 0 h 119607"/>
                <a:gd name="connsiteX4" fmla="*/ 152603 w 181474"/>
                <a:gd name="connsiteY4" fmla="*/ 0 h 119607"/>
                <a:gd name="connsiteX5" fmla="*/ 181474 w 181474"/>
                <a:gd name="connsiteY5" fmla="*/ 28871 h 119607"/>
                <a:gd name="connsiteX6" fmla="*/ 181474 w 181474"/>
                <a:gd name="connsiteY6" fmla="*/ 90737 h 119607"/>
                <a:gd name="connsiteX7" fmla="*/ 152603 w 181474"/>
                <a:gd name="connsiteY7" fmla="*/ 119608 h 119607"/>
                <a:gd name="connsiteX8" fmla="*/ 59804 w 181474"/>
                <a:gd name="connsiteY8" fmla="*/ 16498 h 119607"/>
                <a:gd name="connsiteX9" fmla="*/ 16498 w 181474"/>
                <a:gd name="connsiteY9" fmla="*/ 59804 h 119607"/>
                <a:gd name="connsiteX10" fmla="*/ 59804 w 181474"/>
                <a:gd name="connsiteY10" fmla="*/ 103110 h 119607"/>
                <a:gd name="connsiteX11" fmla="*/ 152603 w 181474"/>
                <a:gd name="connsiteY11" fmla="*/ 103110 h 119607"/>
                <a:gd name="connsiteX12" fmla="*/ 164976 w 181474"/>
                <a:gd name="connsiteY12" fmla="*/ 90737 h 119607"/>
                <a:gd name="connsiteX13" fmla="*/ 164976 w 181474"/>
                <a:gd name="connsiteY13" fmla="*/ 28871 h 119607"/>
                <a:gd name="connsiteX14" fmla="*/ 152603 w 181474"/>
                <a:gd name="connsiteY14" fmla="*/ 16498 h 119607"/>
                <a:gd name="connsiteX15" fmla="*/ 59804 w 181474"/>
                <a:gd name="connsiteY15" fmla="*/ 16498 h 119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1474" h="119607">
                  <a:moveTo>
                    <a:pt x="152603" y="119608"/>
                  </a:moveTo>
                  <a:lnTo>
                    <a:pt x="59804" y="119608"/>
                  </a:lnTo>
                  <a:cubicBezTo>
                    <a:pt x="26829" y="119608"/>
                    <a:pt x="0" y="92779"/>
                    <a:pt x="0" y="59804"/>
                  </a:cubicBezTo>
                  <a:cubicBezTo>
                    <a:pt x="0" y="26829"/>
                    <a:pt x="26829" y="0"/>
                    <a:pt x="59804" y="0"/>
                  </a:cubicBezTo>
                  <a:lnTo>
                    <a:pt x="152603" y="0"/>
                  </a:lnTo>
                  <a:cubicBezTo>
                    <a:pt x="168523" y="0"/>
                    <a:pt x="181474" y="12951"/>
                    <a:pt x="181474" y="28871"/>
                  </a:cubicBezTo>
                  <a:lnTo>
                    <a:pt x="181474" y="90737"/>
                  </a:lnTo>
                  <a:cubicBezTo>
                    <a:pt x="181474" y="106657"/>
                    <a:pt x="168523" y="119608"/>
                    <a:pt x="152603" y="119608"/>
                  </a:cubicBezTo>
                  <a:close/>
                  <a:moveTo>
                    <a:pt x="59804" y="16498"/>
                  </a:moveTo>
                  <a:cubicBezTo>
                    <a:pt x="35923" y="16498"/>
                    <a:pt x="16498" y="35924"/>
                    <a:pt x="16498" y="59804"/>
                  </a:cubicBezTo>
                  <a:cubicBezTo>
                    <a:pt x="16498" y="83684"/>
                    <a:pt x="35923" y="103110"/>
                    <a:pt x="59804" y="103110"/>
                  </a:cubicBezTo>
                  <a:lnTo>
                    <a:pt x="152603" y="103110"/>
                  </a:lnTo>
                  <a:cubicBezTo>
                    <a:pt x="159429" y="103110"/>
                    <a:pt x="164976" y="97563"/>
                    <a:pt x="164976" y="90737"/>
                  </a:cubicBezTo>
                  <a:lnTo>
                    <a:pt x="164976" y="28871"/>
                  </a:lnTo>
                  <a:cubicBezTo>
                    <a:pt x="164976" y="22045"/>
                    <a:pt x="159429" y="16498"/>
                    <a:pt x="152603" y="16498"/>
                  </a:cubicBezTo>
                  <a:lnTo>
                    <a:pt x="59804" y="16498"/>
                  </a:ln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1" name="Forma Livre: Forma 30">
              <a:extLst>
                <a:ext uri="{FF2B5EF4-FFF2-40B4-BE49-F238E27FC236}">
                  <a16:creationId xmlns:a16="http://schemas.microsoft.com/office/drawing/2014/main" id="{92ACD32E-58DB-76C0-0226-534861F795C0}"/>
                </a:ext>
              </a:extLst>
            </p:cNvPr>
            <p:cNvSpPr/>
            <p:nvPr/>
          </p:nvSpPr>
          <p:spPr>
            <a:xfrm>
              <a:off x="7347431" y="2741696"/>
              <a:ext cx="181474" cy="98985"/>
            </a:xfrm>
            <a:custGeom>
              <a:avLst/>
              <a:gdLst>
                <a:gd name="connsiteX0" fmla="*/ 173225 w 181474"/>
                <a:gd name="connsiteY0" fmla="*/ 98986 h 98985"/>
                <a:gd name="connsiteX1" fmla="*/ 167389 w 181474"/>
                <a:gd name="connsiteY1" fmla="*/ 96573 h 98985"/>
                <a:gd name="connsiteX2" fmla="*/ 90737 w 181474"/>
                <a:gd name="connsiteY2" fmla="*/ 19921 h 98985"/>
                <a:gd name="connsiteX3" fmla="*/ 14085 w 181474"/>
                <a:gd name="connsiteY3" fmla="*/ 96573 h 98985"/>
                <a:gd name="connsiteX4" fmla="*/ 2412 w 181474"/>
                <a:gd name="connsiteY4" fmla="*/ 96573 h 98985"/>
                <a:gd name="connsiteX5" fmla="*/ 2412 w 181474"/>
                <a:gd name="connsiteY5" fmla="*/ 84901 h 98985"/>
                <a:gd name="connsiteX6" fmla="*/ 84901 w 181474"/>
                <a:gd name="connsiteY6" fmla="*/ 2413 h 98985"/>
                <a:gd name="connsiteX7" fmla="*/ 96573 w 181474"/>
                <a:gd name="connsiteY7" fmla="*/ 2413 h 98985"/>
                <a:gd name="connsiteX8" fmla="*/ 179061 w 181474"/>
                <a:gd name="connsiteY8" fmla="*/ 84901 h 98985"/>
                <a:gd name="connsiteX9" fmla="*/ 179061 w 181474"/>
                <a:gd name="connsiteY9" fmla="*/ 96573 h 98985"/>
                <a:gd name="connsiteX10" fmla="*/ 173225 w 181474"/>
                <a:gd name="connsiteY10" fmla="*/ 98986 h 98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81474" h="98985">
                  <a:moveTo>
                    <a:pt x="173225" y="98986"/>
                  </a:moveTo>
                  <a:cubicBezTo>
                    <a:pt x="171122" y="98986"/>
                    <a:pt x="168998" y="98182"/>
                    <a:pt x="167389" y="96573"/>
                  </a:cubicBezTo>
                  <a:lnTo>
                    <a:pt x="90737" y="19921"/>
                  </a:lnTo>
                  <a:lnTo>
                    <a:pt x="14085" y="96573"/>
                  </a:lnTo>
                  <a:cubicBezTo>
                    <a:pt x="10868" y="99790"/>
                    <a:pt x="5630" y="99790"/>
                    <a:pt x="2412" y="96573"/>
                  </a:cubicBezTo>
                  <a:cubicBezTo>
                    <a:pt x="-804" y="93356"/>
                    <a:pt x="-804" y="88139"/>
                    <a:pt x="2412" y="84901"/>
                  </a:cubicBezTo>
                  <a:lnTo>
                    <a:pt x="84901" y="2413"/>
                  </a:lnTo>
                  <a:cubicBezTo>
                    <a:pt x="88118" y="-804"/>
                    <a:pt x="93356" y="-804"/>
                    <a:pt x="96573" y="2413"/>
                  </a:cubicBezTo>
                  <a:lnTo>
                    <a:pt x="179061" y="84901"/>
                  </a:lnTo>
                  <a:cubicBezTo>
                    <a:pt x="182279" y="88118"/>
                    <a:pt x="182279" y="93335"/>
                    <a:pt x="179061" y="96573"/>
                  </a:cubicBezTo>
                  <a:cubicBezTo>
                    <a:pt x="177453" y="98182"/>
                    <a:pt x="175349" y="98986"/>
                    <a:pt x="173225" y="98986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2" name="Forma Livre: Forma 31">
              <a:extLst>
                <a:ext uri="{FF2B5EF4-FFF2-40B4-BE49-F238E27FC236}">
                  <a16:creationId xmlns:a16="http://schemas.microsoft.com/office/drawing/2014/main" id="{AE9F3E41-E3CA-0B63-55C1-C888A9EB72DD}"/>
                </a:ext>
              </a:extLst>
            </p:cNvPr>
            <p:cNvSpPr/>
            <p:nvPr/>
          </p:nvSpPr>
          <p:spPr>
            <a:xfrm>
              <a:off x="7429898" y="2741696"/>
              <a:ext cx="16497" cy="367052"/>
            </a:xfrm>
            <a:custGeom>
              <a:avLst/>
              <a:gdLst>
                <a:gd name="connsiteX0" fmla="*/ 8249 w 16497"/>
                <a:gd name="connsiteY0" fmla="*/ 367052 h 367052"/>
                <a:gd name="connsiteX1" fmla="*/ 0 w 16497"/>
                <a:gd name="connsiteY1" fmla="*/ 358803 h 367052"/>
                <a:gd name="connsiteX2" fmla="*/ 0 w 16497"/>
                <a:gd name="connsiteY2" fmla="*/ 8249 h 367052"/>
                <a:gd name="connsiteX3" fmla="*/ 8249 w 16497"/>
                <a:gd name="connsiteY3" fmla="*/ 0 h 367052"/>
                <a:gd name="connsiteX4" fmla="*/ 16498 w 16497"/>
                <a:gd name="connsiteY4" fmla="*/ 8249 h 367052"/>
                <a:gd name="connsiteX5" fmla="*/ 16498 w 16497"/>
                <a:gd name="connsiteY5" fmla="*/ 358803 h 367052"/>
                <a:gd name="connsiteX6" fmla="*/ 8249 w 16497"/>
                <a:gd name="connsiteY6" fmla="*/ 367052 h 367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497" h="367052">
                  <a:moveTo>
                    <a:pt x="8249" y="367052"/>
                  </a:moveTo>
                  <a:cubicBezTo>
                    <a:pt x="3691" y="367052"/>
                    <a:pt x="0" y="363361"/>
                    <a:pt x="0" y="358803"/>
                  </a:cubicBezTo>
                  <a:lnTo>
                    <a:pt x="0" y="8249"/>
                  </a:lnTo>
                  <a:cubicBezTo>
                    <a:pt x="0" y="3691"/>
                    <a:pt x="3691" y="0"/>
                    <a:pt x="8249" y="0"/>
                  </a:cubicBezTo>
                  <a:cubicBezTo>
                    <a:pt x="12806" y="0"/>
                    <a:pt x="16498" y="3691"/>
                    <a:pt x="16498" y="8249"/>
                  </a:cubicBezTo>
                  <a:lnTo>
                    <a:pt x="16498" y="358803"/>
                  </a:lnTo>
                  <a:cubicBezTo>
                    <a:pt x="16498" y="363361"/>
                    <a:pt x="12806" y="367052"/>
                    <a:pt x="8249" y="367052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33" name="Gráfico 10">
            <a:extLst>
              <a:ext uri="{FF2B5EF4-FFF2-40B4-BE49-F238E27FC236}">
                <a16:creationId xmlns:a16="http://schemas.microsoft.com/office/drawing/2014/main" id="{9809DC06-0463-21B3-AA9A-34E0612D0B31}"/>
              </a:ext>
            </a:extLst>
          </p:cNvPr>
          <p:cNvGrpSpPr/>
          <p:nvPr/>
        </p:nvGrpSpPr>
        <p:grpSpPr>
          <a:xfrm>
            <a:off x="5776177" y="4300445"/>
            <a:ext cx="573293" cy="532028"/>
            <a:chOff x="6192637" y="3793420"/>
            <a:chExt cx="573293" cy="532028"/>
          </a:xfrm>
          <a:solidFill>
            <a:schemeClr val="tx1"/>
          </a:solidFill>
        </p:grpSpPr>
        <p:sp>
          <p:nvSpPr>
            <p:cNvPr id="34" name="Forma Livre: Forma 33">
              <a:extLst>
                <a:ext uri="{FF2B5EF4-FFF2-40B4-BE49-F238E27FC236}">
                  <a16:creationId xmlns:a16="http://schemas.microsoft.com/office/drawing/2014/main" id="{1586405C-B6A8-085C-AC99-074FB1BBED64}"/>
                </a:ext>
              </a:extLst>
            </p:cNvPr>
            <p:cNvSpPr/>
            <p:nvPr/>
          </p:nvSpPr>
          <p:spPr>
            <a:xfrm>
              <a:off x="6192637" y="3793420"/>
              <a:ext cx="470182" cy="408316"/>
            </a:xfrm>
            <a:custGeom>
              <a:avLst/>
              <a:gdLst>
                <a:gd name="connsiteX0" fmla="*/ 420690 w 470182"/>
                <a:gd name="connsiteY0" fmla="*/ 408317 h 408316"/>
                <a:gd name="connsiteX1" fmla="*/ 400068 w 470182"/>
                <a:gd name="connsiteY1" fmla="*/ 408317 h 408316"/>
                <a:gd name="connsiteX2" fmla="*/ 391819 w 470182"/>
                <a:gd name="connsiteY2" fmla="*/ 400068 h 408316"/>
                <a:gd name="connsiteX3" fmla="*/ 400068 w 470182"/>
                <a:gd name="connsiteY3" fmla="*/ 391819 h 408316"/>
                <a:gd name="connsiteX4" fmla="*/ 420690 w 470182"/>
                <a:gd name="connsiteY4" fmla="*/ 391819 h 408316"/>
                <a:gd name="connsiteX5" fmla="*/ 453685 w 470182"/>
                <a:gd name="connsiteY5" fmla="*/ 358824 h 408316"/>
                <a:gd name="connsiteX6" fmla="*/ 453685 w 470182"/>
                <a:gd name="connsiteY6" fmla="*/ 49493 h 408316"/>
                <a:gd name="connsiteX7" fmla="*/ 420690 w 470182"/>
                <a:gd name="connsiteY7" fmla="*/ 16498 h 408316"/>
                <a:gd name="connsiteX8" fmla="*/ 49493 w 470182"/>
                <a:gd name="connsiteY8" fmla="*/ 16498 h 408316"/>
                <a:gd name="connsiteX9" fmla="*/ 19962 w 470182"/>
                <a:gd name="connsiteY9" fmla="*/ 34831 h 408316"/>
                <a:gd name="connsiteX10" fmla="*/ 16498 w 470182"/>
                <a:gd name="connsiteY10" fmla="*/ 49493 h 408316"/>
                <a:gd name="connsiteX11" fmla="*/ 16498 w 470182"/>
                <a:gd name="connsiteY11" fmla="*/ 358824 h 408316"/>
                <a:gd name="connsiteX12" fmla="*/ 8249 w 470182"/>
                <a:gd name="connsiteY12" fmla="*/ 367073 h 408316"/>
                <a:gd name="connsiteX13" fmla="*/ 0 w 470182"/>
                <a:gd name="connsiteY13" fmla="*/ 358824 h 408316"/>
                <a:gd name="connsiteX14" fmla="*/ 0 w 470182"/>
                <a:gd name="connsiteY14" fmla="*/ 49493 h 408316"/>
                <a:gd name="connsiteX15" fmla="*/ 5259 w 470182"/>
                <a:gd name="connsiteY15" fmla="*/ 27345 h 408316"/>
                <a:gd name="connsiteX16" fmla="*/ 49493 w 470182"/>
                <a:gd name="connsiteY16" fmla="*/ 0 h 408316"/>
                <a:gd name="connsiteX17" fmla="*/ 420690 w 470182"/>
                <a:gd name="connsiteY17" fmla="*/ 0 h 408316"/>
                <a:gd name="connsiteX18" fmla="*/ 470183 w 470182"/>
                <a:gd name="connsiteY18" fmla="*/ 49493 h 408316"/>
                <a:gd name="connsiteX19" fmla="*/ 470183 w 470182"/>
                <a:gd name="connsiteY19" fmla="*/ 358824 h 408316"/>
                <a:gd name="connsiteX20" fmla="*/ 420690 w 470182"/>
                <a:gd name="connsiteY20" fmla="*/ 408317 h 408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70182" h="408316">
                  <a:moveTo>
                    <a:pt x="420690" y="408317"/>
                  </a:moveTo>
                  <a:lnTo>
                    <a:pt x="400068" y="408317"/>
                  </a:lnTo>
                  <a:cubicBezTo>
                    <a:pt x="395511" y="408317"/>
                    <a:pt x="391819" y="404625"/>
                    <a:pt x="391819" y="400068"/>
                  </a:cubicBezTo>
                  <a:cubicBezTo>
                    <a:pt x="391819" y="395510"/>
                    <a:pt x="395511" y="391819"/>
                    <a:pt x="400068" y="391819"/>
                  </a:cubicBezTo>
                  <a:lnTo>
                    <a:pt x="420690" y="391819"/>
                  </a:lnTo>
                  <a:cubicBezTo>
                    <a:pt x="438879" y="391819"/>
                    <a:pt x="453685" y="377013"/>
                    <a:pt x="453685" y="358824"/>
                  </a:cubicBezTo>
                  <a:lnTo>
                    <a:pt x="453685" y="49493"/>
                  </a:lnTo>
                  <a:cubicBezTo>
                    <a:pt x="453685" y="31304"/>
                    <a:pt x="438879" y="16498"/>
                    <a:pt x="420690" y="16498"/>
                  </a:cubicBezTo>
                  <a:lnTo>
                    <a:pt x="49493" y="16498"/>
                  </a:lnTo>
                  <a:cubicBezTo>
                    <a:pt x="36934" y="16498"/>
                    <a:pt x="25612" y="23530"/>
                    <a:pt x="19962" y="34831"/>
                  </a:cubicBezTo>
                  <a:cubicBezTo>
                    <a:pt x="17653" y="39306"/>
                    <a:pt x="16498" y="44193"/>
                    <a:pt x="16498" y="49493"/>
                  </a:cubicBezTo>
                  <a:lnTo>
                    <a:pt x="16498" y="358824"/>
                  </a:lnTo>
                  <a:cubicBezTo>
                    <a:pt x="16498" y="363381"/>
                    <a:pt x="12806" y="367073"/>
                    <a:pt x="8249" y="367073"/>
                  </a:cubicBezTo>
                  <a:cubicBezTo>
                    <a:pt x="3691" y="367073"/>
                    <a:pt x="0" y="363381"/>
                    <a:pt x="0" y="358824"/>
                  </a:cubicBezTo>
                  <a:lnTo>
                    <a:pt x="0" y="49493"/>
                  </a:lnTo>
                  <a:cubicBezTo>
                    <a:pt x="0" y="41533"/>
                    <a:pt x="1774" y="34088"/>
                    <a:pt x="5259" y="27345"/>
                  </a:cubicBezTo>
                  <a:cubicBezTo>
                    <a:pt x="13672" y="10517"/>
                    <a:pt x="30645" y="0"/>
                    <a:pt x="49493" y="0"/>
                  </a:cubicBezTo>
                  <a:lnTo>
                    <a:pt x="420690" y="0"/>
                  </a:lnTo>
                  <a:cubicBezTo>
                    <a:pt x="447973" y="0"/>
                    <a:pt x="470183" y="22210"/>
                    <a:pt x="470183" y="49493"/>
                  </a:cubicBezTo>
                  <a:lnTo>
                    <a:pt x="470183" y="358824"/>
                  </a:lnTo>
                  <a:cubicBezTo>
                    <a:pt x="470183" y="386107"/>
                    <a:pt x="447973" y="408317"/>
                    <a:pt x="420690" y="408317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5" name="Forma Livre: Forma 34">
              <a:extLst>
                <a:ext uri="{FF2B5EF4-FFF2-40B4-BE49-F238E27FC236}">
                  <a16:creationId xmlns:a16="http://schemas.microsoft.com/office/drawing/2014/main" id="{B2D8E5A9-8639-9DD1-1C91-EF67E4A319AD}"/>
                </a:ext>
              </a:extLst>
            </p:cNvPr>
            <p:cNvSpPr/>
            <p:nvPr/>
          </p:nvSpPr>
          <p:spPr>
            <a:xfrm>
              <a:off x="6192637" y="3814075"/>
              <a:ext cx="367052" cy="511373"/>
            </a:xfrm>
            <a:custGeom>
              <a:avLst/>
              <a:gdLst>
                <a:gd name="connsiteX0" fmla="*/ 333521 w 367052"/>
                <a:gd name="connsiteY0" fmla="*/ 511374 h 511373"/>
                <a:gd name="connsiteX1" fmla="*/ 321395 w 367052"/>
                <a:gd name="connsiteY1" fmla="*/ 509105 h 511373"/>
                <a:gd name="connsiteX2" fmla="*/ 21633 w 367052"/>
                <a:gd name="connsiteY2" fmla="*/ 396323 h 511373"/>
                <a:gd name="connsiteX3" fmla="*/ 0 w 367052"/>
                <a:gd name="connsiteY3" fmla="*/ 365266 h 511373"/>
                <a:gd name="connsiteX4" fmla="*/ 0 w 367052"/>
                <a:gd name="connsiteY4" fmla="*/ 37540 h 511373"/>
                <a:gd name="connsiteX5" fmla="*/ 5650 w 367052"/>
                <a:gd name="connsiteY5" fmla="*/ 15001 h 511373"/>
                <a:gd name="connsiteX6" fmla="*/ 14518 w 367052"/>
                <a:gd name="connsiteY6" fmla="*/ 5783 h 511373"/>
                <a:gd name="connsiteX7" fmla="*/ 45657 w 367052"/>
                <a:gd name="connsiteY7" fmla="*/ 2256 h 511373"/>
                <a:gd name="connsiteX8" fmla="*/ 345420 w 367052"/>
                <a:gd name="connsiteY8" fmla="*/ 115038 h 511373"/>
                <a:gd name="connsiteX9" fmla="*/ 367052 w 367052"/>
                <a:gd name="connsiteY9" fmla="*/ 146095 h 511373"/>
                <a:gd name="connsiteX10" fmla="*/ 367052 w 367052"/>
                <a:gd name="connsiteY10" fmla="*/ 478069 h 511373"/>
                <a:gd name="connsiteX11" fmla="*/ 352534 w 367052"/>
                <a:gd name="connsiteY11" fmla="*/ 505579 h 511373"/>
                <a:gd name="connsiteX12" fmla="*/ 333500 w 367052"/>
                <a:gd name="connsiteY12" fmla="*/ 511374 h 511373"/>
                <a:gd name="connsiteX13" fmla="*/ 19385 w 367052"/>
                <a:gd name="connsiteY13" fmla="*/ 24136 h 511373"/>
                <a:gd name="connsiteX14" fmla="*/ 16498 w 367052"/>
                <a:gd name="connsiteY14" fmla="*/ 37540 h 511373"/>
                <a:gd name="connsiteX15" fmla="*/ 16498 w 367052"/>
                <a:gd name="connsiteY15" fmla="*/ 365266 h 511373"/>
                <a:gd name="connsiteX16" fmla="*/ 27386 w 367052"/>
                <a:gd name="connsiteY16" fmla="*/ 380857 h 511373"/>
                <a:gd name="connsiteX17" fmla="*/ 327293 w 367052"/>
                <a:gd name="connsiteY17" fmla="*/ 493700 h 511373"/>
                <a:gd name="connsiteX18" fmla="*/ 343316 w 367052"/>
                <a:gd name="connsiteY18" fmla="*/ 491927 h 511373"/>
                <a:gd name="connsiteX19" fmla="*/ 350575 w 367052"/>
                <a:gd name="connsiteY19" fmla="*/ 478089 h 511373"/>
                <a:gd name="connsiteX20" fmla="*/ 350575 w 367052"/>
                <a:gd name="connsiteY20" fmla="*/ 146116 h 511373"/>
                <a:gd name="connsiteX21" fmla="*/ 339687 w 367052"/>
                <a:gd name="connsiteY21" fmla="*/ 130525 h 511373"/>
                <a:gd name="connsiteX22" fmla="*/ 39780 w 367052"/>
                <a:gd name="connsiteY22" fmla="*/ 17681 h 511373"/>
                <a:gd name="connsiteX23" fmla="*/ 23757 w 367052"/>
                <a:gd name="connsiteY23" fmla="*/ 19455 h 511373"/>
                <a:gd name="connsiteX24" fmla="*/ 19570 w 367052"/>
                <a:gd name="connsiteY24" fmla="*/ 23868 h 511373"/>
                <a:gd name="connsiteX25" fmla="*/ 19385 w 367052"/>
                <a:gd name="connsiteY25" fmla="*/ 24136 h 511373"/>
                <a:gd name="connsiteX26" fmla="*/ 12580 w 367052"/>
                <a:gd name="connsiteY26" fmla="*/ 19496 h 511373"/>
                <a:gd name="connsiteX27" fmla="*/ 12580 w 367052"/>
                <a:gd name="connsiteY27" fmla="*/ 19496 h 511373"/>
                <a:gd name="connsiteX28" fmla="*/ 12580 w 367052"/>
                <a:gd name="connsiteY28" fmla="*/ 19496 h 511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67052" h="511373">
                  <a:moveTo>
                    <a:pt x="333521" y="511374"/>
                  </a:moveTo>
                  <a:cubicBezTo>
                    <a:pt x="329417" y="511374"/>
                    <a:pt x="325313" y="510631"/>
                    <a:pt x="321395" y="509105"/>
                  </a:cubicBezTo>
                  <a:lnTo>
                    <a:pt x="21633" y="396323"/>
                  </a:lnTo>
                  <a:cubicBezTo>
                    <a:pt x="8723" y="391580"/>
                    <a:pt x="0" y="379083"/>
                    <a:pt x="0" y="365266"/>
                  </a:cubicBezTo>
                  <a:lnTo>
                    <a:pt x="0" y="37540"/>
                  </a:lnTo>
                  <a:cubicBezTo>
                    <a:pt x="0" y="24384"/>
                    <a:pt x="4537" y="16692"/>
                    <a:pt x="5650" y="15001"/>
                  </a:cubicBezTo>
                  <a:cubicBezTo>
                    <a:pt x="7940" y="11371"/>
                    <a:pt x="11012" y="8175"/>
                    <a:pt x="14518" y="5783"/>
                  </a:cubicBezTo>
                  <a:cubicBezTo>
                    <a:pt x="23819" y="-404"/>
                    <a:pt x="35429" y="-1703"/>
                    <a:pt x="45657" y="2256"/>
                  </a:cubicBezTo>
                  <a:lnTo>
                    <a:pt x="345420" y="115038"/>
                  </a:lnTo>
                  <a:cubicBezTo>
                    <a:pt x="358329" y="119781"/>
                    <a:pt x="367052" y="132278"/>
                    <a:pt x="367052" y="146095"/>
                  </a:cubicBezTo>
                  <a:lnTo>
                    <a:pt x="367052" y="478069"/>
                  </a:lnTo>
                  <a:cubicBezTo>
                    <a:pt x="367052" y="489060"/>
                    <a:pt x="361629" y="499330"/>
                    <a:pt x="352534" y="505579"/>
                  </a:cubicBezTo>
                  <a:cubicBezTo>
                    <a:pt x="346780" y="509414"/>
                    <a:pt x="340140" y="511374"/>
                    <a:pt x="333500" y="511374"/>
                  </a:cubicBezTo>
                  <a:close/>
                  <a:moveTo>
                    <a:pt x="19385" y="24136"/>
                  </a:moveTo>
                  <a:cubicBezTo>
                    <a:pt x="19158" y="24487"/>
                    <a:pt x="16498" y="28920"/>
                    <a:pt x="16498" y="37540"/>
                  </a:cubicBezTo>
                  <a:lnTo>
                    <a:pt x="16498" y="365266"/>
                  </a:lnTo>
                  <a:cubicBezTo>
                    <a:pt x="16498" y="372319"/>
                    <a:pt x="20767" y="378423"/>
                    <a:pt x="27386" y="380857"/>
                  </a:cubicBezTo>
                  <a:lnTo>
                    <a:pt x="327293" y="493700"/>
                  </a:lnTo>
                  <a:cubicBezTo>
                    <a:pt x="332675" y="495783"/>
                    <a:pt x="338490" y="495123"/>
                    <a:pt x="343316" y="491927"/>
                  </a:cubicBezTo>
                  <a:cubicBezTo>
                    <a:pt x="347832" y="488834"/>
                    <a:pt x="350575" y="483637"/>
                    <a:pt x="350575" y="478089"/>
                  </a:cubicBezTo>
                  <a:lnTo>
                    <a:pt x="350575" y="146116"/>
                  </a:lnTo>
                  <a:cubicBezTo>
                    <a:pt x="350575" y="139063"/>
                    <a:pt x="346306" y="132959"/>
                    <a:pt x="339687" y="130525"/>
                  </a:cubicBezTo>
                  <a:lnTo>
                    <a:pt x="39780" y="17681"/>
                  </a:lnTo>
                  <a:cubicBezTo>
                    <a:pt x="34377" y="15599"/>
                    <a:pt x="28582" y="16259"/>
                    <a:pt x="23757" y="19455"/>
                  </a:cubicBezTo>
                  <a:cubicBezTo>
                    <a:pt x="22189" y="20527"/>
                    <a:pt x="20663" y="22115"/>
                    <a:pt x="19570" y="23868"/>
                  </a:cubicBezTo>
                  <a:cubicBezTo>
                    <a:pt x="19508" y="23951"/>
                    <a:pt x="19446" y="24054"/>
                    <a:pt x="19385" y="24136"/>
                  </a:cubicBezTo>
                  <a:close/>
                  <a:moveTo>
                    <a:pt x="12580" y="19496"/>
                  </a:moveTo>
                  <a:lnTo>
                    <a:pt x="12580" y="19496"/>
                  </a:lnTo>
                  <a:lnTo>
                    <a:pt x="12580" y="19496"/>
                  </a:ln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6" name="Forma Livre: Forma 35">
              <a:extLst>
                <a:ext uri="{FF2B5EF4-FFF2-40B4-BE49-F238E27FC236}">
                  <a16:creationId xmlns:a16="http://schemas.microsoft.com/office/drawing/2014/main" id="{9B019187-5381-3AF0-8543-D39DCB75B479}"/>
                </a:ext>
              </a:extLst>
            </p:cNvPr>
            <p:cNvSpPr/>
            <p:nvPr/>
          </p:nvSpPr>
          <p:spPr>
            <a:xfrm>
              <a:off x="6646322" y="3937775"/>
              <a:ext cx="119607" cy="119607"/>
            </a:xfrm>
            <a:custGeom>
              <a:avLst/>
              <a:gdLst>
                <a:gd name="connsiteX0" fmla="*/ 59804 w 119607"/>
                <a:gd name="connsiteY0" fmla="*/ 119608 h 119607"/>
                <a:gd name="connsiteX1" fmla="*/ 8249 w 119607"/>
                <a:gd name="connsiteY1" fmla="*/ 119608 h 119607"/>
                <a:gd name="connsiteX2" fmla="*/ 0 w 119607"/>
                <a:gd name="connsiteY2" fmla="*/ 111359 h 119607"/>
                <a:gd name="connsiteX3" fmla="*/ 8249 w 119607"/>
                <a:gd name="connsiteY3" fmla="*/ 103110 h 119607"/>
                <a:gd name="connsiteX4" fmla="*/ 59804 w 119607"/>
                <a:gd name="connsiteY4" fmla="*/ 103110 h 119607"/>
                <a:gd name="connsiteX5" fmla="*/ 103110 w 119607"/>
                <a:gd name="connsiteY5" fmla="*/ 59804 h 119607"/>
                <a:gd name="connsiteX6" fmla="*/ 59804 w 119607"/>
                <a:gd name="connsiteY6" fmla="*/ 16498 h 119607"/>
                <a:gd name="connsiteX7" fmla="*/ 8249 w 119607"/>
                <a:gd name="connsiteY7" fmla="*/ 16498 h 119607"/>
                <a:gd name="connsiteX8" fmla="*/ 0 w 119607"/>
                <a:gd name="connsiteY8" fmla="*/ 8249 h 119607"/>
                <a:gd name="connsiteX9" fmla="*/ 8249 w 119607"/>
                <a:gd name="connsiteY9" fmla="*/ 0 h 119607"/>
                <a:gd name="connsiteX10" fmla="*/ 59804 w 119607"/>
                <a:gd name="connsiteY10" fmla="*/ 0 h 119607"/>
                <a:gd name="connsiteX11" fmla="*/ 119608 w 119607"/>
                <a:gd name="connsiteY11" fmla="*/ 59804 h 119607"/>
                <a:gd name="connsiteX12" fmla="*/ 59804 w 119607"/>
                <a:gd name="connsiteY12" fmla="*/ 119608 h 119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9607" h="119607">
                  <a:moveTo>
                    <a:pt x="59804" y="119608"/>
                  </a:moveTo>
                  <a:lnTo>
                    <a:pt x="8249" y="119608"/>
                  </a:lnTo>
                  <a:cubicBezTo>
                    <a:pt x="3691" y="119608"/>
                    <a:pt x="0" y="115917"/>
                    <a:pt x="0" y="111359"/>
                  </a:cubicBezTo>
                  <a:cubicBezTo>
                    <a:pt x="0" y="106802"/>
                    <a:pt x="3691" y="103110"/>
                    <a:pt x="8249" y="103110"/>
                  </a:cubicBezTo>
                  <a:lnTo>
                    <a:pt x="59804" y="103110"/>
                  </a:lnTo>
                  <a:cubicBezTo>
                    <a:pt x="83684" y="103110"/>
                    <a:pt x="103110" y="83684"/>
                    <a:pt x="103110" y="59804"/>
                  </a:cubicBezTo>
                  <a:cubicBezTo>
                    <a:pt x="103110" y="35924"/>
                    <a:pt x="83684" y="16498"/>
                    <a:pt x="59804" y="16498"/>
                  </a:cubicBezTo>
                  <a:lnTo>
                    <a:pt x="8249" y="16498"/>
                  </a:lnTo>
                  <a:cubicBezTo>
                    <a:pt x="3691" y="16498"/>
                    <a:pt x="0" y="12806"/>
                    <a:pt x="0" y="8249"/>
                  </a:cubicBezTo>
                  <a:cubicBezTo>
                    <a:pt x="0" y="3691"/>
                    <a:pt x="3691" y="0"/>
                    <a:pt x="8249" y="0"/>
                  </a:cubicBezTo>
                  <a:lnTo>
                    <a:pt x="59804" y="0"/>
                  </a:lnTo>
                  <a:cubicBezTo>
                    <a:pt x="92779" y="0"/>
                    <a:pt x="119608" y="26829"/>
                    <a:pt x="119608" y="59804"/>
                  </a:cubicBezTo>
                  <a:cubicBezTo>
                    <a:pt x="119608" y="92779"/>
                    <a:pt x="92779" y="119608"/>
                    <a:pt x="59804" y="119608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7" name="Forma Livre: Forma 36">
              <a:extLst>
                <a:ext uri="{FF2B5EF4-FFF2-40B4-BE49-F238E27FC236}">
                  <a16:creationId xmlns:a16="http://schemas.microsoft.com/office/drawing/2014/main" id="{9D7BF973-D9AE-36A4-3F24-0DB3F53C82D5}"/>
                </a:ext>
              </a:extLst>
            </p:cNvPr>
            <p:cNvSpPr/>
            <p:nvPr/>
          </p:nvSpPr>
          <p:spPr>
            <a:xfrm>
              <a:off x="6440101" y="3855307"/>
              <a:ext cx="222718" cy="16497"/>
            </a:xfrm>
            <a:custGeom>
              <a:avLst/>
              <a:gdLst>
                <a:gd name="connsiteX0" fmla="*/ 214469 w 222718"/>
                <a:gd name="connsiteY0" fmla="*/ 16498 h 16497"/>
                <a:gd name="connsiteX1" fmla="*/ 8249 w 222718"/>
                <a:gd name="connsiteY1" fmla="*/ 16498 h 16497"/>
                <a:gd name="connsiteX2" fmla="*/ 0 w 222718"/>
                <a:gd name="connsiteY2" fmla="*/ 8249 h 16497"/>
                <a:gd name="connsiteX3" fmla="*/ 8249 w 222718"/>
                <a:gd name="connsiteY3" fmla="*/ 0 h 16497"/>
                <a:gd name="connsiteX4" fmla="*/ 214469 w 222718"/>
                <a:gd name="connsiteY4" fmla="*/ 0 h 16497"/>
                <a:gd name="connsiteX5" fmla="*/ 222718 w 222718"/>
                <a:gd name="connsiteY5" fmla="*/ 8249 h 16497"/>
                <a:gd name="connsiteX6" fmla="*/ 214469 w 222718"/>
                <a:gd name="connsiteY6" fmla="*/ 16498 h 16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2718" h="16497">
                  <a:moveTo>
                    <a:pt x="214469" y="16498"/>
                  </a:moveTo>
                  <a:lnTo>
                    <a:pt x="8249" y="16498"/>
                  </a:lnTo>
                  <a:cubicBezTo>
                    <a:pt x="3691" y="16498"/>
                    <a:pt x="0" y="12806"/>
                    <a:pt x="0" y="8249"/>
                  </a:cubicBezTo>
                  <a:cubicBezTo>
                    <a:pt x="0" y="3691"/>
                    <a:pt x="3691" y="0"/>
                    <a:pt x="8249" y="0"/>
                  </a:cubicBezTo>
                  <a:lnTo>
                    <a:pt x="214469" y="0"/>
                  </a:lnTo>
                  <a:cubicBezTo>
                    <a:pt x="219027" y="0"/>
                    <a:pt x="222718" y="3691"/>
                    <a:pt x="222718" y="8249"/>
                  </a:cubicBezTo>
                  <a:cubicBezTo>
                    <a:pt x="222718" y="12806"/>
                    <a:pt x="219027" y="16498"/>
                    <a:pt x="214469" y="16498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38" name="Gráfico 10">
            <a:extLst>
              <a:ext uri="{FF2B5EF4-FFF2-40B4-BE49-F238E27FC236}">
                <a16:creationId xmlns:a16="http://schemas.microsoft.com/office/drawing/2014/main" id="{3353DE52-A3DD-C262-62C0-AA06379C5947}"/>
              </a:ext>
            </a:extLst>
          </p:cNvPr>
          <p:cNvGrpSpPr/>
          <p:nvPr/>
        </p:nvGrpSpPr>
        <p:grpSpPr>
          <a:xfrm>
            <a:off x="7755894" y="4302095"/>
            <a:ext cx="573292" cy="528728"/>
            <a:chOff x="8172354" y="3795070"/>
            <a:chExt cx="573292" cy="528728"/>
          </a:xfrm>
          <a:solidFill>
            <a:schemeClr val="tx1"/>
          </a:solidFill>
        </p:grpSpPr>
        <p:sp>
          <p:nvSpPr>
            <p:cNvPr id="39" name="Forma Livre: Forma 38">
              <a:extLst>
                <a:ext uri="{FF2B5EF4-FFF2-40B4-BE49-F238E27FC236}">
                  <a16:creationId xmlns:a16="http://schemas.microsoft.com/office/drawing/2014/main" id="{907B4F86-1480-D9A3-B80A-4E0FD0CC6909}"/>
                </a:ext>
              </a:extLst>
            </p:cNvPr>
            <p:cNvSpPr/>
            <p:nvPr/>
          </p:nvSpPr>
          <p:spPr>
            <a:xfrm>
              <a:off x="8595519" y="3995496"/>
              <a:ext cx="150128" cy="83313"/>
            </a:xfrm>
            <a:custGeom>
              <a:avLst/>
              <a:gdLst>
                <a:gd name="connsiteX0" fmla="*/ 75064 w 150128"/>
                <a:gd name="connsiteY0" fmla="*/ 83313 h 83313"/>
                <a:gd name="connsiteX1" fmla="*/ 69228 w 150128"/>
                <a:gd name="connsiteY1" fmla="*/ 80900 h 83313"/>
                <a:gd name="connsiteX2" fmla="*/ 2413 w 150128"/>
                <a:gd name="connsiteY2" fmla="*/ 14085 h 83313"/>
                <a:gd name="connsiteX3" fmla="*/ 2413 w 150128"/>
                <a:gd name="connsiteY3" fmla="*/ 2413 h 83313"/>
                <a:gd name="connsiteX4" fmla="*/ 14085 w 150128"/>
                <a:gd name="connsiteY4" fmla="*/ 2413 h 83313"/>
                <a:gd name="connsiteX5" fmla="*/ 75064 w 150128"/>
                <a:gd name="connsiteY5" fmla="*/ 63392 h 83313"/>
                <a:gd name="connsiteX6" fmla="*/ 136043 w 150128"/>
                <a:gd name="connsiteY6" fmla="*/ 2413 h 83313"/>
                <a:gd name="connsiteX7" fmla="*/ 147716 w 150128"/>
                <a:gd name="connsiteY7" fmla="*/ 2413 h 83313"/>
                <a:gd name="connsiteX8" fmla="*/ 147716 w 150128"/>
                <a:gd name="connsiteY8" fmla="*/ 14085 h 83313"/>
                <a:gd name="connsiteX9" fmla="*/ 80900 w 150128"/>
                <a:gd name="connsiteY9" fmla="*/ 80900 h 83313"/>
                <a:gd name="connsiteX10" fmla="*/ 75064 w 150128"/>
                <a:gd name="connsiteY10" fmla="*/ 83313 h 83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0128" h="83313">
                  <a:moveTo>
                    <a:pt x="75064" y="83313"/>
                  </a:moveTo>
                  <a:cubicBezTo>
                    <a:pt x="72878" y="83313"/>
                    <a:pt x="70775" y="82447"/>
                    <a:pt x="69228" y="80900"/>
                  </a:cubicBezTo>
                  <a:lnTo>
                    <a:pt x="2413" y="14085"/>
                  </a:lnTo>
                  <a:cubicBezTo>
                    <a:pt x="-804" y="10868"/>
                    <a:pt x="-804" y="5630"/>
                    <a:pt x="2413" y="2413"/>
                  </a:cubicBezTo>
                  <a:cubicBezTo>
                    <a:pt x="5630" y="-804"/>
                    <a:pt x="10847" y="-804"/>
                    <a:pt x="14085" y="2413"/>
                  </a:cubicBezTo>
                  <a:lnTo>
                    <a:pt x="75064" y="63392"/>
                  </a:lnTo>
                  <a:lnTo>
                    <a:pt x="136043" y="2413"/>
                  </a:lnTo>
                  <a:cubicBezTo>
                    <a:pt x="139261" y="-804"/>
                    <a:pt x="144478" y="-804"/>
                    <a:pt x="147716" y="2413"/>
                  </a:cubicBezTo>
                  <a:cubicBezTo>
                    <a:pt x="150932" y="5630"/>
                    <a:pt x="150932" y="10868"/>
                    <a:pt x="147716" y="14085"/>
                  </a:cubicBezTo>
                  <a:lnTo>
                    <a:pt x="80900" y="80900"/>
                  </a:lnTo>
                  <a:cubicBezTo>
                    <a:pt x="79353" y="82447"/>
                    <a:pt x="77250" y="83313"/>
                    <a:pt x="75064" y="83313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0" name="Forma Livre: Forma 39">
              <a:extLst>
                <a:ext uri="{FF2B5EF4-FFF2-40B4-BE49-F238E27FC236}">
                  <a16:creationId xmlns:a16="http://schemas.microsoft.com/office/drawing/2014/main" id="{5916EB7F-B35C-E626-3008-992EE4D3A284}"/>
                </a:ext>
              </a:extLst>
            </p:cNvPr>
            <p:cNvSpPr/>
            <p:nvPr/>
          </p:nvSpPr>
          <p:spPr>
            <a:xfrm>
              <a:off x="8550975" y="3839614"/>
              <a:ext cx="127856" cy="239195"/>
            </a:xfrm>
            <a:custGeom>
              <a:avLst/>
              <a:gdLst>
                <a:gd name="connsiteX0" fmla="*/ 119608 w 127856"/>
                <a:gd name="connsiteY0" fmla="*/ 239195 h 239195"/>
                <a:gd name="connsiteX1" fmla="*/ 111359 w 127856"/>
                <a:gd name="connsiteY1" fmla="*/ 230946 h 239195"/>
                <a:gd name="connsiteX2" fmla="*/ 111359 w 127856"/>
                <a:gd name="connsiteY2" fmla="*/ 52792 h 239195"/>
                <a:gd name="connsiteX3" fmla="*/ 75064 w 127856"/>
                <a:gd name="connsiteY3" fmla="*/ 16498 h 239195"/>
                <a:gd name="connsiteX4" fmla="*/ 8249 w 127856"/>
                <a:gd name="connsiteY4" fmla="*/ 16498 h 239195"/>
                <a:gd name="connsiteX5" fmla="*/ 0 w 127856"/>
                <a:gd name="connsiteY5" fmla="*/ 8249 h 239195"/>
                <a:gd name="connsiteX6" fmla="*/ 8249 w 127856"/>
                <a:gd name="connsiteY6" fmla="*/ 0 h 239195"/>
                <a:gd name="connsiteX7" fmla="*/ 75064 w 127856"/>
                <a:gd name="connsiteY7" fmla="*/ 0 h 239195"/>
                <a:gd name="connsiteX8" fmla="*/ 127857 w 127856"/>
                <a:gd name="connsiteY8" fmla="*/ 52792 h 239195"/>
                <a:gd name="connsiteX9" fmla="*/ 127857 w 127856"/>
                <a:gd name="connsiteY9" fmla="*/ 230946 h 239195"/>
                <a:gd name="connsiteX10" fmla="*/ 119608 w 127856"/>
                <a:gd name="connsiteY10" fmla="*/ 239195 h 239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7856" h="239195">
                  <a:moveTo>
                    <a:pt x="119608" y="239195"/>
                  </a:moveTo>
                  <a:cubicBezTo>
                    <a:pt x="115050" y="239195"/>
                    <a:pt x="111359" y="235504"/>
                    <a:pt x="111359" y="230946"/>
                  </a:cubicBezTo>
                  <a:lnTo>
                    <a:pt x="111359" y="52792"/>
                  </a:lnTo>
                  <a:cubicBezTo>
                    <a:pt x="111359" y="32789"/>
                    <a:pt x="95067" y="16498"/>
                    <a:pt x="75064" y="16498"/>
                  </a:cubicBezTo>
                  <a:lnTo>
                    <a:pt x="8249" y="16498"/>
                  </a:lnTo>
                  <a:cubicBezTo>
                    <a:pt x="3691" y="16498"/>
                    <a:pt x="0" y="12806"/>
                    <a:pt x="0" y="8249"/>
                  </a:cubicBezTo>
                  <a:cubicBezTo>
                    <a:pt x="0" y="3691"/>
                    <a:pt x="3691" y="0"/>
                    <a:pt x="8249" y="0"/>
                  </a:cubicBezTo>
                  <a:lnTo>
                    <a:pt x="75064" y="0"/>
                  </a:lnTo>
                  <a:cubicBezTo>
                    <a:pt x="104183" y="0"/>
                    <a:pt x="127857" y="23674"/>
                    <a:pt x="127857" y="52792"/>
                  </a:cubicBezTo>
                  <a:lnTo>
                    <a:pt x="127857" y="230946"/>
                  </a:lnTo>
                  <a:cubicBezTo>
                    <a:pt x="127857" y="235504"/>
                    <a:pt x="124165" y="239195"/>
                    <a:pt x="119608" y="239195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1" name="Forma Livre: Forma 40">
              <a:extLst>
                <a:ext uri="{FF2B5EF4-FFF2-40B4-BE49-F238E27FC236}">
                  <a16:creationId xmlns:a16="http://schemas.microsoft.com/office/drawing/2014/main" id="{E5A1FA2B-5BBC-BA06-7DC3-B4A7A7C939B0}"/>
                </a:ext>
              </a:extLst>
            </p:cNvPr>
            <p:cNvSpPr/>
            <p:nvPr/>
          </p:nvSpPr>
          <p:spPr>
            <a:xfrm>
              <a:off x="8172354" y="4040081"/>
              <a:ext cx="150128" cy="83313"/>
            </a:xfrm>
            <a:custGeom>
              <a:avLst/>
              <a:gdLst>
                <a:gd name="connsiteX0" fmla="*/ 141880 w 150128"/>
                <a:gd name="connsiteY0" fmla="*/ 83313 h 83313"/>
                <a:gd name="connsiteX1" fmla="*/ 136044 w 150128"/>
                <a:gd name="connsiteY1" fmla="*/ 80900 h 83313"/>
                <a:gd name="connsiteX2" fmla="*/ 75064 w 150128"/>
                <a:gd name="connsiteY2" fmla="*/ 19921 h 83313"/>
                <a:gd name="connsiteX3" fmla="*/ 14085 w 150128"/>
                <a:gd name="connsiteY3" fmla="*/ 80900 h 83313"/>
                <a:gd name="connsiteX4" fmla="*/ 2412 w 150128"/>
                <a:gd name="connsiteY4" fmla="*/ 80900 h 83313"/>
                <a:gd name="connsiteX5" fmla="*/ 2412 w 150128"/>
                <a:gd name="connsiteY5" fmla="*/ 69228 h 83313"/>
                <a:gd name="connsiteX6" fmla="*/ 69228 w 150128"/>
                <a:gd name="connsiteY6" fmla="*/ 2413 h 83313"/>
                <a:gd name="connsiteX7" fmla="*/ 75064 w 150128"/>
                <a:gd name="connsiteY7" fmla="*/ 0 h 83313"/>
                <a:gd name="connsiteX8" fmla="*/ 80900 w 150128"/>
                <a:gd name="connsiteY8" fmla="*/ 2413 h 83313"/>
                <a:gd name="connsiteX9" fmla="*/ 147715 w 150128"/>
                <a:gd name="connsiteY9" fmla="*/ 69228 h 83313"/>
                <a:gd name="connsiteX10" fmla="*/ 147715 w 150128"/>
                <a:gd name="connsiteY10" fmla="*/ 80900 h 83313"/>
                <a:gd name="connsiteX11" fmla="*/ 141880 w 150128"/>
                <a:gd name="connsiteY11" fmla="*/ 83313 h 83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50128" h="83313">
                  <a:moveTo>
                    <a:pt x="141880" y="83313"/>
                  </a:moveTo>
                  <a:cubicBezTo>
                    <a:pt x="139776" y="83313"/>
                    <a:pt x="137652" y="82509"/>
                    <a:pt x="136044" y="80900"/>
                  </a:cubicBezTo>
                  <a:lnTo>
                    <a:pt x="75064" y="19921"/>
                  </a:lnTo>
                  <a:lnTo>
                    <a:pt x="14085" y="80900"/>
                  </a:lnTo>
                  <a:cubicBezTo>
                    <a:pt x="10868" y="84117"/>
                    <a:pt x="5650" y="84117"/>
                    <a:pt x="2412" y="80900"/>
                  </a:cubicBezTo>
                  <a:cubicBezTo>
                    <a:pt x="-804" y="77683"/>
                    <a:pt x="-804" y="72445"/>
                    <a:pt x="2412" y="69228"/>
                  </a:cubicBezTo>
                  <a:lnTo>
                    <a:pt x="69228" y="2413"/>
                  </a:lnTo>
                  <a:cubicBezTo>
                    <a:pt x="70775" y="866"/>
                    <a:pt x="72878" y="0"/>
                    <a:pt x="75064" y="0"/>
                  </a:cubicBezTo>
                  <a:cubicBezTo>
                    <a:pt x="77250" y="0"/>
                    <a:pt x="79354" y="866"/>
                    <a:pt x="80900" y="2413"/>
                  </a:cubicBezTo>
                  <a:lnTo>
                    <a:pt x="147715" y="69228"/>
                  </a:lnTo>
                  <a:cubicBezTo>
                    <a:pt x="150933" y="72445"/>
                    <a:pt x="150933" y="77683"/>
                    <a:pt x="147715" y="80900"/>
                  </a:cubicBezTo>
                  <a:cubicBezTo>
                    <a:pt x="146107" y="82509"/>
                    <a:pt x="144004" y="83313"/>
                    <a:pt x="141880" y="83313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2" name="Forma Livre: Forma 41">
              <a:extLst>
                <a:ext uri="{FF2B5EF4-FFF2-40B4-BE49-F238E27FC236}">
                  <a16:creationId xmlns:a16="http://schemas.microsoft.com/office/drawing/2014/main" id="{CA404B53-D017-6A09-42C9-DB89A8B4BF16}"/>
                </a:ext>
              </a:extLst>
            </p:cNvPr>
            <p:cNvSpPr/>
            <p:nvPr/>
          </p:nvSpPr>
          <p:spPr>
            <a:xfrm>
              <a:off x="8239170" y="4040060"/>
              <a:ext cx="127856" cy="239195"/>
            </a:xfrm>
            <a:custGeom>
              <a:avLst/>
              <a:gdLst>
                <a:gd name="connsiteX0" fmla="*/ 119608 w 127856"/>
                <a:gd name="connsiteY0" fmla="*/ 239195 h 239195"/>
                <a:gd name="connsiteX1" fmla="*/ 52793 w 127856"/>
                <a:gd name="connsiteY1" fmla="*/ 239195 h 239195"/>
                <a:gd name="connsiteX2" fmla="*/ 0 w 127856"/>
                <a:gd name="connsiteY2" fmla="*/ 186403 h 239195"/>
                <a:gd name="connsiteX3" fmla="*/ 0 w 127856"/>
                <a:gd name="connsiteY3" fmla="*/ 8249 h 239195"/>
                <a:gd name="connsiteX4" fmla="*/ 8249 w 127856"/>
                <a:gd name="connsiteY4" fmla="*/ 0 h 239195"/>
                <a:gd name="connsiteX5" fmla="*/ 16498 w 127856"/>
                <a:gd name="connsiteY5" fmla="*/ 8249 h 239195"/>
                <a:gd name="connsiteX6" fmla="*/ 16498 w 127856"/>
                <a:gd name="connsiteY6" fmla="*/ 186403 h 239195"/>
                <a:gd name="connsiteX7" fmla="*/ 52793 w 127856"/>
                <a:gd name="connsiteY7" fmla="*/ 222698 h 239195"/>
                <a:gd name="connsiteX8" fmla="*/ 119608 w 127856"/>
                <a:gd name="connsiteY8" fmla="*/ 222698 h 239195"/>
                <a:gd name="connsiteX9" fmla="*/ 127857 w 127856"/>
                <a:gd name="connsiteY9" fmla="*/ 230947 h 239195"/>
                <a:gd name="connsiteX10" fmla="*/ 119608 w 127856"/>
                <a:gd name="connsiteY10" fmla="*/ 239195 h 239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7856" h="239195">
                  <a:moveTo>
                    <a:pt x="119608" y="239195"/>
                  </a:moveTo>
                  <a:lnTo>
                    <a:pt x="52793" y="239195"/>
                  </a:lnTo>
                  <a:cubicBezTo>
                    <a:pt x="23674" y="239195"/>
                    <a:pt x="0" y="215521"/>
                    <a:pt x="0" y="186403"/>
                  </a:cubicBezTo>
                  <a:lnTo>
                    <a:pt x="0" y="8249"/>
                  </a:lnTo>
                  <a:cubicBezTo>
                    <a:pt x="0" y="3691"/>
                    <a:pt x="3691" y="0"/>
                    <a:pt x="8249" y="0"/>
                  </a:cubicBezTo>
                  <a:cubicBezTo>
                    <a:pt x="12807" y="0"/>
                    <a:pt x="16498" y="3691"/>
                    <a:pt x="16498" y="8249"/>
                  </a:cubicBezTo>
                  <a:lnTo>
                    <a:pt x="16498" y="186403"/>
                  </a:lnTo>
                  <a:cubicBezTo>
                    <a:pt x="16498" y="206406"/>
                    <a:pt x="32789" y="222698"/>
                    <a:pt x="52793" y="222698"/>
                  </a:cubicBezTo>
                  <a:lnTo>
                    <a:pt x="119608" y="222698"/>
                  </a:lnTo>
                  <a:cubicBezTo>
                    <a:pt x="124166" y="222698"/>
                    <a:pt x="127857" y="226389"/>
                    <a:pt x="127857" y="230947"/>
                  </a:cubicBezTo>
                  <a:cubicBezTo>
                    <a:pt x="127857" y="235504"/>
                    <a:pt x="124166" y="239195"/>
                    <a:pt x="119608" y="239195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3" name="Forma Livre: Forma 42">
              <a:extLst>
                <a:ext uri="{FF2B5EF4-FFF2-40B4-BE49-F238E27FC236}">
                  <a16:creationId xmlns:a16="http://schemas.microsoft.com/office/drawing/2014/main" id="{70532264-D8F1-4658-AE00-38D6ACF55FED}"/>
                </a:ext>
              </a:extLst>
            </p:cNvPr>
            <p:cNvSpPr/>
            <p:nvPr/>
          </p:nvSpPr>
          <p:spPr>
            <a:xfrm>
              <a:off x="8194626" y="3795070"/>
              <a:ext cx="306031" cy="194651"/>
            </a:xfrm>
            <a:custGeom>
              <a:avLst/>
              <a:gdLst>
                <a:gd name="connsiteX0" fmla="*/ 275510 w 306031"/>
                <a:gd name="connsiteY0" fmla="*/ 194652 h 194651"/>
                <a:gd name="connsiteX1" fmla="*/ 30521 w 306031"/>
                <a:gd name="connsiteY1" fmla="*/ 194652 h 194651"/>
                <a:gd name="connsiteX2" fmla="*/ 0 w 306031"/>
                <a:gd name="connsiteY2" fmla="*/ 164131 h 194651"/>
                <a:gd name="connsiteX3" fmla="*/ 0 w 306031"/>
                <a:gd name="connsiteY3" fmla="*/ 30521 h 194651"/>
                <a:gd name="connsiteX4" fmla="*/ 30521 w 306031"/>
                <a:gd name="connsiteY4" fmla="*/ 0 h 194651"/>
                <a:gd name="connsiteX5" fmla="*/ 275510 w 306031"/>
                <a:gd name="connsiteY5" fmla="*/ 0 h 194651"/>
                <a:gd name="connsiteX6" fmla="*/ 306031 w 306031"/>
                <a:gd name="connsiteY6" fmla="*/ 30521 h 194651"/>
                <a:gd name="connsiteX7" fmla="*/ 306031 w 306031"/>
                <a:gd name="connsiteY7" fmla="*/ 164131 h 194651"/>
                <a:gd name="connsiteX8" fmla="*/ 275510 w 306031"/>
                <a:gd name="connsiteY8" fmla="*/ 194652 h 194651"/>
                <a:gd name="connsiteX9" fmla="*/ 30521 w 306031"/>
                <a:gd name="connsiteY9" fmla="*/ 16498 h 194651"/>
                <a:gd name="connsiteX10" fmla="*/ 16498 w 306031"/>
                <a:gd name="connsiteY10" fmla="*/ 30521 h 194651"/>
                <a:gd name="connsiteX11" fmla="*/ 16498 w 306031"/>
                <a:gd name="connsiteY11" fmla="*/ 164131 h 194651"/>
                <a:gd name="connsiteX12" fmla="*/ 30521 w 306031"/>
                <a:gd name="connsiteY12" fmla="*/ 178154 h 194651"/>
                <a:gd name="connsiteX13" fmla="*/ 275510 w 306031"/>
                <a:gd name="connsiteY13" fmla="*/ 178154 h 194651"/>
                <a:gd name="connsiteX14" fmla="*/ 289534 w 306031"/>
                <a:gd name="connsiteY14" fmla="*/ 164131 h 194651"/>
                <a:gd name="connsiteX15" fmla="*/ 289534 w 306031"/>
                <a:gd name="connsiteY15" fmla="*/ 30521 h 194651"/>
                <a:gd name="connsiteX16" fmla="*/ 275510 w 306031"/>
                <a:gd name="connsiteY16" fmla="*/ 16498 h 194651"/>
                <a:gd name="connsiteX17" fmla="*/ 30521 w 306031"/>
                <a:gd name="connsiteY17" fmla="*/ 16498 h 194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06031" h="194651">
                  <a:moveTo>
                    <a:pt x="275510" y="194652"/>
                  </a:moveTo>
                  <a:lnTo>
                    <a:pt x="30521" y="194652"/>
                  </a:lnTo>
                  <a:cubicBezTo>
                    <a:pt x="13693" y="194652"/>
                    <a:pt x="0" y="180959"/>
                    <a:pt x="0" y="164131"/>
                  </a:cubicBezTo>
                  <a:lnTo>
                    <a:pt x="0" y="30521"/>
                  </a:lnTo>
                  <a:cubicBezTo>
                    <a:pt x="0" y="13693"/>
                    <a:pt x="13693" y="0"/>
                    <a:pt x="30521" y="0"/>
                  </a:cubicBezTo>
                  <a:lnTo>
                    <a:pt x="275510" y="0"/>
                  </a:lnTo>
                  <a:cubicBezTo>
                    <a:pt x="292338" y="0"/>
                    <a:pt x="306031" y="13693"/>
                    <a:pt x="306031" y="30521"/>
                  </a:cubicBezTo>
                  <a:lnTo>
                    <a:pt x="306031" y="164131"/>
                  </a:lnTo>
                  <a:cubicBezTo>
                    <a:pt x="306031" y="180959"/>
                    <a:pt x="292338" y="194652"/>
                    <a:pt x="275510" y="194652"/>
                  </a:cubicBezTo>
                  <a:close/>
                  <a:moveTo>
                    <a:pt x="30521" y="16498"/>
                  </a:moveTo>
                  <a:cubicBezTo>
                    <a:pt x="22787" y="16498"/>
                    <a:pt x="16498" y="22787"/>
                    <a:pt x="16498" y="30521"/>
                  </a:cubicBezTo>
                  <a:lnTo>
                    <a:pt x="16498" y="164131"/>
                  </a:lnTo>
                  <a:cubicBezTo>
                    <a:pt x="16498" y="171864"/>
                    <a:pt x="22787" y="178154"/>
                    <a:pt x="30521" y="178154"/>
                  </a:cubicBezTo>
                  <a:lnTo>
                    <a:pt x="275510" y="178154"/>
                  </a:lnTo>
                  <a:cubicBezTo>
                    <a:pt x="283244" y="178154"/>
                    <a:pt x="289534" y="171864"/>
                    <a:pt x="289534" y="164131"/>
                  </a:cubicBezTo>
                  <a:lnTo>
                    <a:pt x="289534" y="30521"/>
                  </a:lnTo>
                  <a:cubicBezTo>
                    <a:pt x="289534" y="22787"/>
                    <a:pt x="283244" y="16498"/>
                    <a:pt x="275510" y="16498"/>
                  </a:cubicBezTo>
                  <a:lnTo>
                    <a:pt x="30521" y="16498"/>
                  </a:ln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4" name="Forma Livre: Forma 43">
              <a:extLst>
                <a:ext uri="{FF2B5EF4-FFF2-40B4-BE49-F238E27FC236}">
                  <a16:creationId xmlns:a16="http://schemas.microsoft.com/office/drawing/2014/main" id="{DA9490AA-58EE-50B1-D307-1857FC2E9FFE}"/>
                </a:ext>
              </a:extLst>
            </p:cNvPr>
            <p:cNvSpPr/>
            <p:nvPr/>
          </p:nvSpPr>
          <p:spPr>
            <a:xfrm>
              <a:off x="8194626" y="3839593"/>
              <a:ext cx="306031" cy="16497"/>
            </a:xfrm>
            <a:custGeom>
              <a:avLst/>
              <a:gdLst>
                <a:gd name="connsiteX0" fmla="*/ 297782 w 306031"/>
                <a:gd name="connsiteY0" fmla="*/ 16498 h 16497"/>
                <a:gd name="connsiteX1" fmla="*/ 8249 w 306031"/>
                <a:gd name="connsiteY1" fmla="*/ 16498 h 16497"/>
                <a:gd name="connsiteX2" fmla="*/ 0 w 306031"/>
                <a:gd name="connsiteY2" fmla="*/ 8249 h 16497"/>
                <a:gd name="connsiteX3" fmla="*/ 8249 w 306031"/>
                <a:gd name="connsiteY3" fmla="*/ 0 h 16497"/>
                <a:gd name="connsiteX4" fmla="*/ 297782 w 306031"/>
                <a:gd name="connsiteY4" fmla="*/ 0 h 16497"/>
                <a:gd name="connsiteX5" fmla="*/ 306031 w 306031"/>
                <a:gd name="connsiteY5" fmla="*/ 8249 h 16497"/>
                <a:gd name="connsiteX6" fmla="*/ 297782 w 306031"/>
                <a:gd name="connsiteY6" fmla="*/ 16498 h 16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6031" h="16497">
                  <a:moveTo>
                    <a:pt x="297782" y="16498"/>
                  </a:moveTo>
                  <a:lnTo>
                    <a:pt x="8249" y="16498"/>
                  </a:lnTo>
                  <a:cubicBezTo>
                    <a:pt x="3691" y="16498"/>
                    <a:pt x="0" y="12806"/>
                    <a:pt x="0" y="8249"/>
                  </a:cubicBezTo>
                  <a:cubicBezTo>
                    <a:pt x="0" y="3691"/>
                    <a:pt x="3691" y="0"/>
                    <a:pt x="8249" y="0"/>
                  </a:cubicBezTo>
                  <a:lnTo>
                    <a:pt x="297782" y="0"/>
                  </a:lnTo>
                  <a:cubicBezTo>
                    <a:pt x="302340" y="0"/>
                    <a:pt x="306031" y="3691"/>
                    <a:pt x="306031" y="8249"/>
                  </a:cubicBezTo>
                  <a:cubicBezTo>
                    <a:pt x="306031" y="12806"/>
                    <a:pt x="302340" y="16498"/>
                    <a:pt x="297782" y="16498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5" name="Forma Livre: Forma 44">
              <a:extLst>
                <a:ext uri="{FF2B5EF4-FFF2-40B4-BE49-F238E27FC236}">
                  <a16:creationId xmlns:a16="http://schemas.microsoft.com/office/drawing/2014/main" id="{D3FE856C-5E4F-CCC0-E6B3-C68FD4E0A034}"/>
                </a:ext>
              </a:extLst>
            </p:cNvPr>
            <p:cNvSpPr/>
            <p:nvPr/>
          </p:nvSpPr>
          <p:spPr>
            <a:xfrm>
              <a:off x="8194626" y="3884137"/>
              <a:ext cx="306031" cy="16497"/>
            </a:xfrm>
            <a:custGeom>
              <a:avLst/>
              <a:gdLst>
                <a:gd name="connsiteX0" fmla="*/ 297782 w 306031"/>
                <a:gd name="connsiteY0" fmla="*/ 16498 h 16497"/>
                <a:gd name="connsiteX1" fmla="*/ 8249 w 306031"/>
                <a:gd name="connsiteY1" fmla="*/ 16498 h 16497"/>
                <a:gd name="connsiteX2" fmla="*/ 0 w 306031"/>
                <a:gd name="connsiteY2" fmla="*/ 8249 h 16497"/>
                <a:gd name="connsiteX3" fmla="*/ 8249 w 306031"/>
                <a:gd name="connsiteY3" fmla="*/ 0 h 16497"/>
                <a:gd name="connsiteX4" fmla="*/ 297782 w 306031"/>
                <a:gd name="connsiteY4" fmla="*/ 0 h 16497"/>
                <a:gd name="connsiteX5" fmla="*/ 306031 w 306031"/>
                <a:gd name="connsiteY5" fmla="*/ 8249 h 16497"/>
                <a:gd name="connsiteX6" fmla="*/ 297782 w 306031"/>
                <a:gd name="connsiteY6" fmla="*/ 16498 h 16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6031" h="16497">
                  <a:moveTo>
                    <a:pt x="297782" y="16498"/>
                  </a:moveTo>
                  <a:lnTo>
                    <a:pt x="8249" y="16498"/>
                  </a:lnTo>
                  <a:cubicBezTo>
                    <a:pt x="3691" y="16498"/>
                    <a:pt x="0" y="12806"/>
                    <a:pt x="0" y="8249"/>
                  </a:cubicBezTo>
                  <a:cubicBezTo>
                    <a:pt x="0" y="3691"/>
                    <a:pt x="3691" y="0"/>
                    <a:pt x="8249" y="0"/>
                  </a:cubicBezTo>
                  <a:lnTo>
                    <a:pt x="297782" y="0"/>
                  </a:lnTo>
                  <a:cubicBezTo>
                    <a:pt x="302340" y="0"/>
                    <a:pt x="306031" y="3691"/>
                    <a:pt x="306031" y="8249"/>
                  </a:cubicBezTo>
                  <a:cubicBezTo>
                    <a:pt x="306031" y="12806"/>
                    <a:pt x="302340" y="16498"/>
                    <a:pt x="297782" y="16498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6" name="Forma Livre: Forma 45">
              <a:extLst>
                <a:ext uri="{FF2B5EF4-FFF2-40B4-BE49-F238E27FC236}">
                  <a16:creationId xmlns:a16="http://schemas.microsoft.com/office/drawing/2014/main" id="{C5E83EF2-FC66-9C16-B479-044CADDC562D}"/>
                </a:ext>
              </a:extLst>
            </p:cNvPr>
            <p:cNvSpPr/>
            <p:nvPr/>
          </p:nvSpPr>
          <p:spPr>
            <a:xfrm>
              <a:off x="8417344" y="4129148"/>
              <a:ext cx="306031" cy="194651"/>
            </a:xfrm>
            <a:custGeom>
              <a:avLst/>
              <a:gdLst>
                <a:gd name="connsiteX0" fmla="*/ 275510 w 306031"/>
                <a:gd name="connsiteY0" fmla="*/ 194652 h 194651"/>
                <a:gd name="connsiteX1" fmla="*/ 30521 w 306031"/>
                <a:gd name="connsiteY1" fmla="*/ 194652 h 194651"/>
                <a:gd name="connsiteX2" fmla="*/ 0 w 306031"/>
                <a:gd name="connsiteY2" fmla="*/ 164131 h 194651"/>
                <a:gd name="connsiteX3" fmla="*/ 0 w 306031"/>
                <a:gd name="connsiteY3" fmla="*/ 30521 h 194651"/>
                <a:gd name="connsiteX4" fmla="*/ 30521 w 306031"/>
                <a:gd name="connsiteY4" fmla="*/ 0 h 194651"/>
                <a:gd name="connsiteX5" fmla="*/ 275510 w 306031"/>
                <a:gd name="connsiteY5" fmla="*/ 0 h 194651"/>
                <a:gd name="connsiteX6" fmla="*/ 306031 w 306031"/>
                <a:gd name="connsiteY6" fmla="*/ 30521 h 194651"/>
                <a:gd name="connsiteX7" fmla="*/ 306031 w 306031"/>
                <a:gd name="connsiteY7" fmla="*/ 164131 h 194651"/>
                <a:gd name="connsiteX8" fmla="*/ 275510 w 306031"/>
                <a:gd name="connsiteY8" fmla="*/ 194652 h 194651"/>
                <a:gd name="connsiteX9" fmla="*/ 30521 w 306031"/>
                <a:gd name="connsiteY9" fmla="*/ 16498 h 194651"/>
                <a:gd name="connsiteX10" fmla="*/ 16498 w 306031"/>
                <a:gd name="connsiteY10" fmla="*/ 30521 h 194651"/>
                <a:gd name="connsiteX11" fmla="*/ 16498 w 306031"/>
                <a:gd name="connsiteY11" fmla="*/ 164131 h 194651"/>
                <a:gd name="connsiteX12" fmla="*/ 30521 w 306031"/>
                <a:gd name="connsiteY12" fmla="*/ 178154 h 194651"/>
                <a:gd name="connsiteX13" fmla="*/ 275510 w 306031"/>
                <a:gd name="connsiteY13" fmla="*/ 178154 h 194651"/>
                <a:gd name="connsiteX14" fmla="*/ 289534 w 306031"/>
                <a:gd name="connsiteY14" fmla="*/ 164131 h 194651"/>
                <a:gd name="connsiteX15" fmla="*/ 289534 w 306031"/>
                <a:gd name="connsiteY15" fmla="*/ 30521 h 194651"/>
                <a:gd name="connsiteX16" fmla="*/ 275510 w 306031"/>
                <a:gd name="connsiteY16" fmla="*/ 16498 h 194651"/>
                <a:gd name="connsiteX17" fmla="*/ 30521 w 306031"/>
                <a:gd name="connsiteY17" fmla="*/ 16498 h 194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06031" h="194651">
                  <a:moveTo>
                    <a:pt x="275510" y="194652"/>
                  </a:moveTo>
                  <a:lnTo>
                    <a:pt x="30521" y="194652"/>
                  </a:lnTo>
                  <a:cubicBezTo>
                    <a:pt x="13693" y="194652"/>
                    <a:pt x="0" y="180959"/>
                    <a:pt x="0" y="164131"/>
                  </a:cubicBezTo>
                  <a:lnTo>
                    <a:pt x="0" y="30521"/>
                  </a:lnTo>
                  <a:cubicBezTo>
                    <a:pt x="0" y="13693"/>
                    <a:pt x="13693" y="0"/>
                    <a:pt x="30521" y="0"/>
                  </a:cubicBezTo>
                  <a:lnTo>
                    <a:pt x="275510" y="0"/>
                  </a:lnTo>
                  <a:cubicBezTo>
                    <a:pt x="292338" y="0"/>
                    <a:pt x="306031" y="13693"/>
                    <a:pt x="306031" y="30521"/>
                  </a:cubicBezTo>
                  <a:lnTo>
                    <a:pt x="306031" y="164131"/>
                  </a:lnTo>
                  <a:cubicBezTo>
                    <a:pt x="306031" y="180959"/>
                    <a:pt x="292338" y="194652"/>
                    <a:pt x="275510" y="194652"/>
                  </a:cubicBezTo>
                  <a:close/>
                  <a:moveTo>
                    <a:pt x="30521" y="16498"/>
                  </a:moveTo>
                  <a:cubicBezTo>
                    <a:pt x="22787" y="16498"/>
                    <a:pt x="16498" y="22787"/>
                    <a:pt x="16498" y="30521"/>
                  </a:cubicBezTo>
                  <a:lnTo>
                    <a:pt x="16498" y="164131"/>
                  </a:lnTo>
                  <a:cubicBezTo>
                    <a:pt x="16498" y="171864"/>
                    <a:pt x="22787" y="178154"/>
                    <a:pt x="30521" y="178154"/>
                  </a:cubicBezTo>
                  <a:lnTo>
                    <a:pt x="275510" y="178154"/>
                  </a:lnTo>
                  <a:cubicBezTo>
                    <a:pt x="283244" y="178154"/>
                    <a:pt x="289534" y="171864"/>
                    <a:pt x="289534" y="164131"/>
                  </a:cubicBezTo>
                  <a:lnTo>
                    <a:pt x="289534" y="30521"/>
                  </a:lnTo>
                  <a:cubicBezTo>
                    <a:pt x="289534" y="22787"/>
                    <a:pt x="283244" y="16498"/>
                    <a:pt x="275510" y="16498"/>
                  </a:cubicBezTo>
                  <a:lnTo>
                    <a:pt x="30521" y="16498"/>
                  </a:ln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7" name="Forma Livre: Forma 46">
              <a:extLst>
                <a:ext uri="{FF2B5EF4-FFF2-40B4-BE49-F238E27FC236}">
                  <a16:creationId xmlns:a16="http://schemas.microsoft.com/office/drawing/2014/main" id="{34459507-D3C2-809A-07A4-AB5463C36648}"/>
                </a:ext>
              </a:extLst>
            </p:cNvPr>
            <p:cNvSpPr/>
            <p:nvPr/>
          </p:nvSpPr>
          <p:spPr>
            <a:xfrm>
              <a:off x="8461888" y="4262758"/>
              <a:ext cx="38769" cy="16497"/>
            </a:xfrm>
            <a:custGeom>
              <a:avLst/>
              <a:gdLst>
                <a:gd name="connsiteX0" fmla="*/ 30521 w 38769"/>
                <a:gd name="connsiteY0" fmla="*/ 16498 h 16497"/>
                <a:gd name="connsiteX1" fmla="*/ 8249 w 38769"/>
                <a:gd name="connsiteY1" fmla="*/ 16498 h 16497"/>
                <a:gd name="connsiteX2" fmla="*/ 0 w 38769"/>
                <a:gd name="connsiteY2" fmla="*/ 8249 h 16497"/>
                <a:gd name="connsiteX3" fmla="*/ 8249 w 38769"/>
                <a:gd name="connsiteY3" fmla="*/ 0 h 16497"/>
                <a:gd name="connsiteX4" fmla="*/ 30521 w 38769"/>
                <a:gd name="connsiteY4" fmla="*/ 0 h 16497"/>
                <a:gd name="connsiteX5" fmla="*/ 38770 w 38769"/>
                <a:gd name="connsiteY5" fmla="*/ 8249 h 16497"/>
                <a:gd name="connsiteX6" fmla="*/ 30521 w 38769"/>
                <a:gd name="connsiteY6" fmla="*/ 16498 h 16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769" h="16497">
                  <a:moveTo>
                    <a:pt x="30521" y="16498"/>
                  </a:moveTo>
                  <a:lnTo>
                    <a:pt x="8249" y="16498"/>
                  </a:lnTo>
                  <a:cubicBezTo>
                    <a:pt x="3691" y="16498"/>
                    <a:pt x="0" y="12806"/>
                    <a:pt x="0" y="8249"/>
                  </a:cubicBezTo>
                  <a:cubicBezTo>
                    <a:pt x="0" y="3691"/>
                    <a:pt x="3691" y="0"/>
                    <a:pt x="8249" y="0"/>
                  </a:cubicBezTo>
                  <a:lnTo>
                    <a:pt x="30521" y="0"/>
                  </a:lnTo>
                  <a:cubicBezTo>
                    <a:pt x="35078" y="0"/>
                    <a:pt x="38770" y="3691"/>
                    <a:pt x="38770" y="8249"/>
                  </a:cubicBezTo>
                  <a:cubicBezTo>
                    <a:pt x="38770" y="12806"/>
                    <a:pt x="35078" y="16498"/>
                    <a:pt x="30521" y="16498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8" name="Forma Livre: Forma 47">
              <a:extLst>
                <a:ext uri="{FF2B5EF4-FFF2-40B4-BE49-F238E27FC236}">
                  <a16:creationId xmlns:a16="http://schemas.microsoft.com/office/drawing/2014/main" id="{379EF171-3A11-A6F3-0F31-243B30792571}"/>
                </a:ext>
              </a:extLst>
            </p:cNvPr>
            <p:cNvSpPr/>
            <p:nvPr/>
          </p:nvSpPr>
          <p:spPr>
            <a:xfrm>
              <a:off x="8528704" y="4262758"/>
              <a:ext cx="38769" cy="16497"/>
            </a:xfrm>
            <a:custGeom>
              <a:avLst/>
              <a:gdLst>
                <a:gd name="connsiteX0" fmla="*/ 30521 w 38769"/>
                <a:gd name="connsiteY0" fmla="*/ 16498 h 16497"/>
                <a:gd name="connsiteX1" fmla="*/ 8249 w 38769"/>
                <a:gd name="connsiteY1" fmla="*/ 16498 h 16497"/>
                <a:gd name="connsiteX2" fmla="*/ 0 w 38769"/>
                <a:gd name="connsiteY2" fmla="*/ 8249 h 16497"/>
                <a:gd name="connsiteX3" fmla="*/ 8249 w 38769"/>
                <a:gd name="connsiteY3" fmla="*/ 0 h 16497"/>
                <a:gd name="connsiteX4" fmla="*/ 30521 w 38769"/>
                <a:gd name="connsiteY4" fmla="*/ 0 h 16497"/>
                <a:gd name="connsiteX5" fmla="*/ 38770 w 38769"/>
                <a:gd name="connsiteY5" fmla="*/ 8249 h 16497"/>
                <a:gd name="connsiteX6" fmla="*/ 30521 w 38769"/>
                <a:gd name="connsiteY6" fmla="*/ 16498 h 16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769" h="16497">
                  <a:moveTo>
                    <a:pt x="30521" y="16498"/>
                  </a:moveTo>
                  <a:lnTo>
                    <a:pt x="8249" y="16498"/>
                  </a:lnTo>
                  <a:cubicBezTo>
                    <a:pt x="3691" y="16498"/>
                    <a:pt x="0" y="12806"/>
                    <a:pt x="0" y="8249"/>
                  </a:cubicBezTo>
                  <a:cubicBezTo>
                    <a:pt x="0" y="3691"/>
                    <a:pt x="3691" y="0"/>
                    <a:pt x="8249" y="0"/>
                  </a:cubicBezTo>
                  <a:lnTo>
                    <a:pt x="30521" y="0"/>
                  </a:lnTo>
                  <a:cubicBezTo>
                    <a:pt x="35078" y="0"/>
                    <a:pt x="38770" y="3691"/>
                    <a:pt x="38770" y="8249"/>
                  </a:cubicBezTo>
                  <a:cubicBezTo>
                    <a:pt x="38770" y="12806"/>
                    <a:pt x="35078" y="16498"/>
                    <a:pt x="30521" y="16498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9" name="Forma Livre: Forma 48">
              <a:extLst>
                <a:ext uri="{FF2B5EF4-FFF2-40B4-BE49-F238E27FC236}">
                  <a16:creationId xmlns:a16="http://schemas.microsoft.com/office/drawing/2014/main" id="{E25E2B1A-7497-667A-7C13-04203C82E509}"/>
                </a:ext>
              </a:extLst>
            </p:cNvPr>
            <p:cNvSpPr/>
            <p:nvPr/>
          </p:nvSpPr>
          <p:spPr>
            <a:xfrm>
              <a:off x="8595519" y="4262758"/>
              <a:ext cx="38769" cy="16497"/>
            </a:xfrm>
            <a:custGeom>
              <a:avLst/>
              <a:gdLst>
                <a:gd name="connsiteX0" fmla="*/ 30521 w 38769"/>
                <a:gd name="connsiteY0" fmla="*/ 16498 h 16497"/>
                <a:gd name="connsiteX1" fmla="*/ 8249 w 38769"/>
                <a:gd name="connsiteY1" fmla="*/ 16498 h 16497"/>
                <a:gd name="connsiteX2" fmla="*/ 0 w 38769"/>
                <a:gd name="connsiteY2" fmla="*/ 8249 h 16497"/>
                <a:gd name="connsiteX3" fmla="*/ 8249 w 38769"/>
                <a:gd name="connsiteY3" fmla="*/ 0 h 16497"/>
                <a:gd name="connsiteX4" fmla="*/ 30521 w 38769"/>
                <a:gd name="connsiteY4" fmla="*/ 0 h 16497"/>
                <a:gd name="connsiteX5" fmla="*/ 38770 w 38769"/>
                <a:gd name="connsiteY5" fmla="*/ 8249 h 16497"/>
                <a:gd name="connsiteX6" fmla="*/ 30521 w 38769"/>
                <a:gd name="connsiteY6" fmla="*/ 16498 h 16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769" h="16497">
                  <a:moveTo>
                    <a:pt x="30521" y="16498"/>
                  </a:moveTo>
                  <a:lnTo>
                    <a:pt x="8249" y="16498"/>
                  </a:lnTo>
                  <a:cubicBezTo>
                    <a:pt x="3691" y="16498"/>
                    <a:pt x="0" y="12806"/>
                    <a:pt x="0" y="8249"/>
                  </a:cubicBezTo>
                  <a:cubicBezTo>
                    <a:pt x="0" y="3691"/>
                    <a:pt x="3691" y="0"/>
                    <a:pt x="8249" y="0"/>
                  </a:cubicBezTo>
                  <a:lnTo>
                    <a:pt x="30521" y="0"/>
                  </a:lnTo>
                  <a:cubicBezTo>
                    <a:pt x="35078" y="0"/>
                    <a:pt x="38770" y="3691"/>
                    <a:pt x="38770" y="8249"/>
                  </a:cubicBezTo>
                  <a:cubicBezTo>
                    <a:pt x="38770" y="12806"/>
                    <a:pt x="35078" y="16498"/>
                    <a:pt x="30521" y="16498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50" name="Gráfico 10">
            <a:extLst>
              <a:ext uri="{FF2B5EF4-FFF2-40B4-BE49-F238E27FC236}">
                <a16:creationId xmlns:a16="http://schemas.microsoft.com/office/drawing/2014/main" id="{36077049-EBAB-0D88-8E70-087AEB8C29B1}"/>
              </a:ext>
            </a:extLst>
          </p:cNvPr>
          <p:cNvGrpSpPr/>
          <p:nvPr/>
        </p:nvGrpSpPr>
        <p:grpSpPr>
          <a:xfrm>
            <a:off x="4786318" y="3300908"/>
            <a:ext cx="573293" cy="490804"/>
            <a:chOff x="5202778" y="2782940"/>
            <a:chExt cx="573293" cy="490804"/>
          </a:xfrm>
          <a:solidFill>
            <a:schemeClr val="tx1"/>
          </a:solidFill>
        </p:grpSpPr>
        <p:grpSp>
          <p:nvGrpSpPr>
            <p:cNvPr id="51" name="Gráfico 10">
              <a:extLst>
                <a:ext uri="{FF2B5EF4-FFF2-40B4-BE49-F238E27FC236}">
                  <a16:creationId xmlns:a16="http://schemas.microsoft.com/office/drawing/2014/main" id="{3786DEF9-FEB2-5CF9-DB78-BA83CD5E6385}"/>
                </a:ext>
              </a:extLst>
            </p:cNvPr>
            <p:cNvGrpSpPr/>
            <p:nvPr/>
          </p:nvGrpSpPr>
          <p:grpSpPr>
            <a:xfrm>
              <a:off x="5429620" y="2886050"/>
              <a:ext cx="346450" cy="387694"/>
              <a:chOff x="5429620" y="2886050"/>
              <a:chExt cx="346450" cy="387694"/>
            </a:xfrm>
            <a:grpFill/>
          </p:grpSpPr>
          <p:sp>
            <p:nvSpPr>
              <p:cNvPr id="56" name="Forma Livre: Forma 55">
                <a:extLst>
                  <a:ext uri="{FF2B5EF4-FFF2-40B4-BE49-F238E27FC236}">
                    <a16:creationId xmlns:a16="http://schemas.microsoft.com/office/drawing/2014/main" id="{EBA178A9-048E-2810-33C2-96D6EB627261}"/>
                  </a:ext>
                </a:extLst>
              </p:cNvPr>
              <p:cNvSpPr/>
              <p:nvPr/>
            </p:nvSpPr>
            <p:spPr>
              <a:xfrm>
                <a:off x="5573975" y="2886050"/>
                <a:ext cx="202096" cy="98985"/>
              </a:xfrm>
              <a:custGeom>
                <a:avLst/>
                <a:gdLst>
                  <a:gd name="connsiteX0" fmla="*/ 101048 w 202096"/>
                  <a:gd name="connsiteY0" fmla="*/ 98986 h 98985"/>
                  <a:gd name="connsiteX1" fmla="*/ 0 w 202096"/>
                  <a:gd name="connsiteY1" fmla="*/ 49493 h 98985"/>
                  <a:gd name="connsiteX2" fmla="*/ 101048 w 202096"/>
                  <a:gd name="connsiteY2" fmla="*/ 0 h 98985"/>
                  <a:gd name="connsiteX3" fmla="*/ 202096 w 202096"/>
                  <a:gd name="connsiteY3" fmla="*/ 49493 h 98985"/>
                  <a:gd name="connsiteX4" fmla="*/ 101048 w 202096"/>
                  <a:gd name="connsiteY4" fmla="*/ 98986 h 98985"/>
                  <a:gd name="connsiteX5" fmla="*/ 101048 w 202096"/>
                  <a:gd name="connsiteY5" fmla="*/ 16498 h 98985"/>
                  <a:gd name="connsiteX6" fmla="*/ 16498 w 202096"/>
                  <a:gd name="connsiteY6" fmla="*/ 49493 h 98985"/>
                  <a:gd name="connsiteX7" fmla="*/ 101048 w 202096"/>
                  <a:gd name="connsiteY7" fmla="*/ 82488 h 98985"/>
                  <a:gd name="connsiteX8" fmla="*/ 185599 w 202096"/>
                  <a:gd name="connsiteY8" fmla="*/ 49493 h 98985"/>
                  <a:gd name="connsiteX9" fmla="*/ 101048 w 202096"/>
                  <a:gd name="connsiteY9" fmla="*/ 16498 h 989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02096" h="98985">
                    <a:moveTo>
                      <a:pt x="101048" y="98986"/>
                    </a:moveTo>
                    <a:cubicBezTo>
                      <a:pt x="43451" y="98986"/>
                      <a:pt x="0" y="77704"/>
                      <a:pt x="0" y="49493"/>
                    </a:cubicBezTo>
                    <a:cubicBezTo>
                      <a:pt x="0" y="21282"/>
                      <a:pt x="43451" y="0"/>
                      <a:pt x="101048" y="0"/>
                    </a:cubicBezTo>
                    <a:cubicBezTo>
                      <a:pt x="158645" y="0"/>
                      <a:pt x="202096" y="21282"/>
                      <a:pt x="202096" y="49493"/>
                    </a:cubicBezTo>
                    <a:cubicBezTo>
                      <a:pt x="202096" y="77704"/>
                      <a:pt x="158645" y="98986"/>
                      <a:pt x="101048" y="98986"/>
                    </a:cubicBezTo>
                    <a:close/>
                    <a:moveTo>
                      <a:pt x="101048" y="16498"/>
                    </a:moveTo>
                    <a:cubicBezTo>
                      <a:pt x="52648" y="16498"/>
                      <a:pt x="16498" y="33923"/>
                      <a:pt x="16498" y="49493"/>
                    </a:cubicBezTo>
                    <a:cubicBezTo>
                      <a:pt x="16498" y="65063"/>
                      <a:pt x="52648" y="82488"/>
                      <a:pt x="101048" y="82488"/>
                    </a:cubicBezTo>
                    <a:cubicBezTo>
                      <a:pt x="149448" y="82488"/>
                      <a:pt x="185599" y="65063"/>
                      <a:pt x="185599" y="49493"/>
                    </a:cubicBezTo>
                    <a:cubicBezTo>
                      <a:pt x="185599" y="33923"/>
                      <a:pt x="149448" y="16498"/>
                      <a:pt x="101048" y="16498"/>
                    </a:cubicBezTo>
                    <a:close/>
                  </a:path>
                </a:pathLst>
              </a:custGeom>
              <a:grpFill/>
              <a:ln w="20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7" name="Forma Livre: Forma 56">
                <a:extLst>
                  <a:ext uri="{FF2B5EF4-FFF2-40B4-BE49-F238E27FC236}">
                    <a16:creationId xmlns:a16="http://schemas.microsoft.com/office/drawing/2014/main" id="{A091066C-C113-3F70-B95B-A4360D06E30E}"/>
                  </a:ext>
                </a:extLst>
              </p:cNvPr>
              <p:cNvSpPr/>
              <p:nvPr/>
            </p:nvSpPr>
            <p:spPr>
              <a:xfrm>
                <a:off x="5573975" y="2989160"/>
                <a:ext cx="202096" cy="57741"/>
              </a:xfrm>
              <a:custGeom>
                <a:avLst/>
                <a:gdLst>
                  <a:gd name="connsiteX0" fmla="*/ 101048 w 202096"/>
                  <a:gd name="connsiteY0" fmla="*/ 57742 h 57741"/>
                  <a:gd name="connsiteX1" fmla="*/ 0 w 202096"/>
                  <a:gd name="connsiteY1" fmla="*/ 8249 h 57741"/>
                  <a:gd name="connsiteX2" fmla="*/ 8249 w 202096"/>
                  <a:gd name="connsiteY2" fmla="*/ 0 h 57741"/>
                  <a:gd name="connsiteX3" fmla="*/ 16498 w 202096"/>
                  <a:gd name="connsiteY3" fmla="*/ 8249 h 57741"/>
                  <a:gd name="connsiteX4" fmla="*/ 101048 w 202096"/>
                  <a:gd name="connsiteY4" fmla="*/ 41244 h 57741"/>
                  <a:gd name="connsiteX5" fmla="*/ 185599 w 202096"/>
                  <a:gd name="connsiteY5" fmla="*/ 8249 h 57741"/>
                  <a:gd name="connsiteX6" fmla="*/ 193847 w 202096"/>
                  <a:gd name="connsiteY6" fmla="*/ 0 h 57741"/>
                  <a:gd name="connsiteX7" fmla="*/ 202096 w 202096"/>
                  <a:gd name="connsiteY7" fmla="*/ 8249 h 57741"/>
                  <a:gd name="connsiteX8" fmla="*/ 101048 w 202096"/>
                  <a:gd name="connsiteY8" fmla="*/ 57742 h 577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02096" h="57741">
                    <a:moveTo>
                      <a:pt x="101048" y="57742"/>
                    </a:moveTo>
                    <a:cubicBezTo>
                      <a:pt x="43451" y="57742"/>
                      <a:pt x="0" y="36460"/>
                      <a:pt x="0" y="8249"/>
                    </a:cubicBezTo>
                    <a:cubicBezTo>
                      <a:pt x="0" y="3691"/>
                      <a:pt x="3691" y="0"/>
                      <a:pt x="8249" y="0"/>
                    </a:cubicBezTo>
                    <a:cubicBezTo>
                      <a:pt x="12806" y="0"/>
                      <a:pt x="16498" y="3691"/>
                      <a:pt x="16498" y="8249"/>
                    </a:cubicBezTo>
                    <a:cubicBezTo>
                      <a:pt x="16498" y="23818"/>
                      <a:pt x="52648" y="41244"/>
                      <a:pt x="101048" y="41244"/>
                    </a:cubicBezTo>
                    <a:cubicBezTo>
                      <a:pt x="149448" y="41244"/>
                      <a:pt x="185599" y="23818"/>
                      <a:pt x="185599" y="8249"/>
                    </a:cubicBezTo>
                    <a:cubicBezTo>
                      <a:pt x="185599" y="3691"/>
                      <a:pt x="189290" y="0"/>
                      <a:pt x="193847" y="0"/>
                    </a:cubicBezTo>
                    <a:cubicBezTo>
                      <a:pt x="198405" y="0"/>
                      <a:pt x="202096" y="3691"/>
                      <a:pt x="202096" y="8249"/>
                    </a:cubicBezTo>
                    <a:cubicBezTo>
                      <a:pt x="202096" y="36460"/>
                      <a:pt x="158645" y="57742"/>
                      <a:pt x="101048" y="57742"/>
                    </a:cubicBezTo>
                    <a:close/>
                  </a:path>
                </a:pathLst>
              </a:custGeom>
              <a:grpFill/>
              <a:ln w="20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8" name="Forma Livre: Forma 57">
                <a:extLst>
                  <a:ext uri="{FF2B5EF4-FFF2-40B4-BE49-F238E27FC236}">
                    <a16:creationId xmlns:a16="http://schemas.microsoft.com/office/drawing/2014/main" id="{759F0907-5A47-AAEE-623B-4E76D14B7F44}"/>
                  </a:ext>
                </a:extLst>
              </p:cNvPr>
              <p:cNvSpPr/>
              <p:nvPr/>
            </p:nvSpPr>
            <p:spPr>
              <a:xfrm>
                <a:off x="5656449" y="3051006"/>
                <a:ext cx="119601" cy="57762"/>
              </a:xfrm>
              <a:custGeom>
                <a:avLst/>
                <a:gdLst>
                  <a:gd name="connsiteX0" fmla="*/ 18574 w 119601"/>
                  <a:gd name="connsiteY0" fmla="*/ 57762 h 57762"/>
                  <a:gd name="connsiteX1" fmla="*/ 7748 w 119601"/>
                  <a:gd name="connsiteY1" fmla="*/ 57536 h 57762"/>
                  <a:gd name="connsiteX2" fmla="*/ 15 w 119601"/>
                  <a:gd name="connsiteY2" fmla="*/ 48792 h 57762"/>
                  <a:gd name="connsiteX3" fmla="*/ 8758 w 119601"/>
                  <a:gd name="connsiteY3" fmla="*/ 41058 h 57762"/>
                  <a:gd name="connsiteX4" fmla="*/ 18554 w 119601"/>
                  <a:gd name="connsiteY4" fmla="*/ 41244 h 57762"/>
                  <a:gd name="connsiteX5" fmla="*/ 103104 w 119601"/>
                  <a:gd name="connsiteY5" fmla="*/ 8249 h 57762"/>
                  <a:gd name="connsiteX6" fmla="*/ 111353 w 119601"/>
                  <a:gd name="connsiteY6" fmla="*/ 0 h 57762"/>
                  <a:gd name="connsiteX7" fmla="*/ 119602 w 119601"/>
                  <a:gd name="connsiteY7" fmla="*/ 8249 h 57762"/>
                  <a:gd name="connsiteX8" fmla="*/ 18554 w 119601"/>
                  <a:gd name="connsiteY8" fmla="*/ 57742 h 57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19601" h="57762">
                    <a:moveTo>
                      <a:pt x="18574" y="57762"/>
                    </a:moveTo>
                    <a:cubicBezTo>
                      <a:pt x="15007" y="57762"/>
                      <a:pt x="11315" y="57762"/>
                      <a:pt x="7748" y="57536"/>
                    </a:cubicBezTo>
                    <a:cubicBezTo>
                      <a:pt x="3211" y="57247"/>
                      <a:pt x="-253" y="53349"/>
                      <a:pt x="15" y="48792"/>
                    </a:cubicBezTo>
                    <a:cubicBezTo>
                      <a:pt x="303" y="44255"/>
                      <a:pt x="4160" y="40811"/>
                      <a:pt x="8758" y="41058"/>
                    </a:cubicBezTo>
                    <a:cubicBezTo>
                      <a:pt x="11810" y="41244"/>
                      <a:pt x="15089" y="41244"/>
                      <a:pt x="18554" y="41244"/>
                    </a:cubicBezTo>
                    <a:cubicBezTo>
                      <a:pt x="66954" y="41244"/>
                      <a:pt x="103104" y="23818"/>
                      <a:pt x="103104" y="8249"/>
                    </a:cubicBezTo>
                    <a:cubicBezTo>
                      <a:pt x="103104" y="3691"/>
                      <a:pt x="106796" y="0"/>
                      <a:pt x="111353" y="0"/>
                    </a:cubicBezTo>
                    <a:cubicBezTo>
                      <a:pt x="115910" y="0"/>
                      <a:pt x="119602" y="3691"/>
                      <a:pt x="119602" y="8249"/>
                    </a:cubicBezTo>
                    <a:cubicBezTo>
                      <a:pt x="119602" y="36460"/>
                      <a:pt x="76151" y="57742"/>
                      <a:pt x="18554" y="57742"/>
                    </a:cubicBezTo>
                    <a:close/>
                  </a:path>
                </a:pathLst>
              </a:custGeom>
              <a:grpFill/>
              <a:ln w="20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9" name="Forma Livre: Forma 58">
                <a:extLst>
                  <a:ext uri="{FF2B5EF4-FFF2-40B4-BE49-F238E27FC236}">
                    <a16:creationId xmlns:a16="http://schemas.microsoft.com/office/drawing/2014/main" id="{002B43C1-C6ED-5DE1-E815-C1FB88636A3A}"/>
                  </a:ext>
                </a:extLst>
              </p:cNvPr>
              <p:cNvSpPr/>
              <p:nvPr/>
            </p:nvSpPr>
            <p:spPr>
              <a:xfrm>
                <a:off x="5573975" y="2927294"/>
                <a:ext cx="16497" cy="109296"/>
              </a:xfrm>
              <a:custGeom>
                <a:avLst/>
                <a:gdLst>
                  <a:gd name="connsiteX0" fmla="*/ 8249 w 16497"/>
                  <a:gd name="connsiteY0" fmla="*/ 109297 h 109296"/>
                  <a:gd name="connsiteX1" fmla="*/ 0 w 16497"/>
                  <a:gd name="connsiteY1" fmla="*/ 101048 h 109296"/>
                  <a:gd name="connsiteX2" fmla="*/ 0 w 16497"/>
                  <a:gd name="connsiteY2" fmla="*/ 8249 h 109296"/>
                  <a:gd name="connsiteX3" fmla="*/ 8249 w 16497"/>
                  <a:gd name="connsiteY3" fmla="*/ 0 h 109296"/>
                  <a:gd name="connsiteX4" fmla="*/ 16498 w 16497"/>
                  <a:gd name="connsiteY4" fmla="*/ 8249 h 109296"/>
                  <a:gd name="connsiteX5" fmla="*/ 16498 w 16497"/>
                  <a:gd name="connsiteY5" fmla="*/ 101048 h 109296"/>
                  <a:gd name="connsiteX6" fmla="*/ 8249 w 16497"/>
                  <a:gd name="connsiteY6" fmla="*/ 109297 h 1092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497" h="109296">
                    <a:moveTo>
                      <a:pt x="8249" y="109297"/>
                    </a:moveTo>
                    <a:cubicBezTo>
                      <a:pt x="3691" y="109297"/>
                      <a:pt x="0" y="105606"/>
                      <a:pt x="0" y="101048"/>
                    </a:cubicBezTo>
                    <a:lnTo>
                      <a:pt x="0" y="8249"/>
                    </a:lnTo>
                    <a:cubicBezTo>
                      <a:pt x="0" y="3691"/>
                      <a:pt x="3691" y="0"/>
                      <a:pt x="8249" y="0"/>
                    </a:cubicBezTo>
                    <a:cubicBezTo>
                      <a:pt x="12806" y="0"/>
                      <a:pt x="16498" y="3691"/>
                      <a:pt x="16498" y="8249"/>
                    </a:cubicBezTo>
                    <a:lnTo>
                      <a:pt x="16498" y="101048"/>
                    </a:lnTo>
                    <a:cubicBezTo>
                      <a:pt x="16498" y="105606"/>
                      <a:pt x="12806" y="109297"/>
                      <a:pt x="8249" y="109297"/>
                    </a:cubicBezTo>
                    <a:close/>
                  </a:path>
                </a:pathLst>
              </a:custGeom>
              <a:grpFill/>
              <a:ln w="20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0" name="Forma Livre: Forma 59">
                <a:extLst>
                  <a:ext uri="{FF2B5EF4-FFF2-40B4-BE49-F238E27FC236}">
                    <a16:creationId xmlns:a16="http://schemas.microsoft.com/office/drawing/2014/main" id="{775311D2-0298-3593-EF40-41B79D230C53}"/>
                  </a:ext>
                </a:extLst>
              </p:cNvPr>
              <p:cNvSpPr/>
              <p:nvPr/>
            </p:nvSpPr>
            <p:spPr>
              <a:xfrm>
                <a:off x="5656449" y="2927273"/>
                <a:ext cx="119601" cy="243360"/>
              </a:xfrm>
              <a:custGeom>
                <a:avLst/>
                <a:gdLst>
                  <a:gd name="connsiteX0" fmla="*/ 18574 w 119601"/>
                  <a:gd name="connsiteY0" fmla="*/ 243361 h 243360"/>
                  <a:gd name="connsiteX1" fmla="*/ 7748 w 119601"/>
                  <a:gd name="connsiteY1" fmla="*/ 243134 h 243360"/>
                  <a:gd name="connsiteX2" fmla="*/ 15 w 119601"/>
                  <a:gd name="connsiteY2" fmla="*/ 234390 h 243360"/>
                  <a:gd name="connsiteX3" fmla="*/ 8758 w 119601"/>
                  <a:gd name="connsiteY3" fmla="*/ 226657 h 243360"/>
                  <a:gd name="connsiteX4" fmla="*/ 18554 w 119601"/>
                  <a:gd name="connsiteY4" fmla="*/ 226843 h 243360"/>
                  <a:gd name="connsiteX5" fmla="*/ 103104 w 119601"/>
                  <a:gd name="connsiteY5" fmla="*/ 193847 h 243360"/>
                  <a:gd name="connsiteX6" fmla="*/ 103104 w 119601"/>
                  <a:gd name="connsiteY6" fmla="*/ 8249 h 243360"/>
                  <a:gd name="connsiteX7" fmla="*/ 111353 w 119601"/>
                  <a:gd name="connsiteY7" fmla="*/ 0 h 243360"/>
                  <a:gd name="connsiteX8" fmla="*/ 119602 w 119601"/>
                  <a:gd name="connsiteY8" fmla="*/ 8249 h 243360"/>
                  <a:gd name="connsiteX9" fmla="*/ 119602 w 119601"/>
                  <a:gd name="connsiteY9" fmla="*/ 193847 h 243360"/>
                  <a:gd name="connsiteX10" fmla="*/ 18554 w 119601"/>
                  <a:gd name="connsiteY10" fmla="*/ 243340 h 2433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19601" h="243360">
                    <a:moveTo>
                      <a:pt x="18574" y="243361"/>
                    </a:moveTo>
                    <a:cubicBezTo>
                      <a:pt x="15007" y="243361"/>
                      <a:pt x="11315" y="243361"/>
                      <a:pt x="7748" y="243134"/>
                    </a:cubicBezTo>
                    <a:cubicBezTo>
                      <a:pt x="3211" y="242845"/>
                      <a:pt x="-253" y="238948"/>
                      <a:pt x="15" y="234390"/>
                    </a:cubicBezTo>
                    <a:cubicBezTo>
                      <a:pt x="303" y="229853"/>
                      <a:pt x="4160" y="226410"/>
                      <a:pt x="8758" y="226657"/>
                    </a:cubicBezTo>
                    <a:cubicBezTo>
                      <a:pt x="11810" y="226843"/>
                      <a:pt x="15089" y="226843"/>
                      <a:pt x="18554" y="226843"/>
                    </a:cubicBezTo>
                    <a:cubicBezTo>
                      <a:pt x="66954" y="226843"/>
                      <a:pt x="103104" y="209417"/>
                      <a:pt x="103104" y="193847"/>
                    </a:cubicBezTo>
                    <a:lnTo>
                      <a:pt x="103104" y="8249"/>
                    </a:lnTo>
                    <a:cubicBezTo>
                      <a:pt x="103104" y="3691"/>
                      <a:pt x="106796" y="0"/>
                      <a:pt x="111353" y="0"/>
                    </a:cubicBezTo>
                    <a:cubicBezTo>
                      <a:pt x="115910" y="0"/>
                      <a:pt x="119602" y="3691"/>
                      <a:pt x="119602" y="8249"/>
                    </a:cubicBezTo>
                    <a:lnTo>
                      <a:pt x="119602" y="193847"/>
                    </a:lnTo>
                    <a:cubicBezTo>
                      <a:pt x="119602" y="222058"/>
                      <a:pt x="76151" y="243340"/>
                      <a:pt x="18554" y="243340"/>
                    </a:cubicBezTo>
                    <a:close/>
                  </a:path>
                </a:pathLst>
              </a:custGeom>
              <a:grpFill/>
              <a:ln w="20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1" name="Forma Livre: Forma 60">
                <a:extLst>
                  <a:ext uri="{FF2B5EF4-FFF2-40B4-BE49-F238E27FC236}">
                    <a16:creationId xmlns:a16="http://schemas.microsoft.com/office/drawing/2014/main" id="{46740918-3EFA-D291-4BCB-6285406D6677}"/>
                  </a:ext>
                </a:extLst>
              </p:cNvPr>
              <p:cNvSpPr/>
              <p:nvPr/>
            </p:nvSpPr>
            <p:spPr>
              <a:xfrm>
                <a:off x="5578099" y="3125060"/>
                <a:ext cx="16497" cy="16703"/>
              </a:xfrm>
              <a:custGeom>
                <a:avLst/>
                <a:gdLst>
                  <a:gd name="connsiteX0" fmla="*/ 8249 w 16497"/>
                  <a:gd name="connsiteY0" fmla="*/ 16704 h 16703"/>
                  <a:gd name="connsiteX1" fmla="*/ 0 w 16497"/>
                  <a:gd name="connsiteY1" fmla="*/ 8455 h 16703"/>
                  <a:gd name="connsiteX2" fmla="*/ 0 w 16497"/>
                  <a:gd name="connsiteY2" fmla="*/ 8249 h 16703"/>
                  <a:gd name="connsiteX3" fmla="*/ 8249 w 16497"/>
                  <a:gd name="connsiteY3" fmla="*/ 0 h 16703"/>
                  <a:gd name="connsiteX4" fmla="*/ 16498 w 16497"/>
                  <a:gd name="connsiteY4" fmla="*/ 8249 h 16703"/>
                  <a:gd name="connsiteX5" fmla="*/ 16498 w 16497"/>
                  <a:gd name="connsiteY5" fmla="*/ 8455 h 16703"/>
                  <a:gd name="connsiteX6" fmla="*/ 8249 w 16497"/>
                  <a:gd name="connsiteY6" fmla="*/ 16704 h 167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497" h="16703">
                    <a:moveTo>
                      <a:pt x="8249" y="16704"/>
                    </a:moveTo>
                    <a:cubicBezTo>
                      <a:pt x="3691" y="16704"/>
                      <a:pt x="0" y="13013"/>
                      <a:pt x="0" y="8455"/>
                    </a:cubicBezTo>
                    <a:lnTo>
                      <a:pt x="0" y="8249"/>
                    </a:lnTo>
                    <a:cubicBezTo>
                      <a:pt x="0" y="3691"/>
                      <a:pt x="3691" y="0"/>
                      <a:pt x="8249" y="0"/>
                    </a:cubicBezTo>
                    <a:cubicBezTo>
                      <a:pt x="12806" y="0"/>
                      <a:pt x="16498" y="3691"/>
                      <a:pt x="16498" y="8249"/>
                    </a:cubicBezTo>
                    <a:lnTo>
                      <a:pt x="16498" y="8455"/>
                    </a:lnTo>
                    <a:cubicBezTo>
                      <a:pt x="16498" y="13013"/>
                      <a:pt x="12806" y="16704"/>
                      <a:pt x="8249" y="16704"/>
                    </a:cubicBezTo>
                    <a:close/>
                  </a:path>
                </a:pathLst>
              </a:custGeom>
              <a:grpFill/>
              <a:ln w="20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2" name="Forma Livre: Forma 61">
                <a:extLst>
                  <a:ext uri="{FF2B5EF4-FFF2-40B4-BE49-F238E27FC236}">
                    <a16:creationId xmlns:a16="http://schemas.microsoft.com/office/drawing/2014/main" id="{B064F42F-62E6-776A-E24A-3F0FC11F8988}"/>
                  </a:ext>
                </a:extLst>
              </p:cNvPr>
              <p:cNvSpPr/>
              <p:nvPr/>
            </p:nvSpPr>
            <p:spPr>
              <a:xfrm>
                <a:off x="5429620" y="3051026"/>
                <a:ext cx="202096" cy="98985"/>
              </a:xfrm>
              <a:custGeom>
                <a:avLst/>
                <a:gdLst>
                  <a:gd name="connsiteX0" fmla="*/ 101048 w 202096"/>
                  <a:gd name="connsiteY0" fmla="*/ 98986 h 98985"/>
                  <a:gd name="connsiteX1" fmla="*/ 0 w 202096"/>
                  <a:gd name="connsiteY1" fmla="*/ 49493 h 98985"/>
                  <a:gd name="connsiteX2" fmla="*/ 101048 w 202096"/>
                  <a:gd name="connsiteY2" fmla="*/ 0 h 98985"/>
                  <a:gd name="connsiteX3" fmla="*/ 202096 w 202096"/>
                  <a:gd name="connsiteY3" fmla="*/ 49493 h 98985"/>
                  <a:gd name="connsiteX4" fmla="*/ 101048 w 202096"/>
                  <a:gd name="connsiteY4" fmla="*/ 98986 h 98985"/>
                  <a:gd name="connsiteX5" fmla="*/ 101048 w 202096"/>
                  <a:gd name="connsiteY5" fmla="*/ 16498 h 98985"/>
                  <a:gd name="connsiteX6" fmla="*/ 16498 w 202096"/>
                  <a:gd name="connsiteY6" fmla="*/ 49493 h 98985"/>
                  <a:gd name="connsiteX7" fmla="*/ 101048 w 202096"/>
                  <a:gd name="connsiteY7" fmla="*/ 82488 h 98985"/>
                  <a:gd name="connsiteX8" fmla="*/ 185599 w 202096"/>
                  <a:gd name="connsiteY8" fmla="*/ 49493 h 98985"/>
                  <a:gd name="connsiteX9" fmla="*/ 101048 w 202096"/>
                  <a:gd name="connsiteY9" fmla="*/ 16498 h 989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02096" h="98985">
                    <a:moveTo>
                      <a:pt x="101048" y="98986"/>
                    </a:moveTo>
                    <a:cubicBezTo>
                      <a:pt x="43451" y="98986"/>
                      <a:pt x="0" y="77704"/>
                      <a:pt x="0" y="49493"/>
                    </a:cubicBezTo>
                    <a:cubicBezTo>
                      <a:pt x="0" y="21282"/>
                      <a:pt x="43451" y="0"/>
                      <a:pt x="101048" y="0"/>
                    </a:cubicBezTo>
                    <a:cubicBezTo>
                      <a:pt x="158645" y="0"/>
                      <a:pt x="202096" y="21282"/>
                      <a:pt x="202096" y="49493"/>
                    </a:cubicBezTo>
                    <a:cubicBezTo>
                      <a:pt x="202096" y="77704"/>
                      <a:pt x="158645" y="98986"/>
                      <a:pt x="101048" y="98986"/>
                    </a:cubicBezTo>
                    <a:close/>
                    <a:moveTo>
                      <a:pt x="101048" y="16498"/>
                    </a:moveTo>
                    <a:cubicBezTo>
                      <a:pt x="52648" y="16498"/>
                      <a:pt x="16498" y="33923"/>
                      <a:pt x="16498" y="49493"/>
                    </a:cubicBezTo>
                    <a:cubicBezTo>
                      <a:pt x="16498" y="65063"/>
                      <a:pt x="52648" y="82488"/>
                      <a:pt x="101048" y="82488"/>
                    </a:cubicBezTo>
                    <a:cubicBezTo>
                      <a:pt x="149448" y="82488"/>
                      <a:pt x="185599" y="65063"/>
                      <a:pt x="185599" y="49493"/>
                    </a:cubicBezTo>
                    <a:cubicBezTo>
                      <a:pt x="185599" y="33923"/>
                      <a:pt x="149448" y="16498"/>
                      <a:pt x="101048" y="16498"/>
                    </a:cubicBezTo>
                    <a:close/>
                  </a:path>
                </a:pathLst>
              </a:custGeom>
              <a:grpFill/>
              <a:ln w="20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3" name="Forma Livre: Forma 62">
                <a:extLst>
                  <a:ext uri="{FF2B5EF4-FFF2-40B4-BE49-F238E27FC236}">
                    <a16:creationId xmlns:a16="http://schemas.microsoft.com/office/drawing/2014/main" id="{0624A411-CCC8-1F57-2988-D546932192CF}"/>
                  </a:ext>
                </a:extLst>
              </p:cNvPr>
              <p:cNvSpPr/>
              <p:nvPr/>
            </p:nvSpPr>
            <p:spPr>
              <a:xfrm>
                <a:off x="5429620" y="3154137"/>
                <a:ext cx="202096" cy="57741"/>
              </a:xfrm>
              <a:custGeom>
                <a:avLst/>
                <a:gdLst>
                  <a:gd name="connsiteX0" fmla="*/ 101048 w 202096"/>
                  <a:gd name="connsiteY0" fmla="*/ 57742 h 57741"/>
                  <a:gd name="connsiteX1" fmla="*/ 0 w 202096"/>
                  <a:gd name="connsiteY1" fmla="*/ 8249 h 57741"/>
                  <a:gd name="connsiteX2" fmla="*/ 8249 w 202096"/>
                  <a:gd name="connsiteY2" fmla="*/ 0 h 57741"/>
                  <a:gd name="connsiteX3" fmla="*/ 16498 w 202096"/>
                  <a:gd name="connsiteY3" fmla="*/ 8249 h 57741"/>
                  <a:gd name="connsiteX4" fmla="*/ 101048 w 202096"/>
                  <a:gd name="connsiteY4" fmla="*/ 41244 h 57741"/>
                  <a:gd name="connsiteX5" fmla="*/ 185599 w 202096"/>
                  <a:gd name="connsiteY5" fmla="*/ 8249 h 57741"/>
                  <a:gd name="connsiteX6" fmla="*/ 193847 w 202096"/>
                  <a:gd name="connsiteY6" fmla="*/ 0 h 57741"/>
                  <a:gd name="connsiteX7" fmla="*/ 202096 w 202096"/>
                  <a:gd name="connsiteY7" fmla="*/ 8249 h 57741"/>
                  <a:gd name="connsiteX8" fmla="*/ 101048 w 202096"/>
                  <a:gd name="connsiteY8" fmla="*/ 57742 h 577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02096" h="57741">
                    <a:moveTo>
                      <a:pt x="101048" y="57742"/>
                    </a:moveTo>
                    <a:cubicBezTo>
                      <a:pt x="43451" y="57742"/>
                      <a:pt x="0" y="36460"/>
                      <a:pt x="0" y="8249"/>
                    </a:cubicBezTo>
                    <a:cubicBezTo>
                      <a:pt x="0" y="3691"/>
                      <a:pt x="3691" y="0"/>
                      <a:pt x="8249" y="0"/>
                    </a:cubicBezTo>
                    <a:cubicBezTo>
                      <a:pt x="12806" y="0"/>
                      <a:pt x="16498" y="3691"/>
                      <a:pt x="16498" y="8249"/>
                    </a:cubicBezTo>
                    <a:cubicBezTo>
                      <a:pt x="16498" y="23818"/>
                      <a:pt x="52648" y="41244"/>
                      <a:pt x="101048" y="41244"/>
                    </a:cubicBezTo>
                    <a:cubicBezTo>
                      <a:pt x="149448" y="41244"/>
                      <a:pt x="185599" y="23818"/>
                      <a:pt x="185599" y="8249"/>
                    </a:cubicBezTo>
                    <a:cubicBezTo>
                      <a:pt x="185599" y="3691"/>
                      <a:pt x="189290" y="0"/>
                      <a:pt x="193847" y="0"/>
                    </a:cubicBezTo>
                    <a:cubicBezTo>
                      <a:pt x="198405" y="0"/>
                      <a:pt x="202096" y="3691"/>
                      <a:pt x="202096" y="8249"/>
                    </a:cubicBezTo>
                    <a:cubicBezTo>
                      <a:pt x="202096" y="36460"/>
                      <a:pt x="158645" y="57742"/>
                      <a:pt x="101048" y="57742"/>
                    </a:cubicBezTo>
                    <a:close/>
                  </a:path>
                </a:pathLst>
              </a:custGeom>
              <a:grpFill/>
              <a:ln w="20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4" name="Forma Livre: Forma 63">
                <a:extLst>
                  <a:ext uri="{FF2B5EF4-FFF2-40B4-BE49-F238E27FC236}">
                    <a16:creationId xmlns:a16="http://schemas.microsoft.com/office/drawing/2014/main" id="{E7C853A4-658C-887C-ECF2-FCA9F1049050}"/>
                  </a:ext>
                </a:extLst>
              </p:cNvPr>
              <p:cNvSpPr/>
              <p:nvPr/>
            </p:nvSpPr>
            <p:spPr>
              <a:xfrm>
                <a:off x="5429620" y="3092270"/>
                <a:ext cx="202096" cy="181474"/>
              </a:xfrm>
              <a:custGeom>
                <a:avLst/>
                <a:gdLst>
                  <a:gd name="connsiteX0" fmla="*/ 101048 w 202096"/>
                  <a:gd name="connsiteY0" fmla="*/ 181474 h 181474"/>
                  <a:gd name="connsiteX1" fmla="*/ 0 w 202096"/>
                  <a:gd name="connsiteY1" fmla="*/ 131981 h 181474"/>
                  <a:gd name="connsiteX2" fmla="*/ 0 w 202096"/>
                  <a:gd name="connsiteY2" fmla="*/ 8249 h 181474"/>
                  <a:gd name="connsiteX3" fmla="*/ 8249 w 202096"/>
                  <a:gd name="connsiteY3" fmla="*/ 0 h 181474"/>
                  <a:gd name="connsiteX4" fmla="*/ 16498 w 202096"/>
                  <a:gd name="connsiteY4" fmla="*/ 8249 h 181474"/>
                  <a:gd name="connsiteX5" fmla="*/ 16498 w 202096"/>
                  <a:gd name="connsiteY5" fmla="*/ 131981 h 181474"/>
                  <a:gd name="connsiteX6" fmla="*/ 101048 w 202096"/>
                  <a:gd name="connsiteY6" fmla="*/ 164976 h 181474"/>
                  <a:gd name="connsiteX7" fmla="*/ 185599 w 202096"/>
                  <a:gd name="connsiteY7" fmla="*/ 131981 h 181474"/>
                  <a:gd name="connsiteX8" fmla="*/ 185599 w 202096"/>
                  <a:gd name="connsiteY8" fmla="*/ 8249 h 181474"/>
                  <a:gd name="connsiteX9" fmla="*/ 193847 w 202096"/>
                  <a:gd name="connsiteY9" fmla="*/ 0 h 181474"/>
                  <a:gd name="connsiteX10" fmla="*/ 202096 w 202096"/>
                  <a:gd name="connsiteY10" fmla="*/ 8249 h 181474"/>
                  <a:gd name="connsiteX11" fmla="*/ 202096 w 202096"/>
                  <a:gd name="connsiteY11" fmla="*/ 131981 h 181474"/>
                  <a:gd name="connsiteX12" fmla="*/ 101048 w 202096"/>
                  <a:gd name="connsiteY12" fmla="*/ 181474 h 1814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2096" h="181474">
                    <a:moveTo>
                      <a:pt x="101048" y="181474"/>
                    </a:moveTo>
                    <a:cubicBezTo>
                      <a:pt x="43451" y="181474"/>
                      <a:pt x="0" y="160192"/>
                      <a:pt x="0" y="131981"/>
                    </a:cubicBezTo>
                    <a:lnTo>
                      <a:pt x="0" y="8249"/>
                    </a:lnTo>
                    <a:cubicBezTo>
                      <a:pt x="0" y="3691"/>
                      <a:pt x="3691" y="0"/>
                      <a:pt x="8249" y="0"/>
                    </a:cubicBezTo>
                    <a:cubicBezTo>
                      <a:pt x="12806" y="0"/>
                      <a:pt x="16498" y="3691"/>
                      <a:pt x="16498" y="8249"/>
                    </a:cubicBezTo>
                    <a:lnTo>
                      <a:pt x="16498" y="131981"/>
                    </a:lnTo>
                    <a:cubicBezTo>
                      <a:pt x="16498" y="147551"/>
                      <a:pt x="52648" y="164976"/>
                      <a:pt x="101048" y="164976"/>
                    </a:cubicBezTo>
                    <a:cubicBezTo>
                      <a:pt x="149448" y="164976"/>
                      <a:pt x="185599" y="147551"/>
                      <a:pt x="185599" y="131981"/>
                    </a:cubicBezTo>
                    <a:lnTo>
                      <a:pt x="185599" y="8249"/>
                    </a:lnTo>
                    <a:cubicBezTo>
                      <a:pt x="185599" y="3691"/>
                      <a:pt x="189290" y="0"/>
                      <a:pt x="193847" y="0"/>
                    </a:cubicBezTo>
                    <a:cubicBezTo>
                      <a:pt x="198405" y="0"/>
                      <a:pt x="202096" y="3691"/>
                      <a:pt x="202096" y="8249"/>
                    </a:cubicBezTo>
                    <a:lnTo>
                      <a:pt x="202096" y="131981"/>
                    </a:lnTo>
                    <a:cubicBezTo>
                      <a:pt x="202096" y="160192"/>
                      <a:pt x="158645" y="181474"/>
                      <a:pt x="101048" y="181474"/>
                    </a:cubicBezTo>
                    <a:close/>
                  </a:path>
                </a:pathLst>
              </a:custGeom>
              <a:grpFill/>
              <a:ln w="20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sp>
          <p:nvSpPr>
            <p:cNvPr id="52" name="Forma Livre: Forma 51">
              <a:extLst>
                <a:ext uri="{FF2B5EF4-FFF2-40B4-BE49-F238E27FC236}">
                  <a16:creationId xmlns:a16="http://schemas.microsoft.com/office/drawing/2014/main" id="{8CD4C2FA-2B78-37B1-FD14-6058C7572578}"/>
                </a:ext>
              </a:extLst>
            </p:cNvPr>
            <p:cNvSpPr/>
            <p:nvPr/>
          </p:nvSpPr>
          <p:spPr>
            <a:xfrm>
              <a:off x="5202778" y="2782940"/>
              <a:ext cx="490804" cy="325828"/>
            </a:xfrm>
            <a:custGeom>
              <a:avLst/>
              <a:gdLst>
                <a:gd name="connsiteX0" fmla="*/ 193847 w 490804"/>
                <a:gd name="connsiteY0" fmla="*/ 325829 h 325828"/>
                <a:gd name="connsiteX1" fmla="*/ 39182 w 490804"/>
                <a:gd name="connsiteY1" fmla="*/ 325829 h 325828"/>
                <a:gd name="connsiteX2" fmla="*/ 0 w 490804"/>
                <a:gd name="connsiteY2" fmla="*/ 286647 h 325828"/>
                <a:gd name="connsiteX3" fmla="*/ 0 w 490804"/>
                <a:gd name="connsiteY3" fmla="*/ 39182 h 325828"/>
                <a:gd name="connsiteX4" fmla="*/ 39182 w 490804"/>
                <a:gd name="connsiteY4" fmla="*/ 0 h 325828"/>
                <a:gd name="connsiteX5" fmla="*/ 451623 w 490804"/>
                <a:gd name="connsiteY5" fmla="*/ 0 h 325828"/>
                <a:gd name="connsiteX6" fmla="*/ 490805 w 490804"/>
                <a:gd name="connsiteY6" fmla="*/ 39182 h 325828"/>
                <a:gd name="connsiteX7" fmla="*/ 490805 w 490804"/>
                <a:gd name="connsiteY7" fmla="*/ 80632 h 325828"/>
                <a:gd name="connsiteX8" fmla="*/ 482556 w 490804"/>
                <a:gd name="connsiteY8" fmla="*/ 88881 h 325828"/>
                <a:gd name="connsiteX9" fmla="*/ 474307 w 490804"/>
                <a:gd name="connsiteY9" fmla="*/ 80632 h 325828"/>
                <a:gd name="connsiteX10" fmla="*/ 474307 w 490804"/>
                <a:gd name="connsiteY10" fmla="*/ 39182 h 325828"/>
                <a:gd name="connsiteX11" fmla="*/ 451623 w 490804"/>
                <a:gd name="connsiteY11" fmla="*/ 16498 h 325828"/>
                <a:gd name="connsiteX12" fmla="*/ 39182 w 490804"/>
                <a:gd name="connsiteY12" fmla="*/ 16498 h 325828"/>
                <a:gd name="connsiteX13" fmla="*/ 16498 w 490804"/>
                <a:gd name="connsiteY13" fmla="*/ 39182 h 325828"/>
                <a:gd name="connsiteX14" fmla="*/ 16498 w 490804"/>
                <a:gd name="connsiteY14" fmla="*/ 286647 h 325828"/>
                <a:gd name="connsiteX15" fmla="*/ 39182 w 490804"/>
                <a:gd name="connsiteY15" fmla="*/ 309331 h 325828"/>
                <a:gd name="connsiteX16" fmla="*/ 193847 w 490804"/>
                <a:gd name="connsiteY16" fmla="*/ 309331 h 325828"/>
                <a:gd name="connsiteX17" fmla="*/ 202096 w 490804"/>
                <a:gd name="connsiteY17" fmla="*/ 317580 h 325828"/>
                <a:gd name="connsiteX18" fmla="*/ 193847 w 490804"/>
                <a:gd name="connsiteY18" fmla="*/ 325829 h 325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90804" h="325828">
                  <a:moveTo>
                    <a:pt x="193847" y="325829"/>
                  </a:moveTo>
                  <a:lnTo>
                    <a:pt x="39182" y="325829"/>
                  </a:lnTo>
                  <a:cubicBezTo>
                    <a:pt x="17570" y="325829"/>
                    <a:pt x="0" y="308259"/>
                    <a:pt x="0" y="286647"/>
                  </a:cubicBezTo>
                  <a:lnTo>
                    <a:pt x="0" y="39182"/>
                  </a:lnTo>
                  <a:cubicBezTo>
                    <a:pt x="0" y="17570"/>
                    <a:pt x="17570" y="0"/>
                    <a:pt x="39182" y="0"/>
                  </a:cubicBezTo>
                  <a:lnTo>
                    <a:pt x="451623" y="0"/>
                  </a:lnTo>
                  <a:cubicBezTo>
                    <a:pt x="473235" y="0"/>
                    <a:pt x="490805" y="17570"/>
                    <a:pt x="490805" y="39182"/>
                  </a:cubicBezTo>
                  <a:lnTo>
                    <a:pt x="490805" y="80632"/>
                  </a:lnTo>
                  <a:cubicBezTo>
                    <a:pt x="490805" y="85190"/>
                    <a:pt x="487114" y="88881"/>
                    <a:pt x="482556" y="88881"/>
                  </a:cubicBezTo>
                  <a:cubicBezTo>
                    <a:pt x="477999" y="88881"/>
                    <a:pt x="474307" y="85190"/>
                    <a:pt x="474307" y="80632"/>
                  </a:cubicBezTo>
                  <a:lnTo>
                    <a:pt x="474307" y="39182"/>
                  </a:lnTo>
                  <a:cubicBezTo>
                    <a:pt x="474307" y="26664"/>
                    <a:pt x="464141" y="16498"/>
                    <a:pt x="451623" y="16498"/>
                  </a:cubicBezTo>
                  <a:lnTo>
                    <a:pt x="39182" y="16498"/>
                  </a:lnTo>
                  <a:cubicBezTo>
                    <a:pt x="26664" y="16498"/>
                    <a:pt x="16498" y="26664"/>
                    <a:pt x="16498" y="39182"/>
                  </a:cubicBezTo>
                  <a:lnTo>
                    <a:pt x="16498" y="286647"/>
                  </a:lnTo>
                  <a:cubicBezTo>
                    <a:pt x="16498" y="299164"/>
                    <a:pt x="26664" y="309331"/>
                    <a:pt x="39182" y="309331"/>
                  </a:cubicBezTo>
                  <a:lnTo>
                    <a:pt x="193847" y="309331"/>
                  </a:lnTo>
                  <a:cubicBezTo>
                    <a:pt x="198405" y="309331"/>
                    <a:pt x="202096" y="313022"/>
                    <a:pt x="202096" y="317580"/>
                  </a:cubicBezTo>
                  <a:cubicBezTo>
                    <a:pt x="202096" y="322137"/>
                    <a:pt x="198405" y="325829"/>
                    <a:pt x="193847" y="325829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3" name="Forma Livre: Forma 52">
              <a:extLst>
                <a:ext uri="{FF2B5EF4-FFF2-40B4-BE49-F238E27FC236}">
                  <a16:creationId xmlns:a16="http://schemas.microsoft.com/office/drawing/2014/main" id="{B1365017-F1A6-BCAB-EE04-E286A53CE988}"/>
                </a:ext>
              </a:extLst>
            </p:cNvPr>
            <p:cNvSpPr/>
            <p:nvPr/>
          </p:nvSpPr>
          <p:spPr>
            <a:xfrm>
              <a:off x="5202778" y="2844806"/>
              <a:ext cx="490804" cy="16497"/>
            </a:xfrm>
            <a:custGeom>
              <a:avLst/>
              <a:gdLst>
                <a:gd name="connsiteX0" fmla="*/ 482556 w 490804"/>
                <a:gd name="connsiteY0" fmla="*/ 16498 h 16497"/>
                <a:gd name="connsiteX1" fmla="*/ 8249 w 490804"/>
                <a:gd name="connsiteY1" fmla="*/ 16498 h 16497"/>
                <a:gd name="connsiteX2" fmla="*/ 0 w 490804"/>
                <a:gd name="connsiteY2" fmla="*/ 8249 h 16497"/>
                <a:gd name="connsiteX3" fmla="*/ 8249 w 490804"/>
                <a:gd name="connsiteY3" fmla="*/ 0 h 16497"/>
                <a:gd name="connsiteX4" fmla="*/ 482556 w 490804"/>
                <a:gd name="connsiteY4" fmla="*/ 0 h 16497"/>
                <a:gd name="connsiteX5" fmla="*/ 490805 w 490804"/>
                <a:gd name="connsiteY5" fmla="*/ 8249 h 16497"/>
                <a:gd name="connsiteX6" fmla="*/ 482556 w 490804"/>
                <a:gd name="connsiteY6" fmla="*/ 16498 h 16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90804" h="16497">
                  <a:moveTo>
                    <a:pt x="482556" y="16498"/>
                  </a:moveTo>
                  <a:lnTo>
                    <a:pt x="8249" y="16498"/>
                  </a:lnTo>
                  <a:cubicBezTo>
                    <a:pt x="3691" y="16498"/>
                    <a:pt x="0" y="12806"/>
                    <a:pt x="0" y="8249"/>
                  </a:cubicBezTo>
                  <a:cubicBezTo>
                    <a:pt x="0" y="3691"/>
                    <a:pt x="3691" y="0"/>
                    <a:pt x="8249" y="0"/>
                  </a:cubicBezTo>
                  <a:lnTo>
                    <a:pt x="482556" y="0"/>
                  </a:lnTo>
                  <a:cubicBezTo>
                    <a:pt x="487114" y="0"/>
                    <a:pt x="490805" y="3691"/>
                    <a:pt x="490805" y="8249"/>
                  </a:cubicBezTo>
                  <a:cubicBezTo>
                    <a:pt x="490805" y="12806"/>
                    <a:pt x="487114" y="16498"/>
                    <a:pt x="482556" y="16498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4" name="Forma Livre: Forma 53">
              <a:extLst>
                <a:ext uri="{FF2B5EF4-FFF2-40B4-BE49-F238E27FC236}">
                  <a16:creationId xmlns:a16="http://schemas.microsoft.com/office/drawing/2014/main" id="{2B7A936B-5CDC-FF43-D0F2-DAF44457DB7B}"/>
                </a:ext>
              </a:extLst>
            </p:cNvPr>
            <p:cNvSpPr/>
            <p:nvPr/>
          </p:nvSpPr>
          <p:spPr>
            <a:xfrm>
              <a:off x="5202778" y="2906672"/>
              <a:ext cx="356761" cy="16497"/>
            </a:xfrm>
            <a:custGeom>
              <a:avLst/>
              <a:gdLst>
                <a:gd name="connsiteX0" fmla="*/ 348513 w 356761"/>
                <a:gd name="connsiteY0" fmla="*/ 16498 h 16497"/>
                <a:gd name="connsiteX1" fmla="*/ 8249 w 356761"/>
                <a:gd name="connsiteY1" fmla="*/ 16498 h 16497"/>
                <a:gd name="connsiteX2" fmla="*/ 0 w 356761"/>
                <a:gd name="connsiteY2" fmla="*/ 8249 h 16497"/>
                <a:gd name="connsiteX3" fmla="*/ 8249 w 356761"/>
                <a:gd name="connsiteY3" fmla="*/ 0 h 16497"/>
                <a:gd name="connsiteX4" fmla="*/ 348513 w 356761"/>
                <a:gd name="connsiteY4" fmla="*/ 0 h 16497"/>
                <a:gd name="connsiteX5" fmla="*/ 356762 w 356761"/>
                <a:gd name="connsiteY5" fmla="*/ 8249 h 16497"/>
                <a:gd name="connsiteX6" fmla="*/ 348513 w 356761"/>
                <a:gd name="connsiteY6" fmla="*/ 16498 h 16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6761" h="16497">
                  <a:moveTo>
                    <a:pt x="348513" y="16498"/>
                  </a:moveTo>
                  <a:lnTo>
                    <a:pt x="8249" y="16498"/>
                  </a:lnTo>
                  <a:cubicBezTo>
                    <a:pt x="3691" y="16498"/>
                    <a:pt x="0" y="12806"/>
                    <a:pt x="0" y="8249"/>
                  </a:cubicBezTo>
                  <a:cubicBezTo>
                    <a:pt x="0" y="3691"/>
                    <a:pt x="3691" y="0"/>
                    <a:pt x="8249" y="0"/>
                  </a:cubicBezTo>
                  <a:lnTo>
                    <a:pt x="348513" y="0"/>
                  </a:lnTo>
                  <a:cubicBezTo>
                    <a:pt x="353070" y="0"/>
                    <a:pt x="356762" y="3691"/>
                    <a:pt x="356762" y="8249"/>
                  </a:cubicBezTo>
                  <a:cubicBezTo>
                    <a:pt x="356762" y="12806"/>
                    <a:pt x="353070" y="16498"/>
                    <a:pt x="348513" y="16498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5" name="Forma Livre: Forma 54">
              <a:extLst>
                <a:ext uri="{FF2B5EF4-FFF2-40B4-BE49-F238E27FC236}">
                  <a16:creationId xmlns:a16="http://schemas.microsoft.com/office/drawing/2014/main" id="{E78E341D-3DD4-18A3-D472-0712EFC4CD58}"/>
                </a:ext>
              </a:extLst>
            </p:cNvPr>
            <p:cNvSpPr/>
            <p:nvPr/>
          </p:nvSpPr>
          <p:spPr>
            <a:xfrm>
              <a:off x="5264644" y="2989160"/>
              <a:ext cx="140230" cy="16497"/>
            </a:xfrm>
            <a:custGeom>
              <a:avLst/>
              <a:gdLst>
                <a:gd name="connsiteX0" fmla="*/ 131981 w 140230"/>
                <a:gd name="connsiteY0" fmla="*/ 16498 h 16497"/>
                <a:gd name="connsiteX1" fmla="*/ 8249 w 140230"/>
                <a:gd name="connsiteY1" fmla="*/ 16498 h 16497"/>
                <a:gd name="connsiteX2" fmla="*/ 0 w 140230"/>
                <a:gd name="connsiteY2" fmla="*/ 8249 h 16497"/>
                <a:gd name="connsiteX3" fmla="*/ 8249 w 140230"/>
                <a:gd name="connsiteY3" fmla="*/ 0 h 16497"/>
                <a:gd name="connsiteX4" fmla="*/ 131981 w 140230"/>
                <a:gd name="connsiteY4" fmla="*/ 0 h 16497"/>
                <a:gd name="connsiteX5" fmla="*/ 140230 w 140230"/>
                <a:gd name="connsiteY5" fmla="*/ 8249 h 16497"/>
                <a:gd name="connsiteX6" fmla="*/ 131981 w 140230"/>
                <a:gd name="connsiteY6" fmla="*/ 16498 h 16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0230" h="16497">
                  <a:moveTo>
                    <a:pt x="131981" y="16498"/>
                  </a:moveTo>
                  <a:lnTo>
                    <a:pt x="8249" y="16498"/>
                  </a:lnTo>
                  <a:cubicBezTo>
                    <a:pt x="3691" y="16498"/>
                    <a:pt x="0" y="12806"/>
                    <a:pt x="0" y="8249"/>
                  </a:cubicBezTo>
                  <a:cubicBezTo>
                    <a:pt x="0" y="3691"/>
                    <a:pt x="3691" y="0"/>
                    <a:pt x="8249" y="0"/>
                  </a:cubicBezTo>
                  <a:lnTo>
                    <a:pt x="131981" y="0"/>
                  </a:lnTo>
                  <a:cubicBezTo>
                    <a:pt x="136539" y="0"/>
                    <a:pt x="140230" y="3691"/>
                    <a:pt x="140230" y="8249"/>
                  </a:cubicBezTo>
                  <a:cubicBezTo>
                    <a:pt x="140230" y="12806"/>
                    <a:pt x="136539" y="16498"/>
                    <a:pt x="131981" y="16498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65" name="Gráfico 10">
            <a:extLst>
              <a:ext uri="{FF2B5EF4-FFF2-40B4-BE49-F238E27FC236}">
                <a16:creationId xmlns:a16="http://schemas.microsoft.com/office/drawing/2014/main" id="{16C32D2B-AA30-2833-BA90-BD0309C4DF77}"/>
              </a:ext>
            </a:extLst>
          </p:cNvPr>
          <p:cNvGrpSpPr/>
          <p:nvPr/>
        </p:nvGrpSpPr>
        <p:grpSpPr>
          <a:xfrm>
            <a:off x="2806580" y="4302074"/>
            <a:ext cx="573315" cy="528770"/>
            <a:chOff x="3223040" y="3795050"/>
            <a:chExt cx="573315" cy="528770"/>
          </a:xfrm>
          <a:solidFill>
            <a:schemeClr val="tx1"/>
          </a:solidFill>
        </p:grpSpPr>
        <p:sp>
          <p:nvSpPr>
            <p:cNvPr id="66" name="Forma Livre: Forma 65">
              <a:extLst>
                <a:ext uri="{FF2B5EF4-FFF2-40B4-BE49-F238E27FC236}">
                  <a16:creationId xmlns:a16="http://schemas.microsoft.com/office/drawing/2014/main" id="{676FC41F-11E0-A95E-D126-441F41E961A2}"/>
                </a:ext>
              </a:extLst>
            </p:cNvPr>
            <p:cNvSpPr/>
            <p:nvPr/>
          </p:nvSpPr>
          <p:spPr>
            <a:xfrm>
              <a:off x="3461316" y="4129168"/>
              <a:ext cx="335038" cy="128681"/>
            </a:xfrm>
            <a:custGeom>
              <a:avLst/>
              <a:gdLst>
                <a:gd name="connsiteX0" fmla="*/ 93635 w 335038"/>
                <a:gd name="connsiteY0" fmla="*/ 128661 h 128681"/>
                <a:gd name="connsiteX1" fmla="*/ 3806 w 335038"/>
                <a:gd name="connsiteY1" fmla="*/ 89417 h 128681"/>
                <a:gd name="connsiteX2" fmla="*/ 424 w 335038"/>
                <a:gd name="connsiteY2" fmla="*/ 79869 h 128681"/>
                <a:gd name="connsiteX3" fmla="*/ 36718 w 335038"/>
                <a:gd name="connsiteY3" fmla="*/ 55246 h 128681"/>
                <a:gd name="connsiteX4" fmla="*/ 92687 w 335038"/>
                <a:gd name="connsiteY4" fmla="*/ 64238 h 128681"/>
                <a:gd name="connsiteX5" fmla="*/ 145603 w 335038"/>
                <a:gd name="connsiteY5" fmla="*/ 37780 h 128681"/>
                <a:gd name="connsiteX6" fmla="*/ 234752 w 335038"/>
                <a:gd name="connsiteY6" fmla="*/ 0 h 128681"/>
                <a:gd name="connsiteX7" fmla="*/ 333099 w 335038"/>
                <a:gd name="connsiteY7" fmla="*/ 58608 h 128681"/>
                <a:gd name="connsiteX8" fmla="*/ 332109 w 335038"/>
                <a:gd name="connsiteY8" fmla="*/ 70239 h 128681"/>
                <a:gd name="connsiteX9" fmla="*/ 320478 w 335038"/>
                <a:gd name="connsiteY9" fmla="*/ 69249 h 128681"/>
                <a:gd name="connsiteX10" fmla="*/ 234731 w 335038"/>
                <a:gd name="connsiteY10" fmla="*/ 16498 h 128681"/>
                <a:gd name="connsiteX11" fmla="*/ 156574 w 335038"/>
                <a:gd name="connsiteY11" fmla="*/ 50153 h 128681"/>
                <a:gd name="connsiteX12" fmla="*/ 154223 w 335038"/>
                <a:gd name="connsiteY12" fmla="*/ 51926 h 128681"/>
                <a:gd name="connsiteX13" fmla="*/ 97306 w 335038"/>
                <a:gd name="connsiteY13" fmla="*/ 80364 h 128681"/>
                <a:gd name="connsiteX14" fmla="*/ 91532 w 335038"/>
                <a:gd name="connsiteY14" fmla="*/ 80962 h 128681"/>
                <a:gd name="connsiteX15" fmla="*/ 36698 w 335038"/>
                <a:gd name="connsiteY15" fmla="*/ 71744 h 128681"/>
                <a:gd name="connsiteX16" fmla="*/ 19252 w 335038"/>
                <a:gd name="connsiteY16" fmla="*/ 79622 h 128681"/>
                <a:gd name="connsiteX17" fmla="*/ 93615 w 335038"/>
                <a:gd name="connsiteY17" fmla="*/ 112163 h 128681"/>
                <a:gd name="connsiteX18" fmla="*/ 166843 w 335038"/>
                <a:gd name="connsiteY18" fmla="*/ 93624 h 128681"/>
                <a:gd name="connsiteX19" fmla="*/ 177320 w 335038"/>
                <a:gd name="connsiteY19" fmla="*/ 98780 h 128681"/>
                <a:gd name="connsiteX20" fmla="*/ 172164 w 335038"/>
                <a:gd name="connsiteY20" fmla="*/ 109256 h 128681"/>
                <a:gd name="connsiteX21" fmla="*/ 93615 w 335038"/>
                <a:gd name="connsiteY21" fmla="*/ 128682 h 128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35038" h="128681">
                  <a:moveTo>
                    <a:pt x="93635" y="128661"/>
                  </a:moveTo>
                  <a:cubicBezTo>
                    <a:pt x="65919" y="128661"/>
                    <a:pt x="10075" y="93439"/>
                    <a:pt x="3806" y="89417"/>
                  </a:cubicBezTo>
                  <a:cubicBezTo>
                    <a:pt x="630" y="87376"/>
                    <a:pt x="-772" y="83437"/>
                    <a:pt x="424" y="79869"/>
                  </a:cubicBezTo>
                  <a:cubicBezTo>
                    <a:pt x="754" y="78859"/>
                    <a:pt x="8940" y="55246"/>
                    <a:pt x="36718" y="55246"/>
                  </a:cubicBezTo>
                  <a:cubicBezTo>
                    <a:pt x="54763" y="55246"/>
                    <a:pt x="83324" y="61907"/>
                    <a:pt x="92687" y="64238"/>
                  </a:cubicBezTo>
                  <a:lnTo>
                    <a:pt x="145603" y="37780"/>
                  </a:lnTo>
                  <a:cubicBezTo>
                    <a:pt x="152120" y="31222"/>
                    <a:pt x="185733" y="0"/>
                    <a:pt x="234752" y="0"/>
                  </a:cubicBezTo>
                  <a:cubicBezTo>
                    <a:pt x="278945" y="0"/>
                    <a:pt x="318251" y="40997"/>
                    <a:pt x="333099" y="58608"/>
                  </a:cubicBezTo>
                  <a:cubicBezTo>
                    <a:pt x="336027" y="62093"/>
                    <a:pt x="335594" y="67290"/>
                    <a:pt x="332109" y="70239"/>
                  </a:cubicBezTo>
                  <a:cubicBezTo>
                    <a:pt x="328624" y="73167"/>
                    <a:pt x="323427" y="72734"/>
                    <a:pt x="320478" y="69249"/>
                  </a:cubicBezTo>
                  <a:cubicBezTo>
                    <a:pt x="310043" y="56876"/>
                    <a:pt x="273047" y="16498"/>
                    <a:pt x="234731" y="16498"/>
                  </a:cubicBezTo>
                  <a:cubicBezTo>
                    <a:pt x="188517" y="16498"/>
                    <a:pt x="156904" y="49823"/>
                    <a:pt x="156574" y="50153"/>
                  </a:cubicBezTo>
                  <a:cubicBezTo>
                    <a:pt x="155893" y="50875"/>
                    <a:pt x="155089" y="51473"/>
                    <a:pt x="154223" y="51926"/>
                  </a:cubicBezTo>
                  <a:lnTo>
                    <a:pt x="97306" y="80364"/>
                  </a:lnTo>
                  <a:cubicBezTo>
                    <a:pt x="95512" y="81251"/>
                    <a:pt x="93470" y="81478"/>
                    <a:pt x="91532" y="80962"/>
                  </a:cubicBezTo>
                  <a:cubicBezTo>
                    <a:pt x="91181" y="80880"/>
                    <a:pt x="55938" y="71744"/>
                    <a:pt x="36698" y="71744"/>
                  </a:cubicBezTo>
                  <a:cubicBezTo>
                    <a:pt x="27624" y="71744"/>
                    <a:pt x="22242" y="75910"/>
                    <a:pt x="19252" y="79622"/>
                  </a:cubicBezTo>
                  <a:cubicBezTo>
                    <a:pt x="38739" y="91459"/>
                    <a:pt x="76436" y="112163"/>
                    <a:pt x="93615" y="112163"/>
                  </a:cubicBezTo>
                  <a:cubicBezTo>
                    <a:pt x="108999" y="112163"/>
                    <a:pt x="151686" y="98780"/>
                    <a:pt x="166843" y="93624"/>
                  </a:cubicBezTo>
                  <a:cubicBezTo>
                    <a:pt x="171154" y="92160"/>
                    <a:pt x="175835" y="94470"/>
                    <a:pt x="177320" y="98780"/>
                  </a:cubicBezTo>
                  <a:cubicBezTo>
                    <a:pt x="178804" y="103090"/>
                    <a:pt x="176474" y="107771"/>
                    <a:pt x="172164" y="109256"/>
                  </a:cubicBezTo>
                  <a:cubicBezTo>
                    <a:pt x="166328" y="111235"/>
                    <a:pt x="114525" y="128682"/>
                    <a:pt x="93615" y="128682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7" name="Forma Livre: Forma 66">
              <a:extLst>
                <a:ext uri="{FF2B5EF4-FFF2-40B4-BE49-F238E27FC236}">
                  <a16:creationId xmlns:a16="http://schemas.microsoft.com/office/drawing/2014/main" id="{1CDC2CF1-8FF8-EF73-6310-F006C3277AEE}"/>
                </a:ext>
              </a:extLst>
            </p:cNvPr>
            <p:cNvSpPr/>
            <p:nvPr/>
          </p:nvSpPr>
          <p:spPr>
            <a:xfrm>
              <a:off x="3356682" y="4155936"/>
              <a:ext cx="390275" cy="167884"/>
            </a:xfrm>
            <a:custGeom>
              <a:avLst/>
              <a:gdLst>
                <a:gd name="connsiteX0" fmla="*/ 382053 w 390275"/>
                <a:gd name="connsiteY0" fmla="*/ 167884 h 167884"/>
                <a:gd name="connsiteX1" fmla="*/ 375186 w 390275"/>
                <a:gd name="connsiteY1" fmla="*/ 164213 h 167884"/>
                <a:gd name="connsiteX2" fmla="*/ 321589 w 390275"/>
                <a:gd name="connsiteY2" fmla="*/ 134476 h 167884"/>
                <a:gd name="connsiteX3" fmla="*/ 263291 w 390275"/>
                <a:gd name="connsiteY3" fmla="*/ 144561 h 167884"/>
                <a:gd name="connsiteX4" fmla="*/ 188783 w 390275"/>
                <a:gd name="connsiteY4" fmla="*/ 156748 h 167884"/>
                <a:gd name="connsiteX5" fmla="*/ 70537 w 390275"/>
                <a:gd name="connsiteY5" fmla="*/ 100615 h 167884"/>
                <a:gd name="connsiteX6" fmla="*/ 68742 w 390275"/>
                <a:gd name="connsiteY6" fmla="*/ 99089 h 167884"/>
                <a:gd name="connsiteX7" fmla="*/ 2051 w 390275"/>
                <a:gd name="connsiteY7" fmla="*/ 23200 h 167884"/>
                <a:gd name="connsiteX8" fmla="*/ 1865 w 390275"/>
                <a:gd name="connsiteY8" fmla="*/ 12518 h 167884"/>
                <a:gd name="connsiteX9" fmla="*/ 27498 w 390275"/>
                <a:gd name="connsiteY9" fmla="*/ 0 h 167884"/>
                <a:gd name="connsiteX10" fmla="*/ 82332 w 390275"/>
                <a:gd name="connsiteY10" fmla="*/ 28582 h 167884"/>
                <a:gd name="connsiteX11" fmla="*/ 112874 w 390275"/>
                <a:gd name="connsiteY11" fmla="*/ 47431 h 167884"/>
                <a:gd name="connsiteX12" fmla="*/ 121122 w 390275"/>
                <a:gd name="connsiteY12" fmla="*/ 55680 h 167884"/>
                <a:gd name="connsiteX13" fmla="*/ 112874 w 390275"/>
                <a:gd name="connsiteY13" fmla="*/ 63928 h 167884"/>
                <a:gd name="connsiteX14" fmla="*/ 72537 w 390275"/>
                <a:gd name="connsiteY14" fmla="*/ 41842 h 167884"/>
                <a:gd name="connsiteX15" fmla="*/ 27498 w 390275"/>
                <a:gd name="connsiteY15" fmla="*/ 16477 h 167884"/>
                <a:gd name="connsiteX16" fmla="*/ 20033 w 390275"/>
                <a:gd name="connsiteY16" fmla="*/ 18642 h 167884"/>
                <a:gd name="connsiteX17" fmla="*/ 80332 w 390275"/>
                <a:gd name="connsiteY17" fmla="*/ 87273 h 167884"/>
                <a:gd name="connsiteX18" fmla="*/ 188763 w 390275"/>
                <a:gd name="connsiteY18" fmla="*/ 140230 h 167884"/>
                <a:gd name="connsiteX19" fmla="*/ 259682 w 390275"/>
                <a:gd name="connsiteY19" fmla="*/ 128455 h 167884"/>
                <a:gd name="connsiteX20" fmla="*/ 321569 w 390275"/>
                <a:gd name="connsiteY20" fmla="*/ 117979 h 167884"/>
                <a:gd name="connsiteX21" fmla="*/ 388900 w 390275"/>
                <a:gd name="connsiteY21" fmla="*/ 155078 h 167884"/>
                <a:gd name="connsiteX22" fmla="*/ 386590 w 390275"/>
                <a:gd name="connsiteY22" fmla="*/ 166503 h 167884"/>
                <a:gd name="connsiteX23" fmla="*/ 382033 w 390275"/>
                <a:gd name="connsiteY23" fmla="*/ 167884 h 167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90275" h="167884">
                  <a:moveTo>
                    <a:pt x="382053" y="167884"/>
                  </a:moveTo>
                  <a:cubicBezTo>
                    <a:pt x="379393" y="167884"/>
                    <a:pt x="376774" y="166585"/>
                    <a:pt x="375186" y="164213"/>
                  </a:cubicBezTo>
                  <a:cubicBezTo>
                    <a:pt x="374794" y="163636"/>
                    <a:pt x="354709" y="134476"/>
                    <a:pt x="321589" y="134476"/>
                  </a:cubicBezTo>
                  <a:cubicBezTo>
                    <a:pt x="308412" y="134476"/>
                    <a:pt x="286511" y="139385"/>
                    <a:pt x="263291" y="144561"/>
                  </a:cubicBezTo>
                  <a:cubicBezTo>
                    <a:pt x="236503" y="150541"/>
                    <a:pt x="208808" y="156748"/>
                    <a:pt x="188783" y="156748"/>
                  </a:cubicBezTo>
                  <a:cubicBezTo>
                    <a:pt x="160346" y="156748"/>
                    <a:pt x="79652" y="106348"/>
                    <a:pt x="70537" y="100615"/>
                  </a:cubicBezTo>
                  <a:cubicBezTo>
                    <a:pt x="69877" y="100203"/>
                    <a:pt x="69258" y="99687"/>
                    <a:pt x="68742" y="99089"/>
                  </a:cubicBezTo>
                  <a:lnTo>
                    <a:pt x="2051" y="23200"/>
                  </a:lnTo>
                  <a:cubicBezTo>
                    <a:pt x="-610" y="20168"/>
                    <a:pt x="-692" y="15652"/>
                    <a:pt x="1865" y="12518"/>
                  </a:cubicBezTo>
                  <a:cubicBezTo>
                    <a:pt x="2917" y="11239"/>
                    <a:pt x="12568" y="0"/>
                    <a:pt x="27498" y="0"/>
                  </a:cubicBezTo>
                  <a:cubicBezTo>
                    <a:pt x="43584" y="0"/>
                    <a:pt x="63277" y="14539"/>
                    <a:pt x="82332" y="28582"/>
                  </a:cubicBezTo>
                  <a:cubicBezTo>
                    <a:pt x="93118" y="36542"/>
                    <a:pt x="107883" y="47431"/>
                    <a:pt x="112874" y="47431"/>
                  </a:cubicBezTo>
                  <a:cubicBezTo>
                    <a:pt x="117431" y="47431"/>
                    <a:pt x="121122" y="51122"/>
                    <a:pt x="121122" y="55680"/>
                  </a:cubicBezTo>
                  <a:cubicBezTo>
                    <a:pt x="121122" y="60237"/>
                    <a:pt x="117431" y="63928"/>
                    <a:pt x="112874" y="63928"/>
                  </a:cubicBezTo>
                  <a:cubicBezTo>
                    <a:pt x="102954" y="63928"/>
                    <a:pt x="91076" y="55535"/>
                    <a:pt x="72537" y="41842"/>
                  </a:cubicBezTo>
                  <a:cubicBezTo>
                    <a:pt x="57235" y="30541"/>
                    <a:pt x="38160" y="16477"/>
                    <a:pt x="27498" y="16477"/>
                  </a:cubicBezTo>
                  <a:cubicBezTo>
                    <a:pt x="24694" y="16477"/>
                    <a:pt x="22116" y="17446"/>
                    <a:pt x="20033" y="18642"/>
                  </a:cubicBezTo>
                  <a:lnTo>
                    <a:pt x="80332" y="87273"/>
                  </a:lnTo>
                  <a:cubicBezTo>
                    <a:pt x="113348" y="108018"/>
                    <a:pt x="171110" y="140230"/>
                    <a:pt x="188763" y="140230"/>
                  </a:cubicBezTo>
                  <a:cubicBezTo>
                    <a:pt x="206415" y="140230"/>
                    <a:pt x="233760" y="134229"/>
                    <a:pt x="259682" y="128455"/>
                  </a:cubicBezTo>
                  <a:cubicBezTo>
                    <a:pt x="283810" y="123052"/>
                    <a:pt x="306577" y="117979"/>
                    <a:pt x="321569" y="117979"/>
                  </a:cubicBezTo>
                  <a:cubicBezTo>
                    <a:pt x="363844" y="117979"/>
                    <a:pt x="387910" y="153573"/>
                    <a:pt x="388900" y="155078"/>
                  </a:cubicBezTo>
                  <a:cubicBezTo>
                    <a:pt x="391416" y="158872"/>
                    <a:pt x="390385" y="163987"/>
                    <a:pt x="386590" y="166503"/>
                  </a:cubicBezTo>
                  <a:cubicBezTo>
                    <a:pt x="385188" y="167431"/>
                    <a:pt x="383600" y="167884"/>
                    <a:pt x="382033" y="167884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8" name="Forma Livre: Forma 67">
              <a:extLst>
                <a:ext uri="{FF2B5EF4-FFF2-40B4-BE49-F238E27FC236}">
                  <a16:creationId xmlns:a16="http://schemas.microsoft.com/office/drawing/2014/main" id="{BCA07388-DC27-4322-ED6B-82F547EE564C}"/>
                </a:ext>
              </a:extLst>
            </p:cNvPr>
            <p:cNvSpPr/>
            <p:nvPr/>
          </p:nvSpPr>
          <p:spPr>
            <a:xfrm>
              <a:off x="3385406" y="4118012"/>
              <a:ext cx="92383" cy="97459"/>
            </a:xfrm>
            <a:custGeom>
              <a:avLst/>
              <a:gdLst>
                <a:gd name="connsiteX0" fmla="*/ 84150 w 92383"/>
                <a:gd name="connsiteY0" fmla="*/ 97460 h 97459"/>
                <a:gd name="connsiteX1" fmla="*/ 76891 w 92383"/>
                <a:gd name="connsiteY1" fmla="*/ 93129 h 97459"/>
                <a:gd name="connsiteX2" fmla="*/ 48618 w 92383"/>
                <a:gd name="connsiteY2" fmla="*/ 40935 h 97459"/>
                <a:gd name="connsiteX3" fmla="*/ 18406 w 92383"/>
                <a:gd name="connsiteY3" fmla="*/ 16910 h 97459"/>
                <a:gd name="connsiteX4" fmla="*/ 25067 w 92383"/>
                <a:gd name="connsiteY4" fmla="*/ 50256 h 97459"/>
                <a:gd name="connsiteX5" fmla="*/ 18592 w 92383"/>
                <a:gd name="connsiteY5" fmla="*/ 59969 h 97459"/>
                <a:gd name="connsiteX6" fmla="*/ 8879 w 92383"/>
                <a:gd name="connsiteY6" fmla="*/ 53494 h 97459"/>
                <a:gd name="connsiteX7" fmla="*/ 156 w 92383"/>
                <a:gd name="connsiteY7" fmla="*/ 9857 h 97459"/>
                <a:gd name="connsiteX8" fmla="*/ 1868 w 92383"/>
                <a:gd name="connsiteY8" fmla="*/ 3011 h 97459"/>
                <a:gd name="connsiteX9" fmla="*/ 8240 w 92383"/>
                <a:gd name="connsiteY9" fmla="*/ 0 h 97459"/>
                <a:gd name="connsiteX10" fmla="*/ 62558 w 92383"/>
                <a:gd name="connsiteY10" fmla="*/ 32129 h 97459"/>
                <a:gd name="connsiteX11" fmla="*/ 62929 w 92383"/>
                <a:gd name="connsiteY11" fmla="*/ 32768 h 97459"/>
                <a:gd name="connsiteX12" fmla="*/ 91388 w 92383"/>
                <a:gd name="connsiteY12" fmla="*/ 85293 h 97459"/>
                <a:gd name="connsiteX13" fmla="*/ 88068 w 92383"/>
                <a:gd name="connsiteY13" fmla="*/ 96470 h 97459"/>
                <a:gd name="connsiteX14" fmla="*/ 84150 w 92383"/>
                <a:gd name="connsiteY14" fmla="*/ 97460 h 974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2383" h="97459">
                  <a:moveTo>
                    <a:pt x="84150" y="97460"/>
                  </a:moveTo>
                  <a:cubicBezTo>
                    <a:pt x="81221" y="97460"/>
                    <a:pt x="78375" y="95893"/>
                    <a:pt x="76891" y="93129"/>
                  </a:cubicBezTo>
                  <a:lnTo>
                    <a:pt x="48618" y="40935"/>
                  </a:lnTo>
                  <a:cubicBezTo>
                    <a:pt x="37111" y="23612"/>
                    <a:pt x="31419" y="18292"/>
                    <a:pt x="18406" y="16910"/>
                  </a:cubicBezTo>
                  <a:lnTo>
                    <a:pt x="25067" y="50256"/>
                  </a:lnTo>
                  <a:cubicBezTo>
                    <a:pt x="25954" y="54731"/>
                    <a:pt x="23067" y="59061"/>
                    <a:pt x="18592" y="59969"/>
                  </a:cubicBezTo>
                  <a:cubicBezTo>
                    <a:pt x="14138" y="60856"/>
                    <a:pt x="9786" y="57969"/>
                    <a:pt x="8879" y="53494"/>
                  </a:cubicBezTo>
                  <a:lnTo>
                    <a:pt x="156" y="9857"/>
                  </a:lnTo>
                  <a:cubicBezTo>
                    <a:pt x="-319" y="7445"/>
                    <a:pt x="300" y="4929"/>
                    <a:pt x="1868" y="3011"/>
                  </a:cubicBezTo>
                  <a:cubicBezTo>
                    <a:pt x="3435" y="1093"/>
                    <a:pt x="5786" y="0"/>
                    <a:pt x="8240" y="0"/>
                  </a:cubicBezTo>
                  <a:cubicBezTo>
                    <a:pt x="36678" y="0"/>
                    <a:pt x="46288" y="7630"/>
                    <a:pt x="62558" y="32129"/>
                  </a:cubicBezTo>
                  <a:cubicBezTo>
                    <a:pt x="62703" y="32335"/>
                    <a:pt x="62826" y="32542"/>
                    <a:pt x="62929" y="32768"/>
                  </a:cubicBezTo>
                  <a:lnTo>
                    <a:pt x="91388" y="85293"/>
                  </a:lnTo>
                  <a:cubicBezTo>
                    <a:pt x="93553" y="89293"/>
                    <a:pt x="92068" y="94305"/>
                    <a:pt x="88068" y="96470"/>
                  </a:cubicBezTo>
                  <a:cubicBezTo>
                    <a:pt x="86810" y="97150"/>
                    <a:pt x="85469" y="97460"/>
                    <a:pt x="84150" y="97460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9" name="Forma Livre: Forma 68">
              <a:extLst>
                <a:ext uri="{FF2B5EF4-FFF2-40B4-BE49-F238E27FC236}">
                  <a16:creationId xmlns:a16="http://schemas.microsoft.com/office/drawing/2014/main" id="{06ECE702-3CA5-967A-945F-5F32F9AEEBA6}"/>
                </a:ext>
              </a:extLst>
            </p:cNvPr>
            <p:cNvSpPr/>
            <p:nvPr/>
          </p:nvSpPr>
          <p:spPr>
            <a:xfrm>
              <a:off x="3223040" y="3795050"/>
              <a:ext cx="352373" cy="153489"/>
            </a:xfrm>
            <a:custGeom>
              <a:avLst/>
              <a:gdLst>
                <a:gd name="connsiteX0" fmla="*/ 344120 w 352373"/>
                <a:gd name="connsiteY0" fmla="*/ 153490 h 153489"/>
                <a:gd name="connsiteX1" fmla="*/ 336181 w 352373"/>
                <a:gd name="connsiteY1" fmla="*/ 147489 h 153489"/>
                <a:gd name="connsiteX2" fmla="*/ 323725 w 352373"/>
                <a:gd name="connsiteY2" fmla="*/ 103729 h 153489"/>
                <a:gd name="connsiteX3" fmla="*/ 317765 w 352373"/>
                <a:gd name="connsiteY3" fmla="*/ 93707 h 153489"/>
                <a:gd name="connsiteX4" fmla="*/ 245361 w 352373"/>
                <a:gd name="connsiteY4" fmla="*/ 22952 h 153489"/>
                <a:gd name="connsiteX5" fmla="*/ 229503 w 352373"/>
                <a:gd name="connsiteY5" fmla="*/ 16498 h 153489"/>
                <a:gd name="connsiteX6" fmla="*/ 8249 w 352373"/>
                <a:gd name="connsiteY6" fmla="*/ 16498 h 153489"/>
                <a:gd name="connsiteX7" fmla="*/ 0 w 352373"/>
                <a:gd name="connsiteY7" fmla="*/ 8249 h 153489"/>
                <a:gd name="connsiteX8" fmla="*/ 8249 w 352373"/>
                <a:gd name="connsiteY8" fmla="*/ 0 h 153489"/>
                <a:gd name="connsiteX9" fmla="*/ 229503 w 352373"/>
                <a:gd name="connsiteY9" fmla="*/ 0 h 153489"/>
                <a:gd name="connsiteX10" fmla="*/ 256889 w 352373"/>
                <a:gd name="connsiteY10" fmla="*/ 11157 h 153489"/>
                <a:gd name="connsiteX11" fmla="*/ 329293 w 352373"/>
                <a:gd name="connsiteY11" fmla="*/ 81911 h 153489"/>
                <a:gd name="connsiteX12" fmla="*/ 339604 w 352373"/>
                <a:gd name="connsiteY12" fmla="*/ 99213 h 153489"/>
                <a:gd name="connsiteX13" fmla="*/ 352060 w 352373"/>
                <a:gd name="connsiteY13" fmla="*/ 142973 h 153489"/>
                <a:gd name="connsiteX14" fmla="*/ 346389 w 352373"/>
                <a:gd name="connsiteY14" fmla="*/ 153160 h 153489"/>
                <a:gd name="connsiteX15" fmla="*/ 344120 w 352373"/>
                <a:gd name="connsiteY15" fmla="*/ 153469 h 153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52373" h="153489">
                  <a:moveTo>
                    <a:pt x="344120" y="153490"/>
                  </a:moveTo>
                  <a:cubicBezTo>
                    <a:pt x="340532" y="153490"/>
                    <a:pt x="337233" y="151118"/>
                    <a:pt x="336181" y="147489"/>
                  </a:cubicBezTo>
                  <a:lnTo>
                    <a:pt x="323725" y="103729"/>
                  </a:lnTo>
                  <a:cubicBezTo>
                    <a:pt x="322653" y="99934"/>
                    <a:pt x="320590" y="96470"/>
                    <a:pt x="317765" y="93707"/>
                  </a:cubicBezTo>
                  <a:lnTo>
                    <a:pt x="245361" y="22952"/>
                  </a:lnTo>
                  <a:cubicBezTo>
                    <a:pt x="241093" y="18787"/>
                    <a:pt x="235463" y="16498"/>
                    <a:pt x="229503" y="16498"/>
                  </a:cubicBezTo>
                  <a:lnTo>
                    <a:pt x="8249" y="16498"/>
                  </a:lnTo>
                  <a:cubicBezTo>
                    <a:pt x="3691" y="16498"/>
                    <a:pt x="0" y="12806"/>
                    <a:pt x="0" y="8249"/>
                  </a:cubicBezTo>
                  <a:cubicBezTo>
                    <a:pt x="0" y="3691"/>
                    <a:pt x="3691" y="0"/>
                    <a:pt x="8249" y="0"/>
                  </a:cubicBezTo>
                  <a:lnTo>
                    <a:pt x="229503" y="0"/>
                  </a:lnTo>
                  <a:cubicBezTo>
                    <a:pt x="239793" y="0"/>
                    <a:pt x="249527" y="3959"/>
                    <a:pt x="256889" y="11157"/>
                  </a:cubicBezTo>
                  <a:lnTo>
                    <a:pt x="329293" y="81911"/>
                  </a:lnTo>
                  <a:cubicBezTo>
                    <a:pt x="334160" y="86675"/>
                    <a:pt x="337728" y="92655"/>
                    <a:pt x="339604" y="99213"/>
                  </a:cubicBezTo>
                  <a:lnTo>
                    <a:pt x="352060" y="142973"/>
                  </a:lnTo>
                  <a:cubicBezTo>
                    <a:pt x="353297" y="147345"/>
                    <a:pt x="350761" y="151923"/>
                    <a:pt x="346389" y="153160"/>
                  </a:cubicBezTo>
                  <a:cubicBezTo>
                    <a:pt x="345626" y="153366"/>
                    <a:pt x="344883" y="153469"/>
                    <a:pt x="344120" y="153469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0" name="Forma Livre: Forma 69">
              <a:extLst>
                <a:ext uri="{FF2B5EF4-FFF2-40B4-BE49-F238E27FC236}">
                  <a16:creationId xmlns:a16="http://schemas.microsoft.com/office/drawing/2014/main" id="{E42D63F7-CB1A-5614-177C-396D1074C991}"/>
                </a:ext>
              </a:extLst>
            </p:cNvPr>
            <p:cNvSpPr/>
            <p:nvPr/>
          </p:nvSpPr>
          <p:spPr>
            <a:xfrm>
              <a:off x="3223101" y="3884116"/>
              <a:ext cx="306035" cy="150149"/>
            </a:xfrm>
            <a:custGeom>
              <a:avLst/>
              <a:gdLst>
                <a:gd name="connsiteX0" fmla="*/ 282172 w 306035"/>
                <a:gd name="connsiteY0" fmla="*/ 150149 h 150149"/>
                <a:gd name="connsiteX1" fmla="*/ 275469 w 306035"/>
                <a:gd name="connsiteY1" fmla="*/ 149139 h 150149"/>
                <a:gd name="connsiteX2" fmla="*/ 231730 w 306035"/>
                <a:gd name="connsiteY2" fmla="*/ 134992 h 150149"/>
                <a:gd name="connsiteX3" fmla="*/ 228740 w 306035"/>
                <a:gd name="connsiteY3" fmla="*/ 133796 h 150149"/>
                <a:gd name="connsiteX4" fmla="*/ 210345 w 306035"/>
                <a:gd name="connsiteY4" fmla="*/ 123526 h 150149"/>
                <a:gd name="connsiteX5" fmla="*/ 207128 w 306035"/>
                <a:gd name="connsiteY5" fmla="*/ 121155 h 150149"/>
                <a:gd name="connsiteX6" fmla="*/ 206922 w 306035"/>
                <a:gd name="connsiteY6" fmla="*/ 120990 h 150149"/>
                <a:gd name="connsiteX7" fmla="*/ 197580 w 306035"/>
                <a:gd name="connsiteY7" fmla="*/ 113628 h 150149"/>
                <a:gd name="connsiteX8" fmla="*/ 128063 w 306035"/>
                <a:gd name="connsiteY8" fmla="*/ 89995 h 150149"/>
                <a:gd name="connsiteX9" fmla="*/ 82303 w 306035"/>
                <a:gd name="connsiteY9" fmla="*/ 73641 h 150149"/>
                <a:gd name="connsiteX10" fmla="*/ 81622 w 306035"/>
                <a:gd name="connsiteY10" fmla="*/ 73002 h 150149"/>
                <a:gd name="connsiteX11" fmla="*/ 33717 w 306035"/>
                <a:gd name="connsiteY11" fmla="*/ 23427 h 150149"/>
                <a:gd name="connsiteX12" fmla="*/ 17405 w 306035"/>
                <a:gd name="connsiteY12" fmla="*/ 16498 h 150149"/>
                <a:gd name="connsiteX13" fmla="*/ 8249 w 306035"/>
                <a:gd name="connsiteY13" fmla="*/ 16498 h 150149"/>
                <a:gd name="connsiteX14" fmla="*/ 0 w 306035"/>
                <a:gd name="connsiteY14" fmla="*/ 8249 h 150149"/>
                <a:gd name="connsiteX15" fmla="*/ 8249 w 306035"/>
                <a:gd name="connsiteY15" fmla="*/ 0 h 150149"/>
                <a:gd name="connsiteX16" fmla="*/ 17405 w 306035"/>
                <a:gd name="connsiteY16" fmla="*/ 0 h 150149"/>
                <a:gd name="connsiteX17" fmla="*/ 45575 w 306035"/>
                <a:gd name="connsiteY17" fmla="*/ 11961 h 150149"/>
                <a:gd name="connsiteX18" fmla="*/ 93150 w 306035"/>
                <a:gd name="connsiteY18" fmla="*/ 61186 h 150149"/>
                <a:gd name="connsiteX19" fmla="*/ 128084 w 306035"/>
                <a:gd name="connsiteY19" fmla="*/ 73497 h 150149"/>
                <a:gd name="connsiteX20" fmla="*/ 207767 w 306035"/>
                <a:gd name="connsiteY20" fmla="*/ 100636 h 150149"/>
                <a:gd name="connsiteX21" fmla="*/ 217047 w 306035"/>
                <a:gd name="connsiteY21" fmla="*/ 107936 h 150149"/>
                <a:gd name="connsiteX22" fmla="*/ 220264 w 306035"/>
                <a:gd name="connsiteY22" fmla="*/ 110307 h 150149"/>
                <a:gd name="connsiteX23" fmla="*/ 220471 w 306035"/>
                <a:gd name="connsiteY23" fmla="*/ 110472 h 150149"/>
                <a:gd name="connsiteX24" fmla="*/ 235174 w 306035"/>
                <a:gd name="connsiteY24" fmla="*/ 118577 h 150149"/>
                <a:gd name="connsiteX25" fmla="*/ 236411 w 306035"/>
                <a:gd name="connsiteY25" fmla="*/ 119154 h 150149"/>
                <a:gd name="connsiteX26" fmla="*/ 236638 w 306035"/>
                <a:gd name="connsiteY26" fmla="*/ 119216 h 150149"/>
                <a:gd name="connsiteX27" fmla="*/ 237071 w 306035"/>
                <a:gd name="connsiteY27" fmla="*/ 119340 h 150149"/>
                <a:gd name="connsiteX28" fmla="*/ 280501 w 306035"/>
                <a:gd name="connsiteY28" fmla="*/ 133383 h 150149"/>
                <a:gd name="connsiteX29" fmla="*/ 286626 w 306035"/>
                <a:gd name="connsiteY29" fmla="*/ 131074 h 150149"/>
                <a:gd name="connsiteX30" fmla="*/ 286750 w 306035"/>
                <a:gd name="connsiteY30" fmla="*/ 130847 h 150149"/>
                <a:gd name="connsiteX31" fmla="*/ 288028 w 306035"/>
                <a:gd name="connsiteY31" fmla="*/ 110802 h 150149"/>
                <a:gd name="connsiteX32" fmla="*/ 273572 w 306035"/>
                <a:gd name="connsiteY32" fmla="*/ 96202 h 150149"/>
                <a:gd name="connsiteX33" fmla="*/ 231813 w 306035"/>
                <a:gd name="connsiteY33" fmla="*/ 78900 h 150149"/>
                <a:gd name="connsiteX34" fmla="*/ 227358 w 306035"/>
                <a:gd name="connsiteY34" fmla="*/ 74446 h 150149"/>
                <a:gd name="connsiteX35" fmla="*/ 201086 w 306035"/>
                <a:gd name="connsiteY35" fmla="*/ 11425 h 150149"/>
                <a:gd name="connsiteX36" fmla="*/ 202364 w 306035"/>
                <a:gd name="connsiteY36" fmla="*/ 2970 h 150149"/>
                <a:gd name="connsiteX37" fmla="*/ 210469 w 306035"/>
                <a:gd name="connsiteY37" fmla="*/ 206 h 150149"/>
                <a:gd name="connsiteX38" fmla="*/ 258353 w 306035"/>
                <a:gd name="connsiteY38" fmla="*/ 10682 h 150149"/>
                <a:gd name="connsiteX39" fmla="*/ 263632 w 306035"/>
                <a:gd name="connsiteY39" fmla="*/ 14435 h 150149"/>
                <a:gd name="connsiteX40" fmla="*/ 289678 w 306035"/>
                <a:gd name="connsiteY40" fmla="*/ 56958 h 150149"/>
                <a:gd name="connsiteX41" fmla="*/ 286956 w 306035"/>
                <a:gd name="connsiteY41" fmla="*/ 68300 h 150149"/>
                <a:gd name="connsiteX42" fmla="*/ 275614 w 306035"/>
                <a:gd name="connsiteY42" fmla="*/ 65578 h 150149"/>
                <a:gd name="connsiteX43" fmla="*/ 251404 w 306035"/>
                <a:gd name="connsiteY43" fmla="*/ 26046 h 150149"/>
                <a:gd name="connsiteX44" fmla="*/ 222409 w 306035"/>
                <a:gd name="connsiteY44" fmla="*/ 19715 h 150149"/>
                <a:gd name="connsiteX45" fmla="*/ 241278 w 306035"/>
                <a:gd name="connsiteY45" fmla="*/ 64980 h 150149"/>
                <a:gd name="connsiteX46" fmla="*/ 280027 w 306035"/>
                <a:gd name="connsiteY46" fmla="*/ 81045 h 150149"/>
                <a:gd name="connsiteX47" fmla="*/ 303495 w 306035"/>
                <a:gd name="connsiteY47" fmla="*/ 105069 h 150149"/>
                <a:gd name="connsiteX48" fmla="*/ 301330 w 306035"/>
                <a:gd name="connsiteY48" fmla="*/ 138580 h 150149"/>
                <a:gd name="connsiteX49" fmla="*/ 282233 w 306035"/>
                <a:gd name="connsiteY49" fmla="*/ 150129 h 150149"/>
                <a:gd name="connsiteX50" fmla="*/ 236906 w 306035"/>
                <a:gd name="connsiteY50" fmla="*/ 119505 h 150149"/>
                <a:gd name="connsiteX51" fmla="*/ 236906 w 306035"/>
                <a:gd name="connsiteY51" fmla="*/ 119505 h 150149"/>
                <a:gd name="connsiteX52" fmla="*/ 236906 w 306035"/>
                <a:gd name="connsiteY52" fmla="*/ 119505 h 150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306035" h="150149">
                  <a:moveTo>
                    <a:pt x="282172" y="150149"/>
                  </a:moveTo>
                  <a:cubicBezTo>
                    <a:pt x="279965" y="150149"/>
                    <a:pt x="277697" y="149819"/>
                    <a:pt x="275469" y="149139"/>
                  </a:cubicBezTo>
                  <a:lnTo>
                    <a:pt x="231730" y="134992"/>
                  </a:lnTo>
                  <a:cubicBezTo>
                    <a:pt x="231008" y="134765"/>
                    <a:pt x="229915" y="134435"/>
                    <a:pt x="228740" y="133796"/>
                  </a:cubicBezTo>
                  <a:cubicBezTo>
                    <a:pt x="221955" y="131218"/>
                    <a:pt x="215769" y="127774"/>
                    <a:pt x="210345" y="123526"/>
                  </a:cubicBezTo>
                  <a:lnTo>
                    <a:pt x="207128" y="121155"/>
                  </a:lnTo>
                  <a:cubicBezTo>
                    <a:pt x="207128" y="121155"/>
                    <a:pt x="206984" y="121052"/>
                    <a:pt x="206922" y="120990"/>
                  </a:cubicBezTo>
                  <a:lnTo>
                    <a:pt x="197580" y="113628"/>
                  </a:lnTo>
                  <a:cubicBezTo>
                    <a:pt x="177989" y="98409"/>
                    <a:pt x="153284" y="89995"/>
                    <a:pt x="128063" y="89995"/>
                  </a:cubicBezTo>
                  <a:cubicBezTo>
                    <a:pt x="111359" y="89995"/>
                    <a:pt x="95109" y="84179"/>
                    <a:pt x="82303" y="73641"/>
                  </a:cubicBezTo>
                  <a:cubicBezTo>
                    <a:pt x="82055" y="73435"/>
                    <a:pt x="81828" y="73229"/>
                    <a:pt x="81622" y="73002"/>
                  </a:cubicBezTo>
                  <a:lnTo>
                    <a:pt x="33717" y="23427"/>
                  </a:lnTo>
                  <a:cubicBezTo>
                    <a:pt x="29469" y="19034"/>
                    <a:pt x="23530" y="16498"/>
                    <a:pt x="17405" y="16498"/>
                  </a:cubicBezTo>
                  <a:lnTo>
                    <a:pt x="8249" y="16498"/>
                  </a:lnTo>
                  <a:cubicBezTo>
                    <a:pt x="3691" y="16498"/>
                    <a:pt x="0" y="12806"/>
                    <a:pt x="0" y="8249"/>
                  </a:cubicBezTo>
                  <a:cubicBezTo>
                    <a:pt x="0" y="3691"/>
                    <a:pt x="3691" y="0"/>
                    <a:pt x="8249" y="0"/>
                  </a:cubicBezTo>
                  <a:lnTo>
                    <a:pt x="17405" y="0"/>
                  </a:lnTo>
                  <a:cubicBezTo>
                    <a:pt x="27964" y="0"/>
                    <a:pt x="38233" y="4351"/>
                    <a:pt x="45575" y="11961"/>
                  </a:cubicBezTo>
                  <a:lnTo>
                    <a:pt x="93150" y="61186"/>
                  </a:lnTo>
                  <a:cubicBezTo>
                    <a:pt x="102945" y="69125"/>
                    <a:pt x="115339" y="73497"/>
                    <a:pt x="128084" y="73497"/>
                  </a:cubicBezTo>
                  <a:cubicBezTo>
                    <a:pt x="156975" y="73497"/>
                    <a:pt x="185269" y="83128"/>
                    <a:pt x="207767" y="100636"/>
                  </a:cubicBezTo>
                  <a:lnTo>
                    <a:pt x="217047" y="107936"/>
                  </a:lnTo>
                  <a:lnTo>
                    <a:pt x="220264" y="110307"/>
                  </a:lnTo>
                  <a:cubicBezTo>
                    <a:pt x="220264" y="110307"/>
                    <a:pt x="220409" y="110411"/>
                    <a:pt x="220471" y="110472"/>
                  </a:cubicBezTo>
                  <a:cubicBezTo>
                    <a:pt x="224739" y="113834"/>
                    <a:pt x="229689" y="116556"/>
                    <a:pt x="235174" y="118577"/>
                  </a:cubicBezTo>
                  <a:cubicBezTo>
                    <a:pt x="235607" y="118742"/>
                    <a:pt x="236019" y="118928"/>
                    <a:pt x="236411" y="119154"/>
                  </a:cubicBezTo>
                  <a:cubicBezTo>
                    <a:pt x="236494" y="119175"/>
                    <a:pt x="236576" y="119196"/>
                    <a:pt x="236638" y="119216"/>
                  </a:cubicBezTo>
                  <a:lnTo>
                    <a:pt x="237071" y="119340"/>
                  </a:lnTo>
                  <a:lnTo>
                    <a:pt x="280501" y="133383"/>
                  </a:lnTo>
                  <a:cubicBezTo>
                    <a:pt x="283038" y="134167"/>
                    <a:pt x="285554" y="133260"/>
                    <a:pt x="286626" y="131074"/>
                  </a:cubicBezTo>
                  <a:cubicBezTo>
                    <a:pt x="286667" y="130991"/>
                    <a:pt x="286709" y="130929"/>
                    <a:pt x="286750" y="130847"/>
                  </a:cubicBezTo>
                  <a:cubicBezTo>
                    <a:pt x="289967" y="124846"/>
                    <a:pt x="290441" y="117546"/>
                    <a:pt x="288028" y="110802"/>
                  </a:cubicBezTo>
                  <a:cubicBezTo>
                    <a:pt x="285616" y="104533"/>
                    <a:pt x="280316" y="99151"/>
                    <a:pt x="273572" y="96202"/>
                  </a:cubicBezTo>
                  <a:lnTo>
                    <a:pt x="231813" y="78900"/>
                  </a:lnTo>
                  <a:cubicBezTo>
                    <a:pt x="229791" y="78075"/>
                    <a:pt x="228204" y="76467"/>
                    <a:pt x="227358" y="74446"/>
                  </a:cubicBezTo>
                  <a:lnTo>
                    <a:pt x="201086" y="11425"/>
                  </a:lnTo>
                  <a:cubicBezTo>
                    <a:pt x="199910" y="8579"/>
                    <a:pt x="200405" y="5321"/>
                    <a:pt x="202364" y="2970"/>
                  </a:cubicBezTo>
                  <a:cubicBezTo>
                    <a:pt x="204344" y="619"/>
                    <a:pt x="207458" y="-454"/>
                    <a:pt x="210469" y="206"/>
                  </a:cubicBezTo>
                  <a:lnTo>
                    <a:pt x="258353" y="10682"/>
                  </a:lnTo>
                  <a:cubicBezTo>
                    <a:pt x="260539" y="11157"/>
                    <a:pt x="262457" y="12518"/>
                    <a:pt x="263632" y="14435"/>
                  </a:cubicBezTo>
                  <a:lnTo>
                    <a:pt x="289678" y="56958"/>
                  </a:lnTo>
                  <a:cubicBezTo>
                    <a:pt x="292050" y="60835"/>
                    <a:pt x="290833" y="65929"/>
                    <a:pt x="286956" y="68300"/>
                  </a:cubicBezTo>
                  <a:cubicBezTo>
                    <a:pt x="283079" y="70672"/>
                    <a:pt x="277985" y="69455"/>
                    <a:pt x="275614" y="65578"/>
                  </a:cubicBezTo>
                  <a:lnTo>
                    <a:pt x="251404" y="26046"/>
                  </a:lnTo>
                  <a:lnTo>
                    <a:pt x="222409" y="19715"/>
                  </a:lnTo>
                  <a:lnTo>
                    <a:pt x="241278" y="64980"/>
                  </a:lnTo>
                  <a:lnTo>
                    <a:pt x="280027" y="81045"/>
                  </a:lnTo>
                  <a:cubicBezTo>
                    <a:pt x="290915" y="85788"/>
                    <a:pt x="299432" y="94532"/>
                    <a:pt x="303495" y="105069"/>
                  </a:cubicBezTo>
                  <a:cubicBezTo>
                    <a:pt x="307537" y="116350"/>
                    <a:pt x="306712" y="128496"/>
                    <a:pt x="301330" y="138580"/>
                  </a:cubicBezTo>
                  <a:cubicBezTo>
                    <a:pt x="297638" y="145839"/>
                    <a:pt x="290214" y="150129"/>
                    <a:pt x="282233" y="150129"/>
                  </a:cubicBezTo>
                  <a:close/>
                  <a:moveTo>
                    <a:pt x="236906" y="119505"/>
                  </a:moveTo>
                  <a:cubicBezTo>
                    <a:pt x="236906" y="119505"/>
                    <a:pt x="236906" y="119505"/>
                    <a:pt x="236906" y="119505"/>
                  </a:cubicBezTo>
                  <a:cubicBezTo>
                    <a:pt x="236906" y="119505"/>
                    <a:pt x="236906" y="119505"/>
                    <a:pt x="236906" y="119505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1" name="Forma Livre: Forma 70">
              <a:extLst>
                <a:ext uri="{FF2B5EF4-FFF2-40B4-BE49-F238E27FC236}">
                  <a16:creationId xmlns:a16="http://schemas.microsoft.com/office/drawing/2014/main" id="{C7D277E7-EF89-7086-532E-4AC89BF46CE7}"/>
                </a:ext>
              </a:extLst>
            </p:cNvPr>
            <p:cNvSpPr/>
            <p:nvPr/>
          </p:nvSpPr>
          <p:spPr>
            <a:xfrm>
              <a:off x="3445778" y="3928681"/>
              <a:ext cx="194651" cy="194692"/>
            </a:xfrm>
            <a:custGeom>
              <a:avLst/>
              <a:gdLst>
                <a:gd name="connsiteX0" fmla="*/ 97336 w 194651"/>
                <a:gd name="connsiteY0" fmla="*/ 194693 h 194692"/>
                <a:gd name="connsiteX1" fmla="*/ 0 w 194651"/>
                <a:gd name="connsiteY1" fmla="*/ 97357 h 194692"/>
                <a:gd name="connsiteX2" fmla="*/ 1485 w 194651"/>
                <a:gd name="connsiteY2" fmla="*/ 80323 h 194692"/>
                <a:gd name="connsiteX3" fmla="*/ 11053 w 194651"/>
                <a:gd name="connsiteY3" fmla="*/ 73641 h 194692"/>
                <a:gd name="connsiteX4" fmla="*/ 17735 w 194651"/>
                <a:gd name="connsiteY4" fmla="*/ 83210 h 194692"/>
                <a:gd name="connsiteX5" fmla="*/ 16518 w 194651"/>
                <a:gd name="connsiteY5" fmla="*/ 97357 h 194692"/>
                <a:gd name="connsiteX6" fmla="*/ 97357 w 194651"/>
                <a:gd name="connsiteY6" fmla="*/ 178195 h 194692"/>
                <a:gd name="connsiteX7" fmla="*/ 178195 w 194651"/>
                <a:gd name="connsiteY7" fmla="*/ 97357 h 194692"/>
                <a:gd name="connsiteX8" fmla="*/ 119196 w 194651"/>
                <a:gd name="connsiteY8" fmla="*/ 19550 h 194692"/>
                <a:gd name="connsiteX9" fmla="*/ 97357 w 194651"/>
                <a:gd name="connsiteY9" fmla="*/ 16518 h 194692"/>
                <a:gd name="connsiteX10" fmla="*/ 63578 w 194651"/>
                <a:gd name="connsiteY10" fmla="*/ 24128 h 194692"/>
                <a:gd name="connsiteX11" fmla="*/ 63289 w 194651"/>
                <a:gd name="connsiteY11" fmla="*/ 24251 h 194692"/>
                <a:gd name="connsiteX12" fmla="*/ 39120 w 194651"/>
                <a:gd name="connsiteY12" fmla="*/ 41182 h 194692"/>
                <a:gd name="connsiteX13" fmla="*/ 27448 w 194651"/>
                <a:gd name="connsiteY13" fmla="*/ 41347 h 194692"/>
                <a:gd name="connsiteX14" fmla="*/ 27283 w 194651"/>
                <a:gd name="connsiteY14" fmla="*/ 29675 h 194692"/>
                <a:gd name="connsiteX15" fmla="*/ 56443 w 194651"/>
                <a:gd name="connsiteY15" fmla="*/ 9239 h 194692"/>
                <a:gd name="connsiteX16" fmla="*/ 97336 w 194651"/>
                <a:gd name="connsiteY16" fmla="*/ 0 h 194692"/>
                <a:gd name="connsiteX17" fmla="*/ 123712 w 194651"/>
                <a:gd name="connsiteY17" fmla="*/ 3671 h 194692"/>
                <a:gd name="connsiteX18" fmla="*/ 194652 w 194651"/>
                <a:gd name="connsiteY18" fmla="*/ 97336 h 194692"/>
                <a:gd name="connsiteX19" fmla="*/ 97315 w 194651"/>
                <a:gd name="connsiteY19" fmla="*/ 194672 h 194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94651" h="194692">
                  <a:moveTo>
                    <a:pt x="97336" y="194693"/>
                  </a:moveTo>
                  <a:cubicBezTo>
                    <a:pt x="43657" y="194693"/>
                    <a:pt x="0" y="151036"/>
                    <a:pt x="0" y="97357"/>
                  </a:cubicBezTo>
                  <a:cubicBezTo>
                    <a:pt x="0" y="91459"/>
                    <a:pt x="474" y="85891"/>
                    <a:pt x="1485" y="80323"/>
                  </a:cubicBezTo>
                  <a:cubicBezTo>
                    <a:pt x="2289" y="75827"/>
                    <a:pt x="6578" y="72858"/>
                    <a:pt x="11053" y="73641"/>
                  </a:cubicBezTo>
                  <a:cubicBezTo>
                    <a:pt x="15528" y="74446"/>
                    <a:pt x="18519" y="78735"/>
                    <a:pt x="17735" y="83210"/>
                  </a:cubicBezTo>
                  <a:cubicBezTo>
                    <a:pt x="16910" y="87809"/>
                    <a:pt x="16518" y="92449"/>
                    <a:pt x="16518" y="97357"/>
                  </a:cubicBezTo>
                  <a:cubicBezTo>
                    <a:pt x="16518" y="141942"/>
                    <a:pt x="52772" y="178195"/>
                    <a:pt x="97357" y="178195"/>
                  </a:cubicBezTo>
                  <a:cubicBezTo>
                    <a:pt x="141942" y="178195"/>
                    <a:pt x="178195" y="141942"/>
                    <a:pt x="178195" y="97357"/>
                  </a:cubicBezTo>
                  <a:cubicBezTo>
                    <a:pt x="178195" y="61206"/>
                    <a:pt x="153944" y="29221"/>
                    <a:pt x="119196" y="19550"/>
                  </a:cubicBezTo>
                  <a:cubicBezTo>
                    <a:pt x="112411" y="17549"/>
                    <a:pt x="104904" y="16518"/>
                    <a:pt x="97357" y="16518"/>
                  </a:cubicBezTo>
                  <a:cubicBezTo>
                    <a:pt x="85252" y="16518"/>
                    <a:pt x="73889" y="19075"/>
                    <a:pt x="63578" y="24128"/>
                  </a:cubicBezTo>
                  <a:cubicBezTo>
                    <a:pt x="63495" y="24169"/>
                    <a:pt x="63392" y="24210"/>
                    <a:pt x="63289" y="24251"/>
                  </a:cubicBezTo>
                  <a:cubicBezTo>
                    <a:pt x="54380" y="28211"/>
                    <a:pt x="46028" y="34068"/>
                    <a:pt x="39120" y="41182"/>
                  </a:cubicBezTo>
                  <a:cubicBezTo>
                    <a:pt x="35944" y="44461"/>
                    <a:pt x="30727" y="44523"/>
                    <a:pt x="27448" y="41347"/>
                  </a:cubicBezTo>
                  <a:cubicBezTo>
                    <a:pt x="24190" y="38171"/>
                    <a:pt x="24107" y="32954"/>
                    <a:pt x="27283" y="29675"/>
                  </a:cubicBezTo>
                  <a:cubicBezTo>
                    <a:pt x="35594" y="21096"/>
                    <a:pt x="45678" y="14044"/>
                    <a:pt x="56443" y="9239"/>
                  </a:cubicBezTo>
                  <a:cubicBezTo>
                    <a:pt x="69001" y="3114"/>
                    <a:pt x="82756" y="0"/>
                    <a:pt x="97336" y="0"/>
                  </a:cubicBezTo>
                  <a:cubicBezTo>
                    <a:pt x="106430" y="0"/>
                    <a:pt x="115566" y="1279"/>
                    <a:pt x="123712" y="3671"/>
                  </a:cubicBezTo>
                  <a:cubicBezTo>
                    <a:pt x="165430" y="15281"/>
                    <a:pt x="194652" y="53803"/>
                    <a:pt x="194652" y="97336"/>
                  </a:cubicBezTo>
                  <a:cubicBezTo>
                    <a:pt x="194652" y="151015"/>
                    <a:pt x="150995" y="194672"/>
                    <a:pt x="97315" y="194672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72" name="Gráfico 10">
            <a:extLst>
              <a:ext uri="{FF2B5EF4-FFF2-40B4-BE49-F238E27FC236}">
                <a16:creationId xmlns:a16="http://schemas.microsoft.com/office/drawing/2014/main" id="{2FE07F8C-8C4F-4B04-830F-285FF08E71C7}"/>
              </a:ext>
            </a:extLst>
          </p:cNvPr>
          <p:cNvGrpSpPr/>
          <p:nvPr/>
        </p:nvGrpSpPr>
        <p:grpSpPr>
          <a:xfrm>
            <a:off x="1816741" y="4324356"/>
            <a:ext cx="573293" cy="484206"/>
            <a:chOff x="2233201" y="3817342"/>
            <a:chExt cx="573293" cy="484206"/>
          </a:xfrm>
          <a:solidFill>
            <a:schemeClr val="tx1"/>
          </a:solidFill>
        </p:grpSpPr>
        <p:sp>
          <p:nvSpPr>
            <p:cNvPr id="73" name="Forma Livre: Forma 72">
              <a:extLst>
                <a:ext uri="{FF2B5EF4-FFF2-40B4-BE49-F238E27FC236}">
                  <a16:creationId xmlns:a16="http://schemas.microsoft.com/office/drawing/2014/main" id="{FDC91D77-B3D6-A73B-4C88-67B7A93BF143}"/>
                </a:ext>
              </a:extLst>
            </p:cNvPr>
            <p:cNvSpPr/>
            <p:nvPr/>
          </p:nvSpPr>
          <p:spPr>
            <a:xfrm>
              <a:off x="2233201" y="3817342"/>
              <a:ext cx="455444" cy="216944"/>
            </a:xfrm>
            <a:custGeom>
              <a:avLst/>
              <a:gdLst>
                <a:gd name="connsiteX0" fmla="*/ 447210 w 455444"/>
                <a:gd name="connsiteY0" fmla="*/ 216944 h 216944"/>
                <a:gd name="connsiteX1" fmla="*/ 439332 w 455444"/>
                <a:gd name="connsiteY1" fmla="*/ 211149 h 216944"/>
                <a:gd name="connsiteX2" fmla="*/ 413080 w 455444"/>
                <a:gd name="connsiteY2" fmla="*/ 127176 h 216944"/>
                <a:gd name="connsiteX3" fmla="*/ 407286 w 455444"/>
                <a:gd name="connsiteY3" fmla="*/ 117731 h 216944"/>
                <a:gd name="connsiteX4" fmla="*/ 310321 w 455444"/>
                <a:gd name="connsiteY4" fmla="*/ 22952 h 216944"/>
                <a:gd name="connsiteX5" fmla="*/ 294462 w 455444"/>
                <a:gd name="connsiteY5" fmla="*/ 16498 h 216944"/>
                <a:gd name="connsiteX6" fmla="*/ 8249 w 455444"/>
                <a:gd name="connsiteY6" fmla="*/ 16498 h 216944"/>
                <a:gd name="connsiteX7" fmla="*/ 0 w 455444"/>
                <a:gd name="connsiteY7" fmla="*/ 8249 h 216944"/>
                <a:gd name="connsiteX8" fmla="*/ 8249 w 455444"/>
                <a:gd name="connsiteY8" fmla="*/ 0 h 216944"/>
                <a:gd name="connsiteX9" fmla="*/ 294462 w 455444"/>
                <a:gd name="connsiteY9" fmla="*/ 0 h 216944"/>
                <a:gd name="connsiteX10" fmla="*/ 321849 w 455444"/>
                <a:gd name="connsiteY10" fmla="*/ 11157 h 216944"/>
                <a:gd name="connsiteX11" fmla="*/ 418813 w 455444"/>
                <a:gd name="connsiteY11" fmla="*/ 105936 h 216944"/>
                <a:gd name="connsiteX12" fmla="*/ 428815 w 455444"/>
                <a:gd name="connsiteY12" fmla="*/ 122268 h 216944"/>
                <a:gd name="connsiteX13" fmla="*/ 455067 w 455444"/>
                <a:gd name="connsiteY13" fmla="*/ 206241 h 216944"/>
                <a:gd name="connsiteX14" fmla="*/ 449664 w 455444"/>
                <a:gd name="connsiteY14" fmla="*/ 216573 h 216944"/>
                <a:gd name="connsiteX15" fmla="*/ 447210 w 455444"/>
                <a:gd name="connsiteY15" fmla="*/ 216944 h 21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5444" h="216944">
                  <a:moveTo>
                    <a:pt x="447210" y="216944"/>
                  </a:moveTo>
                  <a:cubicBezTo>
                    <a:pt x="443704" y="216944"/>
                    <a:pt x="440446" y="214676"/>
                    <a:pt x="439332" y="211149"/>
                  </a:cubicBezTo>
                  <a:lnTo>
                    <a:pt x="413080" y="127176"/>
                  </a:lnTo>
                  <a:cubicBezTo>
                    <a:pt x="411967" y="123609"/>
                    <a:pt x="409967" y="120330"/>
                    <a:pt x="407286" y="117731"/>
                  </a:cubicBezTo>
                  <a:lnTo>
                    <a:pt x="310321" y="22952"/>
                  </a:lnTo>
                  <a:cubicBezTo>
                    <a:pt x="306052" y="18787"/>
                    <a:pt x="300422" y="16498"/>
                    <a:pt x="294462" y="16498"/>
                  </a:cubicBezTo>
                  <a:lnTo>
                    <a:pt x="8249" y="16498"/>
                  </a:lnTo>
                  <a:cubicBezTo>
                    <a:pt x="3691" y="16498"/>
                    <a:pt x="0" y="12806"/>
                    <a:pt x="0" y="8249"/>
                  </a:cubicBezTo>
                  <a:cubicBezTo>
                    <a:pt x="0" y="3691"/>
                    <a:pt x="3691" y="0"/>
                    <a:pt x="8249" y="0"/>
                  </a:cubicBezTo>
                  <a:lnTo>
                    <a:pt x="294462" y="0"/>
                  </a:lnTo>
                  <a:cubicBezTo>
                    <a:pt x="304753" y="0"/>
                    <a:pt x="314486" y="3960"/>
                    <a:pt x="321849" y="11157"/>
                  </a:cubicBezTo>
                  <a:lnTo>
                    <a:pt x="418813" y="105936"/>
                  </a:lnTo>
                  <a:cubicBezTo>
                    <a:pt x="423433" y="110452"/>
                    <a:pt x="426897" y="116102"/>
                    <a:pt x="428815" y="122268"/>
                  </a:cubicBezTo>
                  <a:lnTo>
                    <a:pt x="455067" y="206241"/>
                  </a:lnTo>
                  <a:cubicBezTo>
                    <a:pt x="456428" y="210592"/>
                    <a:pt x="453995" y="215212"/>
                    <a:pt x="449664" y="216573"/>
                  </a:cubicBezTo>
                  <a:cubicBezTo>
                    <a:pt x="448839" y="216820"/>
                    <a:pt x="448014" y="216944"/>
                    <a:pt x="447210" y="216944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4" name="Forma Livre: Forma 73">
              <a:extLst>
                <a:ext uri="{FF2B5EF4-FFF2-40B4-BE49-F238E27FC236}">
                  <a16:creationId xmlns:a16="http://schemas.microsoft.com/office/drawing/2014/main" id="{4A994533-0185-7115-D248-69758B066310}"/>
                </a:ext>
              </a:extLst>
            </p:cNvPr>
            <p:cNvSpPr/>
            <p:nvPr/>
          </p:nvSpPr>
          <p:spPr>
            <a:xfrm>
              <a:off x="2233201" y="3928725"/>
              <a:ext cx="395050" cy="194648"/>
            </a:xfrm>
            <a:custGeom>
              <a:avLst/>
              <a:gdLst>
                <a:gd name="connsiteX0" fmla="*/ 366928 w 395050"/>
                <a:gd name="connsiteY0" fmla="*/ 194649 h 194648"/>
                <a:gd name="connsiteX1" fmla="*/ 358927 w 395050"/>
                <a:gd name="connsiteY1" fmla="*/ 193391 h 194648"/>
                <a:gd name="connsiteX2" fmla="*/ 358927 w 395050"/>
                <a:gd name="connsiteY2" fmla="*/ 193349 h 194648"/>
                <a:gd name="connsiteX3" fmla="*/ 300133 w 395050"/>
                <a:gd name="connsiteY3" fmla="*/ 174233 h 194648"/>
                <a:gd name="connsiteX4" fmla="*/ 300133 w 395050"/>
                <a:gd name="connsiteY4" fmla="*/ 174295 h 194648"/>
                <a:gd name="connsiteX5" fmla="*/ 278377 w 395050"/>
                <a:gd name="connsiteY5" fmla="*/ 162272 h 194648"/>
                <a:gd name="connsiteX6" fmla="*/ 266581 w 395050"/>
                <a:gd name="connsiteY6" fmla="*/ 153508 h 194648"/>
                <a:gd name="connsiteX7" fmla="*/ 260312 w 395050"/>
                <a:gd name="connsiteY7" fmla="*/ 148703 h 194648"/>
                <a:gd name="connsiteX8" fmla="*/ 169926 w 395050"/>
                <a:gd name="connsiteY8" fmla="*/ 117831 h 194648"/>
                <a:gd name="connsiteX9" fmla="*/ 112988 w 395050"/>
                <a:gd name="connsiteY9" fmla="*/ 97436 h 194648"/>
                <a:gd name="connsiteX10" fmla="*/ 112658 w 395050"/>
                <a:gd name="connsiteY10" fmla="*/ 97147 h 194648"/>
                <a:gd name="connsiteX11" fmla="*/ 56092 w 395050"/>
                <a:gd name="connsiteY11" fmla="*/ 44809 h 194648"/>
                <a:gd name="connsiteX12" fmla="*/ 40687 w 395050"/>
                <a:gd name="connsiteY12" fmla="*/ 38766 h 194648"/>
                <a:gd name="connsiteX13" fmla="*/ 8249 w 395050"/>
                <a:gd name="connsiteY13" fmla="*/ 38766 h 194648"/>
                <a:gd name="connsiteX14" fmla="*/ 0 w 395050"/>
                <a:gd name="connsiteY14" fmla="*/ 30518 h 194648"/>
                <a:gd name="connsiteX15" fmla="*/ 8249 w 395050"/>
                <a:gd name="connsiteY15" fmla="*/ 22269 h 194648"/>
                <a:gd name="connsiteX16" fmla="*/ 40687 w 395050"/>
                <a:gd name="connsiteY16" fmla="*/ 22269 h 194648"/>
                <a:gd name="connsiteX17" fmla="*/ 67290 w 395050"/>
                <a:gd name="connsiteY17" fmla="*/ 32683 h 194648"/>
                <a:gd name="connsiteX18" fmla="*/ 123691 w 395050"/>
                <a:gd name="connsiteY18" fmla="*/ 84877 h 194648"/>
                <a:gd name="connsiteX19" fmla="*/ 169926 w 395050"/>
                <a:gd name="connsiteY19" fmla="*/ 101334 h 194648"/>
                <a:gd name="connsiteX20" fmla="*/ 270355 w 395050"/>
                <a:gd name="connsiteY20" fmla="*/ 135608 h 194648"/>
                <a:gd name="connsiteX21" fmla="*/ 276707 w 395050"/>
                <a:gd name="connsiteY21" fmla="*/ 140495 h 194648"/>
                <a:gd name="connsiteX22" fmla="*/ 287678 w 395050"/>
                <a:gd name="connsiteY22" fmla="*/ 148641 h 194648"/>
                <a:gd name="connsiteX23" fmla="*/ 287843 w 395050"/>
                <a:gd name="connsiteY23" fmla="*/ 148765 h 194648"/>
                <a:gd name="connsiteX24" fmla="*/ 306135 w 395050"/>
                <a:gd name="connsiteY24" fmla="*/ 158952 h 194648"/>
                <a:gd name="connsiteX25" fmla="*/ 306444 w 395050"/>
                <a:gd name="connsiteY25" fmla="*/ 159076 h 194648"/>
                <a:gd name="connsiteX26" fmla="*/ 363505 w 395050"/>
                <a:gd name="connsiteY26" fmla="*/ 177553 h 194648"/>
                <a:gd name="connsiteX27" fmla="*/ 364000 w 395050"/>
                <a:gd name="connsiteY27" fmla="*/ 177697 h 194648"/>
                <a:gd name="connsiteX28" fmla="*/ 374517 w 395050"/>
                <a:gd name="connsiteY28" fmla="*/ 173717 h 194648"/>
                <a:gd name="connsiteX29" fmla="*/ 374744 w 395050"/>
                <a:gd name="connsiteY29" fmla="*/ 173305 h 194648"/>
                <a:gd name="connsiteX30" fmla="*/ 376435 w 395050"/>
                <a:gd name="connsiteY30" fmla="*/ 146001 h 194648"/>
                <a:gd name="connsiteX31" fmla="*/ 356947 w 395050"/>
                <a:gd name="connsiteY31" fmla="*/ 126101 h 194648"/>
                <a:gd name="connsiteX32" fmla="*/ 339109 w 395050"/>
                <a:gd name="connsiteY32" fmla="*/ 118677 h 194648"/>
                <a:gd name="connsiteX33" fmla="*/ 317910 w 395050"/>
                <a:gd name="connsiteY33" fmla="*/ 109809 h 194648"/>
                <a:gd name="connsiteX34" fmla="*/ 309063 w 395050"/>
                <a:gd name="connsiteY34" fmla="*/ 106118 h 194648"/>
                <a:gd name="connsiteX35" fmla="*/ 304093 w 395050"/>
                <a:gd name="connsiteY35" fmla="*/ 104056 h 194648"/>
                <a:gd name="connsiteX36" fmla="*/ 299639 w 395050"/>
                <a:gd name="connsiteY36" fmla="*/ 100509 h 194648"/>
                <a:gd name="connsiteX37" fmla="*/ 246186 w 395050"/>
                <a:gd name="connsiteY37" fmla="*/ 12535 h 194648"/>
                <a:gd name="connsiteX38" fmla="*/ 246599 w 395050"/>
                <a:gd name="connsiteY38" fmla="*/ 3358 h 194648"/>
                <a:gd name="connsiteX39" fmla="*/ 255239 w 395050"/>
                <a:gd name="connsiteY39" fmla="*/ 244 h 194648"/>
                <a:gd name="connsiteX40" fmla="*/ 344326 w 395050"/>
                <a:gd name="connsiteY40" fmla="*/ 22516 h 194648"/>
                <a:gd name="connsiteX41" fmla="*/ 349668 w 395050"/>
                <a:gd name="connsiteY41" fmla="*/ 26744 h 194648"/>
                <a:gd name="connsiteX42" fmla="*/ 384003 w 395050"/>
                <a:gd name="connsiteY42" fmla="*/ 93559 h 194648"/>
                <a:gd name="connsiteX43" fmla="*/ 380436 w 395050"/>
                <a:gd name="connsiteY43" fmla="*/ 104675 h 194648"/>
                <a:gd name="connsiteX44" fmla="*/ 369321 w 395050"/>
                <a:gd name="connsiteY44" fmla="*/ 101107 h 194648"/>
                <a:gd name="connsiteX45" fmla="*/ 336676 w 395050"/>
                <a:gd name="connsiteY45" fmla="*/ 37612 h 194648"/>
                <a:gd name="connsiteX46" fmla="*/ 270685 w 395050"/>
                <a:gd name="connsiteY46" fmla="*/ 21114 h 194648"/>
                <a:gd name="connsiteX47" fmla="*/ 312280 w 395050"/>
                <a:gd name="connsiteY47" fmla="*/ 89579 h 194648"/>
                <a:gd name="connsiteX48" fmla="*/ 315456 w 395050"/>
                <a:gd name="connsiteY48" fmla="*/ 90920 h 194648"/>
                <a:gd name="connsiteX49" fmla="*/ 324261 w 395050"/>
                <a:gd name="connsiteY49" fmla="*/ 94590 h 194648"/>
                <a:gd name="connsiteX50" fmla="*/ 345399 w 395050"/>
                <a:gd name="connsiteY50" fmla="*/ 103417 h 194648"/>
                <a:gd name="connsiteX51" fmla="*/ 363319 w 395050"/>
                <a:gd name="connsiteY51" fmla="*/ 110882 h 194648"/>
                <a:gd name="connsiteX52" fmla="*/ 391881 w 395050"/>
                <a:gd name="connsiteY52" fmla="*/ 140248 h 194648"/>
                <a:gd name="connsiteX53" fmla="*/ 389241 w 395050"/>
                <a:gd name="connsiteY53" fmla="*/ 181100 h 194648"/>
                <a:gd name="connsiteX54" fmla="*/ 366887 w 395050"/>
                <a:gd name="connsiteY54" fmla="*/ 194649 h 194648"/>
                <a:gd name="connsiteX55" fmla="*/ 306526 w 395050"/>
                <a:gd name="connsiteY55" fmla="*/ 159096 h 194648"/>
                <a:gd name="connsiteX56" fmla="*/ 307310 w 395050"/>
                <a:gd name="connsiteY56" fmla="*/ 159509 h 194648"/>
                <a:gd name="connsiteX57" fmla="*/ 306526 w 395050"/>
                <a:gd name="connsiteY57" fmla="*/ 159096 h 19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395050" h="194648">
                  <a:moveTo>
                    <a:pt x="366928" y="194649"/>
                  </a:moveTo>
                  <a:cubicBezTo>
                    <a:pt x="364268" y="194649"/>
                    <a:pt x="361587" y="194236"/>
                    <a:pt x="358927" y="193391"/>
                  </a:cubicBezTo>
                  <a:lnTo>
                    <a:pt x="358927" y="193349"/>
                  </a:lnTo>
                  <a:cubicBezTo>
                    <a:pt x="351977" y="191184"/>
                    <a:pt x="308217" y="177347"/>
                    <a:pt x="300133" y="174233"/>
                  </a:cubicBezTo>
                  <a:lnTo>
                    <a:pt x="300133" y="174295"/>
                  </a:lnTo>
                  <a:cubicBezTo>
                    <a:pt x="292792" y="171408"/>
                    <a:pt x="285884" y="167592"/>
                    <a:pt x="278377" y="162272"/>
                  </a:cubicBezTo>
                  <a:cubicBezTo>
                    <a:pt x="274273" y="159509"/>
                    <a:pt x="270376" y="156457"/>
                    <a:pt x="266581" y="153508"/>
                  </a:cubicBezTo>
                  <a:cubicBezTo>
                    <a:pt x="264540" y="151920"/>
                    <a:pt x="262478" y="150311"/>
                    <a:pt x="260312" y="148703"/>
                  </a:cubicBezTo>
                  <a:cubicBezTo>
                    <a:pt x="234906" y="128761"/>
                    <a:pt x="202859" y="117831"/>
                    <a:pt x="169926" y="117831"/>
                  </a:cubicBezTo>
                  <a:cubicBezTo>
                    <a:pt x="149036" y="117831"/>
                    <a:pt x="128805" y="110593"/>
                    <a:pt x="112988" y="97436"/>
                  </a:cubicBezTo>
                  <a:cubicBezTo>
                    <a:pt x="112885" y="97333"/>
                    <a:pt x="112761" y="97251"/>
                    <a:pt x="112658" y="97147"/>
                  </a:cubicBezTo>
                  <a:lnTo>
                    <a:pt x="56092" y="44809"/>
                  </a:lnTo>
                  <a:cubicBezTo>
                    <a:pt x="51885" y="40911"/>
                    <a:pt x="46420" y="38766"/>
                    <a:pt x="40687" y="38766"/>
                  </a:cubicBezTo>
                  <a:lnTo>
                    <a:pt x="8249" y="38766"/>
                  </a:lnTo>
                  <a:cubicBezTo>
                    <a:pt x="3691" y="38766"/>
                    <a:pt x="0" y="35075"/>
                    <a:pt x="0" y="30518"/>
                  </a:cubicBezTo>
                  <a:cubicBezTo>
                    <a:pt x="0" y="25960"/>
                    <a:pt x="3691" y="22269"/>
                    <a:pt x="8249" y="22269"/>
                  </a:cubicBezTo>
                  <a:lnTo>
                    <a:pt x="40687" y="22269"/>
                  </a:lnTo>
                  <a:cubicBezTo>
                    <a:pt x="50586" y="22269"/>
                    <a:pt x="60031" y="25960"/>
                    <a:pt x="67290" y="32683"/>
                  </a:cubicBezTo>
                  <a:lnTo>
                    <a:pt x="123691" y="84877"/>
                  </a:lnTo>
                  <a:cubicBezTo>
                    <a:pt x="136539" y="95477"/>
                    <a:pt x="152954" y="101334"/>
                    <a:pt x="169926" y="101334"/>
                  </a:cubicBezTo>
                  <a:cubicBezTo>
                    <a:pt x="206530" y="101334"/>
                    <a:pt x="242206" y="113501"/>
                    <a:pt x="270355" y="135608"/>
                  </a:cubicBezTo>
                  <a:cubicBezTo>
                    <a:pt x="272438" y="137175"/>
                    <a:pt x="274603" y="138845"/>
                    <a:pt x="276707" y="140495"/>
                  </a:cubicBezTo>
                  <a:cubicBezTo>
                    <a:pt x="280460" y="143423"/>
                    <a:pt x="284028" y="146187"/>
                    <a:pt x="287678" y="148641"/>
                  </a:cubicBezTo>
                  <a:cubicBezTo>
                    <a:pt x="287740" y="148682"/>
                    <a:pt x="287801" y="148723"/>
                    <a:pt x="287843" y="148765"/>
                  </a:cubicBezTo>
                  <a:cubicBezTo>
                    <a:pt x="294256" y="153322"/>
                    <a:pt x="300072" y="156560"/>
                    <a:pt x="306135" y="158952"/>
                  </a:cubicBezTo>
                  <a:cubicBezTo>
                    <a:pt x="306238" y="158993"/>
                    <a:pt x="306341" y="159034"/>
                    <a:pt x="306444" y="159076"/>
                  </a:cubicBezTo>
                  <a:cubicBezTo>
                    <a:pt x="310754" y="160705"/>
                    <a:pt x="360185" y="176604"/>
                    <a:pt x="363505" y="177553"/>
                  </a:cubicBezTo>
                  <a:cubicBezTo>
                    <a:pt x="363670" y="177594"/>
                    <a:pt x="363835" y="177635"/>
                    <a:pt x="364000" y="177697"/>
                  </a:cubicBezTo>
                  <a:cubicBezTo>
                    <a:pt x="368310" y="179100"/>
                    <a:pt x="372723" y="177429"/>
                    <a:pt x="374517" y="173717"/>
                  </a:cubicBezTo>
                  <a:cubicBezTo>
                    <a:pt x="374579" y="173573"/>
                    <a:pt x="374662" y="173429"/>
                    <a:pt x="374744" y="173305"/>
                  </a:cubicBezTo>
                  <a:cubicBezTo>
                    <a:pt x="379198" y="165283"/>
                    <a:pt x="379817" y="155343"/>
                    <a:pt x="376435" y="146001"/>
                  </a:cubicBezTo>
                  <a:cubicBezTo>
                    <a:pt x="373074" y="137175"/>
                    <a:pt x="365959" y="129875"/>
                    <a:pt x="356947" y="126101"/>
                  </a:cubicBezTo>
                  <a:cubicBezTo>
                    <a:pt x="351317" y="123729"/>
                    <a:pt x="345172" y="121172"/>
                    <a:pt x="339109" y="118677"/>
                  </a:cubicBezTo>
                  <a:cubicBezTo>
                    <a:pt x="331355" y="115460"/>
                    <a:pt x="324014" y="112428"/>
                    <a:pt x="317910" y="109809"/>
                  </a:cubicBezTo>
                  <a:cubicBezTo>
                    <a:pt x="314548" y="108428"/>
                    <a:pt x="311496" y="107149"/>
                    <a:pt x="309063" y="106118"/>
                  </a:cubicBezTo>
                  <a:cubicBezTo>
                    <a:pt x="306898" y="105211"/>
                    <a:pt x="304650" y="104262"/>
                    <a:pt x="304093" y="104056"/>
                  </a:cubicBezTo>
                  <a:cubicBezTo>
                    <a:pt x="302278" y="103417"/>
                    <a:pt x="300628" y="102138"/>
                    <a:pt x="299639" y="100509"/>
                  </a:cubicBezTo>
                  <a:lnTo>
                    <a:pt x="246186" y="12535"/>
                  </a:lnTo>
                  <a:cubicBezTo>
                    <a:pt x="244454" y="9669"/>
                    <a:pt x="244619" y="6060"/>
                    <a:pt x="246599" y="3358"/>
                  </a:cubicBezTo>
                  <a:cubicBezTo>
                    <a:pt x="248578" y="657"/>
                    <a:pt x="252002" y="-560"/>
                    <a:pt x="255239" y="244"/>
                  </a:cubicBezTo>
                  <a:lnTo>
                    <a:pt x="344326" y="22516"/>
                  </a:lnTo>
                  <a:cubicBezTo>
                    <a:pt x="346636" y="23094"/>
                    <a:pt x="348575" y="24640"/>
                    <a:pt x="349668" y="26744"/>
                  </a:cubicBezTo>
                  <a:lnTo>
                    <a:pt x="384003" y="93559"/>
                  </a:lnTo>
                  <a:cubicBezTo>
                    <a:pt x="386086" y="97601"/>
                    <a:pt x="384498" y="102592"/>
                    <a:pt x="380436" y="104675"/>
                  </a:cubicBezTo>
                  <a:cubicBezTo>
                    <a:pt x="376394" y="106757"/>
                    <a:pt x="371403" y="105169"/>
                    <a:pt x="369321" y="101107"/>
                  </a:cubicBezTo>
                  <a:lnTo>
                    <a:pt x="336676" y="37612"/>
                  </a:lnTo>
                  <a:lnTo>
                    <a:pt x="270685" y="21114"/>
                  </a:lnTo>
                  <a:lnTo>
                    <a:pt x="312280" y="89579"/>
                  </a:lnTo>
                  <a:cubicBezTo>
                    <a:pt x="313125" y="89930"/>
                    <a:pt x="314157" y="90363"/>
                    <a:pt x="315456" y="90920"/>
                  </a:cubicBezTo>
                  <a:cubicBezTo>
                    <a:pt x="317848" y="91930"/>
                    <a:pt x="320838" y="93188"/>
                    <a:pt x="324261" y="94590"/>
                  </a:cubicBezTo>
                  <a:cubicBezTo>
                    <a:pt x="330407" y="97209"/>
                    <a:pt x="337686" y="100241"/>
                    <a:pt x="345399" y="103417"/>
                  </a:cubicBezTo>
                  <a:cubicBezTo>
                    <a:pt x="351482" y="105932"/>
                    <a:pt x="357669" y="108490"/>
                    <a:pt x="363319" y="110882"/>
                  </a:cubicBezTo>
                  <a:cubicBezTo>
                    <a:pt x="376456" y="116409"/>
                    <a:pt x="386870" y="127111"/>
                    <a:pt x="391881" y="140248"/>
                  </a:cubicBezTo>
                  <a:cubicBezTo>
                    <a:pt x="396892" y="154126"/>
                    <a:pt x="395923" y="168953"/>
                    <a:pt x="389241" y="181100"/>
                  </a:cubicBezTo>
                  <a:cubicBezTo>
                    <a:pt x="385055" y="189576"/>
                    <a:pt x="376229" y="194649"/>
                    <a:pt x="366887" y="194649"/>
                  </a:cubicBezTo>
                  <a:close/>
                  <a:moveTo>
                    <a:pt x="306526" y="159096"/>
                  </a:moveTo>
                  <a:cubicBezTo>
                    <a:pt x="306794" y="159220"/>
                    <a:pt x="307063" y="159344"/>
                    <a:pt x="307310" y="159509"/>
                  </a:cubicBezTo>
                  <a:cubicBezTo>
                    <a:pt x="307186" y="159447"/>
                    <a:pt x="306939" y="159282"/>
                    <a:pt x="306526" y="159096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grpSp>
          <p:nvGrpSpPr>
            <p:cNvPr id="75" name="Gráfico 10">
              <a:extLst>
                <a:ext uri="{FF2B5EF4-FFF2-40B4-BE49-F238E27FC236}">
                  <a16:creationId xmlns:a16="http://schemas.microsoft.com/office/drawing/2014/main" id="{172B5926-63BA-19E9-1EE4-2F7D6BB6F5D9}"/>
                </a:ext>
              </a:extLst>
            </p:cNvPr>
            <p:cNvGrpSpPr/>
            <p:nvPr/>
          </p:nvGrpSpPr>
          <p:grpSpPr>
            <a:xfrm>
              <a:off x="2389104" y="4017788"/>
              <a:ext cx="417390" cy="283759"/>
              <a:chOff x="2389104" y="4017788"/>
              <a:chExt cx="417390" cy="283759"/>
            </a:xfrm>
            <a:grpFill/>
          </p:grpSpPr>
          <p:sp>
            <p:nvSpPr>
              <p:cNvPr id="76" name="Forma Livre: Forma 75">
                <a:extLst>
                  <a:ext uri="{FF2B5EF4-FFF2-40B4-BE49-F238E27FC236}">
                    <a16:creationId xmlns:a16="http://schemas.microsoft.com/office/drawing/2014/main" id="{13A6A39F-23A4-9F90-3F24-821E33A5D474}"/>
                  </a:ext>
                </a:extLst>
              </p:cNvPr>
              <p:cNvSpPr/>
              <p:nvPr/>
            </p:nvSpPr>
            <p:spPr>
              <a:xfrm>
                <a:off x="2389104" y="4017788"/>
                <a:ext cx="417390" cy="283759"/>
              </a:xfrm>
              <a:custGeom>
                <a:avLst/>
                <a:gdLst>
                  <a:gd name="connsiteX0" fmla="*/ 375734 w 417390"/>
                  <a:gd name="connsiteY0" fmla="*/ 283760 h 283759"/>
                  <a:gd name="connsiteX1" fmla="*/ 41657 w 417390"/>
                  <a:gd name="connsiteY1" fmla="*/ 283760 h 283759"/>
                  <a:gd name="connsiteX2" fmla="*/ 0 w 417390"/>
                  <a:gd name="connsiteY2" fmla="*/ 242103 h 283759"/>
                  <a:gd name="connsiteX3" fmla="*/ 0 w 417390"/>
                  <a:gd name="connsiteY3" fmla="*/ 52793 h 283759"/>
                  <a:gd name="connsiteX4" fmla="*/ 8249 w 417390"/>
                  <a:gd name="connsiteY4" fmla="*/ 44544 h 283759"/>
                  <a:gd name="connsiteX5" fmla="*/ 16498 w 417390"/>
                  <a:gd name="connsiteY5" fmla="*/ 52793 h 283759"/>
                  <a:gd name="connsiteX6" fmla="*/ 16498 w 417390"/>
                  <a:gd name="connsiteY6" fmla="*/ 242103 h 283759"/>
                  <a:gd name="connsiteX7" fmla="*/ 41657 w 417390"/>
                  <a:gd name="connsiteY7" fmla="*/ 267262 h 283759"/>
                  <a:gd name="connsiteX8" fmla="*/ 375734 w 417390"/>
                  <a:gd name="connsiteY8" fmla="*/ 267262 h 283759"/>
                  <a:gd name="connsiteX9" fmla="*/ 400893 w 417390"/>
                  <a:gd name="connsiteY9" fmla="*/ 242103 h 283759"/>
                  <a:gd name="connsiteX10" fmla="*/ 400893 w 417390"/>
                  <a:gd name="connsiteY10" fmla="*/ 41657 h 283759"/>
                  <a:gd name="connsiteX11" fmla="*/ 375734 w 417390"/>
                  <a:gd name="connsiteY11" fmla="*/ 16498 h 283759"/>
                  <a:gd name="connsiteX12" fmla="*/ 153676 w 417390"/>
                  <a:gd name="connsiteY12" fmla="*/ 16498 h 283759"/>
                  <a:gd name="connsiteX13" fmla="*/ 145427 w 417390"/>
                  <a:gd name="connsiteY13" fmla="*/ 8249 h 283759"/>
                  <a:gd name="connsiteX14" fmla="*/ 153676 w 417390"/>
                  <a:gd name="connsiteY14" fmla="*/ 0 h 283759"/>
                  <a:gd name="connsiteX15" fmla="*/ 375734 w 417390"/>
                  <a:gd name="connsiteY15" fmla="*/ 0 h 283759"/>
                  <a:gd name="connsiteX16" fmla="*/ 417391 w 417390"/>
                  <a:gd name="connsiteY16" fmla="*/ 41657 h 283759"/>
                  <a:gd name="connsiteX17" fmla="*/ 417391 w 417390"/>
                  <a:gd name="connsiteY17" fmla="*/ 242103 h 283759"/>
                  <a:gd name="connsiteX18" fmla="*/ 375734 w 417390"/>
                  <a:gd name="connsiteY18" fmla="*/ 283760 h 2837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17390" h="283759">
                    <a:moveTo>
                      <a:pt x="375734" y="283760"/>
                    </a:moveTo>
                    <a:lnTo>
                      <a:pt x="41657" y="283760"/>
                    </a:lnTo>
                    <a:cubicBezTo>
                      <a:pt x="18684" y="283760"/>
                      <a:pt x="0" y="265076"/>
                      <a:pt x="0" y="242103"/>
                    </a:cubicBezTo>
                    <a:lnTo>
                      <a:pt x="0" y="52793"/>
                    </a:lnTo>
                    <a:cubicBezTo>
                      <a:pt x="0" y="48235"/>
                      <a:pt x="3691" y="44544"/>
                      <a:pt x="8249" y="44544"/>
                    </a:cubicBezTo>
                    <a:cubicBezTo>
                      <a:pt x="12806" y="44544"/>
                      <a:pt x="16498" y="48235"/>
                      <a:pt x="16498" y="52793"/>
                    </a:cubicBezTo>
                    <a:lnTo>
                      <a:pt x="16498" y="242103"/>
                    </a:lnTo>
                    <a:cubicBezTo>
                      <a:pt x="16498" y="255982"/>
                      <a:pt x="27778" y="267262"/>
                      <a:pt x="41657" y="267262"/>
                    </a:cubicBezTo>
                    <a:lnTo>
                      <a:pt x="375734" y="267262"/>
                    </a:lnTo>
                    <a:cubicBezTo>
                      <a:pt x="389613" y="267262"/>
                      <a:pt x="400893" y="255982"/>
                      <a:pt x="400893" y="242103"/>
                    </a:cubicBezTo>
                    <a:lnTo>
                      <a:pt x="400893" y="41657"/>
                    </a:lnTo>
                    <a:cubicBezTo>
                      <a:pt x="400893" y="27778"/>
                      <a:pt x="389613" y="16498"/>
                      <a:pt x="375734" y="16498"/>
                    </a:cubicBezTo>
                    <a:lnTo>
                      <a:pt x="153676" y="16498"/>
                    </a:lnTo>
                    <a:cubicBezTo>
                      <a:pt x="149118" y="16498"/>
                      <a:pt x="145427" y="12806"/>
                      <a:pt x="145427" y="8249"/>
                    </a:cubicBezTo>
                    <a:cubicBezTo>
                      <a:pt x="145427" y="3691"/>
                      <a:pt x="149118" y="0"/>
                      <a:pt x="153676" y="0"/>
                    </a:cubicBezTo>
                    <a:lnTo>
                      <a:pt x="375734" y="0"/>
                    </a:lnTo>
                    <a:cubicBezTo>
                      <a:pt x="398707" y="0"/>
                      <a:pt x="417391" y="18684"/>
                      <a:pt x="417391" y="41657"/>
                    </a:cubicBezTo>
                    <a:lnTo>
                      <a:pt x="417391" y="242103"/>
                    </a:lnTo>
                    <a:cubicBezTo>
                      <a:pt x="417391" y="265076"/>
                      <a:pt x="398707" y="283760"/>
                      <a:pt x="375734" y="283760"/>
                    </a:cubicBezTo>
                    <a:close/>
                  </a:path>
                </a:pathLst>
              </a:custGeom>
              <a:grpFill/>
              <a:ln w="20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77" name="Forma Livre: Forma 76">
                <a:extLst>
                  <a:ext uri="{FF2B5EF4-FFF2-40B4-BE49-F238E27FC236}">
                    <a16:creationId xmlns:a16="http://schemas.microsoft.com/office/drawing/2014/main" id="{D1037073-0ABA-4534-D478-27BCC945398B}"/>
                  </a:ext>
                </a:extLst>
              </p:cNvPr>
              <p:cNvSpPr/>
              <p:nvPr/>
            </p:nvSpPr>
            <p:spPr>
              <a:xfrm>
                <a:off x="2656366" y="4084604"/>
                <a:ext cx="150128" cy="16497"/>
              </a:xfrm>
              <a:custGeom>
                <a:avLst/>
                <a:gdLst>
                  <a:gd name="connsiteX0" fmla="*/ 141880 w 150128"/>
                  <a:gd name="connsiteY0" fmla="*/ 16498 h 16497"/>
                  <a:gd name="connsiteX1" fmla="*/ 8249 w 150128"/>
                  <a:gd name="connsiteY1" fmla="*/ 16498 h 16497"/>
                  <a:gd name="connsiteX2" fmla="*/ 0 w 150128"/>
                  <a:gd name="connsiteY2" fmla="*/ 8249 h 16497"/>
                  <a:gd name="connsiteX3" fmla="*/ 8249 w 150128"/>
                  <a:gd name="connsiteY3" fmla="*/ 0 h 16497"/>
                  <a:gd name="connsiteX4" fmla="*/ 141880 w 150128"/>
                  <a:gd name="connsiteY4" fmla="*/ 0 h 16497"/>
                  <a:gd name="connsiteX5" fmla="*/ 150129 w 150128"/>
                  <a:gd name="connsiteY5" fmla="*/ 8249 h 16497"/>
                  <a:gd name="connsiteX6" fmla="*/ 141880 w 150128"/>
                  <a:gd name="connsiteY6" fmla="*/ 16498 h 164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50128" h="16497">
                    <a:moveTo>
                      <a:pt x="141880" y="16498"/>
                    </a:moveTo>
                    <a:lnTo>
                      <a:pt x="8249" y="16498"/>
                    </a:lnTo>
                    <a:cubicBezTo>
                      <a:pt x="3691" y="16498"/>
                      <a:pt x="0" y="12806"/>
                      <a:pt x="0" y="8249"/>
                    </a:cubicBezTo>
                    <a:cubicBezTo>
                      <a:pt x="0" y="3691"/>
                      <a:pt x="3691" y="0"/>
                      <a:pt x="8249" y="0"/>
                    </a:cubicBezTo>
                    <a:lnTo>
                      <a:pt x="141880" y="0"/>
                    </a:lnTo>
                    <a:cubicBezTo>
                      <a:pt x="146437" y="0"/>
                      <a:pt x="150129" y="3691"/>
                      <a:pt x="150129" y="8249"/>
                    </a:cubicBezTo>
                    <a:cubicBezTo>
                      <a:pt x="150129" y="12806"/>
                      <a:pt x="146437" y="16498"/>
                      <a:pt x="141880" y="16498"/>
                    </a:cubicBezTo>
                    <a:close/>
                  </a:path>
                </a:pathLst>
              </a:custGeom>
              <a:grpFill/>
              <a:ln w="20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78" name="Forma Livre: Forma 77">
                <a:extLst>
                  <a:ext uri="{FF2B5EF4-FFF2-40B4-BE49-F238E27FC236}">
                    <a16:creationId xmlns:a16="http://schemas.microsoft.com/office/drawing/2014/main" id="{0483B9FB-F3C3-D0C8-7CAD-946ADD6701C1}"/>
                  </a:ext>
                </a:extLst>
              </p:cNvPr>
              <p:cNvSpPr/>
              <p:nvPr/>
            </p:nvSpPr>
            <p:spPr>
              <a:xfrm>
                <a:off x="2389104" y="4084604"/>
                <a:ext cx="83313" cy="16497"/>
              </a:xfrm>
              <a:custGeom>
                <a:avLst/>
                <a:gdLst>
                  <a:gd name="connsiteX0" fmla="*/ 75064 w 83313"/>
                  <a:gd name="connsiteY0" fmla="*/ 16498 h 16497"/>
                  <a:gd name="connsiteX1" fmla="*/ 8249 w 83313"/>
                  <a:gd name="connsiteY1" fmla="*/ 16498 h 16497"/>
                  <a:gd name="connsiteX2" fmla="*/ 0 w 83313"/>
                  <a:gd name="connsiteY2" fmla="*/ 8249 h 16497"/>
                  <a:gd name="connsiteX3" fmla="*/ 8249 w 83313"/>
                  <a:gd name="connsiteY3" fmla="*/ 0 h 16497"/>
                  <a:gd name="connsiteX4" fmla="*/ 75064 w 83313"/>
                  <a:gd name="connsiteY4" fmla="*/ 0 h 16497"/>
                  <a:gd name="connsiteX5" fmla="*/ 83313 w 83313"/>
                  <a:gd name="connsiteY5" fmla="*/ 8249 h 16497"/>
                  <a:gd name="connsiteX6" fmla="*/ 75064 w 83313"/>
                  <a:gd name="connsiteY6" fmla="*/ 16498 h 164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3313" h="16497">
                    <a:moveTo>
                      <a:pt x="75064" y="16498"/>
                    </a:moveTo>
                    <a:lnTo>
                      <a:pt x="8249" y="16498"/>
                    </a:lnTo>
                    <a:cubicBezTo>
                      <a:pt x="3691" y="16498"/>
                      <a:pt x="0" y="12806"/>
                      <a:pt x="0" y="8249"/>
                    </a:cubicBezTo>
                    <a:cubicBezTo>
                      <a:pt x="0" y="3691"/>
                      <a:pt x="3691" y="0"/>
                      <a:pt x="8249" y="0"/>
                    </a:cubicBezTo>
                    <a:lnTo>
                      <a:pt x="75064" y="0"/>
                    </a:lnTo>
                    <a:cubicBezTo>
                      <a:pt x="79622" y="0"/>
                      <a:pt x="83313" y="3691"/>
                      <a:pt x="83313" y="8249"/>
                    </a:cubicBezTo>
                    <a:cubicBezTo>
                      <a:pt x="83313" y="12806"/>
                      <a:pt x="79622" y="16498"/>
                      <a:pt x="75064" y="16498"/>
                    </a:cubicBezTo>
                    <a:close/>
                  </a:path>
                </a:pathLst>
              </a:custGeom>
              <a:grpFill/>
              <a:ln w="20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79" name="Forma Livre: Forma 78">
                <a:extLst>
                  <a:ext uri="{FF2B5EF4-FFF2-40B4-BE49-F238E27FC236}">
                    <a16:creationId xmlns:a16="http://schemas.microsoft.com/office/drawing/2014/main" id="{90A112C6-7C2F-5BC5-C282-200659D9E06F}"/>
                  </a:ext>
                </a:extLst>
              </p:cNvPr>
              <p:cNvSpPr/>
              <p:nvPr/>
            </p:nvSpPr>
            <p:spPr>
              <a:xfrm>
                <a:off x="2389104" y="4151419"/>
                <a:ext cx="417390" cy="16497"/>
              </a:xfrm>
              <a:custGeom>
                <a:avLst/>
                <a:gdLst>
                  <a:gd name="connsiteX0" fmla="*/ 409142 w 417390"/>
                  <a:gd name="connsiteY0" fmla="*/ 16498 h 16497"/>
                  <a:gd name="connsiteX1" fmla="*/ 8249 w 417390"/>
                  <a:gd name="connsiteY1" fmla="*/ 16498 h 16497"/>
                  <a:gd name="connsiteX2" fmla="*/ 0 w 417390"/>
                  <a:gd name="connsiteY2" fmla="*/ 8249 h 16497"/>
                  <a:gd name="connsiteX3" fmla="*/ 8249 w 417390"/>
                  <a:gd name="connsiteY3" fmla="*/ 0 h 16497"/>
                  <a:gd name="connsiteX4" fmla="*/ 409142 w 417390"/>
                  <a:gd name="connsiteY4" fmla="*/ 0 h 16497"/>
                  <a:gd name="connsiteX5" fmla="*/ 417391 w 417390"/>
                  <a:gd name="connsiteY5" fmla="*/ 8249 h 16497"/>
                  <a:gd name="connsiteX6" fmla="*/ 409142 w 417390"/>
                  <a:gd name="connsiteY6" fmla="*/ 16498 h 164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17390" h="16497">
                    <a:moveTo>
                      <a:pt x="409142" y="16498"/>
                    </a:moveTo>
                    <a:lnTo>
                      <a:pt x="8249" y="16498"/>
                    </a:lnTo>
                    <a:cubicBezTo>
                      <a:pt x="3691" y="16498"/>
                      <a:pt x="0" y="12806"/>
                      <a:pt x="0" y="8249"/>
                    </a:cubicBezTo>
                    <a:cubicBezTo>
                      <a:pt x="0" y="3691"/>
                      <a:pt x="3691" y="0"/>
                      <a:pt x="8249" y="0"/>
                    </a:cubicBezTo>
                    <a:lnTo>
                      <a:pt x="409142" y="0"/>
                    </a:lnTo>
                    <a:cubicBezTo>
                      <a:pt x="413699" y="0"/>
                      <a:pt x="417391" y="3691"/>
                      <a:pt x="417391" y="8249"/>
                    </a:cubicBezTo>
                    <a:cubicBezTo>
                      <a:pt x="417391" y="12806"/>
                      <a:pt x="413699" y="16498"/>
                      <a:pt x="409142" y="16498"/>
                    </a:cubicBezTo>
                    <a:close/>
                  </a:path>
                </a:pathLst>
              </a:custGeom>
              <a:grpFill/>
              <a:ln w="20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0" name="Forma Livre: Forma 79">
                <a:extLst>
                  <a:ext uri="{FF2B5EF4-FFF2-40B4-BE49-F238E27FC236}">
                    <a16:creationId xmlns:a16="http://schemas.microsoft.com/office/drawing/2014/main" id="{A94FC4BA-F2C4-9B7E-FCE7-63D1400D86F7}"/>
                  </a:ext>
                </a:extLst>
              </p:cNvPr>
              <p:cNvSpPr/>
              <p:nvPr/>
            </p:nvSpPr>
            <p:spPr>
              <a:xfrm>
                <a:off x="2455920" y="4218235"/>
                <a:ext cx="83313" cy="16497"/>
              </a:xfrm>
              <a:custGeom>
                <a:avLst/>
                <a:gdLst>
                  <a:gd name="connsiteX0" fmla="*/ 75064 w 83313"/>
                  <a:gd name="connsiteY0" fmla="*/ 16498 h 16497"/>
                  <a:gd name="connsiteX1" fmla="*/ 8249 w 83313"/>
                  <a:gd name="connsiteY1" fmla="*/ 16498 h 16497"/>
                  <a:gd name="connsiteX2" fmla="*/ 0 w 83313"/>
                  <a:gd name="connsiteY2" fmla="*/ 8249 h 16497"/>
                  <a:gd name="connsiteX3" fmla="*/ 8249 w 83313"/>
                  <a:gd name="connsiteY3" fmla="*/ 0 h 16497"/>
                  <a:gd name="connsiteX4" fmla="*/ 75064 w 83313"/>
                  <a:gd name="connsiteY4" fmla="*/ 0 h 16497"/>
                  <a:gd name="connsiteX5" fmla="*/ 83313 w 83313"/>
                  <a:gd name="connsiteY5" fmla="*/ 8249 h 16497"/>
                  <a:gd name="connsiteX6" fmla="*/ 75064 w 83313"/>
                  <a:gd name="connsiteY6" fmla="*/ 16498 h 164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3313" h="16497">
                    <a:moveTo>
                      <a:pt x="75064" y="16498"/>
                    </a:moveTo>
                    <a:lnTo>
                      <a:pt x="8249" y="16498"/>
                    </a:lnTo>
                    <a:cubicBezTo>
                      <a:pt x="3691" y="16498"/>
                      <a:pt x="0" y="12806"/>
                      <a:pt x="0" y="8249"/>
                    </a:cubicBezTo>
                    <a:cubicBezTo>
                      <a:pt x="0" y="3691"/>
                      <a:pt x="3691" y="0"/>
                      <a:pt x="8249" y="0"/>
                    </a:cubicBezTo>
                    <a:lnTo>
                      <a:pt x="75064" y="0"/>
                    </a:lnTo>
                    <a:cubicBezTo>
                      <a:pt x="79622" y="0"/>
                      <a:pt x="83313" y="3691"/>
                      <a:pt x="83313" y="8249"/>
                    </a:cubicBezTo>
                    <a:cubicBezTo>
                      <a:pt x="83313" y="12806"/>
                      <a:pt x="79622" y="16498"/>
                      <a:pt x="75064" y="16498"/>
                    </a:cubicBezTo>
                    <a:close/>
                  </a:path>
                </a:pathLst>
              </a:custGeom>
              <a:grpFill/>
              <a:ln w="20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1" name="Forma Livre: Forma 80">
                <a:extLst>
                  <a:ext uri="{FF2B5EF4-FFF2-40B4-BE49-F238E27FC236}">
                    <a16:creationId xmlns:a16="http://schemas.microsoft.com/office/drawing/2014/main" id="{5D704EC7-9B64-D93B-9020-7DD0812E5788}"/>
                  </a:ext>
                </a:extLst>
              </p:cNvPr>
              <p:cNvSpPr/>
              <p:nvPr/>
            </p:nvSpPr>
            <p:spPr>
              <a:xfrm>
                <a:off x="2611822" y="4195963"/>
                <a:ext cx="105584" cy="61041"/>
              </a:xfrm>
              <a:custGeom>
                <a:avLst/>
                <a:gdLst>
                  <a:gd name="connsiteX0" fmla="*/ 97336 w 105584"/>
                  <a:gd name="connsiteY0" fmla="*/ 61041 h 61041"/>
                  <a:gd name="connsiteX1" fmla="*/ 8249 w 105584"/>
                  <a:gd name="connsiteY1" fmla="*/ 61041 h 61041"/>
                  <a:gd name="connsiteX2" fmla="*/ 0 w 105584"/>
                  <a:gd name="connsiteY2" fmla="*/ 52792 h 61041"/>
                  <a:gd name="connsiteX3" fmla="*/ 0 w 105584"/>
                  <a:gd name="connsiteY3" fmla="*/ 8249 h 61041"/>
                  <a:gd name="connsiteX4" fmla="*/ 8249 w 105584"/>
                  <a:gd name="connsiteY4" fmla="*/ 0 h 61041"/>
                  <a:gd name="connsiteX5" fmla="*/ 97336 w 105584"/>
                  <a:gd name="connsiteY5" fmla="*/ 0 h 61041"/>
                  <a:gd name="connsiteX6" fmla="*/ 105585 w 105584"/>
                  <a:gd name="connsiteY6" fmla="*/ 8249 h 61041"/>
                  <a:gd name="connsiteX7" fmla="*/ 105585 w 105584"/>
                  <a:gd name="connsiteY7" fmla="*/ 52792 h 61041"/>
                  <a:gd name="connsiteX8" fmla="*/ 97336 w 105584"/>
                  <a:gd name="connsiteY8" fmla="*/ 61041 h 61041"/>
                  <a:gd name="connsiteX9" fmla="*/ 16498 w 105584"/>
                  <a:gd name="connsiteY9" fmla="*/ 44544 h 61041"/>
                  <a:gd name="connsiteX10" fmla="*/ 89087 w 105584"/>
                  <a:gd name="connsiteY10" fmla="*/ 44544 h 61041"/>
                  <a:gd name="connsiteX11" fmla="*/ 89087 w 105584"/>
                  <a:gd name="connsiteY11" fmla="*/ 16498 h 61041"/>
                  <a:gd name="connsiteX12" fmla="*/ 16498 w 105584"/>
                  <a:gd name="connsiteY12" fmla="*/ 16498 h 61041"/>
                  <a:gd name="connsiteX13" fmla="*/ 16498 w 105584"/>
                  <a:gd name="connsiteY13" fmla="*/ 44544 h 610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05584" h="61041">
                    <a:moveTo>
                      <a:pt x="97336" y="61041"/>
                    </a:moveTo>
                    <a:lnTo>
                      <a:pt x="8249" y="61041"/>
                    </a:lnTo>
                    <a:cubicBezTo>
                      <a:pt x="3691" y="61041"/>
                      <a:pt x="0" y="57350"/>
                      <a:pt x="0" y="52792"/>
                    </a:cubicBezTo>
                    <a:lnTo>
                      <a:pt x="0" y="8249"/>
                    </a:lnTo>
                    <a:cubicBezTo>
                      <a:pt x="0" y="3691"/>
                      <a:pt x="3691" y="0"/>
                      <a:pt x="8249" y="0"/>
                    </a:cubicBezTo>
                    <a:lnTo>
                      <a:pt x="97336" y="0"/>
                    </a:lnTo>
                    <a:cubicBezTo>
                      <a:pt x="101894" y="0"/>
                      <a:pt x="105585" y="3691"/>
                      <a:pt x="105585" y="8249"/>
                    </a:cubicBezTo>
                    <a:lnTo>
                      <a:pt x="105585" y="52792"/>
                    </a:lnTo>
                    <a:cubicBezTo>
                      <a:pt x="105585" y="57350"/>
                      <a:pt x="101894" y="61041"/>
                      <a:pt x="97336" y="61041"/>
                    </a:cubicBezTo>
                    <a:close/>
                    <a:moveTo>
                      <a:pt x="16498" y="44544"/>
                    </a:moveTo>
                    <a:lnTo>
                      <a:pt x="89087" y="44544"/>
                    </a:lnTo>
                    <a:lnTo>
                      <a:pt x="89087" y="16498"/>
                    </a:lnTo>
                    <a:lnTo>
                      <a:pt x="16498" y="16498"/>
                    </a:lnTo>
                    <a:lnTo>
                      <a:pt x="16498" y="44544"/>
                    </a:lnTo>
                    <a:close/>
                  </a:path>
                </a:pathLst>
              </a:custGeom>
              <a:grpFill/>
              <a:ln w="20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grpSp>
        <p:nvGrpSpPr>
          <p:cNvPr id="82" name="Gráfico 10">
            <a:extLst>
              <a:ext uri="{FF2B5EF4-FFF2-40B4-BE49-F238E27FC236}">
                <a16:creationId xmlns:a16="http://schemas.microsoft.com/office/drawing/2014/main" id="{8A252B7C-42C9-D06C-E659-B03EA5C3CF42}"/>
              </a:ext>
            </a:extLst>
          </p:cNvPr>
          <p:cNvGrpSpPr/>
          <p:nvPr/>
        </p:nvGrpSpPr>
        <p:grpSpPr>
          <a:xfrm>
            <a:off x="2806600" y="3355660"/>
            <a:ext cx="573293" cy="381301"/>
            <a:chOff x="3223060" y="2837691"/>
            <a:chExt cx="573293" cy="381301"/>
          </a:xfrm>
          <a:solidFill>
            <a:schemeClr val="tx1"/>
          </a:solidFill>
        </p:grpSpPr>
        <p:sp>
          <p:nvSpPr>
            <p:cNvPr id="83" name="Forma Livre: Forma 82">
              <a:extLst>
                <a:ext uri="{FF2B5EF4-FFF2-40B4-BE49-F238E27FC236}">
                  <a16:creationId xmlns:a16="http://schemas.microsoft.com/office/drawing/2014/main" id="{A8F20E0F-547E-CAE3-D3B7-0D7C74D89741}"/>
                </a:ext>
              </a:extLst>
            </p:cNvPr>
            <p:cNvSpPr/>
            <p:nvPr/>
          </p:nvSpPr>
          <p:spPr>
            <a:xfrm>
              <a:off x="3223060" y="2837691"/>
              <a:ext cx="573293" cy="381301"/>
            </a:xfrm>
            <a:custGeom>
              <a:avLst/>
              <a:gdLst>
                <a:gd name="connsiteX0" fmla="*/ 526646 w 573293"/>
                <a:gd name="connsiteY0" fmla="*/ 381302 h 381301"/>
                <a:gd name="connsiteX1" fmla="*/ 46647 w 573293"/>
                <a:gd name="connsiteY1" fmla="*/ 381302 h 381301"/>
                <a:gd name="connsiteX2" fmla="*/ 0 w 573293"/>
                <a:gd name="connsiteY2" fmla="*/ 334655 h 381301"/>
                <a:gd name="connsiteX3" fmla="*/ 0 w 573293"/>
                <a:gd name="connsiteY3" fmla="*/ 46647 h 381301"/>
                <a:gd name="connsiteX4" fmla="*/ 46647 w 573293"/>
                <a:gd name="connsiteY4" fmla="*/ 0 h 381301"/>
                <a:gd name="connsiteX5" fmla="*/ 526646 w 573293"/>
                <a:gd name="connsiteY5" fmla="*/ 0 h 381301"/>
                <a:gd name="connsiteX6" fmla="*/ 573293 w 573293"/>
                <a:gd name="connsiteY6" fmla="*/ 46647 h 381301"/>
                <a:gd name="connsiteX7" fmla="*/ 573293 w 573293"/>
                <a:gd name="connsiteY7" fmla="*/ 334655 h 381301"/>
                <a:gd name="connsiteX8" fmla="*/ 526646 w 573293"/>
                <a:gd name="connsiteY8" fmla="*/ 381302 h 381301"/>
                <a:gd name="connsiteX9" fmla="*/ 46647 w 573293"/>
                <a:gd name="connsiteY9" fmla="*/ 16498 h 381301"/>
                <a:gd name="connsiteX10" fmla="*/ 16498 w 573293"/>
                <a:gd name="connsiteY10" fmla="*/ 46647 h 381301"/>
                <a:gd name="connsiteX11" fmla="*/ 16498 w 573293"/>
                <a:gd name="connsiteY11" fmla="*/ 334655 h 381301"/>
                <a:gd name="connsiteX12" fmla="*/ 46647 w 573293"/>
                <a:gd name="connsiteY12" fmla="*/ 364804 h 381301"/>
                <a:gd name="connsiteX13" fmla="*/ 526646 w 573293"/>
                <a:gd name="connsiteY13" fmla="*/ 364804 h 381301"/>
                <a:gd name="connsiteX14" fmla="*/ 556796 w 573293"/>
                <a:gd name="connsiteY14" fmla="*/ 334655 h 381301"/>
                <a:gd name="connsiteX15" fmla="*/ 556796 w 573293"/>
                <a:gd name="connsiteY15" fmla="*/ 46647 h 381301"/>
                <a:gd name="connsiteX16" fmla="*/ 526646 w 573293"/>
                <a:gd name="connsiteY16" fmla="*/ 16498 h 381301"/>
                <a:gd name="connsiteX17" fmla="*/ 46647 w 573293"/>
                <a:gd name="connsiteY17" fmla="*/ 16498 h 3813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73293" h="381301">
                  <a:moveTo>
                    <a:pt x="526646" y="381302"/>
                  </a:moveTo>
                  <a:lnTo>
                    <a:pt x="46647" y="381302"/>
                  </a:lnTo>
                  <a:cubicBezTo>
                    <a:pt x="20931" y="381302"/>
                    <a:pt x="0" y="360370"/>
                    <a:pt x="0" y="334655"/>
                  </a:cubicBezTo>
                  <a:lnTo>
                    <a:pt x="0" y="46647"/>
                  </a:lnTo>
                  <a:cubicBezTo>
                    <a:pt x="0" y="20931"/>
                    <a:pt x="20931" y="0"/>
                    <a:pt x="46647" y="0"/>
                  </a:cubicBezTo>
                  <a:lnTo>
                    <a:pt x="526646" y="0"/>
                  </a:lnTo>
                  <a:cubicBezTo>
                    <a:pt x="552362" y="0"/>
                    <a:pt x="573293" y="20931"/>
                    <a:pt x="573293" y="46647"/>
                  </a:cubicBezTo>
                  <a:lnTo>
                    <a:pt x="573293" y="334655"/>
                  </a:lnTo>
                  <a:cubicBezTo>
                    <a:pt x="573293" y="360370"/>
                    <a:pt x="552362" y="381302"/>
                    <a:pt x="526646" y="381302"/>
                  </a:cubicBezTo>
                  <a:close/>
                  <a:moveTo>
                    <a:pt x="46647" y="16498"/>
                  </a:moveTo>
                  <a:cubicBezTo>
                    <a:pt x="30026" y="16498"/>
                    <a:pt x="16498" y="30026"/>
                    <a:pt x="16498" y="46647"/>
                  </a:cubicBezTo>
                  <a:lnTo>
                    <a:pt x="16498" y="334655"/>
                  </a:lnTo>
                  <a:cubicBezTo>
                    <a:pt x="16498" y="351276"/>
                    <a:pt x="30026" y="364804"/>
                    <a:pt x="46647" y="364804"/>
                  </a:cubicBezTo>
                  <a:lnTo>
                    <a:pt x="526646" y="364804"/>
                  </a:lnTo>
                  <a:cubicBezTo>
                    <a:pt x="543267" y="364804"/>
                    <a:pt x="556796" y="351276"/>
                    <a:pt x="556796" y="334655"/>
                  </a:cubicBezTo>
                  <a:lnTo>
                    <a:pt x="556796" y="46647"/>
                  </a:lnTo>
                  <a:cubicBezTo>
                    <a:pt x="556796" y="30026"/>
                    <a:pt x="543267" y="16498"/>
                    <a:pt x="526646" y="16498"/>
                  </a:cubicBezTo>
                  <a:lnTo>
                    <a:pt x="46647" y="16498"/>
                  </a:ln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84" name="Forma Livre: Forma 83">
              <a:extLst>
                <a:ext uri="{FF2B5EF4-FFF2-40B4-BE49-F238E27FC236}">
                  <a16:creationId xmlns:a16="http://schemas.microsoft.com/office/drawing/2014/main" id="{CD520EBF-B888-6188-F840-F09E386243A3}"/>
                </a:ext>
              </a:extLst>
            </p:cNvPr>
            <p:cNvSpPr/>
            <p:nvPr/>
          </p:nvSpPr>
          <p:spPr>
            <a:xfrm>
              <a:off x="3223060" y="2914488"/>
              <a:ext cx="573293" cy="16497"/>
            </a:xfrm>
            <a:custGeom>
              <a:avLst/>
              <a:gdLst>
                <a:gd name="connsiteX0" fmla="*/ 565044 w 573293"/>
                <a:gd name="connsiteY0" fmla="*/ 16498 h 16497"/>
                <a:gd name="connsiteX1" fmla="*/ 8249 w 573293"/>
                <a:gd name="connsiteY1" fmla="*/ 16498 h 16497"/>
                <a:gd name="connsiteX2" fmla="*/ 0 w 573293"/>
                <a:gd name="connsiteY2" fmla="*/ 8249 h 16497"/>
                <a:gd name="connsiteX3" fmla="*/ 8249 w 573293"/>
                <a:gd name="connsiteY3" fmla="*/ 0 h 16497"/>
                <a:gd name="connsiteX4" fmla="*/ 565044 w 573293"/>
                <a:gd name="connsiteY4" fmla="*/ 0 h 16497"/>
                <a:gd name="connsiteX5" fmla="*/ 573293 w 573293"/>
                <a:gd name="connsiteY5" fmla="*/ 8249 h 16497"/>
                <a:gd name="connsiteX6" fmla="*/ 565044 w 573293"/>
                <a:gd name="connsiteY6" fmla="*/ 16498 h 16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3293" h="16497">
                  <a:moveTo>
                    <a:pt x="565044" y="16498"/>
                  </a:moveTo>
                  <a:lnTo>
                    <a:pt x="8249" y="16498"/>
                  </a:lnTo>
                  <a:cubicBezTo>
                    <a:pt x="3691" y="16498"/>
                    <a:pt x="0" y="12806"/>
                    <a:pt x="0" y="8249"/>
                  </a:cubicBezTo>
                  <a:cubicBezTo>
                    <a:pt x="0" y="3691"/>
                    <a:pt x="3691" y="0"/>
                    <a:pt x="8249" y="0"/>
                  </a:cubicBezTo>
                  <a:lnTo>
                    <a:pt x="565044" y="0"/>
                  </a:lnTo>
                  <a:cubicBezTo>
                    <a:pt x="569602" y="0"/>
                    <a:pt x="573293" y="3691"/>
                    <a:pt x="573293" y="8249"/>
                  </a:cubicBezTo>
                  <a:cubicBezTo>
                    <a:pt x="573293" y="12806"/>
                    <a:pt x="569602" y="16498"/>
                    <a:pt x="565044" y="16498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85" name="Forma Livre: Forma 84">
              <a:extLst>
                <a:ext uri="{FF2B5EF4-FFF2-40B4-BE49-F238E27FC236}">
                  <a16:creationId xmlns:a16="http://schemas.microsoft.com/office/drawing/2014/main" id="{8B2BA48A-DA8F-74A1-A108-7D7CC562B493}"/>
                </a:ext>
              </a:extLst>
            </p:cNvPr>
            <p:cNvSpPr/>
            <p:nvPr/>
          </p:nvSpPr>
          <p:spPr>
            <a:xfrm>
              <a:off x="3223060" y="2991284"/>
              <a:ext cx="573293" cy="16497"/>
            </a:xfrm>
            <a:custGeom>
              <a:avLst/>
              <a:gdLst>
                <a:gd name="connsiteX0" fmla="*/ 565044 w 573293"/>
                <a:gd name="connsiteY0" fmla="*/ 16498 h 16497"/>
                <a:gd name="connsiteX1" fmla="*/ 8249 w 573293"/>
                <a:gd name="connsiteY1" fmla="*/ 16498 h 16497"/>
                <a:gd name="connsiteX2" fmla="*/ 0 w 573293"/>
                <a:gd name="connsiteY2" fmla="*/ 8249 h 16497"/>
                <a:gd name="connsiteX3" fmla="*/ 8249 w 573293"/>
                <a:gd name="connsiteY3" fmla="*/ 0 h 16497"/>
                <a:gd name="connsiteX4" fmla="*/ 565044 w 573293"/>
                <a:gd name="connsiteY4" fmla="*/ 0 h 16497"/>
                <a:gd name="connsiteX5" fmla="*/ 573293 w 573293"/>
                <a:gd name="connsiteY5" fmla="*/ 8249 h 16497"/>
                <a:gd name="connsiteX6" fmla="*/ 565044 w 573293"/>
                <a:gd name="connsiteY6" fmla="*/ 16498 h 16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3293" h="16497">
                  <a:moveTo>
                    <a:pt x="565044" y="16498"/>
                  </a:moveTo>
                  <a:lnTo>
                    <a:pt x="8249" y="16498"/>
                  </a:lnTo>
                  <a:cubicBezTo>
                    <a:pt x="3691" y="16498"/>
                    <a:pt x="0" y="12806"/>
                    <a:pt x="0" y="8249"/>
                  </a:cubicBezTo>
                  <a:cubicBezTo>
                    <a:pt x="0" y="3691"/>
                    <a:pt x="3691" y="0"/>
                    <a:pt x="8249" y="0"/>
                  </a:cubicBezTo>
                  <a:lnTo>
                    <a:pt x="565044" y="0"/>
                  </a:lnTo>
                  <a:cubicBezTo>
                    <a:pt x="569602" y="0"/>
                    <a:pt x="573293" y="3691"/>
                    <a:pt x="573293" y="8249"/>
                  </a:cubicBezTo>
                  <a:cubicBezTo>
                    <a:pt x="573293" y="12806"/>
                    <a:pt x="569602" y="16498"/>
                    <a:pt x="565044" y="16498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86" name="Forma Livre: Forma 85">
              <a:extLst>
                <a:ext uri="{FF2B5EF4-FFF2-40B4-BE49-F238E27FC236}">
                  <a16:creationId xmlns:a16="http://schemas.microsoft.com/office/drawing/2014/main" id="{682AC269-A998-413B-61DE-679303C27AA4}"/>
                </a:ext>
              </a:extLst>
            </p:cNvPr>
            <p:cNvSpPr/>
            <p:nvPr/>
          </p:nvSpPr>
          <p:spPr>
            <a:xfrm>
              <a:off x="3299857" y="3087301"/>
              <a:ext cx="112493" cy="16497"/>
            </a:xfrm>
            <a:custGeom>
              <a:avLst/>
              <a:gdLst>
                <a:gd name="connsiteX0" fmla="*/ 104245 w 112493"/>
                <a:gd name="connsiteY0" fmla="*/ 16498 h 16497"/>
                <a:gd name="connsiteX1" fmla="*/ 8249 w 112493"/>
                <a:gd name="connsiteY1" fmla="*/ 16498 h 16497"/>
                <a:gd name="connsiteX2" fmla="*/ 0 w 112493"/>
                <a:gd name="connsiteY2" fmla="*/ 8249 h 16497"/>
                <a:gd name="connsiteX3" fmla="*/ 8249 w 112493"/>
                <a:gd name="connsiteY3" fmla="*/ 0 h 16497"/>
                <a:gd name="connsiteX4" fmla="*/ 104245 w 112493"/>
                <a:gd name="connsiteY4" fmla="*/ 0 h 16497"/>
                <a:gd name="connsiteX5" fmla="*/ 112493 w 112493"/>
                <a:gd name="connsiteY5" fmla="*/ 8249 h 16497"/>
                <a:gd name="connsiteX6" fmla="*/ 104245 w 112493"/>
                <a:gd name="connsiteY6" fmla="*/ 16498 h 16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2493" h="16497">
                  <a:moveTo>
                    <a:pt x="104245" y="16498"/>
                  </a:moveTo>
                  <a:lnTo>
                    <a:pt x="8249" y="16498"/>
                  </a:lnTo>
                  <a:cubicBezTo>
                    <a:pt x="3691" y="16498"/>
                    <a:pt x="0" y="12806"/>
                    <a:pt x="0" y="8249"/>
                  </a:cubicBezTo>
                  <a:cubicBezTo>
                    <a:pt x="0" y="3691"/>
                    <a:pt x="3691" y="0"/>
                    <a:pt x="8249" y="0"/>
                  </a:cubicBezTo>
                  <a:lnTo>
                    <a:pt x="104245" y="0"/>
                  </a:lnTo>
                  <a:cubicBezTo>
                    <a:pt x="108802" y="0"/>
                    <a:pt x="112493" y="3691"/>
                    <a:pt x="112493" y="8249"/>
                  </a:cubicBezTo>
                  <a:cubicBezTo>
                    <a:pt x="112493" y="12806"/>
                    <a:pt x="108802" y="16498"/>
                    <a:pt x="104245" y="16498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87" name="Forma Livre: Forma 86">
              <a:extLst>
                <a:ext uri="{FF2B5EF4-FFF2-40B4-BE49-F238E27FC236}">
                  <a16:creationId xmlns:a16="http://schemas.microsoft.com/office/drawing/2014/main" id="{8FDBA26E-D635-34DC-D962-80A6E422A2F8}"/>
                </a:ext>
              </a:extLst>
            </p:cNvPr>
            <p:cNvSpPr/>
            <p:nvPr/>
          </p:nvSpPr>
          <p:spPr>
            <a:xfrm>
              <a:off x="3491869" y="3087301"/>
              <a:ext cx="227688" cy="16497"/>
            </a:xfrm>
            <a:custGeom>
              <a:avLst/>
              <a:gdLst>
                <a:gd name="connsiteX0" fmla="*/ 219439 w 227688"/>
                <a:gd name="connsiteY0" fmla="*/ 16498 h 16497"/>
                <a:gd name="connsiteX1" fmla="*/ 8249 w 227688"/>
                <a:gd name="connsiteY1" fmla="*/ 16498 h 16497"/>
                <a:gd name="connsiteX2" fmla="*/ 0 w 227688"/>
                <a:gd name="connsiteY2" fmla="*/ 8249 h 16497"/>
                <a:gd name="connsiteX3" fmla="*/ 8249 w 227688"/>
                <a:gd name="connsiteY3" fmla="*/ 0 h 16497"/>
                <a:gd name="connsiteX4" fmla="*/ 219439 w 227688"/>
                <a:gd name="connsiteY4" fmla="*/ 0 h 16497"/>
                <a:gd name="connsiteX5" fmla="*/ 227688 w 227688"/>
                <a:gd name="connsiteY5" fmla="*/ 8249 h 16497"/>
                <a:gd name="connsiteX6" fmla="*/ 219439 w 227688"/>
                <a:gd name="connsiteY6" fmla="*/ 16498 h 16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7688" h="16497">
                  <a:moveTo>
                    <a:pt x="219439" y="16498"/>
                  </a:moveTo>
                  <a:lnTo>
                    <a:pt x="8249" y="16498"/>
                  </a:lnTo>
                  <a:cubicBezTo>
                    <a:pt x="3691" y="16498"/>
                    <a:pt x="0" y="12806"/>
                    <a:pt x="0" y="8249"/>
                  </a:cubicBezTo>
                  <a:cubicBezTo>
                    <a:pt x="0" y="3691"/>
                    <a:pt x="3691" y="0"/>
                    <a:pt x="8249" y="0"/>
                  </a:cubicBezTo>
                  <a:lnTo>
                    <a:pt x="219439" y="0"/>
                  </a:lnTo>
                  <a:cubicBezTo>
                    <a:pt x="223997" y="0"/>
                    <a:pt x="227688" y="3691"/>
                    <a:pt x="227688" y="8249"/>
                  </a:cubicBezTo>
                  <a:cubicBezTo>
                    <a:pt x="227688" y="12806"/>
                    <a:pt x="223997" y="16498"/>
                    <a:pt x="219439" y="16498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88" name="Gráfico 10">
            <a:extLst>
              <a:ext uri="{FF2B5EF4-FFF2-40B4-BE49-F238E27FC236}">
                <a16:creationId xmlns:a16="http://schemas.microsoft.com/office/drawing/2014/main" id="{2B833072-6099-CCB1-DE27-0228576E6CD7}"/>
              </a:ext>
            </a:extLst>
          </p:cNvPr>
          <p:cNvGrpSpPr/>
          <p:nvPr/>
        </p:nvGrpSpPr>
        <p:grpSpPr>
          <a:xfrm>
            <a:off x="5796792" y="5329163"/>
            <a:ext cx="532039" cy="482968"/>
            <a:chOff x="6213252" y="4849064"/>
            <a:chExt cx="532039" cy="482968"/>
          </a:xfrm>
          <a:solidFill>
            <a:schemeClr val="tx1"/>
          </a:solidFill>
        </p:grpSpPr>
        <p:sp>
          <p:nvSpPr>
            <p:cNvPr id="89" name="Forma Livre: Forma 88">
              <a:extLst>
                <a:ext uri="{FF2B5EF4-FFF2-40B4-BE49-F238E27FC236}">
                  <a16:creationId xmlns:a16="http://schemas.microsoft.com/office/drawing/2014/main" id="{1AC5DD80-8A5E-8B80-8787-20BE0AE443A6}"/>
                </a:ext>
              </a:extLst>
            </p:cNvPr>
            <p:cNvSpPr/>
            <p:nvPr/>
          </p:nvSpPr>
          <p:spPr>
            <a:xfrm>
              <a:off x="6213259" y="4849064"/>
              <a:ext cx="16497" cy="482947"/>
            </a:xfrm>
            <a:custGeom>
              <a:avLst/>
              <a:gdLst>
                <a:gd name="connsiteX0" fmla="*/ 8249 w 16497"/>
                <a:gd name="connsiteY0" fmla="*/ 482948 h 482947"/>
                <a:gd name="connsiteX1" fmla="*/ 0 w 16497"/>
                <a:gd name="connsiteY1" fmla="*/ 474699 h 482947"/>
                <a:gd name="connsiteX2" fmla="*/ 0 w 16497"/>
                <a:gd name="connsiteY2" fmla="*/ 8249 h 482947"/>
                <a:gd name="connsiteX3" fmla="*/ 8249 w 16497"/>
                <a:gd name="connsiteY3" fmla="*/ 0 h 482947"/>
                <a:gd name="connsiteX4" fmla="*/ 16498 w 16497"/>
                <a:gd name="connsiteY4" fmla="*/ 8249 h 482947"/>
                <a:gd name="connsiteX5" fmla="*/ 16498 w 16497"/>
                <a:gd name="connsiteY5" fmla="*/ 474699 h 482947"/>
                <a:gd name="connsiteX6" fmla="*/ 8249 w 16497"/>
                <a:gd name="connsiteY6" fmla="*/ 482948 h 48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497" h="482947">
                  <a:moveTo>
                    <a:pt x="8249" y="482948"/>
                  </a:moveTo>
                  <a:cubicBezTo>
                    <a:pt x="3691" y="482948"/>
                    <a:pt x="0" y="479257"/>
                    <a:pt x="0" y="474699"/>
                  </a:cubicBezTo>
                  <a:lnTo>
                    <a:pt x="0" y="8249"/>
                  </a:lnTo>
                  <a:cubicBezTo>
                    <a:pt x="0" y="3691"/>
                    <a:pt x="3691" y="0"/>
                    <a:pt x="8249" y="0"/>
                  </a:cubicBezTo>
                  <a:cubicBezTo>
                    <a:pt x="12806" y="0"/>
                    <a:pt x="16498" y="3691"/>
                    <a:pt x="16498" y="8249"/>
                  </a:cubicBezTo>
                  <a:lnTo>
                    <a:pt x="16498" y="474699"/>
                  </a:lnTo>
                  <a:cubicBezTo>
                    <a:pt x="16498" y="479257"/>
                    <a:pt x="12806" y="482948"/>
                    <a:pt x="8249" y="482948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grpSp>
          <p:nvGrpSpPr>
            <p:cNvPr id="90" name="Gráfico 10">
              <a:extLst>
                <a:ext uri="{FF2B5EF4-FFF2-40B4-BE49-F238E27FC236}">
                  <a16:creationId xmlns:a16="http://schemas.microsoft.com/office/drawing/2014/main" id="{C7B165F5-0146-F33E-4E1F-B3A1A3456032}"/>
                </a:ext>
              </a:extLst>
            </p:cNvPr>
            <p:cNvGrpSpPr/>
            <p:nvPr/>
          </p:nvGrpSpPr>
          <p:grpSpPr>
            <a:xfrm>
              <a:off x="6311492" y="4922725"/>
              <a:ext cx="433799" cy="409307"/>
              <a:chOff x="6311492" y="4922725"/>
              <a:chExt cx="433799" cy="409307"/>
            </a:xfrm>
            <a:grpFill/>
          </p:grpSpPr>
          <p:sp>
            <p:nvSpPr>
              <p:cNvPr id="93" name="Forma Livre: Forma 92">
                <a:extLst>
                  <a:ext uri="{FF2B5EF4-FFF2-40B4-BE49-F238E27FC236}">
                    <a16:creationId xmlns:a16="http://schemas.microsoft.com/office/drawing/2014/main" id="{AF704DB1-0577-C700-715D-4DE4F8E21721}"/>
                  </a:ext>
                </a:extLst>
              </p:cNvPr>
              <p:cNvSpPr/>
              <p:nvPr/>
            </p:nvSpPr>
            <p:spPr>
              <a:xfrm>
                <a:off x="6368291" y="4922725"/>
                <a:ext cx="377000" cy="311105"/>
              </a:xfrm>
              <a:custGeom>
                <a:avLst/>
                <a:gdLst>
                  <a:gd name="connsiteX0" fmla="*/ 368768 w 377000"/>
                  <a:gd name="connsiteY0" fmla="*/ 311105 h 311105"/>
                  <a:gd name="connsiteX1" fmla="*/ 361633 w 377000"/>
                  <a:gd name="connsiteY1" fmla="*/ 307002 h 311105"/>
                  <a:gd name="connsiteX2" fmla="*/ 216227 w 377000"/>
                  <a:gd name="connsiteY2" fmla="*/ 56774 h 311105"/>
                  <a:gd name="connsiteX3" fmla="*/ 73666 w 377000"/>
                  <a:gd name="connsiteY3" fmla="*/ 16787 h 311105"/>
                  <a:gd name="connsiteX4" fmla="*/ 10274 w 377000"/>
                  <a:gd name="connsiteY4" fmla="*/ 32749 h 311105"/>
                  <a:gd name="connsiteX5" fmla="*/ 252 w 377000"/>
                  <a:gd name="connsiteY5" fmla="*/ 26768 h 311105"/>
                  <a:gd name="connsiteX6" fmla="*/ 6232 w 377000"/>
                  <a:gd name="connsiteY6" fmla="*/ 16746 h 311105"/>
                  <a:gd name="connsiteX7" fmla="*/ 71749 w 377000"/>
                  <a:gd name="connsiteY7" fmla="*/ 248 h 311105"/>
                  <a:gd name="connsiteX8" fmla="*/ 75997 w 377000"/>
                  <a:gd name="connsiteY8" fmla="*/ 310 h 311105"/>
                  <a:gd name="connsiteX9" fmla="*/ 223898 w 377000"/>
                  <a:gd name="connsiteY9" fmla="*/ 41781 h 311105"/>
                  <a:gd name="connsiteX10" fmla="*/ 228806 w 377000"/>
                  <a:gd name="connsiteY10" fmla="*/ 45576 h 311105"/>
                  <a:gd name="connsiteX11" fmla="*/ 375883 w 377000"/>
                  <a:gd name="connsiteY11" fmla="*/ 298691 h 311105"/>
                  <a:gd name="connsiteX12" fmla="*/ 372893 w 377000"/>
                  <a:gd name="connsiteY12" fmla="*/ 309971 h 311105"/>
                  <a:gd name="connsiteX13" fmla="*/ 368748 w 377000"/>
                  <a:gd name="connsiteY13" fmla="*/ 311085 h 3111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77000" h="311105">
                    <a:moveTo>
                      <a:pt x="368768" y="311105"/>
                    </a:moveTo>
                    <a:cubicBezTo>
                      <a:pt x="365923" y="311105"/>
                      <a:pt x="363159" y="309641"/>
                      <a:pt x="361633" y="307002"/>
                    </a:cubicBezTo>
                    <a:lnTo>
                      <a:pt x="216227" y="56774"/>
                    </a:lnTo>
                    <a:lnTo>
                      <a:pt x="73666" y="16787"/>
                    </a:lnTo>
                    <a:lnTo>
                      <a:pt x="10274" y="32749"/>
                    </a:lnTo>
                    <a:cubicBezTo>
                      <a:pt x="5841" y="33862"/>
                      <a:pt x="1366" y="31181"/>
                      <a:pt x="252" y="26768"/>
                    </a:cubicBezTo>
                    <a:cubicBezTo>
                      <a:pt x="-862" y="22355"/>
                      <a:pt x="1819" y="17860"/>
                      <a:pt x="6232" y="16746"/>
                    </a:cubicBezTo>
                    <a:lnTo>
                      <a:pt x="71749" y="248"/>
                    </a:lnTo>
                    <a:cubicBezTo>
                      <a:pt x="73151" y="-102"/>
                      <a:pt x="74595" y="-82"/>
                      <a:pt x="75997" y="310"/>
                    </a:cubicBezTo>
                    <a:lnTo>
                      <a:pt x="223898" y="41781"/>
                    </a:lnTo>
                    <a:cubicBezTo>
                      <a:pt x="225960" y="42359"/>
                      <a:pt x="227734" y="43720"/>
                      <a:pt x="228806" y="45576"/>
                    </a:cubicBezTo>
                    <a:lnTo>
                      <a:pt x="375883" y="298691"/>
                    </a:lnTo>
                    <a:cubicBezTo>
                      <a:pt x="378172" y="302630"/>
                      <a:pt x="376831" y="307682"/>
                      <a:pt x="372893" y="309971"/>
                    </a:cubicBezTo>
                    <a:cubicBezTo>
                      <a:pt x="371594" y="310734"/>
                      <a:pt x="370170" y="311085"/>
                      <a:pt x="368748" y="311085"/>
                    </a:cubicBezTo>
                    <a:close/>
                  </a:path>
                </a:pathLst>
              </a:custGeom>
              <a:grpFill/>
              <a:ln w="20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94" name="Forma Livre: Forma 93">
                <a:extLst>
                  <a:ext uri="{FF2B5EF4-FFF2-40B4-BE49-F238E27FC236}">
                    <a16:creationId xmlns:a16="http://schemas.microsoft.com/office/drawing/2014/main" id="{0BFF9A17-A50E-9E23-11AB-29F018DC22E6}"/>
                  </a:ext>
                </a:extLst>
              </p:cNvPr>
              <p:cNvSpPr/>
              <p:nvPr/>
            </p:nvSpPr>
            <p:spPr>
              <a:xfrm>
                <a:off x="6311492" y="5008658"/>
                <a:ext cx="360111" cy="323374"/>
              </a:xfrm>
              <a:custGeom>
                <a:avLst/>
                <a:gdLst>
                  <a:gd name="connsiteX0" fmla="*/ 351926 w 360111"/>
                  <a:gd name="connsiteY0" fmla="*/ 323374 h 323374"/>
                  <a:gd name="connsiteX1" fmla="*/ 344770 w 360111"/>
                  <a:gd name="connsiteY1" fmla="*/ 319250 h 323374"/>
                  <a:gd name="connsiteX2" fmla="*/ 315054 w 360111"/>
                  <a:gd name="connsiteY2" fmla="*/ 267942 h 323374"/>
                  <a:gd name="connsiteX3" fmla="*/ 297319 w 360111"/>
                  <a:gd name="connsiteY3" fmla="*/ 254579 h 323374"/>
                  <a:gd name="connsiteX4" fmla="*/ 212418 w 360111"/>
                  <a:gd name="connsiteY4" fmla="*/ 233256 h 323374"/>
                  <a:gd name="connsiteX5" fmla="*/ 211593 w 360111"/>
                  <a:gd name="connsiteY5" fmla="*/ 233009 h 323374"/>
                  <a:gd name="connsiteX6" fmla="*/ 165812 w 360111"/>
                  <a:gd name="connsiteY6" fmla="*/ 194590 h 323374"/>
                  <a:gd name="connsiteX7" fmla="*/ 95408 w 360111"/>
                  <a:gd name="connsiteY7" fmla="*/ 132476 h 323374"/>
                  <a:gd name="connsiteX8" fmla="*/ 81571 w 360111"/>
                  <a:gd name="connsiteY8" fmla="*/ 127114 h 323374"/>
                  <a:gd name="connsiteX9" fmla="*/ 81035 w 360111"/>
                  <a:gd name="connsiteY9" fmla="*/ 126887 h 323374"/>
                  <a:gd name="connsiteX10" fmla="*/ 76580 w 360111"/>
                  <a:gd name="connsiteY10" fmla="*/ 124784 h 323374"/>
                  <a:gd name="connsiteX11" fmla="*/ 19705 w 360111"/>
                  <a:gd name="connsiteY11" fmla="*/ 81168 h 323374"/>
                  <a:gd name="connsiteX12" fmla="*/ 8321 w 360111"/>
                  <a:gd name="connsiteY12" fmla="*/ 70569 h 323374"/>
                  <a:gd name="connsiteX13" fmla="*/ 8136 w 360111"/>
                  <a:gd name="connsiteY13" fmla="*/ 70383 h 323374"/>
                  <a:gd name="connsiteX14" fmla="*/ 3908 w 360111"/>
                  <a:gd name="connsiteY14" fmla="*/ 38481 h 323374"/>
                  <a:gd name="connsiteX15" fmla="*/ 37481 w 360111"/>
                  <a:gd name="connsiteY15" fmla="*/ 16044 h 323374"/>
                  <a:gd name="connsiteX16" fmla="*/ 76766 w 360111"/>
                  <a:gd name="connsiteY16" fmla="*/ 26004 h 323374"/>
                  <a:gd name="connsiteX17" fmla="*/ 93161 w 360111"/>
                  <a:gd name="connsiteY17" fmla="*/ 38625 h 323374"/>
                  <a:gd name="connsiteX18" fmla="*/ 107946 w 360111"/>
                  <a:gd name="connsiteY18" fmla="*/ 49555 h 323374"/>
                  <a:gd name="connsiteX19" fmla="*/ 108215 w 360111"/>
                  <a:gd name="connsiteY19" fmla="*/ 49720 h 323374"/>
                  <a:gd name="connsiteX20" fmla="*/ 121928 w 360111"/>
                  <a:gd name="connsiteY20" fmla="*/ 56546 h 323374"/>
                  <a:gd name="connsiteX21" fmla="*/ 132714 w 360111"/>
                  <a:gd name="connsiteY21" fmla="*/ 61371 h 323374"/>
                  <a:gd name="connsiteX22" fmla="*/ 187403 w 360111"/>
                  <a:gd name="connsiteY22" fmla="*/ 61371 h 323374"/>
                  <a:gd name="connsiteX23" fmla="*/ 151542 w 360111"/>
                  <a:gd name="connsiteY23" fmla="*/ 16559 h 323374"/>
                  <a:gd name="connsiteX24" fmla="*/ 104028 w 360111"/>
                  <a:gd name="connsiteY24" fmla="*/ 17219 h 323374"/>
                  <a:gd name="connsiteX25" fmla="*/ 95656 w 360111"/>
                  <a:gd name="connsiteY25" fmla="*/ 9094 h 323374"/>
                  <a:gd name="connsiteX26" fmla="*/ 103781 w 360111"/>
                  <a:gd name="connsiteY26" fmla="*/ 722 h 323374"/>
                  <a:gd name="connsiteX27" fmla="*/ 155336 w 360111"/>
                  <a:gd name="connsiteY27" fmla="*/ 0 h 323374"/>
                  <a:gd name="connsiteX28" fmla="*/ 161894 w 360111"/>
                  <a:gd name="connsiteY28" fmla="*/ 3093 h 323374"/>
                  <a:gd name="connsiteX29" fmla="*/ 210995 w 360111"/>
                  <a:gd name="connsiteY29" fmla="*/ 64465 h 323374"/>
                  <a:gd name="connsiteX30" fmla="*/ 211985 w 360111"/>
                  <a:gd name="connsiteY30" fmla="*/ 73188 h 323374"/>
                  <a:gd name="connsiteX31" fmla="*/ 204540 w 360111"/>
                  <a:gd name="connsiteY31" fmla="*/ 77869 h 323374"/>
                  <a:gd name="connsiteX32" fmla="*/ 130899 w 360111"/>
                  <a:gd name="connsiteY32" fmla="*/ 77869 h 323374"/>
                  <a:gd name="connsiteX33" fmla="*/ 127475 w 360111"/>
                  <a:gd name="connsiteY33" fmla="*/ 77126 h 323374"/>
                  <a:gd name="connsiteX34" fmla="*/ 115247 w 360111"/>
                  <a:gd name="connsiteY34" fmla="*/ 71641 h 323374"/>
                  <a:gd name="connsiteX35" fmla="*/ 99223 w 360111"/>
                  <a:gd name="connsiteY35" fmla="*/ 63557 h 323374"/>
                  <a:gd name="connsiteX36" fmla="*/ 83035 w 360111"/>
                  <a:gd name="connsiteY36" fmla="*/ 51658 h 323374"/>
                  <a:gd name="connsiteX37" fmla="*/ 66744 w 360111"/>
                  <a:gd name="connsiteY37" fmla="*/ 39120 h 323374"/>
                  <a:gd name="connsiteX38" fmla="*/ 40244 w 360111"/>
                  <a:gd name="connsiteY38" fmla="*/ 32315 h 323374"/>
                  <a:gd name="connsiteX39" fmla="*/ 17931 w 360111"/>
                  <a:gd name="connsiteY39" fmla="*/ 47163 h 323374"/>
                  <a:gd name="connsiteX40" fmla="*/ 17807 w 360111"/>
                  <a:gd name="connsiteY40" fmla="*/ 47348 h 323374"/>
                  <a:gd name="connsiteX41" fmla="*/ 19457 w 360111"/>
                  <a:gd name="connsiteY41" fmla="*/ 58422 h 323374"/>
                  <a:gd name="connsiteX42" fmla="*/ 31005 w 360111"/>
                  <a:gd name="connsiteY42" fmla="*/ 69187 h 323374"/>
                  <a:gd name="connsiteX43" fmla="*/ 82891 w 360111"/>
                  <a:gd name="connsiteY43" fmla="*/ 109565 h 323374"/>
                  <a:gd name="connsiteX44" fmla="*/ 83365 w 360111"/>
                  <a:gd name="connsiteY44" fmla="*/ 109771 h 323374"/>
                  <a:gd name="connsiteX45" fmla="*/ 87778 w 360111"/>
                  <a:gd name="connsiteY45" fmla="*/ 111854 h 323374"/>
                  <a:gd name="connsiteX46" fmla="*/ 101471 w 360111"/>
                  <a:gd name="connsiteY46" fmla="*/ 117174 h 323374"/>
                  <a:gd name="connsiteX47" fmla="*/ 180041 w 360111"/>
                  <a:gd name="connsiteY47" fmla="*/ 186300 h 323374"/>
                  <a:gd name="connsiteX48" fmla="*/ 216831 w 360111"/>
                  <a:gd name="connsiteY48" fmla="*/ 217377 h 323374"/>
                  <a:gd name="connsiteX49" fmla="*/ 301340 w 360111"/>
                  <a:gd name="connsiteY49" fmla="*/ 238597 h 323374"/>
                  <a:gd name="connsiteX50" fmla="*/ 329324 w 360111"/>
                  <a:gd name="connsiteY50" fmla="*/ 259714 h 323374"/>
                  <a:gd name="connsiteX51" fmla="*/ 358999 w 360111"/>
                  <a:gd name="connsiteY51" fmla="*/ 310981 h 323374"/>
                  <a:gd name="connsiteX52" fmla="*/ 355989 w 360111"/>
                  <a:gd name="connsiteY52" fmla="*/ 322261 h 323374"/>
                  <a:gd name="connsiteX53" fmla="*/ 351864 w 360111"/>
                  <a:gd name="connsiteY53" fmla="*/ 323374 h 3233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</a:cxnLst>
                <a:rect l="l" t="t" r="r" b="b"/>
                <a:pathLst>
                  <a:path w="360111" h="323374">
                    <a:moveTo>
                      <a:pt x="351926" y="323374"/>
                    </a:moveTo>
                    <a:cubicBezTo>
                      <a:pt x="349080" y="323374"/>
                      <a:pt x="346317" y="321890"/>
                      <a:pt x="344770" y="319250"/>
                    </a:cubicBezTo>
                    <a:lnTo>
                      <a:pt x="315054" y="267942"/>
                    </a:lnTo>
                    <a:cubicBezTo>
                      <a:pt x="311301" y="261385"/>
                      <a:pt x="304846" y="256538"/>
                      <a:pt x="297319" y="254579"/>
                    </a:cubicBezTo>
                    <a:lnTo>
                      <a:pt x="212418" y="233256"/>
                    </a:lnTo>
                    <a:cubicBezTo>
                      <a:pt x="212150" y="233194"/>
                      <a:pt x="211861" y="233091"/>
                      <a:pt x="211593" y="233009"/>
                    </a:cubicBezTo>
                    <a:cubicBezTo>
                      <a:pt x="192600" y="226059"/>
                      <a:pt x="176329" y="212407"/>
                      <a:pt x="165812" y="194590"/>
                    </a:cubicBezTo>
                    <a:cubicBezTo>
                      <a:pt x="149644" y="166461"/>
                      <a:pt x="124650" y="144437"/>
                      <a:pt x="95408" y="132476"/>
                    </a:cubicBezTo>
                    <a:lnTo>
                      <a:pt x="81571" y="127114"/>
                    </a:lnTo>
                    <a:cubicBezTo>
                      <a:pt x="81385" y="127052"/>
                      <a:pt x="81200" y="126970"/>
                      <a:pt x="81035" y="126887"/>
                    </a:cubicBezTo>
                    <a:lnTo>
                      <a:pt x="76580" y="124784"/>
                    </a:lnTo>
                    <a:cubicBezTo>
                      <a:pt x="57897" y="117257"/>
                      <a:pt x="36738" y="97253"/>
                      <a:pt x="19705" y="81168"/>
                    </a:cubicBezTo>
                    <a:cubicBezTo>
                      <a:pt x="15621" y="77291"/>
                      <a:pt x="11745" y="73641"/>
                      <a:pt x="8321" y="70569"/>
                    </a:cubicBezTo>
                    <a:cubicBezTo>
                      <a:pt x="8259" y="70507"/>
                      <a:pt x="8198" y="70445"/>
                      <a:pt x="8136" y="70383"/>
                    </a:cubicBezTo>
                    <a:cubicBezTo>
                      <a:pt x="-856" y="61742"/>
                      <a:pt x="-2588" y="48627"/>
                      <a:pt x="3908" y="38481"/>
                    </a:cubicBezTo>
                    <a:cubicBezTo>
                      <a:pt x="11167" y="26623"/>
                      <a:pt x="23396" y="18457"/>
                      <a:pt x="37481" y="16044"/>
                    </a:cubicBezTo>
                    <a:cubicBezTo>
                      <a:pt x="51153" y="13713"/>
                      <a:pt x="65485" y="17343"/>
                      <a:pt x="76766" y="26004"/>
                    </a:cubicBezTo>
                    <a:cubicBezTo>
                      <a:pt x="83633" y="31242"/>
                      <a:pt x="88933" y="35346"/>
                      <a:pt x="93161" y="38625"/>
                    </a:cubicBezTo>
                    <a:cubicBezTo>
                      <a:pt x="100584" y="44399"/>
                      <a:pt x="104688" y="47575"/>
                      <a:pt x="107946" y="49555"/>
                    </a:cubicBezTo>
                    <a:cubicBezTo>
                      <a:pt x="108029" y="49617"/>
                      <a:pt x="108132" y="49658"/>
                      <a:pt x="108215" y="49720"/>
                    </a:cubicBezTo>
                    <a:cubicBezTo>
                      <a:pt x="111720" y="52050"/>
                      <a:pt x="114917" y="53452"/>
                      <a:pt x="121928" y="56546"/>
                    </a:cubicBezTo>
                    <a:cubicBezTo>
                      <a:pt x="124836" y="57824"/>
                      <a:pt x="128342" y="59371"/>
                      <a:pt x="132714" y="61371"/>
                    </a:cubicBezTo>
                    <a:lnTo>
                      <a:pt x="187403" y="61371"/>
                    </a:lnTo>
                    <a:lnTo>
                      <a:pt x="151542" y="16559"/>
                    </a:lnTo>
                    <a:lnTo>
                      <a:pt x="104028" y="17219"/>
                    </a:lnTo>
                    <a:cubicBezTo>
                      <a:pt x="99471" y="17261"/>
                      <a:pt x="95738" y="13631"/>
                      <a:pt x="95656" y="9094"/>
                    </a:cubicBezTo>
                    <a:cubicBezTo>
                      <a:pt x="95594" y="4537"/>
                      <a:pt x="99244" y="804"/>
                      <a:pt x="103781" y="722"/>
                    </a:cubicBezTo>
                    <a:lnTo>
                      <a:pt x="155336" y="0"/>
                    </a:lnTo>
                    <a:cubicBezTo>
                      <a:pt x="157955" y="0"/>
                      <a:pt x="160306" y="1113"/>
                      <a:pt x="161894" y="3093"/>
                    </a:cubicBezTo>
                    <a:lnTo>
                      <a:pt x="210995" y="64465"/>
                    </a:lnTo>
                    <a:cubicBezTo>
                      <a:pt x="212974" y="66939"/>
                      <a:pt x="213367" y="70342"/>
                      <a:pt x="211985" y="73188"/>
                    </a:cubicBezTo>
                    <a:cubicBezTo>
                      <a:pt x="210603" y="76034"/>
                      <a:pt x="207716" y="77869"/>
                      <a:pt x="204540" y="77869"/>
                    </a:cubicBezTo>
                    <a:lnTo>
                      <a:pt x="130899" y="77869"/>
                    </a:lnTo>
                    <a:cubicBezTo>
                      <a:pt x="129723" y="77869"/>
                      <a:pt x="128548" y="77621"/>
                      <a:pt x="127475" y="77126"/>
                    </a:cubicBezTo>
                    <a:cubicBezTo>
                      <a:pt x="122403" y="74817"/>
                      <a:pt x="118443" y="73064"/>
                      <a:pt x="115247" y="71641"/>
                    </a:cubicBezTo>
                    <a:cubicBezTo>
                      <a:pt x="107679" y="68300"/>
                      <a:pt x="103843" y="66609"/>
                      <a:pt x="99223" y="63557"/>
                    </a:cubicBezTo>
                    <a:cubicBezTo>
                      <a:pt x="95202" y="61103"/>
                      <a:pt x="91098" y="57927"/>
                      <a:pt x="83035" y="51658"/>
                    </a:cubicBezTo>
                    <a:cubicBezTo>
                      <a:pt x="78849" y="48400"/>
                      <a:pt x="73590" y="44337"/>
                      <a:pt x="66744" y="39120"/>
                    </a:cubicBezTo>
                    <a:cubicBezTo>
                      <a:pt x="59052" y="33222"/>
                      <a:pt x="49401" y="30747"/>
                      <a:pt x="40244" y="32315"/>
                    </a:cubicBezTo>
                    <a:cubicBezTo>
                      <a:pt x="30820" y="33923"/>
                      <a:pt x="22695" y="39326"/>
                      <a:pt x="17931" y="47163"/>
                    </a:cubicBezTo>
                    <a:cubicBezTo>
                      <a:pt x="17890" y="47224"/>
                      <a:pt x="17849" y="47286"/>
                      <a:pt x="17807" y="47348"/>
                    </a:cubicBezTo>
                    <a:cubicBezTo>
                      <a:pt x="15560" y="50813"/>
                      <a:pt x="16240" y="55246"/>
                      <a:pt x="19457" y="58422"/>
                    </a:cubicBezTo>
                    <a:cubicBezTo>
                      <a:pt x="23004" y="61619"/>
                      <a:pt x="26881" y="65289"/>
                      <a:pt x="31005" y="69187"/>
                    </a:cubicBezTo>
                    <a:cubicBezTo>
                      <a:pt x="47091" y="84385"/>
                      <a:pt x="67094" y="103296"/>
                      <a:pt x="82891" y="109565"/>
                    </a:cubicBezTo>
                    <a:cubicBezTo>
                      <a:pt x="83055" y="109627"/>
                      <a:pt x="83200" y="109689"/>
                      <a:pt x="83365" y="109771"/>
                    </a:cubicBezTo>
                    <a:lnTo>
                      <a:pt x="87778" y="111854"/>
                    </a:lnTo>
                    <a:lnTo>
                      <a:pt x="101471" y="117174"/>
                    </a:lnTo>
                    <a:cubicBezTo>
                      <a:pt x="134240" y="130579"/>
                      <a:pt x="162079" y="155098"/>
                      <a:pt x="180041" y="186300"/>
                    </a:cubicBezTo>
                    <a:cubicBezTo>
                      <a:pt x="188641" y="200859"/>
                      <a:pt x="201364" y="211624"/>
                      <a:pt x="216831" y="217377"/>
                    </a:cubicBezTo>
                    <a:lnTo>
                      <a:pt x="301340" y="238597"/>
                    </a:lnTo>
                    <a:cubicBezTo>
                      <a:pt x="313218" y="241670"/>
                      <a:pt x="323406" y="249362"/>
                      <a:pt x="329324" y="259714"/>
                    </a:cubicBezTo>
                    <a:lnTo>
                      <a:pt x="358999" y="310981"/>
                    </a:lnTo>
                    <a:cubicBezTo>
                      <a:pt x="361289" y="314919"/>
                      <a:pt x="359927" y="319972"/>
                      <a:pt x="355989" y="322261"/>
                    </a:cubicBezTo>
                    <a:cubicBezTo>
                      <a:pt x="354689" y="323024"/>
                      <a:pt x="353266" y="323374"/>
                      <a:pt x="351864" y="323374"/>
                    </a:cubicBezTo>
                    <a:close/>
                  </a:path>
                </a:pathLst>
              </a:custGeom>
              <a:grpFill/>
              <a:ln w="20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sp>
          <p:nvSpPr>
            <p:cNvPr id="91" name="Forma Livre: Forma 90">
              <a:extLst>
                <a:ext uri="{FF2B5EF4-FFF2-40B4-BE49-F238E27FC236}">
                  <a16:creationId xmlns:a16="http://schemas.microsoft.com/office/drawing/2014/main" id="{D83AD899-7AC3-F3EC-8433-448BAEF99D39}"/>
                </a:ext>
              </a:extLst>
            </p:cNvPr>
            <p:cNvSpPr/>
            <p:nvPr/>
          </p:nvSpPr>
          <p:spPr>
            <a:xfrm>
              <a:off x="6213261" y="5102428"/>
              <a:ext cx="173635" cy="57842"/>
            </a:xfrm>
            <a:custGeom>
              <a:avLst/>
              <a:gdLst>
                <a:gd name="connsiteX0" fmla="*/ 94158 w 173635"/>
                <a:gd name="connsiteY0" fmla="*/ 57843 h 57842"/>
                <a:gd name="connsiteX1" fmla="*/ 1833 w 173635"/>
                <a:gd name="connsiteY1" fmla="*/ 13423 h 57842"/>
                <a:gd name="connsiteX2" fmla="*/ 3071 w 173635"/>
                <a:gd name="connsiteY2" fmla="*/ 1833 h 57842"/>
                <a:gd name="connsiteX3" fmla="*/ 14660 w 173635"/>
                <a:gd name="connsiteY3" fmla="*/ 3071 h 57842"/>
                <a:gd name="connsiteX4" fmla="*/ 145301 w 173635"/>
                <a:gd name="connsiteY4" fmla="*/ 27611 h 57842"/>
                <a:gd name="connsiteX5" fmla="*/ 160046 w 173635"/>
                <a:gd name="connsiteY5" fmla="*/ 17176 h 57842"/>
                <a:gd name="connsiteX6" fmla="*/ 171677 w 173635"/>
                <a:gd name="connsiteY6" fmla="*/ 18125 h 57842"/>
                <a:gd name="connsiteX7" fmla="*/ 170728 w 173635"/>
                <a:gd name="connsiteY7" fmla="*/ 29755 h 57842"/>
                <a:gd name="connsiteX8" fmla="*/ 153570 w 173635"/>
                <a:gd name="connsiteY8" fmla="*/ 41881 h 57842"/>
                <a:gd name="connsiteX9" fmla="*/ 94179 w 173635"/>
                <a:gd name="connsiteY9" fmla="*/ 57843 h 57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3635" h="57842">
                  <a:moveTo>
                    <a:pt x="94158" y="57843"/>
                  </a:moveTo>
                  <a:cubicBezTo>
                    <a:pt x="59307" y="57843"/>
                    <a:pt x="25177" y="42397"/>
                    <a:pt x="1833" y="13423"/>
                  </a:cubicBezTo>
                  <a:cubicBezTo>
                    <a:pt x="-1033" y="9876"/>
                    <a:pt x="-476" y="4679"/>
                    <a:pt x="3071" y="1833"/>
                  </a:cubicBezTo>
                  <a:cubicBezTo>
                    <a:pt x="6618" y="-1033"/>
                    <a:pt x="11814" y="-476"/>
                    <a:pt x="14660" y="3071"/>
                  </a:cubicBezTo>
                  <a:cubicBezTo>
                    <a:pt x="46439" y="42500"/>
                    <a:pt x="101376" y="52832"/>
                    <a:pt x="145301" y="27611"/>
                  </a:cubicBezTo>
                  <a:cubicBezTo>
                    <a:pt x="150518" y="24579"/>
                    <a:pt x="155365" y="21156"/>
                    <a:pt x="160046" y="17176"/>
                  </a:cubicBezTo>
                  <a:cubicBezTo>
                    <a:pt x="163531" y="14227"/>
                    <a:pt x="168728" y="14660"/>
                    <a:pt x="171677" y="18125"/>
                  </a:cubicBezTo>
                  <a:cubicBezTo>
                    <a:pt x="174625" y="21589"/>
                    <a:pt x="174192" y="26807"/>
                    <a:pt x="170728" y="29755"/>
                  </a:cubicBezTo>
                  <a:cubicBezTo>
                    <a:pt x="165284" y="34375"/>
                    <a:pt x="159674" y="38334"/>
                    <a:pt x="153570" y="41881"/>
                  </a:cubicBezTo>
                  <a:cubicBezTo>
                    <a:pt x="134845" y="52646"/>
                    <a:pt x="114388" y="57843"/>
                    <a:pt x="94179" y="57843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92" name="Forma Livre: Forma 91">
              <a:extLst>
                <a:ext uri="{FF2B5EF4-FFF2-40B4-BE49-F238E27FC236}">
                  <a16:creationId xmlns:a16="http://schemas.microsoft.com/office/drawing/2014/main" id="{3C1CE375-59C3-A712-E0E7-FDC86E52AA12}"/>
                </a:ext>
              </a:extLst>
            </p:cNvPr>
            <p:cNvSpPr/>
            <p:nvPr/>
          </p:nvSpPr>
          <p:spPr>
            <a:xfrm>
              <a:off x="6213252" y="4922736"/>
              <a:ext cx="212990" cy="150777"/>
            </a:xfrm>
            <a:custGeom>
              <a:avLst/>
              <a:gdLst>
                <a:gd name="connsiteX0" fmla="*/ 201958 w 212990"/>
                <a:gd name="connsiteY0" fmla="*/ 150778 h 150777"/>
                <a:gd name="connsiteX1" fmla="*/ 199979 w 212990"/>
                <a:gd name="connsiteY1" fmla="*/ 150530 h 150777"/>
                <a:gd name="connsiteX2" fmla="*/ 193937 w 212990"/>
                <a:gd name="connsiteY2" fmla="*/ 140549 h 150777"/>
                <a:gd name="connsiteX3" fmla="*/ 195978 w 212990"/>
                <a:gd name="connsiteY3" fmla="*/ 109761 h 150777"/>
                <a:gd name="connsiteX4" fmla="*/ 195937 w 212990"/>
                <a:gd name="connsiteY4" fmla="*/ 109348 h 150777"/>
                <a:gd name="connsiteX5" fmla="*/ 194122 w 212990"/>
                <a:gd name="connsiteY5" fmla="*/ 96562 h 150777"/>
                <a:gd name="connsiteX6" fmla="*/ 182801 w 212990"/>
                <a:gd name="connsiteY6" fmla="*/ 67609 h 150777"/>
                <a:gd name="connsiteX7" fmla="*/ 165787 w 212990"/>
                <a:gd name="connsiteY7" fmla="*/ 45543 h 150777"/>
                <a:gd name="connsiteX8" fmla="*/ 43045 w 212990"/>
                <a:gd name="connsiteY8" fmla="*/ 30077 h 150777"/>
                <a:gd name="connsiteX9" fmla="*/ 14793 w 212990"/>
                <a:gd name="connsiteY9" fmla="*/ 54720 h 150777"/>
                <a:gd name="connsiteX10" fmla="*/ 3224 w 212990"/>
                <a:gd name="connsiteY10" fmla="*/ 56246 h 150777"/>
                <a:gd name="connsiteX11" fmla="*/ 1698 w 212990"/>
                <a:gd name="connsiteY11" fmla="*/ 44678 h 150777"/>
                <a:gd name="connsiteX12" fmla="*/ 34796 w 212990"/>
                <a:gd name="connsiteY12" fmla="*/ 15807 h 150777"/>
                <a:gd name="connsiteX13" fmla="*/ 177274 w 212990"/>
                <a:gd name="connsiteY13" fmla="*/ 33727 h 150777"/>
                <a:gd name="connsiteX14" fmla="*/ 197051 w 212990"/>
                <a:gd name="connsiteY14" fmla="*/ 59298 h 150777"/>
                <a:gd name="connsiteX15" fmla="*/ 210249 w 212990"/>
                <a:gd name="connsiteY15" fmla="*/ 93015 h 150777"/>
                <a:gd name="connsiteX16" fmla="*/ 212393 w 212990"/>
                <a:gd name="connsiteY16" fmla="*/ 108173 h 150777"/>
                <a:gd name="connsiteX17" fmla="*/ 209960 w 212990"/>
                <a:gd name="connsiteY17" fmla="*/ 144447 h 150777"/>
                <a:gd name="connsiteX18" fmla="*/ 201958 w 212990"/>
                <a:gd name="connsiteY18" fmla="*/ 150737 h 150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12990" h="150777">
                  <a:moveTo>
                    <a:pt x="201958" y="150778"/>
                  </a:moveTo>
                  <a:cubicBezTo>
                    <a:pt x="201299" y="150778"/>
                    <a:pt x="200639" y="150695"/>
                    <a:pt x="199979" y="150530"/>
                  </a:cubicBezTo>
                  <a:cubicBezTo>
                    <a:pt x="195545" y="149437"/>
                    <a:pt x="192844" y="144983"/>
                    <a:pt x="193937" y="140549"/>
                  </a:cubicBezTo>
                  <a:cubicBezTo>
                    <a:pt x="196411" y="130465"/>
                    <a:pt x="197092" y="120113"/>
                    <a:pt x="195978" y="109761"/>
                  </a:cubicBezTo>
                  <a:cubicBezTo>
                    <a:pt x="195978" y="109616"/>
                    <a:pt x="195958" y="109492"/>
                    <a:pt x="195937" y="109348"/>
                  </a:cubicBezTo>
                  <a:cubicBezTo>
                    <a:pt x="195710" y="105471"/>
                    <a:pt x="195133" y="101306"/>
                    <a:pt x="194122" y="96562"/>
                  </a:cubicBezTo>
                  <a:cubicBezTo>
                    <a:pt x="191751" y="86210"/>
                    <a:pt x="187935" y="76415"/>
                    <a:pt x="182801" y="67609"/>
                  </a:cubicBezTo>
                  <a:cubicBezTo>
                    <a:pt x="177831" y="59092"/>
                    <a:pt x="172118" y="51668"/>
                    <a:pt x="165787" y="45543"/>
                  </a:cubicBezTo>
                  <a:cubicBezTo>
                    <a:pt x="133143" y="13600"/>
                    <a:pt x="82701" y="7269"/>
                    <a:pt x="43045" y="30077"/>
                  </a:cubicBezTo>
                  <a:cubicBezTo>
                    <a:pt x="31868" y="36552"/>
                    <a:pt x="22361" y="44842"/>
                    <a:pt x="14793" y="54720"/>
                  </a:cubicBezTo>
                  <a:cubicBezTo>
                    <a:pt x="12030" y="58329"/>
                    <a:pt x="6833" y="59010"/>
                    <a:pt x="3224" y="56246"/>
                  </a:cubicBezTo>
                  <a:cubicBezTo>
                    <a:pt x="-385" y="53463"/>
                    <a:pt x="-1066" y="48286"/>
                    <a:pt x="1698" y="44678"/>
                  </a:cubicBezTo>
                  <a:cubicBezTo>
                    <a:pt x="10586" y="33109"/>
                    <a:pt x="21722" y="23395"/>
                    <a:pt x="34796" y="15807"/>
                  </a:cubicBezTo>
                  <a:cubicBezTo>
                    <a:pt x="80845" y="-10693"/>
                    <a:pt x="139412" y="-3310"/>
                    <a:pt x="177274" y="33727"/>
                  </a:cubicBezTo>
                  <a:cubicBezTo>
                    <a:pt x="184657" y="40862"/>
                    <a:pt x="191318" y="49482"/>
                    <a:pt x="197051" y="59298"/>
                  </a:cubicBezTo>
                  <a:cubicBezTo>
                    <a:pt x="203031" y="69548"/>
                    <a:pt x="207465" y="80890"/>
                    <a:pt x="210249" y="93015"/>
                  </a:cubicBezTo>
                  <a:cubicBezTo>
                    <a:pt x="211424" y="98625"/>
                    <a:pt x="212126" y="103533"/>
                    <a:pt x="212393" y="108173"/>
                  </a:cubicBezTo>
                  <a:cubicBezTo>
                    <a:pt x="213693" y="120360"/>
                    <a:pt x="212868" y="132569"/>
                    <a:pt x="209960" y="144447"/>
                  </a:cubicBezTo>
                  <a:cubicBezTo>
                    <a:pt x="209032" y="148221"/>
                    <a:pt x="205671" y="150737"/>
                    <a:pt x="201958" y="150737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95" name="Gráfico 10">
            <a:extLst>
              <a:ext uri="{FF2B5EF4-FFF2-40B4-BE49-F238E27FC236}">
                <a16:creationId xmlns:a16="http://schemas.microsoft.com/office/drawing/2014/main" id="{F7E9B5C8-10CE-A115-4B8E-0C65B4E0E399}"/>
              </a:ext>
            </a:extLst>
          </p:cNvPr>
          <p:cNvGrpSpPr/>
          <p:nvPr/>
        </p:nvGrpSpPr>
        <p:grpSpPr>
          <a:xfrm>
            <a:off x="847505" y="3280296"/>
            <a:ext cx="532049" cy="532028"/>
            <a:chOff x="1263965" y="2762338"/>
            <a:chExt cx="532049" cy="532028"/>
          </a:xfrm>
          <a:solidFill>
            <a:schemeClr val="tx1"/>
          </a:solidFill>
        </p:grpSpPr>
        <p:sp>
          <p:nvSpPr>
            <p:cNvPr id="96" name="Forma Livre: Forma 95">
              <a:extLst>
                <a:ext uri="{FF2B5EF4-FFF2-40B4-BE49-F238E27FC236}">
                  <a16:creationId xmlns:a16="http://schemas.microsoft.com/office/drawing/2014/main" id="{45DEB5E4-49A6-101D-843F-309245DDB417}"/>
                </a:ext>
              </a:extLst>
            </p:cNvPr>
            <p:cNvSpPr/>
            <p:nvPr/>
          </p:nvSpPr>
          <p:spPr>
            <a:xfrm>
              <a:off x="1263965" y="2986479"/>
              <a:ext cx="307887" cy="128557"/>
            </a:xfrm>
            <a:custGeom>
              <a:avLst/>
              <a:gdLst>
                <a:gd name="connsiteX0" fmla="*/ 153944 w 307887"/>
                <a:gd name="connsiteY0" fmla="*/ 128558 h 128557"/>
                <a:gd name="connsiteX1" fmla="*/ 0 w 307887"/>
                <a:gd name="connsiteY1" fmla="*/ 64279 h 128557"/>
                <a:gd name="connsiteX2" fmla="*/ 153944 w 307887"/>
                <a:gd name="connsiteY2" fmla="*/ 0 h 128557"/>
                <a:gd name="connsiteX3" fmla="*/ 307887 w 307887"/>
                <a:gd name="connsiteY3" fmla="*/ 64279 h 128557"/>
                <a:gd name="connsiteX4" fmla="*/ 153944 w 307887"/>
                <a:gd name="connsiteY4" fmla="*/ 128558 h 128557"/>
                <a:gd name="connsiteX5" fmla="*/ 153944 w 307887"/>
                <a:gd name="connsiteY5" fmla="*/ 16477 h 128557"/>
                <a:gd name="connsiteX6" fmla="*/ 16498 w 307887"/>
                <a:gd name="connsiteY6" fmla="*/ 64258 h 128557"/>
                <a:gd name="connsiteX7" fmla="*/ 153944 w 307887"/>
                <a:gd name="connsiteY7" fmla="*/ 112040 h 128557"/>
                <a:gd name="connsiteX8" fmla="*/ 291390 w 307887"/>
                <a:gd name="connsiteY8" fmla="*/ 64258 h 128557"/>
                <a:gd name="connsiteX9" fmla="*/ 153944 w 307887"/>
                <a:gd name="connsiteY9" fmla="*/ 16477 h 128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7887" h="128557">
                  <a:moveTo>
                    <a:pt x="153944" y="128558"/>
                  </a:moveTo>
                  <a:cubicBezTo>
                    <a:pt x="66176" y="128558"/>
                    <a:pt x="0" y="100924"/>
                    <a:pt x="0" y="64279"/>
                  </a:cubicBezTo>
                  <a:cubicBezTo>
                    <a:pt x="0" y="27634"/>
                    <a:pt x="66176" y="0"/>
                    <a:pt x="153944" y="0"/>
                  </a:cubicBezTo>
                  <a:cubicBezTo>
                    <a:pt x="241711" y="0"/>
                    <a:pt x="307887" y="27634"/>
                    <a:pt x="307887" y="64279"/>
                  </a:cubicBezTo>
                  <a:cubicBezTo>
                    <a:pt x="307887" y="100924"/>
                    <a:pt x="241711" y="128558"/>
                    <a:pt x="153944" y="128558"/>
                  </a:cubicBezTo>
                  <a:close/>
                  <a:moveTo>
                    <a:pt x="153944" y="16477"/>
                  </a:moveTo>
                  <a:cubicBezTo>
                    <a:pt x="72940" y="16477"/>
                    <a:pt x="16498" y="41657"/>
                    <a:pt x="16498" y="64258"/>
                  </a:cubicBezTo>
                  <a:cubicBezTo>
                    <a:pt x="16498" y="86860"/>
                    <a:pt x="72940" y="112040"/>
                    <a:pt x="153944" y="112040"/>
                  </a:cubicBezTo>
                  <a:cubicBezTo>
                    <a:pt x="234947" y="112040"/>
                    <a:pt x="291390" y="86860"/>
                    <a:pt x="291390" y="64258"/>
                  </a:cubicBezTo>
                  <a:cubicBezTo>
                    <a:pt x="291390" y="41657"/>
                    <a:pt x="234947" y="16477"/>
                    <a:pt x="153944" y="16477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97" name="Forma Livre: Forma 96">
              <a:extLst>
                <a:ext uri="{FF2B5EF4-FFF2-40B4-BE49-F238E27FC236}">
                  <a16:creationId xmlns:a16="http://schemas.microsoft.com/office/drawing/2014/main" id="{A08CFB5D-8FA8-A06B-CF35-22927EA5BB12}"/>
                </a:ext>
              </a:extLst>
            </p:cNvPr>
            <p:cNvSpPr/>
            <p:nvPr/>
          </p:nvSpPr>
          <p:spPr>
            <a:xfrm>
              <a:off x="1263965" y="3132174"/>
              <a:ext cx="307887" cy="72527"/>
            </a:xfrm>
            <a:custGeom>
              <a:avLst/>
              <a:gdLst>
                <a:gd name="connsiteX0" fmla="*/ 153944 w 307887"/>
                <a:gd name="connsiteY0" fmla="*/ 72528 h 72527"/>
                <a:gd name="connsiteX1" fmla="*/ 0 w 307887"/>
                <a:gd name="connsiteY1" fmla="*/ 8249 h 72527"/>
                <a:gd name="connsiteX2" fmla="*/ 8249 w 307887"/>
                <a:gd name="connsiteY2" fmla="*/ 0 h 72527"/>
                <a:gd name="connsiteX3" fmla="*/ 16498 w 307887"/>
                <a:gd name="connsiteY3" fmla="*/ 8249 h 72527"/>
                <a:gd name="connsiteX4" fmla="*/ 153944 w 307887"/>
                <a:gd name="connsiteY4" fmla="*/ 56030 h 72527"/>
                <a:gd name="connsiteX5" fmla="*/ 291390 w 307887"/>
                <a:gd name="connsiteY5" fmla="*/ 8249 h 72527"/>
                <a:gd name="connsiteX6" fmla="*/ 299639 w 307887"/>
                <a:gd name="connsiteY6" fmla="*/ 0 h 72527"/>
                <a:gd name="connsiteX7" fmla="*/ 307887 w 307887"/>
                <a:gd name="connsiteY7" fmla="*/ 8249 h 72527"/>
                <a:gd name="connsiteX8" fmla="*/ 153944 w 307887"/>
                <a:gd name="connsiteY8" fmla="*/ 72528 h 72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07887" h="72527">
                  <a:moveTo>
                    <a:pt x="153944" y="72528"/>
                  </a:moveTo>
                  <a:cubicBezTo>
                    <a:pt x="66176" y="72528"/>
                    <a:pt x="0" y="44894"/>
                    <a:pt x="0" y="8249"/>
                  </a:cubicBezTo>
                  <a:cubicBezTo>
                    <a:pt x="0" y="3691"/>
                    <a:pt x="3691" y="0"/>
                    <a:pt x="8249" y="0"/>
                  </a:cubicBezTo>
                  <a:cubicBezTo>
                    <a:pt x="12806" y="0"/>
                    <a:pt x="16498" y="3691"/>
                    <a:pt x="16498" y="8249"/>
                  </a:cubicBezTo>
                  <a:cubicBezTo>
                    <a:pt x="16498" y="30851"/>
                    <a:pt x="72940" y="56030"/>
                    <a:pt x="153944" y="56030"/>
                  </a:cubicBezTo>
                  <a:cubicBezTo>
                    <a:pt x="234947" y="56030"/>
                    <a:pt x="291390" y="30851"/>
                    <a:pt x="291390" y="8249"/>
                  </a:cubicBezTo>
                  <a:cubicBezTo>
                    <a:pt x="291390" y="3691"/>
                    <a:pt x="295081" y="0"/>
                    <a:pt x="299639" y="0"/>
                  </a:cubicBezTo>
                  <a:cubicBezTo>
                    <a:pt x="304196" y="0"/>
                    <a:pt x="307887" y="3691"/>
                    <a:pt x="307887" y="8249"/>
                  </a:cubicBezTo>
                  <a:cubicBezTo>
                    <a:pt x="307887" y="44894"/>
                    <a:pt x="241711" y="72528"/>
                    <a:pt x="153944" y="72528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98" name="Forma Livre: Forma 97">
              <a:extLst>
                <a:ext uri="{FF2B5EF4-FFF2-40B4-BE49-F238E27FC236}">
                  <a16:creationId xmlns:a16="http://schemas.microsoft.com/office/drawing/2014/main" id="{ED0387C6-C51C-311A-E0DB-B9F2542C4630}"/>
                </a:ext>
              </a:extLst>
            </p:cNvPr>
            <p:cNvSpPr/>
            <p:nvPr/>
          </p:nvSpPr>
          <p:spPr>
            <a:xfrm>
              <a:off x="1263965" y="3042509"/>
              <a:ext cx="307887" cy="251857"/>
            </a:xfrm>
            <a:custGeom>
              <a:avLst/>
              <a:gdLst>
                <a:gd name="connsiteX0" fmla="*/ 153944 w 307887"/>
                <a:gd name="connsiteY0" fmla="*/ 251857 h 251857"/>
                <a:gd name="connsiteX1" fmla="*/ 0 w 307887"/>
                <a:gd name="connsiteY1" fmla="*/ 187578 h 251857"/>
                <a:gd name="connsiteX2" fmla="*/ 0 w 307887"/>
                <a:gd name="connsiteY2" fmla="*/ 8249 h 251857"/>
                <a:gd name="connsiteX3" fmla="*/ 8249 w 307887"/>
                <a:gd name="connsiteY3" fmla="*/ 0 h 251857"/>
                <a:gd name="connsiteX4" fmla="*/ 16498 w 307887"/>
                <a:gd name="connsiteY4" fmla="*/ 8249 h 251857"/>
                <a:gd name="connsiteX5" fmla="*/ 16498 w 307887"/>
                <a:gd name="connsiteY5" fmla="*/ 187578 h 251857"/>
                <a:gd name="connsiteX6" fmla="*/ 153944 w 307887"/>
                <a:gd name="connsiteY6" fmla="*/ 235360 h 251857"/>
                <a:gd name="connsiteX7" fmla="*/ 291390 w 307887"/>
                <a:gd name="connsiteY7" fmla="*/ 187578 h 251857"/>
                <a:gd name="connsiteX8" fmla="*/ 291390 w 307887"/>
                <a:gd name="connsiteY8" fmla="*/ 8249 h 251857"/>
                <a:gd name="connsiteX9" fmla="*/ 299639 w 307887"/>
                <a:gd name="connsiteY9" fmla="*/ 0 h 251857"/>
                <a:gd name="connsiteX10" fmla="*/ 307887 w 307887"/>
                <a:gd name="connsiteY10" fmla="*/ 8249 h 251857"/>
                <a:gd name="connsiteX11" fmla="*/ 307887 w 307887"/>
                <a:gd name="connsiteY11" fmla="*/ 187578 h 251857"/>
                <a:gd name="connsiteX12" fmla="*/ 153944 w 307887"/>
                <a:gd name="connsiteY12" fmla="*/ 251857 h 251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07887" h="251857">
                  <a:moveTo>
                    <a:pt x="153944" y="251857"/>
                  </a:moveTo>
                  <a:cubicBezTo>
                    <a:pt x="66176" y="251857"/>
                    <a:pt x="0" y="224224"/>
                    <a:pt x="0" y="187578"/>
                  </a:cubicBezTo>
                  <a:lnTo>
                    <a:pt x="0" y="8249"/>
                  </a:lnTo>
                  <a:cubicBezTo>
                    <a:pt x="0" y="3691"/>
                    <a:pt x="3691" y="0"/>
                    <a:pt x="8249" y="0"/>
                  </a:cubicBezTo>
                  <a:cubicBezTo>
                    <a:pt x="12806" y="0"/>
                    <a:pt x="16498" y="3691"/>
                    <a:pt x="16498" y="8249"/>
                  </a:cubicBezTo>
                  <a:lnTo>
                    <a:pt x="16498" y="187578"/>
                  </a:lnTo>
                  <a:cubicBezTo>
                    <a:pt x="16498" y="210180"/>
                    <a:pt x="72940" y="235360"/>
                    <a:pt x="153944" y="235360"/>
                  </a:cubicBezTo>
                  <a:cubicBezTo>
                    <a:pt x="234947" y="235360"/>
                    <a:pt x="291390" y="210180"/>
                    <a:pt x="291390" y="187578"/>
                  </a:cubicBezTo>
                  <a:lnTo>
                    <a:pt x="291390" y="8249"/>
                  </a:lnTo>
                  <a:cubicBezTo>
                    <a:pt x="291390" y="3691"/>
                    <a:pt x="295081" y="0"/>
                    <a:pt x="299639" y="0"/>
                  </a:cubicBezTo>
                  <a:cubicBezTo>
                    <a:pt x="304196" y="0"/>
                    <a:pt x="307887" y="3691"/>
                    <a:pt x="307887" y="8249"/>
                  </a:cubicBezTo>
                  <a:lnTo>
                    <a:pt x="307887" y="187578"/>
                  </a:lnTo>
                  <a:cubicBezTo>
                    <a:pt x="307887" y="224224"/>
                    <a:pt x="241711" y="251857"/>
                    <a:pt x="153944" y="251857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99" name="Forma Livre: Forma 98">
              <a:extLst>
                <a:ext uri="{FF2B5EF4-FFF2-40B4-BE49-F238E27FC236}">
                  <a16:creationId xmlns:a16="http://schemas.microsoft.com/office/drawing/2014/main" id="{700E33BE-CE3B-81C3-616C-940491FE0AD7}"/>
                </a:ext>
              </a:extLst>
            </p:cNvPr>
            <p:cNvSpPr/>
            <p:nvPr/>
          </p:nvSpPr>
          <p:spPr>
            <a:xfrm>
              <a:off x="1488126" y="2762338"/>
              <a:ext cx="307887" cy="128557"/>
            </a:xfrm>
            <a:custGeom>
              <a:avLst/>
              <a:gdLst>
                <a:gd name="connsiteX0" fmla="*/ 153944 w 307887"/>
                <a:gd name="connsiteY0" fmla="*/ 128558 h 128557"/>
                <a:gd name="connsiteX1" fmla="*/ 0 w 307887"/>
                <a:gd name="connsiteY1" fmla="*/ 64279 h 128557"/>
                <a:gd name="connsiteX2" fmla="*/ 153944 w 307887"/>
                <a:gd name="connsiteY2" fmla="*/ 0 h 128557"/>
                <a:gd name="connsiteX3" fmla="*/ 307887 w 307887"/>
                <a:gd name="connsiteY3" fmla="*/ 64279 h 128557"/>
                <a:gd name="connsiteX4" fmla="*/ 153944 w 307887"/>
                <a:gd name="connsiteY4" fmla="*/ 128558 h 128557"/>
                <a:gd name="connsiteX5" fmla="*/ 153944 w 307887"/>
                <a:gd name="connsiteY5" fmla="*/ 16477 h 128557"/>
                <a:gd name="connsiteX6" fmla="*/ 16498 w 307887"/>
                <a:gd name="connsiteY6" fmla="*/ 64258 h 128557"/>
                <a:gd name="connsiteX7" fmla="*/ 153944 w 307887"/>
                <a:gd name="connsiteY7" fmla="*/ 112040 h 128557"/>
                <a:gd name="connsiteX8" fmla="*/ 291390 w 307887"/>
                <a:gd name="connsiteY8" fmla="*/ 64258 h 128557"/>
                <a:gd name="connsiteX9" fmla="*/ 153944 w 307887"/>
                <a:gd name="connsiteY9" fmla="*/ 16477 h 128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7887" h="128557">
                  <a:moveTo>
                    <a:pt x="153944" y="128558"/>
                  </a:moveTo>
                  <a:cubicBezTo>
                    <a:pt x="66176" y="128558"/>
                    <a:pt x="0" y="100924"/>
                    <a:pt x="0" y="64279"/>
                  </a:cubicBezTo>
                  <a:cubicBezTo>
                    <a:pt x="0" y="27634"/>
                    <a:pt x="66176" y="0"/>
                    <a:pt x="153944" y="0"/>
                  </a:cubicBezTo>
                  <a:cubicBezTo>
                    <a:pt x="241711" y="0"/>
                    <a:pt x="307887" y="27634"/>
                    <a:pt x="307887" y="64279"/>
                  </a:cubicBezTo>
                  <a:cubicBezTo>
                    <a:pt x="307887" y="100924"/>
                    <a:pt x="241711" y="128558"/>
                    <a:pt x="153944" y="128558"/>
                  </a:cubicBezTo>
                  <a:close/>
                  <a:moveTo>
                    <a:pt x="153944" y="16477"/>
                  </a:moveTo>
                  <a:cubicBezTo>
                    <a:pt x="72940" y="16477"/>
                    <a:pt x="16498" y="41657"/>
                    <a:pt x="16498" y="64258"/>
                  </a:cubicBezTo>
                  <a:cubicBezTo>
                    <a:pt x="16498" y="86860"/>
                    <a:pt x="72940" y="112040"/>
                    <a:pt x="153944" y="112040"/>
                  </a:cubicBezTo>
                  <a:cubicBezTo>
                    <a:pt x="234947" y="112040"/>
                    <a:pt x="291390" y="86860"/>
                    <a:pt x="291390" y="64258"/>
                  </a:cubicBezTo>
                  <a:cubicBezTo>
                    <a:pt x="291390" y="41657"/>
                    <a:pt x="234947" y="16477"/>
                    <a:pt x="153944" y="16477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0" name="Forma Livre: Forma 99">
              <a:extLst>
                <a:ext uri="{FF2B5EF4-FFF2-40B4-BE49-F238E27FC236}">
                  <a16:creationId xmlns:a16="http://schemas.microsoft.com/office/drawing/2014/main" id="{881DDA38-64E3-71DA-3AEC-E4A61A7C7DCE}"/>
                </a:ext>
              </a:extLst>
            </p:cNvPr>
            <p:cNvSpPr/>
            <p:nvPr/>
          </p:nvSpPr>
          <p:spPr>
            <a:xfrm>
              <a:off x="1488126" y="2908033"/>
              <a:ext cx="307887" cy="72527"/>
            </a:xfrm>
            <a:custGeom>
              <a:avLst/>
              <a:gdLst>
                <a:gd name="connsiteX0" fmla="*/ 153944 w 307887"/>
                <a:gd name="connsiteY0" fmla="*/ 72528 h 72527"/>
                <a:gd name="connsiteX1" fmla="*/ 0 w 307887"/>
                <a:gd name="connsiteY1" fmla="*/ 8249 h 72527"/>
                <a:gd name="connsiteX2" fmla="*/ 8249 w 307887"/>
                <a:gd name="connsiteY2" fmla="*/ 0 h 72527"/>
                <a:gd name="connsiteX3" fmla="*/ 16498 w 307887"/>
                <a:gd name="connsiteY3" fmla="*/ 8249 h 72527"/>
                <a:gd name="connsiteX4" fmla="*/ 153944 w 307887"/>
                <a:gd name="connsiteY4" fmla="*/ 56030 h 72527"/>
                <a:gd name="connsiteX5" fmla="*/ 291390 w 307887"/>
                <a:gd name="connsiteY5" fmla="*/ 8249 h 72527"/>
                <a:gd name="connsiteX6" fmla="*/ 299639 w 307887"/>
                <a:gd name="connsiteY6" fmla="*/ 0 h 72527"/>
                <a:gd name="connsiteX7" fmla="*/ 307887 w 307887"/>
                <a:gd name="connsiteY7" fmla="*/ 8249 h 72527"/>
                <a:gd name="connsiteX8" fmla="*/ 153944 w 307887"/>
                <a:gd name="connsiteY8" fmla="*/ 72528 h 72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07887" h="72527">
                  <a:moveTo>
                    <a:pt x="153944" y="72528"/>
                  </a:moveTo>
                  <a:cubicBezTo>
                    <a:pt x="66176" y="72528"/>
                    <a:pt x="0" y="44894"/>
                    <a:pt x="0" y="8249"/>
                  </a:cubicBezTo>
                  <a:cubicBezTo>
                    <a:pt x="0" y="3691"/>
                    <a:pt x="3691" y="0"/>
                    <a:pt x="8249" y="0"/>
                  </a:cubicBezTo>
                  <a:cubicBezTo>
                    <a:pt x="12806" y="0"/>
                    <a:pt x="16498" y="3691"/>
                    <a:pt x="16498" y="8249"/>
                  </a:cubicBezTo>
                  <a:cubicBezTo>
                    <a:pt x="16498" y="30851"/>
                    <a:pt x="72940" y="56030"/>
                    <a:pt x="153944" y="56030"/>
                  </a:cubicBezTo>
                  <a:cubicBezTo>
                    <a:pt x="234947" y="56030"/>
                    <a:pt x="291390" y="30851"/>
                    <a:pt x="291390" y="8249"/>
                  </a:cubicBezTo>
                  <a:cubicBezTo>
                    <a:pt x="291390" y="3691"/>
                    <a:pt x="295081" y="0"/>
                    <a:pt x="299639" y="0"/>
                  </a:cubicBezTo>
                  <a:cubicBezTo>
                    <a:pt x="304196" y="0"/>
                    <a:pt x="307887" y="3691"/>
                    <a:pt x="307887" y="8249"/>
                  </a:cubicBezTo>
                  <a:cubicBezTo>
                    <a:pt x="307887" y="44894"/>
                    <a:pt x="241711" y="72528"/>
                    <a:pt x="153944" y="72528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1" name="Forma Livre: Forma 100">
              <a:extLst>
                <a:ext uri="{FF2B5EF4-FFF2-40B4-BE49-F238E27FC236}">
                  <a16:creationId xmlns:a16="http://schemas.microsoft.com/office/drawing/2014/main" id="{B224785C-593B-2A30-FB07-B2BCABF9B98F}"/>
                </a:ext>
              </a:extLst>
            </p:cNvPr>
            <p:cNvSpPr/>
            <p:nvPr/>
          </p:nvSpPr>
          <p:spPr>
            <a:xfrm>
              <a:off x="1600206" y="2997677"/>
              <a:ext cx="195807" cy="72527"/>
            </a:xfrm>
            <a:custGeom>
              <a:avLst/>
              <a:gdLst>
                <a:gd name="connsiteX0" fmla="*/ 41864 w 195807"/>
                <a:gd name="connsiteY0" fmla="*/ 72528 h 72527"/>
                <a:gd name="connsiteX1" fmla="*/ 7219 w 195807"/>
                <a:gd name="connsiteY1" fmla="*/ 70672 h 72527"/>
                <a:gd name="connsiteX2" fmla="*/ 63 w 195807"/>
                <a:gd name="connsiteY2" fmla="*/ 61454 h 72527"/>
                <a:gd name="connsiteX3" fmla="*/ 9281 w 195807"/>
                <a:gd name="connsiteY3" fmla="*/ 54298 h 72527"/>
                <a:gd name="connsiteX4" fmla="*/ 41864 w 195807"/>
                <a:gd name="connsiteY4" fmla="*/ 56030 h 72527"/>
                <a:gd name="connsiteX5" fmla="*/ 179310 w 195807"/>
                <a:gd name="connsiteY5" fmla="*/ 8249 h 72527"/>
                <a:gd name="connsiteX6" fmla="*/ 187559 w 195807"/>
                <a:gd name="connsiteY6" fmla="*/ 0 h 72527"/>
                <a:gd name="connsiteX7" fmla="*/ 195808 w 195807"/>
                <a:gd name="connsiteY7" fmla="*/ 8249 h 72527"/>
                <a:gd name="connsiteX8" fmla="*/ 41864 w 195807"/>
                <a:gd name="connsiteY8" fmla="*/ 72528 h 72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5807" h="72527">
                  <a:moveTo>
                    <a:pt x="41864" y="72528"/>
                  </a:moveTo>
                  <a:cubicBezTo>
                    <a:pt x="28274" y="72528"/>
                    <a:pt x="17262" y="71930"/>
                    <a:pt x="7219" y="70672"/>
                  </a:cubicBezTo>
                  <a:cubicBezTo>
                    <a:pt x="2703" y="70094"/>
                    <a:pt x="-494" y="65970"/>
                    <a:pt x="63" y="61454"/>
                  </a:cubicBezTo>
                  <a:cubicBezTo>
                    <a:pt x="640" y="56938"/>
                    <a:pt x="4765" y="53741"/>
                    <a:pt x="9281" y="54298"/>
                  </a:cubicBezTo>
                  <a:cubicBezTo>
                    <a:pt x="18643" y="55473"/>
                    <a:pt x="28996" y="56030"/>
                    <a:pt x="41864" y="56030"/>
                  </a:cubicBezTo>
                  <a:cubicBezTo>
                    <a:pt x="122867" y="56030"/>
                    <a:pt x="179310" y="30851"/>
                    <a:pt x="179310" y="8249"/>
                  </a:cubicBezTo>
                  <a:cubicBezTo>
                    <a:pt x="179310" y="3691"/>
                    <a:pt x="183001" y="0"/>
                    <a:pt x="187559" y="0"/>
                  </a:cubicBezTo>
                  <a:cubicBezTo>
                    <a:pt x="192116" y="0"/>
                    <a:pt x="195808" y="3691"/>
                    <a:pt x="195808" y="8249"/>
                  </a:cubicBezTo>
                  <a:cubicBezTo>
                    <a:pt x="195808" y="44894"/>
                    <a:pt x="129631" y="72528"/>
                    <a:pt x="41864" y="72528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2" name="Forma Livre: Forma 101">
              <a:extLst>
                <a:ext uri="{FF2B5EF4-FFF2-40B4-BE49-F238E27FC236}">
                  <a16:creationId xmlns:a16="http://schemas.microsoft.com/office/drawing/2014/main" id="{F61FE5E2-7694-762D-3B25-03E52F888197}"/>
                </a:ext>
              </a:extLst>
            </p:cNvPr>
            <p:cNvSpPr/>
            <p:nvPr/>
          </p:nvSpPr>
          <p:spPr>
            <a:xfrm>
              <a:off x="1600203" y="3087321"/>
              <a:ext cx="195810" cy="72548"/>
            </a:xfrm>
            <a:custGeom>
              <a:avLst/>
              <a:gdLst>
                <a:gd name="connsiteX0" fmla="*/ 41867 w 195810"/>
                <a:gd name="connsiteY0" fmla="*/ 72548 h 72548"/>
                <a:gd name="connsiteX1" fmla="*/ 7387 w 195810"/>
                <a:gd name="connsiteY1" fmla="*/ 70919 h 72548"/>
                <a:gd name="connsiteX2" fmla="*/ 46 w 195810"/>
                <a:gd name="connsiteY2" fmla="*/ 61846 h 72548"/>
                <a:gd name="connsiteX3" fmla="*/ 9119 w 195810"/>
                <a:gd name="connsiteY3" fmla="*/ 54504 h 72548"/>
                <a:gd name="connsiteX4" fmla="*/ 41867 w 195810"/>
                <a:gd name="connsiteY4" fmla="*/ 56030 h 72548"/>
                <a:gd name="connsiteX5" fmla="*/ 179313 w 195810"/>
                <a:gd name="connsiteY5" fmla="*/ 8249 h 72548"/>
                <a:gd name="connsiteX6" fmla="*/ 187562 w 195810"/>
                <a:gd name="connsiteY6" fmla="*/ 0 h 72548"/>
                <a:gd name="connsiteX7" fmla="*/ 195811 w 195810"/>
                <a:gd name="connsiteY7" fmla="*/ 8249 h 72548"/>
                <a:gd name="connsiteX8" fmla="*/ 41867 w 195810"/>
                <a:gd name="connsiteY8" fmla="*/ 72528 h 72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5810" h="72548">
                  <a:moveTo>
                    <a:pt x="41867" y="72548"/>
                  </a:moveTo>
                  <a:cubicBezTo>
                    <a:pt x="28978" y="72548"/>
                    <a:pt x="17698" y="72012"/>
                    <a:pt x="7387" y="70919"/>
                  </a:cubicBezTo>
                  <a:cubicBezTo>
                    <a:pt x="2850" y="70445"/>
                    <a:pt x="-429" y="66382"/>
                    <a:pt x="46" y="61846"/>
                  </a:cubicBezTo>
                  <a:cubicBezTo>
                    <a:pt x="520" y="57309"/>
                    <a:pt x="4582" y="54030"/>
                    <a:pt x="9119" y="54504"/>
                  </a:cubicBezTo>
                  <a:cubicBezTo>
                    <a:pt x="18853" y="55535"/>
                    <a:pt x="29576" y="56030"/>
                    <a:pt x="41867" y="56030"/>
                  </a:cubicBezTo>
                  <a:cubicBezTo>
                    <a:pt x="122871" y="56030"/>
                    <a:pt x="179313" y="30851"/>
                    <a:pt x="179313" y="8249"/>
                  </a:cubicBezTo>
                  <a:cubicBezTo>
                    <a:pt x="179313" y="3691"/>
                    <a:pt x="183005" y="0"/>
                    <a:pt x="187562" y="0"/>
                  </a:cubicBezTo>
                  <a:cubicBezTo>
                    <a:pt x="192119" y="0"/>
                    <a:pt x="195811" y="3691"/>
                    <a:pt x="195811" y="8249"/>
                  </a:cubicBezTo>
                  <a:cubicBezTo>
                    <a:pt x="195811" y="44894"/>
                    <a:pt x="129635" y="72528"/>
                    <a:pt x="41867" y="72528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3" name="Forma Livre: Forma 102">
              <a:extLst>
                <a:ext uri="{FF2B5EF4-FFF2-40B4-BE49-F238E27FC236}">
                  <a16:creationId xmlns:a16="http://schemas.microsoft.com/office/drawing/2014/main" id="{D7F8E716-91B1-93F9-4281-E6F5674D7EC5}"/>
                </a:ext>
              </a:extLst>
            </p:cNvPr>
            <p:cNvSpPr/>
            <p:nvPr/>
          </p:nvSpPr>
          <p:spPr>
            <a:xfrm>
              <a:off x="1600206" y="2818348"/>
              <a:ext cx="195807" cy="431186"/>
            </a:xfrm>
            <a:custGeom>
              <a:avLst/>
              <a:gdLst>
                <a:gd name="connsiteX0" fmla="*/ 41864 w 195807"/>
                <a:gd name="connsiteY0" fmla="*/ 431187 h 431186"/>
                <a:gd name="connsiteX1" fmla="*/ 7219 w 195807"/>
                <a:gd name="connsiteY1" fmla="*/ 429331 h 431186"/>
                <a:gd name="connsiteX2" fmla="*/ 63 w 195807"/>
                <a:gd name="connsiteY2" fmla="*/ 420113 h 431186"/>
                <a:gd name="connsiteX3" fmla="*/ 9281 w 195807"/>
                <a:gd name="connsiteY3" fmla="*/ 412957 h 431186"/>
                <a:gd name="connsiteX4" fmla="*/ 41864 w 195807"/>
                <a:gd name="connsiteY4" fmla="*/ 414689 h 431186"/>
                <a:gd name="connsiteX5" fmla="*/ 179310 w 195807"/>
                <a:gd name="connsiteY5" fmla="*/ 366908 h 431186"/>
                <a:gd name="connsiteX6" fmla="*/ 179310 w 195807"/>
                <a:gd name="connsiteY6" fmla="*/ 8249 h 431186"/>
                <a:gd name="connsiteX7" fmla="*/ 187559 w 195807"/>
                <a:gd name="connsiteY7" fmla="*/ 0 h 431186"/>
                <a:gd name="connsiteX8" fmla="*/ 195808 w 195807"/>
                <a:gd name="connsiteY8" fmla="*/ 8249 h 431186"/>
                <a:gd name="connsiteX9" fmla="*/ 195808 w 195807"/>
                <a:gd name="connsiteY9" fmla="*/ 366887 h 431186"/>
                <a:gd name="connsiteX10" fmla="*/ 41864 w 195807"/>
                <a:gd name="connsiteY10" fmla="*/ 431166 h 431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5807" h="431186">
                  <a:moveTo>
                    <a:pt x="41864" y="431187"/>
                  </a:moveTo>
                  <a:cubicBezTo>
                    <a:pt x="28274" y="431187"/>
                    <a:pt x="17262" y="430589"/>
                    <a:pt x="7219" y="429331"/>
                  </a:cubicBezTo>
                  <a:cubicBezTo>
                    <a:pt x="2703" y="428753"/>
                    <a:pt x="-494" y="424629"/>
                    <a:pt x="63" y="420113"/>
                  </a:cubicBezTo>
                  <a:cubicBezTo>
                    <a:pt x="640" y="415596"/>
                    <a:pt x="4765" y="412400"/>
                    <a:pt x="9281" y="412957"/>
                  </a:cubicBezTo>
                  <a:cubicBezTo>
                    <a:pt x="18643" y="414132"/>
                    <a:pt x="28996" y="414689"/>
                    <a:pt x="41864" y="414689"/>
                  </a:cubicBezTo>
                  <a:cubicBezTo>
                    <a:pt x="122867" y="414689"/>
                    <a:pt x="179310" y="389509"/>
                    <a:pt x="179310" y="366908"/>
                  </a:cubicBezTo>
                  <a:lnTo>
                    <a:pt x="179310" y="8249"/>
                  </a:lnTo>
                  <a:cubicBezTo>
                    <a:pt x="179310" y="3691"/>
                    <a:pt x="183001" y="0"/>
                    <a:pt x="187559" y="0"/>
                  </a:cubicBezTo>
                  <a:cubicBezTo>
                    <a:pt x="192116" y="0"/>
                    <a:pt x="195808" y="3691"/>
                    <a:pt x="195808" y="8249"/>
                  </a:cubicBezTo>
                  <a:lnTo>
                    <a:pt x="195808" y="366887"/>
                  </a:lnTo>
                  <a:cubicBezTo>
                    <a:pt x="195808" y="403532"/>
                    <a:pt x="129631" y="431166"/>
                    <a:pt x="41864" y="431166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4" name="Forma Livre: Forma 103">
              <a:extLst>
                <a:ext uri="{FF2B5EF4-FFF2-40B4-BE49-F238E27FC236}">
                  <a16:creationId xmlns:a16="http://schemas.microsoft.com/office/drawing/2014/main" id="{AA986615-3380-B9F8-96BC-27778BECD225}"/>
                </a:ext>
              </a:extLst>
            </p:cNvPr>
            <p:cNvSpPr/>
            <p:nvPr/>
          </p:nvSpPr>
          <p:spPr>
            <a:xfrm>
              <a:off x="1488126" y="2818348"/>
              <a:ext cx="16497" cy="150994"/>
            </a:xfrm>
            <a:custGeom>
              <a:avLst/>
              <a:gdLst>
                <a:gd name="connsiteX0" fmla="*/ 8249 w 16497"/>
                <a:gd name="connsiteY0" fmla="*/ 150995 h 150994"/>
                <a:gd name="connsiteX1" fmla="*/ 0 w 16497"/>
                <a:gd name="connsiteY1" fmla="*/ 142746 h 150994"/>
                <a:gd name="connsiteX2" fmla="*/ 0 w 16497"/>
                <a:gd name="connsiteY2" fmla="*/ 8249 h 150994"/>
                <a:gd name="connsiteX3" fmla="*/ 8249 w 16497"/>
                <a:gd name="connsiteY3" fmla="*/ 0 h 150994"/>
                <a:gd name="connsiteX4" fmla="*/ 16498 w 16497"/>
                <a:gd name="connsiteY4" fmla="*/ 8249 h 150994"/>
                <a:gd name="connsiteX5" fmla="*/ 16498 w 16497"/>
                <a:gd name="connsiteY5" fmla="*/ 142746 h 150994"/>
                <a:gd name="connsiteX6" fmla="*/ 8249 w 16497"/>
                <a:gd name="connsiteY6" fmla="*/ 150995 h 150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497" h="150994">
                  <a:moveTo>
                    <a:pt x="8249" y="150995"/>
                  </a:moveTo>
                  <a:cubicBezTo>
                    <a:pt x="3691" y="150995"/>
                    <a:pt x="0" y="147303"/>
                    <a:pt x="0" y="142746"/>
                  </a:cubicBezTo>
                  <a:lnTo>
                    <a:pt x="0" y="8249"/>
                  </a:lnTo>
                  <a:cubicBezTo>
                    <a:pt x="0" y="3691"/>
                    <a:pt x="3691" y="0"/>
                    <a:pt x="8249" y="0"/>
                  </a:cubicBezTo>
                  <a:cubicBezTo>
                    <a:pt x="12806" y="0"/>
                    <a:pt x="16498" y="3691"/>
                    <a:pt x="16498" y="8249"/>
                  </a:cubicBezTo>
                  <a:lnTo>
                    <a:pt x="16498" y="142746"/>
                  </a:lnTo>
                  <a:cubicBezTo>
                    <a:pt x="16498" y="147303"/>
                    <a:pt x="12806" y="150995"/>
                    <a:pt x="8249" y="150995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105" name="Gráfico 10">
            <a:extLst>
              <a:ext uri="{FF2B5EF4-FFF2-40B4-BE49-F238E27FC236}">
                <a16:creationId xmlns:a16="http://schemas.microsoft.com/office/drawing/2014/main" id="{48F53775-8B8C-BFFC-F731-ACB6551AF622}"/>
              </a:ext>
            </a:extLst>
          </p:cNvPr>
          <p:cNvGrpSpPr/>
          <p:nvPr/>
        </p:nvGrpSpPr>
        <p:grpSpPr>
          <a:xfrm>
            <a:off x="3817081" y="5304618"/>
            <a:ext cx="532049" cy="532059"/>
            <a:chOff x="4233541" y="4824523"/>
            <a:chExt cx="532049" cy="532059"/>
          </a:xfrm>
          <a:solidFill>
            <a:schemeClr val="tx1"/>
          </a:solidFill>
        </p:grpSpPr>
        <p:grpSp>
          <p:nvGrpSpPr>
            <p:cNvPr id="106" name="Gráfico 10">
              <a:extLst>
                <a:ext uri="{FF2B5EF4-FFF2-40B4-BE49-F238E27FC236}">
                  <a16:creationId xmlns:a16="http://schemas.microsoft.com/office/drawing/2014/main" id="{BE8F209B-10B3-9B4C-072D-461DF1751431}"/>
                </a:ext>
              </a:extLst>
            </p:cNvPr>
            <p:cNvGrpSpPr/>
            <p:nvPr/>
          </p:nvGrpSpPr>
          <p:grpSpPr>
            <a:xfrm>
              <a:off x="4412870" y="4891751"/>
              <a:ext cx="106162" cy="218222"/>
              <a:chOff x="4412870" y="4891751"/>
              <a:chExt cx="106162" cy="218222"/>
            </a:xfrm>
            <a:grpFill/>
          </p:grpSpPr>
          <p:sp>
            <p:nvSpPr>
              <p:cNvPr id="113" name="Forma Livre: Forma 112">
                <a:extLst>
                  <a:ext uri="{FF2B5EF4-FFF2-40B4-BE49-F238E27FC236}">
                    <a16:creationId xmlns:a16="http://schemas.microsoft.com/office/drawing/2014/main" id="{0017F313-F9F7-8F00-3ED3-D70715CA8714}"/>
                  </a:ext>
                </a:extLst>
              </p:cNvPr>
              <p:cNvSpPr/>
              <p:nvPr/>
            </p:nvSpPr>
            <p:spPr>
              <a:xfrm>
                <a:off x="4412870" y="4914167"/>
                <a:ext cx="106162" cy="173390"/>
              </a:xfrm>
              <a:custGeom>
                <a:avLst/>
                <a:gdLst>
                  <a:gd name="connsiteX0" fmla="*/ 53081 w 106162"/>
                  <a:gd name="connsiteY0" fmla="*/ 173390 h 173390"/>
                  <a:gd name="connsiteX1" fmla="*/ 0 w 106162"/>
                  <a:gd name="connsiteY1" fmla="*/ 125939 h 173390"/>
                  <a:gd name="connsiteX2" fmla="*/ 8249 w 106162"/>
                  <a:gd name="connsiteY2" fmla="*/ 117690 h 173390"/>
                  <a:gd name="connsiteX3" fmla="*/ 16498 w 106162"/>
                  <a:gd name="connsiteY3" fmla="*/ 125939 h 173390"/>
                  <a:gd name="connsiteX4" fmla="*/ 53081 w 106162"/>
                  <a:gd name="connsiteY4" fmla="*/ 156893 h 173390"/>
                  <a:gd name="connsiteX5" fmla="*/ 89665 w 106162"/>
                  <a:gd name="connsiteY5" fmla="*/ 125939 h 173390"/>
                  <a:gd name="connsiteX6" fmla="*/ 53081 w 106162"/>
                  <a:gd name="connsiteY6" fmla="*/ 94944 h 173390"/>
                  <a:gd name="connsiteX7" fmla="*/ 0 w 106162"/>
                  <a:gd name="connsiteY7" fmla="*/ 47451 h 173390"/>
                  <a:gd name="connsiteX8" fmla="*/ 53081 w 106162"/>
                  <a:gd name="connsiteY8" fmla="*/ 0 h 173390"/>
                  <a:gd name="connsiteX9" fmla="*/ 106162 w 106162"/>
                  <a:gd name="connsiteY9" fmla="*/ 47451 h 173390"/>
                  <a:gd name="connsiteX10" fmla="*/ 97913 w 106162"/>
                  <a:gd name="connsiteY10" fmla="*/ 55700 h 173390"/>
                  <a:gd name="connsiteX11" fmla="*/ 89665 w 106162"/>
                  <a:gd name="connsiteY11" fmla="*/ 47451 h 173390"/>
                  <a:gd name="connsiteX12" fmla="*/ 53081 w 106162"/>
                  <a:gd name="connsiteY12" fmla="*/ 16498 h 173390"/>
                  <a:gd name="connsiteX13" fmla="*/ 16498 w 106162"/>
                  <a:gd name="connsiteY13" fmla="*/ 47451 h 173390"/>
                  <a:gd name="connsiteX14" fmla="*/ 53081 w 106162"/>
                  <a:gd name="connsiteY14" fmla="*/ 78446 h 173390"/>
                  <a:gd name="connsiteX15" fmla="*/ 106162 w 106162"/>
                  <a:gd name="connsiteY15" fmla="*/ 125939 h 173390"/>
                  <a:gd name="connsiteX16" fmla="*/ 53081 w 106162"/>
                  <a:gd name="connsiteY16" fmla="*/ 173390 h 1733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06162" h="173390">
                    <a:moveTo>
                      <a:pt x="53081" y="173390"/>
                    </a:moveTo>
                    <a:cubicBezTo>
                      <a:pt x="23819" y="173390"/>
                      <a:pt x="0" y="152108"/>
                      <a:pt x="0" y="125939"/>
                    </a:cubicBezTo>
                    <a:cubicBezTo>
                      <a:pt x="0" y="121381"/>
                      <a:pt x="3691" y="117690"/>
                      <a:pt x="8249" y="117690"/>
                    </a:cubicBezTo>
                    <a:cubicBezTo>
                      <a:pt x="12806" y="117690"/>
                      <a:pt x="16498" y="121381"/>
                      <a:pt x="16498" y="125939"/>
                    </a:cubicBezTo>
                    <a:cubicBezTo>
                      <a:pt x="16498" y="143014"/>
                      <a:pt x="32913" y="156893"/>
                      <a:pt x="53081" y="156893"/>
                    </a:cubicBezTo>
                    <a:cubicBezTo>
                      <a:pt x="73250" y="156893"/>
                      <a:pt x="89665" y="143014"/>
                      <a:pt x="89665" y="125939"/>
                    </a:cubicBezTo>
                    <a:cubicBezTo>
                      <a:pt x="89665" y="108864"/>
                      <a:pt x="73250" y="94944"/>
                      <a:pt x="53081" y="94944"/>
                    </a:cubicBezTo>
                    <a:cubicBezTo>
                      <a:pt x="23819" y="94944"/>
                      <a:pt x="0" y="73642"/>
                      <a:pt x="0" y="47451"/>
                    </a:cubicBezTo>
                    <a:cubicBezTo>
                      <a:pt x="0" y="21261"/>
                      <a:pt x="23819" y="0"/>
                      <a:pt x="53081" y="0"/>
                    </a:cubicBezTo>
                    <a:cubicBezTo>
                      <a:pt x="82344" y="0"/>
                      <a:pt x="106162" y="21282"/>
                      <a:pt x="106162" y="47451"/>
                    </a:cubicBezTo>
                    <a:cubicBezTo>
                      <a:pt x="106162" y="52009"/>
                      <a:pt x="102471" y="55700"/>
                      <a:pt x="97913" y="55700"/>
                    </a:cubicBezTo>
                    <a:cubicBezTo>
                      <a:pt x="93356" y="55700"/>
                      <a:pt x="89665" y="52009"/>
                      <a:pt x="89665" y="47451"/>
                    </a:cubicBezTo>
                    <a:cubicBezTo>
                      <a:pt x="89665" y="30376"/>
                      <a:pt x="73250" y="16498"/>
                      <a:pt x="53081" y="16498"/>
                    </a:cubicBezTo>
                    <a:cubicBezTo>
                      <a:pt x="32913" y="16498"/>
                      <a:pt x="16498" y="30376"/>
                      <a:pt x="16498" y="47451"/>
                    </a:cubicBezTo>
                    <a:cubicBezTo>
                      <a:pt x="16498" y="64527"/>
                      <a:pt x="32913" y="78446"/>
                      <a:pt x="53081" y="78446"/>
                    </a:cubicBezTo>
                    <a:cubicBezTo>
                      <a:pt x="82344" y="78446"/>
                      <a:pt x="106162" y="99749"/>
                      <a:pt x="106162" y="125939"/>
                    </a:cubicBezTo>
                    <a:cubicBezTo>
                      <a:pt x="106162" y="152129"/>
                      <a:pt x="82344" y="173390"/>
                      <a:pt x="53081" y="173390"/>
                    </a:cubicBezTo>
                    <a:close/>
                  </a:path>
                </a:pathLst>
              </a:custGeom>
              <a:grpFill/>
              <a:ln w="20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4" name="Forma Livre: Forma 113">
                <a:extLst>
                  <a:ext uri="{FF2B5EF4-FFF2-40B4-BE49-F238E27FC236}">
                    <a16:creationId xmlns:a16="http://schemas.microsoft.com/office/drawing/2014/main" id="{4CD9462A-6F69-38F4-8C12-E70B79BDA39E}"/>
                  </a:ext>
                </a:extLst>
              </p:cNvPr>
              <p:cNvSpPr/>
              <p:nvPr/>
            </p:nvSpPr>
            <p:spPr>
              <a:xfrm>
                <a:off x="4457703" y="4891751"/>
                <a:ext cx="16497" cy="38913"/>
              </a:xfrm>
              <a:custGeom>
                <a:avLst/>
                <a:gdLst>
                  <a:gd name="connsiteX0" fmla="*/ 8249 w 16497"/>
                  <a:gd name="connsiteY0" fmla="*/ 38914 h 38913"/>
                  <a:gd name="connsiteX1" fmla="*/ 0 w 16497"/>
                  <a:gd name="connsiteY1" fmla="*/ 30665 h 38913"/>
                  <a:gd name="connsiteX2" fmla="*/ 0 w 16497"/>
                  <a:gd name="connsiteY2" fmla="*/ 8249 h 38913"/>
                  <a:gd name="connsiteX3" fmla="*/ 8249 w 16497"/>
                  <a:gd name="connsiteY3" fmla="*/ 0 h 38913"/>
                  <a:gd name="connsiteX4" fmla="*/ 16498 w 16497"/>
                  <a:gd name="connsiteY4" fmla="*/ 8249 h 38913"/>
                  <a:gd name="connsiteX5" fmla="*/ 16498 w 16497"/>
                  <a:gd name="connsiteY5" fmla="*/ 30665 h 38913"/>
                  <a:gd name="connsiteX6" fmla="*/ 8249 w 16497"/>
                  <a:gd name="connsiteY6" fmla="*/ 38914 h 389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497" h="38913">
                    <a:moveTo>
                      <a:pt x="8249" y="38914"/>
                    </a:moveTo>
                    <a:cubicBezTo>
                      <a:pt x="3691" y="38914"/>
                      <a:pt x="0" y="35223"/>
                      <a:pt x="0" y="30665"/>
                    </a:cubicBezTo>
                    <a:lnTo>
                      <a:pt x="0" y="8249"/>
                    </a:lnTo>
                    <a:cubicBezTo>
                      <a:pt x="0" y="3691"/>
                      <a:pt x="3691" y="0"/>
                      <a:pt x="8249" y="0"/>
                    </a:cubicBezTo>
                    <a:cubicBezTo>
                      <a:pt x="12806" y="0"/>
                      <a:pt x="16498" y="3691"/>
                      <a:pt x="16498" y="8249"/>
                    </a:cubicBezTo>
                    <a:lnTo>
                      <a:pt x="16498" y="30665"/>
                    </a:lnTo>
                    <a:cubicBezTo>
                      <a:pt x="16498" y="35223"/>
                      <a:pt x="12806" y="38914"/>
                      <a:pt x="8249" y="38914"/>
                    </a:cubicBezTo>
                    <a:close/>
                  </a:path>
                </a:pathLst>
              </a:custGeom>
              <a:grpFill/>
              <a:ln w="20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5" name="Forma Livre: Forma 114">
                <a:extLst>
                  <a:ext uri="{FF2B5EF4-FFF2-40B4-BE49-F238E27FC236}">
                    <a16:creationId xmlns:a16="http://schemas.microsoft.com/office/drawing/2014/main" id="{590CCBA3-DF59-6E75-D30A-52DF5CD5C4FC}"/>
                  </a:ext>
                </a:extLst>
              </p:cNvPr>
              <p:cNvSpPr/>
              <p:nvPr/>
            </p:nvSpPr>
            <p:spPr>
              <a:xfrm>
                <a:off x="4457703" y="5071060"/>
                <a:ext cx="16497" cy="38913"/>
              </a:xfrm>
              <a:custGeom>
                <a:avLst/>
                <a:gdLst>
                  <a:gd name="connsiteX0" fmla="*/ 8249 w 16497"/>
                  <a:gd name="connsiteY0" fmla="*/ 38914 h 38913"/>
                  <a:gd name="connsiteX1" fmla="*/ 0 w 16497"/>
                  <a:gd name="connsiteY1" fmla="*/ 30665 h 38913"/>
                  <a:gd name="connsiteX2" fmla="*/ 0 w 16497"/>
                  <a:gd name="connsiteY2" fmla="*/ 8249 h 38913"/>
                  <a:gd name="connsiteX3" fmla="*/ 8249 w 16497"/>
                  <a:gd name="connsiteY3" fmla="*/ 0 h 38913"/>
                  <a:gd name="connsiteX4" fmla="*/ 16498 w 16497"/>
                  <a:gd name="connsiteY4" fmla="*/ 8249 h 38913"/>
                  <a:gd name="connsiteX5" fmla="*/ 16498 w 16497"/>
                  <a:gd name="connsiteY5" fmla="*/ 30665 h 38913"/>
                  <a:gd name="connsiteX6" fmla="*/ 8249 w 16497"/>
                  <a:gd name="connsiteY6" fmla="*/ 38914 h 389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497" h="38913">
                    <a:moveTo>
                      <a:pt x="8249" y="38914"/>
                    </a:moveTo>
                    <a:cubicBezTo>
                      <a:pt x="3691" y="38914"/>
                      <a:pt x="0" y="35222"/>
                      <a:pt x="0" y="30665"/>
                    </a:cubicBezTo>
                    <a:lnTo>
                      <a:pt x="0" y="8249"/>
                    </a:lnTo>
                    <a:cubicBezTo>
                      <a:pt x="0" y="3691"/>
                      <a:pt x="3691" y="0"/>
                      <a:pt x="8249" y="0"/>
                    </a:cubicBezTo>
                    <a:cubicBezTo>
                      <a:pt x="12806" y="0"/>
                      <a:pt x="16498" y="3691"/>
                      <a:pt x="16498" y="8249"/>
                    </a:cubicBezTo>
                    <a:lnTo>
                      <a:pt x="16498" y="30665"/>
                    </a:lnTo>
                    <a:cubicBezTo>
                      <a:pt x="16498" y="35222"/>
                      <a:pt x="12806" y="38914"/>
                      <a:pt x="8249" y="38914"/>
                    </a:cubicBezTo>
                    <a:close/>
                  </a:path>
                </a:pathLst>
              </a:custGeom>
              <a:grpFill/>
              <a:ln w="20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sp>
          <p:nvSpPr>
            <p:cNvPr id="107" name="Forma Livre: Forma 106">
              <a:extLst>
                <a:ext uri="{FF2B5EF4-FFF2-40B4-BE49-F238E27FC236}">
                  <a16:creationId xmlns:a16="http://schemas.microsoft.com/office/drawing/2014/main" id="{0BA64B15-5A36-FE8E-C304-B6DD07B81B35}"/>
                </a:ext>
              </a:extLst>
            </p:cNvPr>
            <p:cNvSpPr/>
            <p:nvPr/>
          </p:nvSpPr>
          <p:spPr>
            <a:xfrm>
              <a:off x="4233541" y="4824523"/>
              <a:ext cx="532049" cy="532059"/>
            </a:xfrm>
            <a:custGeom>
              <a:avLst/>
              <a:gdLst>
                <a:gd name="connsiteX0" fmla="*/ 523800 w 532049"/>
                <a:gd name="connsiteY0" fmla="*/ 532049 h 532059"/>
                <a:gd name="connsiteX1" fmla="*/ 519222 w 532049"/>
                <a:gd name="connsiteY1" fmla="*/ 530667 h 532059"/>
                <a:gd name="connsiteX2" fmla="*/ 456552 w 532049"/>
                <a:gd name="connsiteY2" fmla="*/ 488887 h 532059"/>
                <a:gd name="connsiteX3" fmla="*/ 393881 w 532049"/>
                <a:gd name="connsiteY3" fmla="*/ 530667 h 532059"/>
                <a:gd name="connsiteX4" fmla="*/ 384725 w 532049"/>
                <a:gd name="connsiteY4" fmla="*/ 530667 h 532059"/>
                <a:gd name="connsiteX5" fmla="*/ 322055 w 532049"/>
                <a:gd name="connsiteY5" fmla="*/ 488887 h 532059"/>
                <a:gd name="connsiteX6" fmla="*/ 259384 w 532049"/>
                <a:gd name="connsiteY6" fmla="*/ 530667 h 532059"/>
                <a:gd name="connsiteX7" fmla="*/ 250228 w 532049"/>
                <a:gd name="connsiteY7" fmla="*/ 530667 h 532059"/>
                <a:gd name="connsiteX8" fmla="*/ 187558 w 532049"/>
                <a:gd name="connsiteY8" fmla="*/ 488887 h 532059"/>
                <a:gd name="connsiteX9" fmla="*/ 124887 w 532049"/>
                <a:gd name="connsiteY9" fmla="*/ 530667 h 532059"/>
                <a:gd name="connsiteX10" fmla="*/ 116411 w 532049"/>
                <a:gd name="connsiteY10" fmla="*/ 531080 h 532059"/>
                <a:gd name="connsiteX11" fmla="*/ 112060 w 532049"/>
                <a:gd name="connsiteY11" fmla="*/ 523800 h 532059"/>
                <a:gd name="connsiteX12" fmla="*/ 112060 w 532049"/>
                <a:gd name="connsiteY12" fmla="*/ 64279 h 532059"/>
                <a:gd name="connsiteX13" fmla="*/ 64279 w 532049"/>
                <a:gd name="connsiteY13" fmla="*/ 16498 h 532059"/>
                <a:gd name="connsiteX14" fmla="*/ 16498 w 532049"/>
                <a:gd name="connsiteY14" fmla="*/ 64279 h 532059"/>
                <a:gd name="connsiteX15" fmla="*/ 16498 w 532049"/>
                <a:gd name="connsiteY15" fmla="*/ 246557 h 532059"/>
                <a:gd name="connsiteX16" fmla="*/ 75497 w 532049"/>
                <a:gd name="connsiteY16" fmla="*/ 246557 h 532059"/>
                <a:gd name="connsiteX17" fmla="*/ 83746 w 532049"/>
                <a:gd name="connsiteY17" fmla="*/ 254806 h 532059"/>
                <a:gd name="connsiteX18" fmla="*/ 75497 w 532049"/>
                <a:gd name="connsiteY18" fmla="*/ 263055 h 532059"/>
                <a:gd name="connsiteX19" fmla="*/ 8249 w 532049"/>
                <a:gd name="connsiteY19" fmla="*/ 263055 h 532059"/>
                <a:gd name="connsiteX20" fmla="*/ 0 w 532049"/>
                <a:gd name="connsiteY20" fmla="*/ 254806 h 532059"/>
                <a:gd name="connsiteX21" fmla="*/ 0 w 532049"/>
                <a:gd name="connsiteY21" fmla="*/ 64279 h 532059"/>
                <a:gd name="connsiteX22" fmla="*/ 64279 w 532049"/>
                <a:gd name="connsiteY22" fmla="*/ 0 h 532059"/>
                <a:gd name="connsiteX23" fmla="*/ 72569 w 532049"/>
                <a:gd name="connsiteY23" fmla="*/ 536 h 532059"/>
                <a:gd name="connsiteX24" fmla="*/ 75497 w 532049"/>
                <a:gd name="connsiteY24" fmla="*/ 0 h 532059"/>
                <a:gd name="connsiteX25" fmla="*/ 467770 w 532049"/>
                <a:gd name="connsiteY25" fmla="*/ 0 h 532059"/>
                <a:gd name="connsiteX26" fmla="*/ 532049 w 532049"/>
                <a:gd name="connsiteY26" fmla="*/ 64279 h 532059"/>
                <a:gd name="connsiteX27" fmla="*/ 532049 w 532049"/>
                <a:gd name="connsiteY27" fmla="*/ 523800 h 532059"/>
                <a:gd name="connsiteX28" fmla="*/ 527698 w 532049"/>
                <a:gd name="connsiteY28" fmla="*/ 531080 h 532059"/>
                <a:gd name="connsiteX29" fmla="*/ 523800 w 532049"/>
                <a:gd name="connsiteY29" fmla="*/ 532049 h 532059"/>
                <a:gd name="connsiteX30" fmla="*/ 322055 w 532049"/>
                <a:gd name="connsiteY30" fmla="*/ 470719 h 532059"/>
                <a:gd name="connsiteX31" fmla="*/ 326633 w 532049"/>
                <a:gd name="connsiteY31" fmla="*/ 472101 h 532059"/>
                <a:gd name="connsiteX32" fmla="*/ 389303 w 532049"/>
                <a:gd name="connsiteY32" fmla="*/ 513881 h 532059"/>
                <a:gd name="connsiteX33" fmla="*/ 451974 w 532049"/>
                <a:gd name="connsiteY33" fmla="*/ 472101 h 532059"/>
                <a:gd name="connsiteX34" fmla="*/ 461130 w 532049"/>
                <a:gd name="connsiteY34" fmla="*/ 472101 h 532059"/>
                <a:gd name="connsiteX35" fmla="*/ 515551 w 532049"/>
                <a:gd name="connsiteY35" fmla="*/ 508375 h 532059"/>
                <a:gd name="connsiteX36" fmla="*/ 515551 w 532049"/>
                <a:gd name="connsiteY36" fmla="*/ 64279 h 532059"/>
                <a:gd name="connsiteX37" fmla="*/ 467770 w 532049"/>
                <a:gd name="connsiteY37" fmla="*/ 16498 h 532059"/>
                <a:gd name="connsiteX38" fmla="*/ 107255 w 532049"/>
                <a:gd name="connsiteY38" fmla="*/ 16498 h 532059"/>
                <a:gd name="connsiteX39" fmla="*/ 128578 w 532049"/>
                <a:gd name="connsiteY39" fmla="*/ 64279 h 532059"/>
                <a:gd name="connsiteX40" fmla="*/ 128578 w 532049"/>
                <a:gd name="connsiteY40" fmla="*/ 508375 h 532059"/>
                <a:gd name="connsiteX41" fmla="*/ 183000 w 532049"/>
                <a:gd name="connsiteY41" fmla="*/ 472101 h 532059"/>
                <a:gd name="connsiteX42" fmla="*/ 192156 w 532049"/>
                <a:gd name="connsiteY42" fmla="*/ 472101 h 532059"/>
                <a:gd name="connsiteX43" fmla="*/ 254827 w 532049"/>
                <a:gd name="connsiteY43" fmla="*/ 513881 h 532059"/>
                <a:gd name="connsiteX44" fmla="*/ 317497 w 532049"/>
                <a:gd name="connsiteY44" fmla="*/ 472101 h 532059"/>
                <a:gd name="connsiteX45" fmla="*/ 322075 w 532049"/>
                <a:gd name="connsiteY45" fmla="*/ 470719 h 53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532049" h="532059">
                  <a:moveTo>
                    <a:pt x="523800" y="532049"/>
                  </a:moveTo>
                  <a:cubicBezTo>
                    <a:pt x="522192" y="532049"/>
                    <a:pt x="520604" y="531575"/>
                    <a:pt x="519222" y="530667"/>
                  </a:cubicBezTo>
                  <a:lnTo>
                    <a:pt x="456552" y="488887"/>
                  </a:lnTo>
                  <a:lnTo>
                    <a:pt x="393881" y="530667"/>
                  </a:lnTo>
                  <a:cubicBezTo>
                    <a:pt x="391118" y="532523"/>
                    <a:pt x="387509" y="532523"/>
                    <a:pt x="384725" y="530667"/>
                  </a:cubicBezTo>
                  <a:lnTo>
                    <a:pt x="322055" y="488887"/>
                  </a:lnTo>
                  <a:lnTo>
                    <a:pt x="259384" y="530667"/>
                  </a:lnTo>
                  <a:cubicBezTo>
                    <a:pt x="256621" y="532523"/>
                    <a:pt x="253012" y="532523"/>
                    <a:pt x="250228" y="530667"/>
                  </a:cubicBezTo>
                  <a:lnTo>
                    <a:pt x="187558" y="488887"/>
                  </a:lnTo>
                  <a:lnTo>
                    <a:pt x="124887" y="530667"/>
                  </a:lnTo>
                  <a:cubicBezTo>
                    <a:pt x="122351" y="532359"/>
                    <a:pt x="119092" y="532503"/>
                    <a:pt x="116411" y="531080"/>
                  </a:cubicBezTo>
                  <a:cubicBezTo>
                    <a:pt x="113731" y="529636"/>
                    <a:pt x="112060" y="526852"/>
                    <a:pt x="112060" y="523800"/>
                  </a:cubicBezTo>
                  <a:lnTo>
                    <a:pt x="112060" y="64279"/>
                  </a:lnTo>
                  <a:cubicBezTo>
                    <a:pt x="112060" y="37924"/>
                    <a:pt x="90613" y="16498"/>
                    <a:pt x="64279" y="16498"/>
                  </a:cubicBezTo>
                  <a:cubicBezTo>
                    <a:pt x="37945" y="16498"/>
                    <a:pt x="16498" y="37945"/>
                    <a:pt x="16498" y="64279"/>
                  </a:cubicBezTo>
                  <a:lnTo>
                    <a:pt x="16498" y="246557"/>
                  </a:lnTo>
                  <a:lnTo>
                    <a:pt x="75497" y="246557"/>
                  </a:lnTo>
                  <a:cubicBezTo>
                    <a:pt x="80055" y="246557"/>
                    <a:pt x="83746" y="250249"/>
                    <a:pt x="83746" y="254806"/>
                  </a:cubicBezTo>
                  <a:cubicBezTo>
                    <a:pt x="83746" y="259364"/>
                    <a:pt x="80055" y="263055"/>
                    <a:pt x="75497" y="263055"/>
                  </a:cubicBezTo>
                  <a:lnTo>
                    <a:pt x="8249" y="263055"/>
                  </a:lnTo>
                  <a:cubicBezTo>
                    <a:pt x="3691" y="263055"/>
                    <a:pt x="0" y="259364"/>
                    <a:pt x="0" y="254806"/>
                  </a:cubicBezTo>
                  <a:lnTo>
                    <a:pt x="0" y="64279"/>
                  </a:lnTo>
                  <a:cubicBezTo>
                    <a:pt x="0" y="28830"/>
                    <a:pt x="28830" y="0"/>
                    <a:pt x="64279" y="0"/>
                  </a:cubicBezTo>
                  <a:cubicBezTo>
                    <a:pt x="67084" y="0"/>
                    <a:pt x="69847" y="186"/>
                    <a:pt x="72569" y="536"/>
                  </a:cubicBezTo>
                  <a:cubicBezTo>
                    <a:pt x="73476" y="186"/>
                    <a:pt x="74466" y="0"/>
                    <a:pt x="75497" y="0"/>
                  </a:cubicBezTo>
                  <a:lnTo>
                    <a:pt x="467770" y="0"/>
                  </a:lnTo>
                  <a:cubicBezTo>
                    <a:pt x="503220" y="0"/>
                    <a:pt x="532049" y="28830"/>
                    <a:pt x="532049" y="64279"/>
                  </a:cubicBezTo>
                  <a:lnTo>
                    <a:pt x="532049" y="523800"/>
                  </a:lnTo>
                  <a:cubicBezTo>
                    <a:pt x="532049" y="526852"/>
                    <a:pt x="530379" y="529636"/>
                    <a:pt x="527698" y="531080"/>
                  </a:cubicBezTo>
                  <a:cubicBezTo>
                    <a:pt x="526481" y="531740"/>
                    <a:pt x="525141" y="532049"/>
                    <a:pt x="523800" y="532049"/>
                  </a:cubicBezTo>
                  <a:close/>
                  <a:moveTo>
                    <a:pt x="322055" y="470719"/>
                  </a:moveTo>
                  <a:cubicBezTo>
                    <a:pt x="323642" y="470719"/>
                    <a:pt x="325251" y="471173"/>
                    <a:pt x="326633" y="472101"/>
                  </a:cubicBezTo>
                  <a:lnTo>
                    <a:pt x="389303" y="513881"/>
                  </a:lnTo>
                  <a:lnTo>
                    <a:pt x="451974" y="472101"/>
                  </a:lnTo>
                  <a:cubicBezTo>
                    <a:pt x="454737" y="470245"/>
                    <a:pt x="458346" y="470245"/>
                    <a:pt x="461130" y="472101"/>
                  </a:cubicBezTo>
                  <a:lnTo>
                    <a:pt x="515551" y="508375"/>
                  </a:lnTo>
                  <a:lnTo>
                    <a:pt x="515551" y="64279"/>
                  </a:lnTo>
                  <a:cubicBezTo>
                    <a:pt x="515551" y="37924"/>
                    <a:pt x="494104" y="16498"/>
                    <a:pt x="467770" y="16498"/>
                  </a:cubicBezTo>
                  <a:lnTo>
                    <a:pt x="107255" y="16498"/>
                  </a:lnTo>
                  <a:cubicBezTo>
                    <a:pt x="120350" y="28273"/>
                    <a:pt x="128578" y="45327"/>
                    <a:pt x="128578" y="64279"/>
                  </a:cubicBezTo>
                  <a:lnTo>
                    <a:pt x="128578" y="508375"/>
                  </a:lnTo>
                  <a:lnTo>
                    <a:pt x="183000" y="472101"/>
                  </a:lnTo>
                  <a:cubicBezTo>
                    <a:pt x="185763" y="470245"/>
                    <a:pt x="189372" y="470245"/>
                    <a:pt x="192156" y="472101"/>
                  </a:cubicBezTo>
                  <a:lnTo>
                    <a:pt x="254827" y="513881"/>
                  </a:lnTo>
                  <a:lnTo>
                    <a:pt x="317497" y="472101"/>
                  </a:lnTo>
                  <a:cubicBezTo>
                    <a:pt x="318879" y="471173"/>
                    <a:pt x="320488" y="470719"/>
                    <a:pt x="322075" y="470719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8" name="Forma Livre: Forma 107">
              <a:extLst>
                <a:ext uri="{FF2B5EF4-FFF2-40B4-BE49-F238E27FC236}">
                  <a16:creationId xmlns:a16="http://schemas.microsoft.com/office/drawing/2014/main" id="{325EEF34-A4E9-A01C-8D44-2EF0C7073906}"/>
                </a:ext>
              </a:extLst>
            </p:cNvPr>
            <p:cNvSpPr/>
            <p:nvPr/>
          </p:nvSpPr>
          <p:spPr>
            <a:xfrm>
              <a:off x="4569763" y="4914167"/>
              <a:ext cx="128578" cy="16497"/>
            </a:xfrm>
            <a:custGeom>
              <a:avLst/>
              <a:gdLst>
                <a:gd name="connsiteX0" fmla="*/ 120330 w 128578"/>
                <a:gd name="connsiteY0" fmla="*/ 16498 h 16497"/>
                <a:gd name="connsiteX1" fmla="*/ 8249 w 128578"/>
                <a:gd name="connsiteY1" fmla="*/ 16498 h 16497"/>
                <a:gd name="connsiteX2" fmla="*/ 0 w 128578"/>
                <a:gd name="connsiteY2" fmla="*/ 8249 h 16497"/>
                <a:gd name="connsiteX3" fmla="*/ 8249 w 128578"/>
                <a:gd name="connsiteY3" fmla="*/ 0 h 16497"/>
                <a:gd name="connsiteX4" fmla="*/ 120330 w 128578"/>
                <a:gd name="connsiteY4" fmla="*/ 0 h 16497"/>
                <a:gd name="connsiteX5" fmla="*/ 128578 w 128578"/>
                <a:gd name="connsiteY5" fmla="*/ 8249 h 16497"/>
                <a:gd name="connsiteX6" fmla="*/ 120330 w 128578"/>
                <a:gd name="connsiteY6" fmla="*/ 16498 h 16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8578" h="16497">
                  <a:moveTo>
                    <a:pt x="120330" y="16498"/>
                  </a:moveTo>
                  <a:lnTo>
                    <a:pt x="8249" y="16498"/>
                  </a:lnTo>
                  <a:cubicBezTo>
                    <a:pt x="3691" y="16498"/>
                    <a:pt x="0" y="12806"/>
                    <a:pt x="0" y="8249"/>
                  </a:cubicBezTo>
                  <a:cubicBezTo>
                    <a:pt x="0" y="3691"/>
                    <a:pt x="3691" y="0"/>
                    <a:pt x="8249" y="0"/>
                  </a:cubicBezTo>
                  <a:lnTo>
                    <a:pt x="120330" y="0"/>
                  </a:lnTo>
                  <a:cubicBezTo>
                    <a:pt x="124887" y="0"/>
                    <a:pt x="128578" y="3691"/>
                    <a:pt x="128578" y="8249"/>
                  </a:cubicBezTo>
                  <a:cubicBezTo>
                    <a:pt x="128578" y="12806"/>
                    <a:pt x="124887" y="16498"/>
                    <a:pt x="120330" y="16498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09" name="Forma Livre: Forma 108">
              <a:extLst>
                <a:ext uri="{FF2B5EF4-FFF2-40B4-BE49-F238E27FC236}">
                  <a16:creationId xmlns:a16="http://schemas.microsoft.com/office/drawing/2014/main" id="{7FD56F73-7679-2350-9A7B-CE7E654C8C94}"/>
                </a:ext>
              </a:extLst>
            </p:cNvPr>
            <p:cNvSpPr/>
            <p:nvPr/>
          </p:nvSpPr>
          <p:spPr>
            <a:xfrm>
              <a:off x="4569763" y="4981416"/>
              <a:ext cx="128578" cy="16497"/>
            </a:xfrm>
            <a:custGeom>
              <a:avLst/>
              <a:gdLst>
                <a:gd name="connsiteX0" fmla="*/ 120330 w 128578"/>
                <a:gd name="connsiteY0" fmla="*/ 16498 h 16497"/>
                <a:gd name="connsiteX1" fmla="*/ 8249 w 128578"/>
                <a:gd name="connsiteY1" fmla="*/ 16498 h 16497"/>
                <a:gd name="connsiteX2" fmla="*/ 0 w 128578"/>
                <a:gd name="connsiteY2" fmla="*/ 8249 h 16497"/>
                <a:gd name="connsiteX3" fmla="*/ 8249 w 128578"/>
                <a:gd name="connsiteY3" fmla="*/ 0 h 16497"/>
                <a:gd name="connsiteX4" fmla="*/ 120330 w 128578"/>
                <a:gd name="connsiteY4" fmla="*/ 0 h 16497"/>
                <a:gd name="connsiteX5" fmla="*/ 128578 w 128578"/>
                <a:gd name="connsiteY5" fmla="*/ 8249 h 16497"/>
                <a:gd name="connsiteX6" fmla="*/ 120330 w 128578"/>
                <a:gd name="connsiteY6" fmla="*/ 16498 h 16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8578" h="16497">
                  <a:moveTo>
                    <a:pt x="120330" y="16498"/>
                  </a:moveTo>
                  <a:lnTo>
                    <a:pt x="8249" y="16498"/>
                  </a:lnTo>
                  <a:cubicBezTo>
                    <a:pt x="3691" y="16498"/>
                    <a:pt x="0" y="12806"/>
                    <a:pt x="0" y="8249"/>
                  </a:cubicBezTo>
                  <a:cubicBezTo>
                    <a:pt x="0" y="3691"/>
                    <a:pt x="3691" y="0"/>
                    <a:pt x="8249" y="0"/>
                  </a:cubicBezTo>
                  <a:lnTo>
                    <a:pt x="120330" y="0"/>
                  </a:lnTo>
                  <a:cubicBezTo>
                    <a:pt x="124887" y="0"/>
                    <a:pt x="128578" y="3691"/>
                    <a:pt x="128578" y="8249"/>
                  </a:cubicBezTo>
                  <a:cubicBezTo>
                    <a:pt x="128578" y="12806"/>
                    <a:pt x="124887" y="16498"/>
                    <a:pt x="120330" y="16498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0" name="Forma Livre: Forma 109">
              <a:extLst>
                <a:ext uri="{FF2B5EF4-FFF2-40B4-BE49-F238E27FC236}">
                  <a16:creationId xmlns:a16="http://schemas.microsoft.com/office/drawing/2014/main" id="{DBFDA643-D87E-0A01-D903-3332DF3C8945}"/>
                </a:ext>
              </a:extLst>
            </p:cNvPr>
            <p:cNvSpPr/>
            <p:nvPr/>
          </p:nvSpPr>
          <p:spPr>
            <a:xfrm>
              <a:off x="4569763" y="5048644"/>
              <a:ext cx="128578" cy="16497"/>
            </a:xfrm>
            <a:custGeom>
              <a:avLst/>
              <a:gdLst>
                <a:gd name="connsiteX0" fmla="*/ 120330 w 128578"/>
                <a:gd name="connsiteY0" fmla="*/ 16498 h 16497"/>
                <a:gd name="connsiteX1" fmla="*/ 8249 w 128578"/>
                <a:gd name="connsiteY1" fmla="*/ 16498 h 16497"/>
                <a:gd name="connsiteX2" fmla="*/ 0 w 128578"/>
                <a:gd name="connsiteY2" fmla="*/ 8249 h 16497"/>
                <a:gd name="connsiteX3" fmla="*/ 8249 w 128578"/>
                <a:gd name="connsiteY3" fmla="*/ 0 h 16497"/>
                <a:gd name="connsiteX4" fmla="*/ 120330 w 128578"/>
                <a:gd name="connsiteY4" fmla="*/ 0 h 16497"/>
                <a:gd name="connsiteX5" fmla="*/ 128578 w 128578"/>
                <a:gd name="connsiteY5" fmla="*/ 8249 h 16497"/>
                <a:gd name="connsiteX6" fmla="*/ 120330 w 128578"/>
                <a:gd name="connsiteY6" fmla="*/ 16498 h 16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8578" h="16497">
                  <a:moveTo>
                    <a:pt x="120330" y="16498"/>
                  </a:moveTo>
                  <a:lnTo>
                    <a:pt x="8249" y="16498"/>
                  </a:lnTo>
                  <a:cubicBezTo>
                    <a:pt x="3691" y="16498"/>
                    <a:pt x="0" y="12806"/>
                    <a:pt x="0" y="8249"/>
                  </a:cubicBezTo>
                  <a:cubicBezTo>
                    <a:pt x="0" y="3691"/>
                    <a:pt x="3691" y="0"/>
                    <a:pt x="8249" y="0"/>
                  </a:cubicBezTo>
                  <a:lnTo>
                    <a:pt x="120330" y="0"/>
                  </a:lnTo>
                  <a:cubicBezTo>
                    <a:pt x="124887" y="0"/>
                    <a:pt x="128578" y="3691"/>
                    <a:pt x="128578" y="8249"/>
                  </a:cubicBezTo>
                  <a:cubicBezTo>
                    <a:pt x="128578" y="12806"/>
                    <a:pt x="124887" y="16498"/>
                    <a:pt x="120330" y="16498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1" name="Forma Livre: Forma 110">
              <a:extLst>
                <a:ext uri="{FF2B5EF4-FFF2-40B4-BE49-F238E27FC236}">
                  <a16:creationId xmlns:a16="http://schemas.microsoft.com/office/drawing/2014/main" id="{9792AB65-9185-EC85-9347-15D26D3726D3}"/>
                </a:ext>
              </a:extLst>
            </p:cNvPr>
            <p:cNvSpPr/>
            <p:nvPr/>
          </p:nvSpPr>
          <p:spPr>
            <a:xfrm>
              <a:off x="4412870" y="5160746"/>
              <a:ext cx="285471" cy="16497"/>
            </a:xfrm>
            <a:custGeom>
              <a:avLst/>
              <a:gdLst>
                <a:gd name="connsiteX0" fmla="*/ 277222 w 285471"/>
                <a:gd name="connsiteY0" fmla="*/ 16498 h 16497"/>
                <a:gd name="connsiteX1" fmla="*/ 8249 w 285471"/>
                <a:gd name="connsiteY1" fmla="*/ 16498 h 16497"/>
                <a:gd name="connsiteX2" fmla="*/ 0 w 285471"/>
                <a:gd name="connsiteY2" fmla="*/ 8249 h 16497"/>
                <a:gd name="connsiteX3" fmla="*/ 8249 w 285471"/>
                <a:gd name="connsiteY3" fmla="*/ 0 h 16497"/>
                <a:gd name="connsiteX4" fmla="*/ 277222 w 285471"/>
                <a:gd name="connsiteY4" fmla="*/ 0 h 16497"/>
                <a:gd name="connsiteX5" fmla="*/ 285471 w 285471"/>
                <a:gd name="connsiteY5" fmla="*/ 8249 h 16497"/>
                <a:gd name="connsiteX6" fmla="*/ 277222 w 285471"/>
                <a:gd name="connsiteY6" fmla="*/ 16498 h 16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5471" h="16497">
                  <a:moveTo>
                    <a:pt x="277222" y="16498"/>
                  </a:moveTo>
                  <a:lnTo>
                    <a:pt x="8249" y="16498"/>
                  </a:lnTo>
                  <a:cubicBezTo>
                    <a:pt x="3691" y="16498"/>
                    <a:pt x="0" y="12806"/>
                    <a:pt x="0" y="8249"/>
                  </a:cubicBezTo>
                  <a:cubicBezTo>
                    <a:pt x="0" y="3691"/>
                    <a:pt x="3691" y="0"/>
                    <a:pt x="8249" y="0"/>
                  </a:cubicBezTo>
                  <a:lnTo>
                    <a:pt x="277222" y="0"/>
                  </a:lnTo>
                  <a:cubicBezTo>
                    <a:pt x="281780" y="0"/>
                    <a:pt x="285471" y="3691"/>
                    <a:pt x="285471" y="8249"/>
                  </a:cubicBezTo>
                  <a:cubicBezTo>
                    <a:pt x="285471" y="12806"/>
                    <a:pt x="281780" y="16498"/>
                    <a:pt x="277222" y="16498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2" name="Forma Livre: Forma 111">
              <a:extLst>
                <a:ext uri="{FF2B5EF4-FFF2-40B4-BE49-F238E27FC236}">
                  <a16:creationId xmlns:a16="http://schemas.microsoft.com/office/drawing/2014/main" id="{883226CF-5204-63A6-166A-9B5B8135C80D}"/>
                </a:ext>
              </a:extLst>
            </p:cNvPr>
            <p:cNvSpPr/>
            <p:nvPr/>
          </p:nvSpPr>
          <p:spPr>
            <a:xfrm>
              <a:off x="4412870" y="5227994"/>
              <a:ext cx="285471" cy="16497"/>
            </a:xfrm>
            <a:custGeom>
              <a:avLst/>
              <a:gdLst>
                <a:gd name="connsiteX0" fmla="*/ 277222 w 285471"/>
                <a:gd name="connsiteY0" fmla="*/ 16498 h 16497"/>
                <a:gd name="connsiteX1" fmla="*/ 8249 w 285471"/>
                <a:gd name="connsiteY1" fmla="*/ 16498 h 16497"/>
                <a:gd name="connsiteX2" fmla="*/ 0 w 285471"/>
                <a:gd name="connsiteY2" fmla="*/ 8249 h 16497"/>
                <a:gd name="connsiteX3" fmla="*/ 8249 w 285471"/>
                <a:gd name="connsiteY3" fmla="*/ 0 h 16497"/>
                <a:gd name="connsiteX4" fmla="*/ 277222 w 285471"/>
                <a:gd name="connsiteY4" fmla="*/ 0 h 16497"/>
                <a:gd name="connsiteX5" fmla="*/ 285471 w 285471"/>
                <a:gd name="connsiteY5" fmla="*/ 8249 h 16497"/>
                <a:gd name="connsiteX6" fmla="*/ 277222 w 285471"/>
                <a:gd name="connsiteY6" fmla="*/ 16498 h 16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5471" h="16497">
                  <a:moveTo>
                    <a:pt x="277222" y="16498"/>
                  </a:moveTo>
                  <a:lnTo>
                    <a:pt x="8249" y="16498"/>
                  </a:lnTo>
                  <a:cubicBezTo>
                    <a:pt x="3691" y="16498"/>
                    <a:pt x="0" y="12806"/>
                    <a:pt x="0" y="8249"/>
                  </a:cubicBezTo>
                  <a:cubicBezTo>
                    <a:pt x="0" y="3691"/>
                    <a:pt x="3691" y="0"/>
                    <a:pt x="8249" y="0"/>
                  </a:cubicBezTo>
                  <a:lnTo>
                    <a:pt x="277222" y="0"/>
                  </a:lnTo>
                  <a:cubicBezTo>
                    <a:pt x="281780" y="0"/>
                    <a:pt x="285471" y="3691"/>
                    <a:pt x="285471" y="8249"/>
                  </a:cubicBezTo>
                  <a:cubicBezTo>
                    <a:pt x="285471" y="12806"/>
                    <a:pt x="281780" y="16498"/>
                    <a:pt x="277222" y="16498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116" name="Gráfico 10">
            <a:extLst>
              <a:ext uri="{FF2B5EF4-FFF2-40B4-BE49-F238E27FC236}">
                <a16:creationId xmlns:a16="http://schemas.microsoft.com/office/drawing/2014/main" id="{E12901D3-2F1E-E533-CAEC-28977559235A}"/>
              </a:ext>
            </a:extLst>
          </p:cNvPr>
          <p:cNvGrpSpPr/>
          <p:nvPr/>
        </p:nvGrpSpPr>
        <p:grpSpPr>
          <a:xfrm>
            <a:off x="4806940" y="5327013"/>
            <a:ext cx="532049" cy="487268"/>
            <a:chOff x="5223400" y="4846919"/>
            <a:chExt cx="532049" cy="487268"/>
          </a:xfrm>
          <a:solidFill>
            <a:schemeClr val="tx1"/>
          </a:solidFill>
        </p:grpSpPr>
        <p:sp>
          <p:nvSpPr>
            <p:cNvPr id="117" name="Forma Livre: Forma 116">
              <a:extLst>
                <a:ext uri="{FF2B5EF4-FFF2-40B4-BE49-F238E27FC236}">
                  <a16:creationId xmlns:a16="http://schemas.microsoft.com/office/drawing/2014/main" id="{1637E1B0-ACF6-C867-1D07-C04DC723E658}"/>
                </a:ext>
              </a:extLst>
            </p:cNvPr>
            <p:cNvSpPr/>
            <p:nvPr/>
          </p:nvSpPr>
          <p:spPr>
            <a:xfrm>
              <a:off x="5223400" y="4846919"/>
              <a:ext cx="532049" cy="16497"/>
            </a:xfrm>
            <a:custGeom>
              <a:avLst/>
              <a:gdLst>
                <a:gd name="connsiteX0" fmla="*/ 523800 w 532049"/>
                <a:gd name="connsiteY0" fmla="*/ 16498 h 16497"/>
                <a:gd name="connsiteX1" fmla="*/ 8249 w 532049"/>
                <a:gd name="connsiteY1" fmla="*/ 16498 h 16497"/>
                <a:gd name="connsiteX2" fmla="*/ 0 w 532049"/>
                <a:gd name="connsiteY2" fmla="*/ 8249 h 16497"/>
                <a:gd name="connsiteX3" fmla="*/ 8249 w 532049"/>
                <a:gd name="connsiteY3" fmla="*/ 0 h 16497"/>
                <a:gd name="connsiteX4" fmla="*/ 523800 w 532049"/>
                <a:gd name="connsiteY4" fmla="*/ 0 h 16497"/>
                <a:gd name="connsiteX5" fmla="*/ 532049 w 532049"/>
                <a:gd name="connsiteY5" fmla="*/ 8249 h 16497"/>
                <a:gd name="connsiteX6" fmla="*/ 523800 w 532049"/>
                <a:gd name="connsiteY6" fmla="*/ 16498 h 16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2049" h="16497">
                  <a:moveTo>
                    <a:pt x="523800" y="16498"/>
                  </a:moveTo>
                  <a:lnTo>
                    <a:pt x="8249" y="16498"/>
                  </a:lnTo>
                  <a:cubicBezTo>
                    <a:pt x="3691" y="16498"/>
                    <a:pt x="0" y="12806"/>
                    <a:pt x="0" y="8249"/>
                  </a:cubicBezTo>
                  <a:cubicBezTo>
                    <a:pt x="0" y="3691"/>
                    <a:pt x="3691" y="0"/>
                    <a:pt x="8249" y="0"/>
                  </a:cubicBezTo>
                  <a:lnTo>
                    <a:pt x="523800" y="0"/>
                  </a:lnTo>
                  <a:cubicBezTo>
                    <a:pt x="528358" y="0"/>
                    <a:pt x="532049" y="3691"/>
                    <a:pt x="532049" y="8249"/>
                  </a:cubicBezTo>
                  <a:cubicBezTo>
                    <a:pt x="532049" y="12806"/>
                    <a:pt x="528358" y="16498"/>
                    <a:pt x="523800" y="16498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8" name="Forma Livre: Forma 117">
              <a:extLst>
                <a:ext uri="{FF2B5EF4-FFF2-40B4-BE49-F238E27FC236}">
                  <a16:creationId xmlns:a16="http://schemas.microsoft.com/office/drawing/2014/main" id="{0AE759EE-AFCC-9023-3AD6-1DE65073034B}"/>
                </a:ext>
              </a:extLst>
            </p:cNvPr>
            <p:cNvSpPr/>
            <p:nvPr/>
          </p:nvSpPr>
          <p:spPr>
            <a:xfrm>
              <a:off x="5257014" y="4846960"/>
              <a:ext cx="476018" cy="487227"/>
            </a:xfrm>
            <a:custGeom>
              <a:avLst/>
              <a:gdLst>
                <a:gd name="connsiteX0" fmla="*/ 467770 w 476018"/>
                <a:gd name="connsiteY0" fmla="*/ 487217 h 487227"/>
                <a:gd name="connsiteX1" fmla="*/ 463192 w 476018"/>
                <a:gd name="connsiteY1" fmla="*/ 485835 h 487227"/>
                <a:gd name="connsiteX2" fmla="*/ 400522 w 476018"/>
                <a:gd name="connsiteY2" fmla="*/ 444055 h 487227"/>
                <a:gd name="connsiteX3" fmla="*/ 337851 w 476018"/>
                <a:gd name="connsiteY3" fmla="*/ 485835 h 487227"/>
                <a:gd name="connsiteX4" fmla="*/ 328695 w 476018"/>
                <a:gd name="connsiteY4" fmla="*/ 485835 h 487227"/>
                <a:gd name="connsiteX5" fmla="*/ 266025 w 476018"/>
                <a:gd name="connsiteY5" fmla="*/ 444055 h 487227"/>
                <a:gd name="connsiteX6" fmla="*/ 203354 w 476018"/>
                <a:gd name="connsiteY6" fmla="*/ 485835 h 487227"/>
                <a:gd name="connsiteX7" fmla="*/ 194198 w 476018"/>
                <a:gd name="connsiteY7" fmla="*/ 485835 h 487227"/>
                <a:gd name="connsiteX8" fmla="*/ 131527 w 476018"/>
                <a:gd name="connsiteY8" fmla="*/ 444055 h 487227"/>
                <a:gd name="connsiteX9" fmla="*/ 68857 w 476018"/>
                <a:gd name="connsiteY9" fmla="*/ 485835 h 487227"/>
                <a:gd name="connsiteX10" fmla="*/ 60381 w 476018"/>
                <a:gd name="connsiteY10" fmla="*/ 486248 h 487227"/>
                <a:gd name="connsiteX11" fmla="*/ 56030 w 476018"/>
                <a:gd name="connsiteY11" fmla="*/ 478968 h 487227"/>
                <a:gd name="connsiteX12" fmla="*/ 56030 w 476018"/>
                <a:gd name="connsiteY12" fmla="*/ 64279 h 487227"/>
                <a:gd name="connsiteX13" fmla="*/ 8249 w 476018"/>
                <a:gd name="connsiteY13" fmla="*/ 16498 h 487227"/>
                <a:gd name="connsiteX14" fmla="*/ 0 w 476018"/>
                <a:gd name="connsiteY14" fmla="*/ 8249 h 487227"/>
                <a:gd name="connsiteX15" fmla="*/ 8249 w 476018"/>
                <a:gd name="connsiteY15" fmla="*/ 0 h 487227"/>
                <a:gd name="connsiteX16" fmla="*/ 16539 w 476018"/>
                <a:gd name="connsiteY16" fmla="*/ 536 h 487227"/>
                <a:gd name="connsiteX17" fmla="*/ 19467 w 476018"/>
                <a:gd name="connsiteY17" fmla="*/ 0 h 487227"/>
                <a:gd name="connsiteX18" fmla="*/ 411740 w 476018"/>
                <a:gd name="connsiteY18" fmla="*/ 0 h 487227"/>
                <a:gd name="connsiteX19" fmla="*/ 476019 w 476018"/>
                <a:gd name="connsiteY19" fmla="*/ 64279 h 487227"/>
                <a:gd name="connsiteX20" fmla="*/ 476019 w 476018"/>
                <a:gd name="connsiteY20" fmla="*/ 478968 h 487227"/>
                <a:gd name="connsiteX21" fmla="*/ 471668 w 476018"/>
                <a:gd name="connsiteY21" fmla="*/ 486248 h 487227"/>
                <a:gd name="connsiteX22" fmla="*/ 467770 w 476018"/>
                <a:gd name="connsiteY22" fmla="*/ 487217 h 487227"/>
                <a:gd name="connsiteX23" fmla="*/ 131548 w 476018"/>
                <a:gd name="connsiteY23" fmla="*/ 425887 h 487227"/>
                <a:gd name="connsiteX24" fmla="*/ 136126 w 476018"/>
                <a:gd name="connsiteY24" fmla="*/ 427268 h 487227"/>
                <a:gd name="connsiteX25" fmla="*/ 198796 w 476018"/>
                <a:gd name="connsiteY25" fmla="*/ 469049 h 487227"/>
                <a:gd name="connsiteX26" fmla="*/ 261467 w 476018"/>
                <a:gd name="connsiteY26" fmla="*/ 427268 h 487227"/>
                <a:gd name="connsiteX27" fmla="*/ 270623 w 476018"/>
                <a:gd name="connsiteY27" fmla="*/ 427268 h 487227"/>
                <a:gd name="connsiteX28" fmla="*/ 333293 w 476018"/>
                <a:gd name="connsiteY28" fmla="*/ 469049 h 487227"/>
                <a:gd name="connsiteX29" fmla="*/ 395964 w 476018"/>
                <a:gd name="connsiteY29" fmla="*/ 427268 h 487227"/>
                <a:gd name="connsiteX30" fmla="*/ 405120 w 476018"/>
                <a:gd name="connsiteY30" fmla="*/ 427268 h 487227"/>
                <a:gd name="connsiteX31" fmla="*/ 459542 w 476018"/>
                <a:gd name="connsiteY31" fmla="*/ 463543 h 487227"/>
                <a:gd name="connsiteX32" fmla="*/ 459542 w 476018"/>
                <a:gd name="connsiteY32" fmla="*/ 64279 h 487227"/>
                <a:gd name="connsiteX33" fmla="*/ 411761 w 476018"/>
                <a:gd name="connsiteY33" fmla="*/ 16498 h 487227"/>
                <a:gd name="connsiteX34" fmla="*/ 51246 w 476018"/>
                <a:gd name="connsiteY34" fmla="*/ 16498 h 487227"/>
                <a:gd name="connsiteX35" fmla="*/ 72569 w 476018"/>
                <a:gd name="connsiteY35" fmla="*/ 64279 h 487227"/>
                <a:gd name="connsiteX36" fmla="*/ 72569 w 476018"/>
                <a:gd name="connsiteY36" fmla="*/ 463543 h 487227"/>
                <a:gd name="connsiteX37" fmla="*/ 126991 w 476018"/>
                <a:gd name="connsiteY37" fmla="*/ 427268 h 487227"/>
                <a:gd name="connsiteX38" fmla="*/ 131569 w 476018"/>
                <a:gd name="connsiteY38" fmla="*/ 425887 h 4872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476018" h="487227">
                  <a:moveTo>
                    <a:pt x="467770" y="487217"/>
                  </a:moveTo>
                  <a:cubicBezTo>
                    <a:pt x="466162" y="487217"/>
                    <a:pt x="464574" y="486743"/>
                    <a:pt x="463192" y="485835"/>
                  </a:cubicBezTo>
                  <a:lnTo>
                    <a:pt x="400522" y="444055"/>
                  </a:lnTo>
                  <a:lnTo>
                    <a:pt x="337851" y="485835"/>
                  </a:lnTo>
                  <a:cubicBezTo>
                    <a:pt x="335088" y="487691"/>
                    <a:pt x="331479" y="487691"/>
                    <a:pt x="328695" y="485835"/>
                  </a:cubicBezTo>
                  <a:lnTo>
                    <a:pt x="266025" y="444055"/>
                  </a:lnTo>
                  <a:lnTo>
                    <a:pt x="203354" y="485835"/>
                  </a:lnTo>
                  <a:cubicBezTo>
                    <a:pt x="200591" y="487691"/>
                    <a:pt x="196982" y="487691"/>
                    <a:pt x="194198" y="485835"/>
                  </a:cubicBezTo>
                  <a:lnTo>
                    <a:pt x="131527" y="444055"/>
                  </a:lnTo>
                  <a:lnTo>
                    <a:pt x="68857" y="485835"/>
                  </a:lnTo>
                  <a:cubicBezTo>
                    <a:pt x="66320" y="487526"/>
                    <a:pt x="63062" y="487670"/>
                    <a:pt x="60381" y="486248"/>
                  </a:cubicBezTo>
                  <a:cubicBezTo>
                    <a:pt x="57700" y="484804"/>
                    <a:pt x="56030" y="482020"/>
                    <a:pt x="56030" y="478968"/>
                  </a:cubicBezTo>
                  <a:lnTo>
                    <a:pt x="56030" y="64279"/>
                  </a:lnTo>
                  <a:cubicBezTo>
                    <a:pt x="56030" y="37924"/>
                    <a:pt x="34583" y="16498"/>
                    <a:pt x="8249" y="16498"/>
                  </a:cubicBezTo>
                  <a:cubicBezTo>
                    <a:pt x="3691" y="16498"/>
                    <a:pt x="0" y="12806"/>
                    <a:pt x="0" y="8249"/>
                  </a:cubicBezTo>
                  <a:cubicBezTo>
                    <a:pt x="0" y="3691"/>
                    <a:pt x="3691" y="0"/>
                    <a:pt x="8249" y="0"/>
                  </a:cubicBezTo>
                  <a:cubicBezTo>
                    <a:pt x="11053" y="0"/>
                    <a:pt x="13817" y="186"/>
                    <a:pt x="16539" y="536"/>
                  </a:cubicBezTo>
                  <a:cubicBezTo>
                    <a:pt x="17446" y="186"/>
                    <a:pt x="18436" y="0"/>
                    <a:pt x="19467" y="0"/>
                  </a:cubicBezTo>
                  <a:lnTo>
                    <a:pt x="411740" y="0"/>
                  </a:lnTo>
                  <a:cubicBezTo>
                    <a:pt x="447189" y="0"/>
                    <a:pt x="476019" y="28830"/>
                    <a:pt x="476019" y="64279"/>
                  </a:cubicBezTo>
                  <a:lnTo>
                    <a:pt x="476019" y="478968"/>
                  </a:lnTo>
                  <a:cubicBezTo>
                    <a:pt x="476019" y="482020"/>
                    <a:pt x="474349" y="484804"/>
                    <a:pt x="471668" y="486248"/>
                  </a:cubicBezTo>
                  <a:cubicBezTo>
                    <a:pt x="470451" y="486907"/>
                    <a:pt x="469111" y="487217"/>
                    <a:pt x="467770" y="487217"/>
                  </a:cubicBezTo>
                  <a:close/>
                  <a:moveTo>
                    <a:pt x="131548" y="425887"/>
                  </a:moveTo>
                  <a:cubicBezTo>
                    <a:pt x="133136" y="425887"/>
                    <a:pt x="134744" y="426340"/>
                    <a:pt x="136126" y="427268"/>
                  </a:cubicBezTo>
                  <a:lnTo>
                    <a:pt x="198796" y="469049"/>
                  </a:lnTo>
                  <a:lnTo>
                    <a:pt x="261467" y="427268"/>
                  </a:lnTo>
                  <a:cubicBezTo>
                    <a:pt x="264230" y="425413"/>
                    <a:pt x="267839" y="425413"/>
                    <a:pt x="270623" y="427268"/>
                  </a:cubicBezTo>
                  <a:lnTo>
                    <a:pt x="333293" y="469049"/>
                  </a:lnTo>
                  <a:lnTo>
                    <a:pt x="395964" y="427268"/>
                  </a:lnTo>
                  <a:cubicBezTo>
                    <a:pt x="398727" y="425413"/>
                    <a:pt x="402336" y="425413"/>
                    <a:pt x="405120" y="427268"/>
                  </a:cubicBezTo>
                  <a:lnTo>
                    <a:pt x="459542" y="463543"/>
                  </a:lnTo>
                  <a:lnTo>
                    <a:pt x="459542" y="64279"/>
                  </a:lnTo>
                  <a:cubicBezTo>
                    <a:pt x="459542" y="37924"/>
                    <a:pt x="438095" y="16498"/>
                    <a:pt x="411761" y="16498"/>
                  </a:cubicBezTo>
                  <a:lnTo>
                    <a:pt x="51246" y="16498"/>
                  </a:lnTo>
                  <a:cubicBezTo>
                    <a:pt x="64341" y="28273"/>
                    <a:pt x="72569" y="45327"/>
                    <a:pt x="72569" y="64279"/>
                  </a:cubicBezTo>
                  <a:lnTo>
                    <a:pt x="72569" y="463543"/>
                  </a:lnTo>
                  <a:lnTo>
                    <a:pt x="126991" y="427268"/>
                  </a:lnTo>
                  <a:cubicBezTo>
                    <a:pt x="128372" y="426340"/>
                    <a:pt x="129981" y="425887"/>
                    <a:pt x="131569" y="425887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19" name="Forma Livre: Forma 118">
              <a:extLst>
                <a:ext uri="{FF2B5EF4-FFF2-40B4-BE49-F238E27FC236}">
                  <a16:creationId xmlns:a16="http://schemas.microsoft.com/office/drawing/2014/main" id="{E5D58AA9-2F01-9C5B-9396-647CD7AA7A86}"/>
                </a:ext>
              </a:extLst>
            </p:cNvPr>
            <p:cNvSpPr/>
            <p:nvPr/>
          </p:nvSpPr>
          <p:spPr>
            <a:xfrm>
              <a:off x="5380313" y="5138350"/>
              <a:ext cx="285471" cy="16497"/>
            </a:xfrm>
            <a:custGeom>
              <a:avLst/>
              <a:gdLst>
                <a:gd name="connsiteX0" fmla="*/ 277222 w 285471"/>
                <a:gd name="connsiteY0" fmla="*/ 16498 h 16497"/>
                <a:gd name="connsiteX1" fmla="*/ 8249 w 285471"/>
                <a:gd name="connsiteY1" fmla="*/ 16498 h 16497"/>
                <a:gd name="connsiteX2" fmla="*/ 0 w 285471"/>
                <a:gd name="connsiteY2" fmla="*/ 8249 h 16497"/>
                <a:gd name="connsiteX3" fmla="*/ 8249 w 285471"/>
                <a:gd name="connsiteY3" fmla="*/ 0 h 16497"/>
                <a:gd name="connsiteX4" fmla="*/ 277222 w 285471"/>
                <a:gd name="connsiteY4" fmla="*/ 0 h 16497"/>
                <a:gd name="connsiteX5" fmla="*/ 285471 w 285471"/>
                <a:gd name="connsiteY5" fmla="*/ 8249 h 16497"/>
                <a:gd name="connsiteX6" fmla="*/ 277222 w 285471"/>
                <a:gd name="connsiteY6" fmla="*/ 16498 h 16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5471" h="16497">
                  <a:moveTo>
                    <a:pt x="277222" y="16498"/>
                  </a:moveTo>
                  <a:lnTo>
                    <a:pt x="8249" y="16498"/>
                  </a:lnTo>
                  <a:cubicBezTo>
                    <a:pt x="3691" y="16498"/>
                    <a:pt x="0" y="12806"/>
                    <a:pt x="0" y="8249"/>
                  </a:cubicBezTo>
                  <a:cubicBezTo>
                    <a:pt x="0" y="3691"/>
                    <a:pt x="3691" y="0"/>
                    <a:pt x="8249" y="0"/>
                  </a:cubicBezTo>
                  <a:lnTo>
                    <a:pt x="277222" y="0"/>
                  </a:lnTo>
                  <a:cubicBezTo>
                    <a:pt x="281780" y="0"/>
                    <a:pt x="285471" y="3691"/>
                    <a:pt x="285471" y="8249"/>
                  </a:cubicBezTo>
                  <a:cubicBezTo>
                    <a:pt x="285471" y="12806"/>
                    <a:pt x="281780" y="16498"/>
                    <a:pt x="277222" y="16498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0" name="Forma Livre: Forma 119">
              <a:extLst>
                <a:ext uri="{FF2B5EF4-FFF2-40B4-BE49-F238E27FC236}">
                  <a16:creationId xmlns:a16="http://schemas.microsoft.com/office/drawing/2014/main" id="{E55860A0-5A61-D202-D4FB-78EFA93A610C}"/>
                </a:ext>
              </a:extLst>
            </p:cNvPr>
            <p:cNvSpPr/>
            <p:nvPr/>
          </p:nvSpPr>
          <p:spPr>
            <a:xfrm>
              <a:off x="5380292" y="5003853"/>
              <a:ext cx="173410" cy="16497"/>
            </a:xfrm>
            <a:custGeom>
              <a:avLst/>
              <a:gdLst>
                <a:gd name="connsiteX0" fmla="*/ 165162 w 173410"/>
                <a:gd name="connsiteY0" fmla="*/ 16498 h 16497"/>
                <a:gd name="connsiteX1" fmla="*/ 8249 w 173410"/>
                <a:gd name="connsiteY1" fmla="*/ 16498 h 16497"/>
                <a:gd name="connsiteX2" fmla="*/ 0 w 173410"/>
                <a:gd name="connsiteY2" fmla="*/ 8249 h 16497"/>
                <a:gd name="connsiteX3" fmla="*/ 8249 w 173410"/>
                <a:gd name="connsiteY3" fmla="*/ 0 h 16497"/>
                <a:gd name="connsiteX4" fmla="*/ 165162 w 173410"/>
                <a:gd name="connsiteY4" fmla="*/ 0 h 16497"/>
                <a:gd name="connsiteX5" fmla="*/ 173411 w 173410"/>
                <a:gd name="connsiteY5" fmla="*/ 8249 h 16497"/>
                <a:gd name="connsiteX6" fmla="*/ 165162 w 173410"/>
                <a:gd name="connsiteY6" fmla="*/ 16498 h 16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3410" h="16497">
                  <a:moveTo>
                    <a:pt x="165162" y="16498"/>
                  </a:moveTo>
                  <a:lnTo>
                    <a:pt x="8249" y="16498"/>
                  </a:lnTo>
                  <a:cubicBezTo>
                    <a:pt x="3691" y="16498"/>
                    <a:pt x="0" y="12806"/>
                    <a:pt x="0" y="8249"/>
                  </a:cubicBezTo>
                  <a:cubicBezTo>
                    <a:pt x="0" y="3691"/>
                    <a:pt x="3691" y="0"/>
                    <a:pt x="8249" y="0"/>
                  </a:cubicBezTo>
                  <a:lnTo>
                    <a:pt x="165162" y="0"/>
                  </a:lnTo>
                  <a:cubicBezTo>
                    <a:pt x="169719" y="0"/>
                    <a:pt x="173411" y="3691"/>
                    <a:pt x="173411" y="8249"/>
                  </a:cubicBezTo>
                  <a:cubicBezTo>
                    <a:pt x="173411" y="12806"/>
                    <a:pt x="169719" y="16498"/>
                    <a:pt x="165162" y="16498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1" name="Forma Livre: Forma 120">
              <a:extLst>
                <a:ext uri="{FF2B5EF4-FFF2-40B4-BE49-F238E27FC236}">
                  <a16:creationId xmlns:a16="http://schemas.microsoft.com/office/drawing/2014/main" id="{E52E2B4F-BA11-CD3D-623C-78FD1AFEEB38}"/>
                </a:ext>
              </a:extLst>
            </p:cNvPr>
            <p:cNvSpPr/>
            <p:nvPr/>
          </p:nvSpPr>
          <p:spPr>
            <a:xfrm>
              <a:off x="5604454" y="5003853"/>
              <a:ext cx="61329" cy="16497"/>
            </a:xfrm>
            <a:custGeom>
              <a:avLst/>
              <a:gdLst>
                <a:gd name="connsiteX0" fmla="*/ 53081 w 61329"/>
                <a:gd name="connsiteY0" fmla="*/ 16498 h 16497"/>
                <a:gd name="connsiteX1" fmla="*/ 8249 w 61329"/>
                <a:gd name="connsiteY1" fmla="*/ 16498 h 16497"/>
                <a:gd name="connsiteX2" fmla="*/ 0 w 61329"/>
                <a:gd name="connsiteY2" fmla="*/ 8249 h 16497"/>
                <a:gd name="connsiteX3" fmla="*/ 8249 w 61329"/>
                <a:gd name="connsiteY3" fmla="*/ 0 h 16497"/>
                <a:gd name="connsiteX4" fmla="*/ 53081 w 61329"/>
                <a:gd name="connsiteY4" fmla="*/ 0 h 16497"/>
                <a:gd name="connsiteX5" fmla="*/ 61330 w 61329"/>
                <a:gd name="connsiteY5" fmla="*/ 8249 h 16497"/>
                <a:gd name="connsiteX6" fmla="*/ 53081 w 61329"/>
                <a:gd name="connsiteY6" fmla="*/ 16498 h 16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329" h="16497">
                  <a:moveTo>
                    <a:pt x="53081" y="16498"/>
                  </a:moveTo>
                  <a:lnTo>
                    <a:pt x="8249" y="16498"/>
                  </a:lnTo>
                  <a:cubicBezTo>
                    <a:pt x="3691" y="16498"/>
                    <a:pt x="0" y="12806"/>
                    <a:pt x="0" y="8249"/>
                  </a:cubicBezTo>
                  <a:cubicBezTo>
                    <a:pt x="0" y="3691"/>
                    <a:pt x="3691" y="0"/>
                    <a:pt x="8249" y="0"/>
                  </a:cubicBezTo>
                  <a:lnTo>
                    <a:pt x="53081" y="0"/>
                  </a:lnTo>
                  <a:cubicBezTo>
                    <a:pt x="57639" y="0"/>
                    <a:pt x="61330" y="3691"/>
                    <a:pt x="61330" y="8249"/>
                  </a:cubicBezTo>
                  <a:cubicBezTo>
                    <a:pt x="61330" y="12806"/>
                    <a:pt x="57639" y="16498"/>
                    <a:pt x="53081" y="16498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2" name="Forma Livre: Forma 121">
              <a:extLst>
                <a:ext uri="{FF2B5EF4-FFF2-40B4-BE49-F238E27FC236}">
                  <a16:creationId xmlns:a16="http://schemas.microsoft.com/office/drawing/2014/main" id="{D58F476B-5A05-6832-D497-B07586199B92}"/>
                </a:ext>
              </a:extLst>
            </p:cNvPr>
            <p:cNvSpPr/>
            <p:nvPr/>
          </p:nvSpPr>
          <p:spPr>
            <a:xfrm>
              <a:off x="5380292" y="4936604"/>
              <a:ext cx="173410" cy="16497"/>
            </a:xfrm>
            <a:custGeom>
              <a:avLst/>
              <a:gdLst>
                <a:gd name="connsiteX0" fmla="*/ 165162 w 173410"/>
                <a:gd name="connsiteY0" fmla="*/ 16498 h 16497"/>
                <a:gd name="connsiteX1" fmla="*/ 8249 w 173410"/>
                <a:gd name="connsiteY1" fmla="*/ 16498 h 16497"/>
                <a:gd name="connsiteX2" fmla="*/ 0 w 173410"/>
                <a:gd name="connsiteY2" fmla="*/ 8249 h 16497"/>
                <a:gd name="connsiteX3" fmla="*/ 8249 w 173410"/>
                <a:gd name="connsiteY3" fmla="*/ 0 h 16497"/>
                <a:gd name="connsiteX4" fmla="*/ 165162 w 173410"/>
                <a:gd name="connsiteY4" fmla="*/ 0 h 16497"/>
                <a:gd name="connsiteX5" fmla="*/ 173411 w 173410"/>
                <a:gd name="connsiteY5" fmla="*/ 8249 h 16497"/>
                <a:gd name="connsiteX6" fmla="*/ 165162 w 173410"/>
                <a:gd name="connsiteY6" fmla="*/ 16498 h 16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3410" h="16497">
                  <a:moveTo>
                    <a:pt x="165162" y="16498"/>
                  </a:moveTo>
                  <a:lnTo>
                    <a:pt x="8249" y="16498"/>
                  </a:lnTo>
                  <a:cubicBezTo>
                    <a:pt x="3691" y="16498"/>
                    <a:pt x="0" y="12806"/>
                    <a:pt x="0" y="8249"/>
                  </a:cubicBezTo>
                  <a:cubicBezTo>
                    <a:pt x="0" y="3691"/>
                    <a:pt x="3691" y="0"/>
                    <a:pt x="8249" y="0"/>
                  </a:cubicBezTo>
                  <a:lnTo>
                    <a:pt x="165162" y="0"/>
                  </a:lnTo>
                  <a:cubicBezTo>
                    <a:pt x="169719" y="0"/>
                    <a:pt x="173411" y="3691"/>
                    <a:pt x="173411" y="8249"/>
                  </a:cubicBezTo>
                  <a:cubicBezTo>
                    <a:pt x="173411" y="12806"/>
                    <a:pt x="169719" y="16498"/>
                    <a:pt x="165162" y="16498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3" name="Forma Livre: Forma 122">
              <a:extLst>
                <a:ext uri="{FF2B5EF4-FFF2-40B4-BE49-F238E27FC236}">
                  <a16:creationId xmlns:a16="http://schemas.microsoft.com/office/drawing/2014/main" id="{E1CB76CE-725E-9A75-8279-7A009467B9B2}"/>
                </a:ext>
              </a:extLst>
            </p:cNvPr>
            <p:cNvSpPr/>
            <p:nvPr/>
          </p:nvSpPr>
          <p:spPr>
            <a:xfrm>
              <a:off x="5604454" y="4936604"/>
              <a:ext cx="61329" cy="16497"/>
            </a:xfrm>
            <a:custGeom>
              <a:avLst/>
              <a:gdLst>
                <a:gd name="connsiteX0" fmla="*/ 53081 w 61329"/>
                <a:gd name="connsiteY0" fmla="*/ 16498 h 16497"/>
                <a:gd name="connsiteX1" fmla="*/ 8249 w 61329"/>
                <a:gd name="connsiteY1" fmla="*/ 16498 h 16497"/>
                <a:gd name="connsiteX2" fmla="*/ 0 w 61329"/>
                <a:gd name="connsiteY2" fmla="*/ 8249 h 16497"/>
                <a:gd name="connsiteX3" fmla="*/ 8249 w 61329"/>
                <a:gd name="connsiteY3" fmla="*/ 0 h 16497"/>
                <a:gd name="connsiteX4" fmla="*/ 53081 w 61329"/>
                <a:gd name="connsiteY4" fmla="*/ 0 h 16497"/>
                <a:gd name="connsiteX5" fmla="*/ 61330 w 61329"/>
                <a:gd name="connsiteY5" fmla="*/ 8249 h 16497"/>
                <a:gd name="connsiteX6" fmla="*/ 53081 w 61329"/>
                <a:gd name="connsiteY6" fmla="*/ 16498 h 16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329" h="16497">
                  <a:moveTo>
                    <a:pt x="53081" y="16498"/>
                  </a:moveTo>
                  <a:lnTo>
                    <a:pt x="8249" y="16498"/>
                  </a:lnTo>
                  <a:cubicBezTo>
                    <a:pt x="3691" y="16498"/>
                    <a:pt x="0" y="12806"/>
                    <a:pt x="0" y="8249"/>
                  </a:cubicBezTo>
                  <a:cubicBezTo>
                    <a:pt x="0" y="3691"/>
                    <a:pt x="3691" y="0"/>
                    <a:pt x="8249" y="0"/>
                  </a:cubicBezTo>
                  <a:lnTo>
                    <a:pt x="53081" y="0"/>
                  </a:lnTo>
                  <a:cubicBezTo>
                    <a:pt x="57639" y="0"/>
                    <a:pt x="61330" y="3691"/>
                    <a:pt x="61330" y="8249"/>
                  </a:cubicBezTo>
                  <a:cubicBezTo>
                    <a:pt x="61330" y="12806"/>
                    <a:pt x="57639" y="16498"/>
                    <a:pt x="53081" y="16498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4" name="Forma Livre: Forma 123">
              <a:extLst>
                <a:ext uri="{FF2B5EF4-FFF2-40B4-BE49-F238E27FC236}">
                  <a16:creationId xmlns:a16="http://schemas.microsoft.com/office/drawing/2014/main" id="{E2E52CA1-0358-3BB4-FF71-2208EED83CA6}"/>
                </a:ext>
              </a:extLst>
            </p:cNvPr>
            <p:cNvSpPr/>
            <p:nvPr/>
          </p:nvSpPr>
          <p:spPr>
            <a:xfrm>
              <a:off x="5380313" y="5205599"/>
              <a:ext cx="285471" cy="16497"/>
            </a:xfrm>
            <a:custGeom>
              <a:avLst/>
              <a:gdLst>
                <a:gd name="connsiteX0" fmla="*/ 277222 w 285471"/>
                <a:gd name="connsiteY0" fmla="*/ 16498 h 16497"/>
                <a:gd name="connsiteX1" fmla="*/ 8249 w 285471"/>
                <a:gd name="connsiteY1" fmla="*/ 16498 h 16497"/>
                <a:gd name="connsiteX2" fmla="*/ 0 w 285471"/>
                <a:gd name="connsiteY2" fmla="*/ 8249 h 16497"/>
                <a:gd name="connsiteX3" fmla="*/ 8249 w 285471"/>
                <a:gd name="connsiteY3" fmla="*/ 0 h 16497"/>
                <a:gd name="connsiteX4" fmla="*/ 277222 w 285471"/>
                <a:gd name="connsiteY4" fmla="*/ 0 h 16497"/>
                <a:gd name="connsiteX5" fmla="*/ 285471 w 285471"/>
                <a:gd name="connsiteY5" fmla="*/ 8249 h 16497"/>
                <a:gd name="connsiteX6" fmla="*/ 277222 w 285471"/>
                <a:gd name="connsiteY6" fmla="*/ 16498 h 16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5471" h="16497">
                  <a:moveTo>
                    <a:pt x="277222" y="16498"/>
                  </a:moveTo>
                  <a:lnTo>
                    <a:pt x="8249" y="16498"/>
                  </a:lnTo>
                  <a:cubicBezTo>
                    <a:pt x="3691" y="16498"/>
                    <a:pt x="0" y="12806"/>
                    <a:pt x="0" y="8249"/>
                  </a:cubicBezTo>
                  <a:cubicBezTo>
                    <a:pt x="0" y="3691"/>
                    <a:pt x="3691" y="0"/>
                    <a:pt x="8249" y="0"/>
                  </a:cubicBezTo>
                  <a:lnTo>
                    <a:pt x="277222" y="0"/>
                  </a:lnTo>
                  <a:cubicBezTo>
                    <a:pt x="281780" y="0"/>
                    <a:pt x="285471" y="3691"/>
                    <a:pt x="285471" y="8249"/>
                  </a:cubicBezTo>
                  <a:cubicBezTo>
                    <a:pt x="285471" y="12806"/>
                    <a:pt x="281780" y="16498"/>
                    <a:pt x="277222" y="16498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125" name="Gráfico 10">
            <a:extLst>
              <a:ext uri="{FF2B5EF4-FFF2-40B4-BE49-F238E27FC236}">
                <a16:creationId xmlns:a16="http://schemas.microsoft.com/office/drawing/2014/main" id="{B06FF5C2-EA92-536C-6958-5216C0249399}"/>
              </a:ext>
            </a:extLst>
          </p:cNvPr>
          <p:cNvGrpSpPr/>
          <p:nvPr/>
        </p:nvGrpSpPr>
        <p:grpSpPr>
          <a:xfrm>
            <a:off x="3817060" y="4345278"/>
            <a:ext cx="532069" cy="442363"/>
            <a:chOff x="4233520" y="3838294"/>
            <a:chExt cx="532069" cy="442363"/>
          </a:xfrm>
          <a:solidFill>
            <a:schemeClr val="tx1"/>
          </a:solidFill>
        </p:grpSpPr>
        <p:sp>
          <p:nvSpPr>
            <p:cNvPr id="126" name="Forma Livre: Forma 125">
              <a:extLst>
                <a:ext uri="{FF2B5EF4-FFF2-40B4-BE49-F238E27FC236}">
                  <a16:creationId xmlns:a16="http://schemas.microsoft.com/office/drawing/2014/main" id="{08BC8DDE-5C06-4CAE-B8BF-AACFA377450C}"/>
                </a:ext>
              </a:extLst>
            </p:cNvPr>
            <p:cNvSpPr/>
            <p:nvPr/>
          </p:nvSpPr>
          <p:spPr>
            <a:xfrm>
              <a:off x="4233520" y="3838294"/>
              <a:ext cx="448443" cy="202302"/>
            </a:xfrm>
            <a:custGeom>
              <a:avLst/>
              <a:gdLst>
                <a:gd name="connsiteX0" fmla="*/ 440198 w 448443"/>
                <a:gd name="connsiteY0" fmla="*/ 202282 h 202302"/>
                <a:gd name="connsiteX1" fmla="*/ 432197 w 448443"/>
                <a:gd name="connsiteY1" fmla="*/ 196013 h 202302"/>
                <a:gd name="connsiteX2" fmla="*/ 415411 w 448443"/>
                <a:gd name="connsiteY2" fmla="*/ 128455 h 202302"/>
                <a:gd name="connsiteX3" fmla="*/ 409245 w 448443"/>
                <a:gd name="connsiteY3" fmla="*/ 117711 h 202302"/>
                <a:gd name="connsiteX4" fmla="*/ 312259 w 448443"/>
                <a:gd name="connsiteY4" fmla="*/ 22952 h 202302"/>
                <a:gd name="connsiteX5" fmla="*/ 296401 w 448443"/>
                <a:gd name="connsiteY5" fmla="*/ 16498 h 202302"/>
                <a:gd name="connsiteX6" fmla="*/ 8249 w 448443"/>
                <a:gd name="connsiteY6" fmla="*/ 16498 h 202302"/>
                <a:gd name="connsiteX7" fmla="*/ 0 w 448443"/>
                <a:gd name="connsiteY7" fmla="*/ 8249 h 202302"/>
                <a:gd name="connsiteX8" fmla="*/ 8249 w 448443"/>
                <a:gd name="connsiteY8" fmla="*/ 0 h 202302"/>
                <a:gd name="connsiteX9" fmla="*/ 296401 w 448443"/>
                <a:gd name="connsiteY9" fmla="*/ 0 h 202302"/>
                <a:gd name="connsiteX10" fmla="*/ 323787 w 448443"/>
                <a:gd name="connsiteY10" fmla="*/ 11156 h 202302"/>
                <a:gd name="connsiteX11" fmla="*/ 420773 w 448443"/>
                <a:gd name="connsiteY11" fmla="*/ 105915 h 202302"/>
                <a:gd name="connsiteX12" fmla="*/ 431413 w 448443"/>
                <a:gd name="connsiteY12" fmla="*/ 124495 h 202302"/>
                <a:gd name="connsiteX13" fmla="*/ 448200 w 448443"/>
                <a:gd name="connsiteY13" fmla="*/ 192053 h 202302"/>
                <a:gd name="connsiteX14" fmla="*/ 442178 w 448443"/>
                <a:gd name="connsiteY14" fmla="*/ 202055 h 202302"/>
                <a:gd name="connsiteX15" fmla="*/ 440178 w 448443"/>
                <a:gd name="connsiteY15" fmla="*/ 202302 h 202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48443" h="202302">
                  <a:moveTo>
                    <a:pt x="440198" y="202282"/>
                  </a:moveTo>
                  <a:cubicBezTo>
                    <a:pt x="436507" y="202282"/>
                    <a:pt x="433125" y="199766"/>
                    <a:pt x="432197" y="196013"/>
                  </a:cubicBezTo>
                  <a:lnTo>
                    <a:pt x="415411" y="128455"/>
                  </a:lnTo>
                  <a:cubicBezTo>
                    <a:pt x="414400" y="124372"/>
                    <a:pt x="412256" y="120639"/>
                    <a:pt x="409245" y="117711"/>
                  </a:cubicBezTo>
                  <a:lnTo>
                    <a:pt x="312259" y="22952"/>
                  </a:lnTo>
                  <a:cubicBezTo>
                    <a:pt x="307990" y="18787"/>
                    <a:pt x="302361" y="16498"/>
                    <a:pt x="296401" y="16498"/>
                  </a:cubicBezTo>
                  <a:lnTo>
                    <a:pt x="8249" y="16498"/>
                  </a:lnTo>
                  <a:cubicBezTo>
                    <a:pt x="3691" y="16498"/>
                    <a:pt x="0" y="12806"/>
                    <a:pt x="0" y="8249"/>
                  </a:cubicBezTo>
                  <a:cubicBezTo>
                    <a:pt x="0" y="3691"/>
                    <a:pt x="3691" y="0"/>
                    <a:pt x="8249" y="0"/>
                  </a:cubicBezTo>
                  <a:lnTo>
                    <a:pt x="296401" y="0"/>
                  </a:lnTo>
                  <a:cubicBezTo>
                    <a:pt x="306691" y="0"/>
                    <a:pt x="316425" y="3959"/>
                    <a:pt x="323787" y="11156"/>
                  </a:cubicBezTo>
                  <a:lnTo>
                    <a:pt x="420773" y="105915"/>
                  </a:lnTo>
                  <a:cubicBezTo>
                    <a:pt x="425969" y="111009"/>
                    <a:pt x="429661" y="117422"/>
                    <a:pt x="431413" y="124495"/>
                  </a:cubicBezTo>
                  <a:lnTo>
                    <a:pt x="448200" y="192053"/>
                  </a:lnTo>
                  <a:cubicBezTo>
                    <a:pt x="449293" y="196466"/>
                    <a:pt x="446612" y="200941"/>
                    <a:pt x="442178" y="202055"/>
                  </a:cubicBezTo>
                  <a:cubicBezTo>
                    <a:pt x="441518" y="202220"/>
                    <a:pt x="440838" y="202302"/>
                    <a:pt x="440178" y="202302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7" name="Forma Livre: Forma 126">
              <a:extLst>
                <a:ext uri="{FF2B5EF4-FFF2-40B4-BE49-F238E27FC236}">
                  <a16:creationId xmlns:a16="http://schemas.microsoft.com/office/drawing/2014/main" id="{969679D4-E59E-BF97-668A-6CFC0F99D197}"/>
                </a:ext>
              </a:extLst>
            </p:cNvPr>
            <p:cNvSpPr/>
            <p:nvPr/>
          </p:nvSpPr>
          <p:spPr>
            <a:xfrm>
              <a:off x="4233562" y="3950295"/>
              <a:ext cx="397581" cy="195824"/>
            </a:xfrm>
            <a:custGeom>
              <a:avLst/>
              <a:gdLst>
                <a:gd name="connsiteX0" fmla="*/ 369176 w 397581"/>
                <a:gd name="connsiteY0" fmla="*/ 195803 h 195824"/>
                <a:gd name="connsiteX1" fmla="*/ 361195 w 397581"/>
                <a:gd name="connsiteY1" fmla="*/ 194545 h 195824"/>
                <a:gd name="connsiteX2" fmla="*/ 361195 w 397581"/>
                <a:gd name="connsiteY2" fmla="*/ 194504 h 195824"/>
                <a:gd name="connsiteX3" fmla="*/ 301989 w 397581"/>
                <a:gd name="connsiteY3" fmla="*/ 175264 h 195824"/>
                <a:gd name="connsiteX4" fmla="*/ 301989 w 397581"/>
                <a:gd name="connsiteY4" fmla="*/ 175326 h 195824"/>
                <a:gd name="connsiteX5" fmla="*/ 280048 w 397581"/>
                <a:gd name="connsiteY5" fmla="*/ 163179 h 195824"/>
                <a:gd name="connsiteX6" fmla="*/ 268004 w 397581"/>
                <a:gd name="connsiteY6" fmla="*/ 154229 h 195824"/>
                <a:gd name="connsiteX7" fmla="*/ 261941 w 397581"/>
                <a:gd name="connsiteY7" fmla="*/ 149548 h 195824"/>
                <a:gd name="connsiteX8" fmla="*/ 170957 w 397581"/>
                <a:gd name="connsiteY8" fmla="*/ 118512 h 195824"/>
                <a:gd name="connsiteX9" fmla="*/ 113689 w 397581"/>
                <a:gd name="connsiteY9" fmla="*/ 98014 h 195824"/>
                <a:gd name="connsiteX10" fmla="*/ 113359 w 397581"/>
                <a:gd name="connsiteY10" fmla="*/ 97725 h 195824"/>
                <a:gd name="connsiteX11" fmla="*/ 56360 w 397581"/>
                <a:gd name="connsiteY11" fmla="*/ 44974 h 195824"/>
                <a:gd name="connsiteX12" fmla="*/ 40955 w 397581"/>
                <a:gd name="connsiteY12" fmla="*/ 38931 h 195824"/>
                <a:gd name="connsiteX13" fmla="*/ 8249 w 397581"/>
                <a:gd name="connsiteY13" fmla="*/ 38931 h 195824"/>
                <a:gd name="connsiteX14" fmla="*/ 0 w 397581"/>
                <a:gd name="connsiteY14" fmla="*/ 30683 h 195824"/>
                <a:gd name="connsiteX15" fmla="*/ 8249 w 397581"/>
                <a:gd name="connsiteY15" fmla="*/ 22434 h 195824"/>
                <a:gd name="connsiteX16" fmla="*/ 40955 w 397581"/>
                <a:gd name="connsiteY16" fmla="*/ 22434 h 195824"/>
                <a:gd name="connsiteX17" fmla="*/ 67579 w 397581"/>
                <a:gd name="connsiteY17" fmla="*/ 32869 h 195824"/>
                <a:gd name="connsiteX18" fmla="*/ 124413 w 397581"/>
                <a:gd name="connsiteY18" fmla="*/ 85455 h 195824"/>
                <a:gd name="connsiteX19" fmla="*/ 170998 w 397581"/>
                <a:gd name="connsiteY19" fmla="*/ 102035 h 195824"/>
                <a:gd name="connsiteX20" fmla="*/ 272026 w 397581"/>
                <a:gd name="connsiteY20" fmla="*/ 136494 h 195824"/>
                <a:gd name="connsiteX21" fmla="*/ 278171 w 397581"/>
                <a:gd name="connsiteY21" fmla="*/ 141237 h 195824"/>
                <a:gd name="connsiteX22" fmla="*/ 289472 w 397581"/>
                <a:gd name="connsiteY22" fmla="*/ 149631 h 195824"/>
                <a:gd name="connsiteX23" fmla="*/ 308094 w 397581"/>
                <a:gd name="connsiteY23" fmla="*/ 160003 h 195824"/>
                <a:gd name="connsiteX24" fmla="*/ 308382 w 397581"/>
                <a:gd name="connsiteY24" fmla="*/ 160127 h 195824"/>
                <a:gd name="connsiteX25" fmla="*/ 365835 w 397581"/>
                <a:gd name="connsiteY25" fmla="*/ 178728 h 195824"/>
                <a:gd name="connsiteX26" fmla="*/ 366310 w 397581"/>
                <a:gd name="connsiteY26" fmla="*/ 178852 h 195824"/>
                <a:gd name="connsiteX27" fmla="*/ 376971 w 397581"/>
                <a:gd name="connsiteY27" fmla="*/ 174810 h 195824"/>
                <a:gd name="connsiteX28" fmla="*/ 377198 w 397581"/>
                <a:gd name="connsiteY28" fmla="*/ 174377 h 195824"/>
                <a:gd name="connsiteX29" fmla="*/ 378910 w 397581"/>
                <a:gd name="connsiteY29" fmla="*/ 146909 h 195824"/>
                <a:gd name="connsiteX30" fmla="*/ 359277 w 397581"/>
                <a:gd name="connsiteY30" fmla="*/ 126843 h 195824"/>
                <a:gd name="connsiteX31" fmla="*/ 340697 w 397581"/>
                <a:gd name="connsiteY31" fmla="*/ 119089 h 195824"/>
                <a:gd name="connsiteX32" fmla="*/ 319993 w 397581"/>
                <a:gd name="connsiteY32" fmla="*/ 110449 h 195824"/>
                <a:gd name="connsiteX33" fmla="*/ 311805 w 397581"/>
                <a:gd name="connsiteY33" fmla="*/ 107025 h 195824"/>
                <a:gd name="connsiteX34" fmla="*/ 306073 w 397581"/>
                <a:gd name="connsiteY34" fmla="*/ 104654 h 195824"/>
                <a:gd name="connsiteX35" fmla="*/ 301618 w 397581"/>
                <a:gd name="connsiteY35" fmla="*/ 101107 h 195824"/>
                <a:gd name="connsiteX36" fmla="*/ 247815 w 397581"/>
                <a:gd name="connsiteY36" fmla="*/ 12535 h 195824"/>
                <a:gd name="connsiteX37" fmla="*/ 248228 w 397581"/>
                <a:gd name="connsiteY37" fmla="*/ 3358 h 195824"/>
                <a:gd name="connsiteX38" fmla="*/ 256868 w 397581"/>
                <a:gd name="connsiteY38" fmla="*/ 244 h 195824"/>
                <a:gd name="connsiteX39" fmla="*/ 346533 w 397581"/>
                <a:gd name="connsiteY39" fmla="*/ 22661 h 195824"/>
                <a:gd name="connsiteX40" fmla="*/ 351606 w 397581"/>
                <a:gd name="connsiteY40" fmla="*/ 26434 h 195824"/>
                <a:gd name="connsiteX41" fmla="*/ 380291 w 397581"/>
                <a:gd name="connsiteY41" fmla="*/ 74422 h 195824"/>
                <a:gd name="connsiteX42" fmla="*/ 377446 w 397581"/>
                <a:gd name="connsiteY42" fmla="*/ 85744 h 195824"/>
                <a:gd name="connsiteX43" fmla="*/ 366124 w 397581"/>
                <a:gd name="connsiteY43" fmla="*/ 82898 h 195824"/>
                <a:gd name="connsiteX44" fmla="*/ 339212 w 397581"/>
                <a:gd name="connsiteY44" fmla="*/ 37859 h 195824"/>
                <a:gd name="connsiteX45" fmla="*/ 272355 w 397581"/>
                <a:gd name="connsiteY45" fmla="*/ 21135 h 195824"/>
                <a:gd name="connsiteX46" fmla="*/ 314301 w 397581"/>
                <a:gd name="connsiteY46" fmla="*/ 90177 h 195824"/>
                <a:gd name="connsiteX47" fmla="*/ 318240 w 397581"/>
                <a:gd name="connsiteY47" fmla="*/ 91827 h 195824"/>
                <a:gd name="connsiteX48" fmla="*/ 326406 w 397581"/>
                <a:gd name="connsiteY48" fmla="*/ 95250 h 195824"/>
                <a:gd name="connsiteX49" fmla="*/ 347028 w 397581"/>
                <a:gd name="connsiteY49" fmla="*/ 103870 h 195824"/>
                <a:gd name="connsiteX50" fmla="*/ 365691 w 397581"/>
                <a:gd name="connsiteY50" fmla="*/ 111645 h 195824"/>
                <a:gd name="connsiteX51" fmla="*/ 394397 w 397581"/>
                <a:gd name="connsiteY51" fmla="*/ 141176 h 195824"/>
                <a:gd name="connsiteX52" fmla="*/ 391757 w 397581"/>
                <a:gd name="connsiteY52" fmla="*/ 182213 h 195824"/>
                <a:gd name="connsiteX53" fmla="*/ 369279 w 397581"/>
                <a:gd name="connsiteY53" fmla="*/ 195824 h 195824"/>
                <a:gd name="connsiteX54" fmla="*/ 308403 w 397581"/>
                <a:gd name="connsiteY54" fmla="*/ 160127 h 195824"/>
                <a:gd name="connsiteX55" fmla="*/ 309186 w 397581"/>
                <a:gd name="connsiteY55" fmla="*/ 160519 h 195824"/>
                <a:gd name="connsiteX56" fmla="*/ 308403 w 397581"/>
                <a:gd name="connsiteY56" fmla="*/ 160127 h 195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397581" h="195824">
                  <a:moveTo>
                    <a:pt x="369176" y="195803"/>
                  </a:moveTo>
                  <a:cubicBezTo>
                    <a:pt x="366536" y="195803"/>
                    <a:pt x="363835" y="195391"/>
                    <a:pt x="361195" y="194545"/>
                  </a:cubicBezTo>
                  <a:lnTo>
                    <a:pt x="361195" y="194504"/>
                  </a:lnTo>
                  <a:cubicBezTo>
                    <a:pt x="354369" y="192380"/>
                    <a:pt x="310032" y="178357"/>
                    <a:pt x="301989" y="175264"/>
                  </a:cubicBezTo>
                  <a:lnTo>
                    <a:pt x="301989" y="175326"/>
                  </a:lnTo>
                  <a:cubicBezTo>
                    <a:pt x="294524" y="172377"/>
                    <a:pt x="287554" y="168500"/>
                    <a:pt x="280048" y="163179"/>
                  </a:cubicBezTo>
                  <a:cubicBezTo>
                    <a:pt x="275985" y="160437"/>
                    <a:pt x="272108" y="157426"/>
                    <a:pt x="268004" y="154229"/>
                  </a:cubicBezTo>
                  <a:cubicBezTo>
                    <a:pt x="266025" y="152683"/>
                    <a:pt x="264024" y="151136"/>
                    <a:pt x="261941" y="149548"/>
                  </a:cubicBezTo>
                  <a:cubicBezTo>
                    <a:pt x="236370" y="129483"/>
                    <a:pt x="204117" y="118512"/>
                    <a:pt x="170957" y="118512"/>
                  </a:cubicBezTo>
                  <a:cubicBezTo>
                    <a:pt x="149964" y="118512"/>
                    <a:pt x="129630" y="111232"/>
                    <a:pt x="113689" y="98014"/>
                  </a:cubicBezTo>
                  <a:cubicBezTo>
                    <a:pt x="113566" y="97910"/>
                    <a:pt x="113463" y="97828"/>
                    <a:pt x="113359" y="97725"/>
                  </a:cubicBezTo>
                  <a:lnTo>
                    <a:pt x="56360" y="44974"/>
                  </a:lnTo>
                  <a:cubicBezTo>
                    <a:pt x="52153" y="41076"/>
                    <a:pt x="46688" y="38931"/>
                    <a:pt x="40955" y="38931"/>
                  </a:cubicBezTo>
                  <a:lnTo>
                    <a:pt x="8249" y="38931"/>
                  </a:lnTo>
                  <a:cubicBezTo>
                    <a:pt x="3691" y="38931"/>
                    <a:pt x="0" y="35240"/>
                    <a:pt x="0" y="30683"/>
                  </a:cubicBezTo>
                  <a:cubicBezTo>
                    <a:pt x="0" y="26125"/>
                    <a:pt x="3691" y="22434"/>
                    <a:pt x="8249" y="22434"/>
                  </a:cubicBezTo>
                  <a:lnTo>
                    <a:pt x="40955" y="22434"/>
                  </a:lnTo>
                  <a:cubicBezTo>
                    <a:pt x="50854" y="22434"/>
                    <a:pt x="60299" y="26146"/>
                    <a:pt x="67579" y="32869"/>
                  </a:cubicBezTo>
                  <a:lnTo>
                    <a:pt x="124413" y="85455"/>
                  </a:lnTo>
                  <a:cubicBezTo>
                    <a:pt x="137384" y="96137"/>
                    <a:pt x="153923" y="102035"/>
                    <a:pt x="170998" y="102035"/>
                  </a:cubicBezTo>
                  <a:cubicBezTo>
                    <a:pt x="207829" y="102035"/>
                    <a:pt x="243711" y="114284"/>
                    <a:pt x="272026" y="136494"/>
                  </a:cubicBezTo>
                  <a:cubicBezTo>
                    <a:pt x="274047" y="138020"/>
                    <a:pt x="276129" y="139629"/>
                    <a:pt x="278171" y="141237"/>
                  </a:cubicBezTo>
                  <a:cubicBezTo>
                    <a:pt x="282048" y="144248"/>
                    <a:pt x="285698" y="147094"/>
                    <a:pt x="289472" y="149631"/>
                  </a:cubicBezTo>
                  <a:cubicBezTo>
                    <a:pt x="296050" y="154291"/>
                    <a:pt x="301907" y="157549"/>
                    <a:pt x="308094" y="160003"/>
                  </a:cubicBezTo>
                  <a:cubicBezTo>
                    <a:pt x="308197" y="160045"/>
                    <a:pt x="308279" y="160086"/>
                    <a:pt x="308382" y="160127"/>
                  </a:cubicBezTo>
                  <a:cubicBezTo>
                    <a:pt x="312692" y="161756"/>
                    <a:pt x="362515" y="177780"/>
                    <a:pt x="365835" y="178728"/>
                  </a:cubicBezTo>
                  <a:cubicBezTo>
                    <a:pt x="366000" y="178770"/>
                    <a:pt x="366145" y="178811"/>
                    <a:pt x="366310" y="178852"/>
                  </a:cubicBezTo>
                  <a:cubicBezTo>
                    <a:pt x="370682" y="180254"/>
                    <a:pt x="375177" y="178563"/>
                    <a:pt x="376971" y="174810"/>
                  </a:cubicBezTo>
                  <a:cubicBezTo>
                    <a:pt x="377033" y="174666"/>
                    <a:pt x="377116" y="174522"/>
                    <a:pt x="377198" y="174377"/>
                  </a:cubicBezTo>
                  <a:cubicBezTo>
                    <a:pt x="381673" y="166314"/>
                    <a:pt x="382292" y="156312"/>
                    <a:pt x="378910" y="146909"/>
                  </a:cubicBezTo>
                  <a:cubicBezTo>
                    <a:pt x="375507" y="138000"/>
                    <a:pt x="368351" y="130638"/>
                    <a:pt x="359277" y="126843"/>
                  </a:cubicBezTo>
                  <a:cubicBezTo>
                    <a:pt x="353400" y="124369"/>
                    <a:pt x="346987" y="121708"/>
                    <a:pt x="340697" y="119089"/>
                  </a:cubicBezTo>
                  <a:cubicBezTo>
                    <a:pt x="333252" y="115996"/>
                    <a:pt x="325952" y="112985"/>
                    <a:pt x="319993" y="110449"/>
                  </a:cubicBezTo>
                  <a:cubicBezTo>
                    <a:pt x="316920" y="109170"/>
                    <a:pt x="314115" y="107995"/>
                    <a:pt x="311805" y="107025"/>
                  </a:cubicBezTo>
                  <a:cubicBezTo>
                    <a:pt x="309290" y="105974"/>
                    <a:pt x="306691" y="104881"/>
                    <a:pt x="306073" y="104654"/>
                  </a:cubicBezTo>
                  <a:cubicBezTo>
                    <a:pt x="304258" y="104035"/>
                    <a:pt x="302608" y="102757"/>
                    <a:pt x="301618" y="101107"/>
                  </a:cubicBezTo>
                  <a:lnTo>
                    <a:pt x="247815" y="12535"/>
                  </a:lnTo>
                  <a:cubicBezTo>
                    <a:pt x="246083" y="9669"/>
                    <a:pt x="246248" y="6060"/>
                    <a:pt x="248228" y="3358"/>
                  </a:cubicBezTo>
                  <a:cubicBezTo>
                    <a:pt x="250207" y="657"/>
                    <a:pt x="253631" y="-560"/>
                    <a:pt x="256868" y="244"/>
                  </a:cubicBezTo>
                  <a:lnTo>
                    <a:pt x="346533" y="22661"/>
                  </a:lnTo>
                  <a:cubicBezTo>
                    <a:pt x="348657" y="23197"/>
                    <a:pt x="350492" y="24558"/>
                    <a:pt x="351606" y="26434"/>
                  </a:cubicBezTo>
                  <a:lnTo>
                    <a:pt x="380291" y="74422"/>
                  </a:lnTo>
                  <a:cubicBezTo>
                    <a:pt x="382622" y="78340"/>
                    <a:pt x="381343" y="83393"/>
                    <a:pt x="377446" y="85744"/>
                  </a:cubicBezTo>
                  <a:cubicBezTo>
                    <a:pt x="373527" y="88074"/>
                    <a:pt x="368475" y="86795"/>
                    <a:pt x="366124" y="82898"/>
                  </a:cubicBezTo>
                  <a:lnTo>
                    <a:pt x="339212" y="37859"/>
                  </a:lnTo>
                  <a:lnTo>
                    <a:pt x="272355" y="21135"/>
                  </a:lnTo>
                  <a:lnTo>
                    <a:pt x="314301" y="90177"/>
                  </a:lnTo>
                  <a:cubicBezTo>
                    <a:pt x="315311" y="90590"/>
                    <a:pt x="316569" y="91126"/>
                    <a:pt x="318240" y="91827"/>
                  </a:cubicBezTo>
                  <a:cubicBezTo>
                    <a:pt x="320529" y="92796"/>
                    <a:pt x="323292" y="93951"/>
                    <a:pt x="326406" y="95250"/>
                  </a:cubicBezTo>
                  <a:cubicBezTo>
                    <a:pt x="332407" y="97807"/>
                    <a:pt x="339625" y="100798"/>
                    <a:pt x="347028" y="103870"/>
                  </a:cubicBezTo>
                  <a:cubicBezTo>
                    <a:pt x="353359" y="106489"/>
                    <a:pt x="359814" y="109170"/>
                    <a:pt x="365691" y="111645"/>
                  </a:cubicBezTo>
                  <a:cubicBezTo>
                    <a:pt x="378889" y="117151"/>
                    <a:pt x="389365" y="127936"/>
                    <a:pt x="394397" y="141176"/>
                  </a:cubicBezTo>
                  <a:cubicBezTo>
                    <a:pt x="399429" y="155116"/>
                    <a:pt x="398459" y="170005"/>
                    <a:pt x="391757" y="182213"/>
                  </a:cubicBezTo>
                  <a:cubicBezTo>
                    <a:pt x="387550" y="190730"/>
                    <a:pt x="378662" y="195824"/>
                    <a:pt x="369279" y="195824"/>
                  </a:cubicBezTo>
                  <a:close/>
                  <a:moveTo>
                    <a:pt x="308403" y="160127"/>
                  </a:moveTo>
                  <a:cubicBezTo>
                    <a:pt x="308671" y="160251"/>
                    <a:pt x="308939" y="160375"/>
                    <a:pt x="309186" y="160519"/>
                  </a:cubicBezTo>
                  <a:cubicBezTo>
                    <a:pt x="309063" y="160457"/>
                    <a:pt x="308815" y="160292"/>
                    <a:pt x="308403" y="160127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28" name="Forma Livre: Forma 127">
              <a:extLst>
                <a:ext uri="{FF2B5EF4-FFF2-40B4-BE49-F238E27FC236}">
                  <a16:creationId xmlns:a16="http://schemas.microsoft.com/office/drawing/2014/main" id="{EE66CF8C-42D5-D405-38CF-FA7B11EF2535}"/>
                </a:ext>
              </a:extLst>
            </p:cNvPr>
            <p:cNvSpPr/>
            <p:nvPr/>
          </p:nvSpPr>
          <p:spPr>
            <a:xfrm>
              <a:off x="4502535" y="4017603"/>
              <a:ext cx="263055" cy="263054"/>
            </a:xfrm>
            <a:custGeom>
              <a:avLst/>
              <a:gdLst>
                <a:gd name="connsiteX0" fmla="*/ 131528 w 263055"/>
                <a:gd name="connsiteY0" fmla="*/ 263014 h 263054"/>
                <a:gd name="connsiteX1" fmla="*/ 0 w 263055"/>
                <a:gd name="connsiteY1" fmla="*/ 131486 h 263054"/>
                <a:gd name="connsiteX2" fmla="*/ 8146 w 263055"/>
                <a:gd name="connsiteY2" fmla="*/ 86283 h 263054"/>
                <a:gd name="connsiteX3" fmla="*/ 18766 w 263055"/>
                <a:gd name="connsiteY3" fmla="*/ 81436 h 263054"/>
                <a:gd name="connsiteX4" fmla="*/ 23612 w 263055"/>
                <a:gd name="connsiteY4" fmla="*/ 92057 h 263054"/>
                <a:gd name="connsiteX5" fmla="*/ 16518 w 263055"/>
                <a:gd name="connsiteY5" fmla="*/ 131507 h 263054"/>
                <a:gd name="connsiteX6" fmla="*/ 131548 w 263055"/>
                <a:gd name="connsiteY6" fmla="*/ 246537 h 263054"/>
                <a:gd name="connsiteX7" fmla="*/ 246578 w 263055"/>
                <a:gd name="connsiteY7" fmla="*/ 131507 h 263054"/>
                <a:gd name="connsiteX8" fmla="*/ 131548 w 263055"/>
                <a:gd name="connsiteY8" fmla="*/ 16477 h 263054"/>
                <a:gd name="connsiteX9" fmla="*/ 106039 w 263055"/>
                <a:gd name="connsiteY9" fmla="*/ 19426 h 263054"/>
                <a:gd name="connsiteX10" fmla="*/ 59412 w 263055"/>
                <a:gd name="connsiteY10" fmla="*/ 42007 h 263054"/>
                <a:gd name="connsiteX11" fmla="*/ 47802 w 263055"/>
                <a:gd name="connsiteY11" fmla="*/ 40811 h 263054"/>
                <a:gd name="connsiteX12" fmla="*/ 48998 w 263055"/>
                <a:gd name="connsiteY12" fmla="*/ 29201 h 263054"/>
                <a:gd name="connsiteX13" fmla="*/ 102327 w 263055"/>
                <a:gd name="connsiteY13" fmla="*/ 3361 h 263054"/>
                <a:gd name="connsiteX14" fmla="*/ 131528 w 263055"/>
                <a:gd name="connsiteY14" fmla="*/ 0 h 263054"/>
                <a:gd name="connsiteX15" fmla="*/ 263055 w 263055"/>
                <a:gd name="connsiteY15" fmla="*/ 131527 h 263054"/>
                <a:gd name="connsiteX16" fmla="*/ 131528 w 263055"/>
                <a:gd name="connsiteY16" fmla="*/ 263055 h 263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63055" h="263054">
                  <a:moveTo>
                    <a:pt x="131528" y="263014"/>
                  </a:moveTo>
                  <a:cubicBezTo>
                    <a:pt x="59000" y="263014"/>
                    <a:pt x="0" y="204014"/>
                    <a:pt x="0" y="131486"/>
                  </a:cubicBezTo>
                  <a:cubicBezTo>
                    <a:pt x="0" y="115978"/>
                    <a:pt x="2743" y="100759"/>
                    <a:pt x="8146" y="86283"/>
                  </a:cubicBezTo>
                  <a:cubicBezTo>
                    <a:pt x="9734" y="82014"/>
                    <a:pt x="14477" y="79849"/>
                    <a:pt x="18766" y="81436"/>
                  </a:cubicBezTo>
                  <a:cubicBezTo>
                    <a:pt x="23035" y="83024"/>
                    <a:pt x="25200" y="87767"/>
                    <a:pt x="23612" y="92057"/>
                  </a:cubicBezTo>
                  <a:cubicBezTo>
                    <a:pt x="18911" y="104698"/>
                    <a:pt x="16518" y="117979"/>
                    <a:pt x="16518" y="131507"/>
                  </a:cubicBezTo>
                  <a:cubicBezTo>
                    <a:pt x="16518" y="194940"/>
                    <a:pt x="68115" y="246537"/>
                    <a:pt x="131548" y="246537"/>
                  </a:cubicBezTo>
                  <a:cubicBezTo>
                    <a:pt x="194982" y="246537"/>
                    <a:pt x="246578" y="194940"/>
                    <a:pt x="246578" y="131507"/>
                  </a:cubicBezTo>
                  <a:cubicBezTo>
                    <a:pt x="246578" y="68073"/>
                    <a:pt x="194982" y="16477"/>
                    <a:pt x="131548" y="16477"/>
                  </a:cubicBezTo>
                  <a:cubicBezTo>
                    <a:pt x="123114" y="16477"/>
                    <a:pt x="114535" y="17467"/>
                    <a:pt x="106039" y="19426"/>
                  </a:cubicBezTo>
                  <a:cubicBezTo>
                    <a:pt x="88902" y="23344"/>
                    <a:pt x="72775" y="31160"/>
                    <a:pt x="59412" y="42007"/>
                  </a:cubicBezTo>
                  <a:cubicBezTo>
                    <a:pt x="55865" y="44873"/>
                    <a:pt x="50689" y="44337"/>
                    <a:pt x="47802" y="40811"/>
                  </a:cubicBezTo>
                  <a:cubicBezTo>
                    <a:pt x="44936" y="37285"/>
                    <a:pt x="45472" y="32088"/>
                    <a:pt x="48998" y="29201"/>
                  </a:cubicBezTo>
                  <a:cubicBezTo>
                    <a:pt x="64300" y="16766"/>
                    <a:pt x="82756" y="7836"/>
                    <a:pt x="102327" y="3361"/>
                  </a:cubicBezTo>
                  <a:cubicBezTo>
                    <a:pt x="112019" y="1134"/>
                    <a:pt x="121856" y="0"/>
                    <a:pt x="131528" y="0"/>
                  </a:cubicBezTo>
                  <a:cubicBezTo>
                    <a:pt x="204055" y="0"/>
                    <a:pt x="263055" y="59000"/>
                    <a:pt x="263055" y="131527"/>
                  </a:cubicBezTo>
                  <a:cubicBezTo>
                    <a:pt x="263055" y="204055"/>
                    <a:pt x="204055" y="263055"/>
                    <a:pt x="131528" y="263055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129" name="Gráfico 10">
            <a:extLst>
              <a:ext uri="{FF2B5EF4-FFF2-40B4-BE49-F238E27FC236}">
                <a16:creationId xmlns:a16="http://schemas.microsoft.com/office/drawing/2014/main" id="{2FBBF754-827E-A58A-4745-4A64BF974EBF}"/>
              </a:ext>
            </a:extLst>
          </p:cNvPr>
          <p:cNvGrpSpPr/>
          <p:nvPr/>
        </p:nvGrpSpPr>
        <p:grpSpPr>
          <a:xfrm>
            <a:off x="888804" y="4279792"/>
            <a:ext cx="449505" cy="573334"/>
            <a:chOff x="1305264" y="3772798"/>
            <a:chExt cx="449505" cy="573334"/>
          </a:xfrm>
          <a:solidFill>
            <a:schemeClr val="tx1"/>
          </a:solidFill>
        </p:grpSpPr>
        <p:sp>
          <p:nvSpPr>
            <p:cNvPr id="130" name="Forma Livre: Forma 129">
              <a:extLst>
                <a:ext uri="{FF2B5EF4-FFF2-40B4-BE49-F238E27FC236}">
                  <a16:creationId xmlns:a16="http://schemas.microsoft.com/office/drawing/2014/main" id="{72A4D162-BC68-BC94-EFB1-29C2F7D4216D}"/>
                </a:ext>
              </a:extLst>
            </p:cNvPr>
            <p:cNvSpPr/>
            <p:nvPr/>
          </p:nvSpPr>
          <p:spPr>
            <a:xfrm>
              <a:off x="1490807" y="3772798"/>
              <a:ext cx="263962" cy="263962"/>
            </a:xfrm>
            <a:custGeom>
              <a:avLst/>
              <a:gdLst>
                <a:gd name="connsiteX0" fmla="*/ 131981 w 263962"/>
                <a:gd name="connsiteY0" fmla="*/ 263962 h 263962"/>
                <a:gd name="connsiteX1" fmla="*/ 0 w 263962"/>
                <a:gd name="connsiteY1" fmla="*/ 131981 h 263962"/>
                <a:gd name="connsiteX2" fmla="*/ 131981 w 263962"/>
                <a:gd name="connsiteY2" fmla="*/ 0 h 263962"/>
                <a:gd name="connsiteX3" fmla="*/ 263962 w 263962"/>
                <a:gd name="connsiteY3" fmla="*/ 131981 h 263962"/>
                <a:gd name="connsiteX4" fmla="*/ 131981 w 263962"/>
                <a:gd name="connsiteY4" fmla="*/ 263962 h 263962"/>
                <a:gd name="connsiteX5" fmla="*/ 131981 w 263962"/>
                <a:gd name="connsiteY5" fmla="*/ 16498 h 263962"/>
                <a:gd name="connsiteX6" fmla="*/ 16498 w 263962"/>
                <a:gd name="connsiteY6" fmla="*/ 131981 h 263962"/>
                <a:gd name="connsiteX7" fmla="*/ 131981 w 263962"/>
                <a:gd name="connsiteY7" fmla="*/ 247465 h 263962"/>
                <a:gd name="connsiteX8" fmla="*/ 247465 w 263962"/>
                <a:gd name="connsiteY8" fmla="*/ 131981 h 263962"/>
                <a:gd name="connsiteX9" fmla="*/ 131981 w 263962"/>
                <a:gd name="connsiteY9" fmla="*/ 16498 h 263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63962" h="263962">
                  <a:moveTo>
                    <a:pt x="131981" y="263962"/>
                  </a:moveTo>
                  <a:cubicBezTo>
                    <a:pt x="59206" y="263962"/>
                    <a:pt x="0" y="204756"/>
                    <a:pt x="0" y="131981"/>
                  </a:cubicBezTo>
                  <a:cubicBezTo>
                    <a:pt x="0" y="59206"/>
                    <a:pt x="59206" y="0"/>
                    <a:pt x="131981" y="0"/>
                  </a:cubicBezTo>
                  <a:cubicBezTo>
                    <a:pt x="204756" y="0"/>
                    <a:pt x="263962" y="59206"/>
                    <a:pt x="263962" y="131981"/>
                  </a:cubicBezTo>
                  <a:cubicBezTo>
                    <a:pt x="263962" y="204756"/>
                    <a:pt x="204756" y="263962"/>
                    <a:pt x="131981" y="263962"/>
                  </a:cubicBezTo>
                  <a:close/>
                  <a:moveTo>
                    <a:pt x="131981" y="16498"/>
                  </a:moveTo>
                  <a:cubicBezTo>
                    <a:pt x="68300" y="16498"/>
                    <a:pt x="16498" y="68300"/>
                    <a:pt x="16498" y="131981"/>
                  </a:cubicBezTo>
                  <a:cubicBezTo>
                    <a:pt x="16498" y="195662"/>
                    <a:pt x="68300" y="247465"/>
                    <a:pt x="131981" y="247465"/>
                  </a:cubicBezTo>
                  <a:cubicBezTo>
                    <a:pt x="195662" y="247465"/>
                    <a:pt x="247465" y="195662"/>
                    <a:pt x="247465" y="131981"/>
                  </a:cubicBezTo>
                  <a:cubicBezTo>
                    <a:pt x="247465" y="68300"/>
                    <a:pt x="195662" y="16498"/>
                    <a:pt x="131981" y="16498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grpSp>
          <p:nvGrpSpPr>
            <p:cNvPr id="131" name="Gráfico 10">
              <a:extLst>
                <a:ext uri="{FF2B5EF4-FFF2-40B4-BE49-F238E27FC236}">
                  <a16:creationId xmlns:a16="http://schemas.microsoft.com/office/drawing/2014/main" id="{AB7B7676-9F0A-2297-CF36-159A7611640C}"/>
                </a:ext>
              </a:extLst>
            </p:cNvPr>
            <p:cNvGrpSpPr/>
            <p:nvPr/>
          </p:nvGrpSpPr>
          <p:grpSpPr>
            <a:xfrm>
              <a:off x="1573295" y="3814043"/>
              <a:ext cx="98985" cy="181474"/>
              <a:chOff x="1573295" y="3814043"/>
              <a:chExt cx="98985" cy="181474"/>
            </a:xfrm>
            <a:grpFill/>
          </p:grpSpPr>
          <p:sp>
            <p:nvSpPr>
              <p:cNvPr id="142" name="Forma Livre: Forma 141">
                <a:extLst>
                  <a:ext uri="{FF2B5EF4-FFF2-40B4-BE49-F238E27FC236}">
                    <a16:creationId xmlns:a16="http://schemas.microsoft.com/office/drawing/2014/main" id="{A70DA016-5EF2-2F38-59B7-CEE78ACB4D3B}"/>
                  </a:ext>
                </a:extLst>
              </p:cNvPr>
              <p:cNvSpPr/>
              <p:nvPr/>
            </p:nvSpPr>
            <p:spPr>
              <a:xfrm>
                <a:off x="1573295" y="3834665"/>
                <a:ext cx="98985" cy="140229"/>
              </a:xfrm>
              <a:custGeom>
                <a:avLst/>
                <a:gdLst>
                  <a:gd name="connsiteX0" fmla="*/ 49493 w 98985"/>
                  <a:gd name="connsiteY0" fmla="*/ 140230 h 140229"/>
                  <a:gd name="connsiteX1" fmla="*/ 0 w 98985"/>
                  <a:gd name="connsiteY1" fmla="*/ 101048 h 140229"/>
                  <a:gd name="connsiteX2" fmla="*/ 8249 w 98985"/>
                  <a:gd name="connsiteY2" fmla="*/ 92799 h 140229"/>
                  <a:gd name="connsiteX3" fmla="*/ 16498 w 98985"/>
                  <a:gd name="connsiteY3" fmla="*/ 101048 h 140229"/>
                  <a:gd name="connsiteX4" fmla="*/ 49493 w 98985"/>
                  <a:gd name="connsiteY4" fmla="*/ 123732 h 140229"/>
                  <a:gd name="connsiteX5" fmla="*/ 82488 w 98985"/>
                  <a:gd name="connsiteY5" fmla="*/ 101048 h 140229"/>
                  <a:gd name="connsiteX6" fmla="*/ 49493 w 98985"/>
                  <a:gd name="connsiteY6" fmla="*/ 78364 h 140229"/>
                  <a:gd name="connsiteX7" fmla="*/ 0 w 98985"/>
                  <a:gd name="connsiteY7" fmla="*/ 39182 h 140229"/>
                  <a:gd name="connsiteX8" fmla="*/ 49493 w 98985"/>
                  <a:gd name="connsiteY8" fmla="*/ 0 h 140229"/>
                  <a:gd name="connsiteX9" fmla="*/ 98986 w 98985"/>
                  <a:gd name="connsiteY9" fmla="*/ 39182 h 140229"/>
                  <a:gd name="connsiteX10" fmla="*/ 90737 w 98985"/>
                  <a:gd name="connsiteY10" fmla="*/ 47431 h 140229"/>
                  <a:gd name="connsiteX11" fmla="*/ 82488 w 98985"/>
                  <a:gd name="connsiteY11" fmla="*/ 39182 h 140229"/>
                  <a:gd name="connsiteX12" fmla="*/ 49493 w 98985"/>
                  <a:gd name="connsiteY12" fmla="*/ 16498 h 140229"/>
                  <a:gd name="connsiteX13" fmla="*/ 16498 w 98985"/>
                  <a:gd name="connsiteY13" fmla="*/ 39182 h 140229"/>
                  <a:gd name="connsiteX14" fmla="*/ 49493 w 98985"/>
                  <a:gd name="connsiteY14" fmla="*/ 61866 h 140229"/>
                  <a:gd name="connsiteX15" fmla="*/ 98986 w 98985"/>
                  <a:gd name="connsiteY15" fmla="*/ 101048 h 140229"/>
                  <a:gd name="connsiteX16" fmla="*/ 49493 w 98985"/>
                  <a:gd name="connsiteY16" fmla="*/ 140230 h 1402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98985" h="140229">
                    <a:moveTo>
                      <a:pt x="49493" y="140230"/>
                    </a:moveTo>
                    <a:cubicBezTo>
                      <a:pt x="22210" y="140230"/>
                      <a:pt x="0" y="122660"/>
                      <a:pt x="0" y="101048"/>
                    </a:cubicBezTo>
                    <a:cubicBezTo>
                      <a:pt x="0" y="96491"/>
                      <a:pt x="3691" y="92799"/>
                      <a:pt x="8249" y="92799"/>
                    </a:cubicBezTo>
                    <a:cubicBezTo>
                      <a:pt x="12806" y="92799"/>
                      <a:pt x="16498" y="96491"/>
                      <a:pt x="16498" y="101048"/>
                    </a:cubicBezTo>
                    <a:cubicBezTo>
                      <a:pt x="16498" y="113339"/>
                      <a:pt x="31614" y="123732"/>
                      <a:pt x="49493" y="123732"/>
                    </a:cubicBezTo>
                    <a:cubicBezTo>
                      <a:pt x="67372" y="123732"/>
                      <a:pt x="82488" y="113339"/>
                      <a:pt x="82488" y="101048"/>
                    </a:cubicBezTo>
                    <a:cubicBezTo>
                      <a:pt x="82488" y="88757"/>
                      <a:pt x="67372" y="78364"/>
                      <a:pt x="49493" y="78364"/>
                    </a:cubicBezTo>
                    <a:cubicBezTo>
                      <a:pt x="22210" y="78364"/>
                      <a:pt x="0" y="60794"/>
                      <a:pt x="0" y="39182"/>
                    </a:cubicBezTo>
                    <a:cubicBezTo>
                      <a:pt x="0" y="17570"/>
                      <a:pt x="22210" y="0"/>
                      <a:pt x="49493" y="0"/>
                    </a:cubicBezTo>
                    <a:cubicBezTo>
                      <a:pt x="76776" y="0"/>
                      <a:pt x="98986" y="17570"/>
                      <a:pt x="98986" y="39182"/>
                    </a:cubicBezTo>
                    <a:cubicBezTo>
                      <a:pt x="98986" y="43739"/>
                      <a:pt x="95295" y="47431"/>
                      <a:pt x="90737" y="47431"/>
                    </a:cubicBezTo>
                    <a:cubicBezTo>
                      <a:pt x="86180" y="47431"/>
                      <a:pt x="82488" y="43739"/>
                      <a:pt x="82488" y="39182"/>
                    </a:cubicBezTo>
                    <a:cubicBezTo>
                      <a:pt x="82488" y="26891"/>
                      <a:pt x="67372" y="16498"/>
                      <a:pt x="49493" y="16498"/>
                    </a:cubicBezTo>
                    <a:cubicBezTo>
                      <a:pt x="31614" y="16498"/>
                      <a:pt x="16498" y="26891"/>
                      <a:pt x="16498" y="39182"/>
                    </a:cubicBezTo>
                    <a:cubicBezTo>
                      <a:pt x="16498" y="51473"/>
                      <a:pt x="31614" y="61866"/>
                      <a:pt x="49493" y="61866"/>
                    </a:cubicBezTo>
                    <a:cubicBezTo>
                      <a:pt x="76776" y="61866"/>
                      <a:pt x="98986" y="79436"/>
                      <a:pt x="98986" y="101048"/>
                    </a:cubicBezTo>
                    <a:cubicBezTo>
                      <a:pt x="98986" y="122660"/>
                      <a:pt x="76776" y="140230"/>
                      <a:pt x="49493" y="140230"/>
                    </a:cubicBezTo>
                    <a:close/>
                  </a:path>
                </a:pathLst>
              </a:custGeom>
              <a:grpFill/>
              <a:ln w="20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43" name="Forma Livre: Forma 142">
                <a:extLst>
                  <a:ext uri="{FF2B5EF4-FFF2-40B4-BE49-F238E27FC236}">
                    <a16:creationId xmlns:a16="http://schemas.microsoft.com/office/drawing/2014/main" id="{09E015C7-FA29-6AE6-D8B0-16A1EC181C49}"/>
                  </a:ext>
                </a:extLst>
              </p:cNvPr>
              <p:cNvSpPr/>
              <p:nvPr/>
            </p:nvSpPr>
            <p:spPr>
              <a:xfrm>
                <a:off x="1614540" y="3814043"/>
                <a:ext cx="16497" cy="37119"/>
              </a:xfrm>
              <a:custGeom>
                <a:avLst/>
                <a:gdLst>
                  <a:gd name="connsiteX0" fmla="*/ 8249 w 16497"/>
                  <a:gd name="connsiteY0" fmla="*/ 37120 h 37119"/>
                  <a:gd name="connsiteX1" fmla="*/ 0 w 16497"/>
                  <a:gd name="connsiteY1" fmla="*/ 28871 h 37119"/>
                  <a:gd name="connsiteX2" fmla="*/ 0 w 16497"/>
                  <a:gd name="connsiteY2" fmla="*/ 8249 h 37119"/>
                  <a:gd name="connsiteX3" fmla="*/ 8249 w 16497"/>
                  <a:gd name="connsiteY3" fmla="*/ 0 h 37119"/>
                  <a:gd name="connsiteX4" fmla="*/ 16498 w 16497"/>
                  <a:gd name="connsiteY4" fmla="*/ 8249 h 37119"/>
                  <a:gd name="connsiteX5" fmla="*/ 16498 w 16497"/>
                  <a:gd name="connsiteY5" fmla="*/ 28871 h 37119"/>
                  <a:gd name="connsiteX6" fmla="*/ 8249 w 16497"/>
                  <a:gd name="connsiteY6" fmla="*/ 37120 h 371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497" h="37119">
                    <a:moveTo>
                      <a:pt x="8249" y="37120"/>
                    </a:moveTo>
                    <a:cubicBezTo>
                      <a:pt x="3691" y="37120"/>
                      <a:pt x="0" y="33428"/>
                      <a:pt x="0" y="28871"/>
                    </a:cubicBezTo>
                    <a:lnTo>
                      <a:pt x="0" y="8249"/>
                    </a:lnTo>
                    <a:cubicBezTo>
                      <a:pt x="0" y="3691"/>
                      <a:pt x="3691" y="0"/>
                      <a:pt x="8249" y="0"/>
                    </a:cubicBezTo>
                    <a:cubicBezTo>
                      <a:pt x="12806" y="0"/>
                      <a:pt x="16498" y="3691"/>
                      <a:pt x="16498" y="8249"/>
                    </a:cubicBezTo>
                    <a:lnTo>
                      <a:pt x="16498" y="28871"/>
                    </a:lnTo>
                    <a:cubicBezTo>
                      <a:pt x="16498" y="33428"/>
                      <a:pt x="12806" y="37120"/>
                      <a:pt x="8249" y="37120"/>
                    </a:cubicBezTo>
                    <a:close/>
                  </a:path>
                </a:pathLst>
              </a:custGeom>
              <a:grpFill/>
              <a:ln w="20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44" name="Forma Livre: Forma 143">
                <a:extLst>
                  <a:ext uri="{FF2B5EF4-FFF2-40B4-BE49-F238E27FC236}">
                    <a16:creationId xmlns:a16="http://schemas.microsoft.com/office/drawing/2014/main" id="{0865A265-6707-76F4-37C5-D8AAFC9B5A01}"/>
                  </a:ext>
                </a:extLst>
              </p:cNvPr>
              <p:cNvSpPr/>
              <p:nvPr/>
            </p:nvSpPr>
            <p:spPr>
              <a:xfrm>
                <a:off x="1614540" y="3958397"/>
                <a:ext cx="16497" cy="37119"/>
              </a:xfrm>
              <a:custGeom>
                <a:avLst/>
                <a:gdLst>
                  <a:gd name="connsiteX0" fmla="*/ 8249 w 16497"/>
                  <a:gd name="connsiteY0" fmla="*/ 37120 h 37119"/>
                  <a:gd name="connsiteX1" fmla="*/ 0 w 16497"/>
                  <a:gd name="connsiteY1" fmla="*/ 28871 h 37119"/>
                  <a:gd name="connsiteX2" fmla="*/ 0 w 16497"/>
                  <a:gd name="connsiteY2" fmla="*/ 8249 h 37119"/>
                  <a:gd name="connsiteX3" fmla="*/ 8249 w 16497"/>
                  <a:gd name="connsiteY3" fmla="*/ 0 h 37119"/>
                  <a:gd name="connsiteX4" fmla="*/ 16498 w 16497"/>
                  <a:gd name="connsiteY4" fmla="*/ 8249 h 37119"/>
                  <a:gd name="connsiteX5" fmla="*/ 16498 w 16497"/>
                  <a:gd name="connsiteY5" fmla="*/ 28871 h 37119"/>
                  <a:gd name="connsiteX6" fmla="*/ 8249 w 16497"/>
                  <a:gd name="connsiteY6" fmla="*/ 37120 h 371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497" h="37119">
                    <a:moveTo>
                      <a:pt x="8249" y="37120"/>
                    </a:moveTo>
                    <a:cubicBezTo>
                      <a:pt x="3691" y="37120"/>
                      <a:pt x="0" y="33428"/>
                      <a:pt x="0" y="28871"/>
                    </a:cubicBezTo>
                    <a:lnTo>
                      <a:pt x="0" y="8249"/>
                    </a:lnTo>
                    <a:cubicBezTo>
                      <a:pt x="0" y="3691"/>
                      <a:pt x="3691" y="0"/>
                      <a:pt x="8249" y="0"/>
                    </a:cubicBezTo>
                    <a:cubicBezTo>
                      <a:pt x="12806" y="0"/>
                      <a:pt x="16498" y="3691"/>
                      <a:pt x="16498" y="8249"/>
                    </a:cubicBezTo>
                    <a:lnTo>
                      <a:pt x="16498" y="28871"/>
                    </a:lnTo>
                    <a:cubicBezTo>
                      <a:pt x="16498" y="33428"/>
                      <a:pt x="12806" y="37120"/>
                      <a:pt x="8249" y="37120"/>
                    </a:cubicBezTo>
                    <a:close/>
                  </a:path>
                </a:pathLst>
              </a:custGeom>
              <a:grpFill/>
              <a:ln w="20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sp>
          <p:nvSpPr>
            <p:cNvPr id="132" name="Forma Livre: Forma 131">
              <a:extLst>
                <a:ext uri="{FF2B5EF4-FFF2-40B4-BE49-F238E27FC236}">
                  <a16:creationId xmlns:a16="http://schemas.microsoft.com/office/drawing/2014/main" id="{D6A55741-9010-FBB3-466B-2D0B14674412}"/>
                </a:ext>
              </a:extLst>
            </p:cNvPr>
            <p:cNvSpPr/>
            <p:nvPr/>
          </p:nvSpPr>
          <p:spPr>
            <a:xfrm>
              <a:off x="1305264" y="3855244"/>
              <a:ext cx="245871" cy="263943"/>
            </a:xfrm>
            <a:custGeom>
              <a:avLst/>
              <a:gdLst>
                <a:gd name="connsiteX0" fmla="*/ 132256 w 245871"/>
                <a:gd name="connsiteY0" fmla="*/ 263943 h 263943"/>
                <a:gd name="connsiteX1" fmla="*/ 17556 w 245871"/>
                <a:gd name="connsiteY1" fmla="*/ 198015 h 263943"/>
                <a:gd name="connsiteX2" fmla="*/ 65935 w 245871"/>
                <a:gd name="connsiteY2" fmla="*/ 17633 h 263943"/>
                <a:gd name="connsiteX3" fmla="*/ 153104 w 245871"/>
                <a:gd name="connsiteY3" fmla="*/ 1713 h 263943"/>
                <a:gd name="connsiteX4" fmla="*/ 159910 w 245871"/>
                <a:gd name="connsiteY4" fmla="*/ 11179 h 263943"/>
                <a:gd name="connsiteX5" fmla="*/ 150444 w 245871"/>
                <a:gd name="connsiteY5" fmla="*/ 17984 h 263943"/>
                <a:gd name="connsiteX6" fmla="*/ 74184 w 245871"/>
                <a:gd name="connsiteY6" fmla="*/ 31904 h 263943"/>
                <a:gd name="connsiteX7" fmla="*/ 31847 w 245871"/>
                <a:gd name="connsiteY7" fmla="*/ 189745 h 263943"/>
                <a:gd name="connsiteX8" fmla="*/ 189688 w 245871"/>
                <a:gd name="connsiteY8" fmla="*/ 232082 h 263943"/>
                <a:gd name="connsiteX9" fmla="*/ 230561 w 245871"/>
                <a:gd name="connsiteY9" fmla="*/ 192117 h 263943"/>
                <a:gd name="connsiteX10" fmla="*/ 241903 w 245871"/>
                <a:gd name="connsiteY10" fmla="*/ 189353 h 263943"/>
                <a:gd name="connsiteX11" fmla="*/ 244666 w 245871"/>
                <a:gd name="connsiteY11" fmla="*/ 200695 h 263943"/>
                <a:gd name="connsiteX12" fmla="*/ 197937 w 245871"/>
                <a:gd name="connsiteY12" fmla="*/ 246394 h 263943"/>
                <a:gd name="connsiteX13" fmla="*/ 132256 w 245871"/>
                <a:gd name="connsiteY13" fmla="*/ 263943 h 263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5871" h="263943">
                  <a:moveTo>
                    <a:pt x="132256" y="263943"/>
                  </a:moveTo>
                  <a:cubicBezTo>
                    <a:pt x="86536" y="263943"/>
                    <a:pt x="42013" y="240269"/>
                    <a:pt x="17556" y="198015"/>
                  </a:cubicBezTo>
                  <a:cubicBezTo>
                    <a:pt x="-18698" y="134952"/>
                    <a:pt x="3017" y="54031"/>
                    <a:pt x="65935" y="17633"/>
                  </a:cubicBezTo>
                  <a:cubicBezTo>
                    <a:pt x="92208" y="2476"/>
                    <a:pt x="123161" y="-3174"/>
                    <a:pt x="153104" y="1713"/>
                  </a:cubicBezTo>
                  <a:cubicBezTo>
                    <a:pt x="157600" y="2456"/>
                    <a:pt x="160652" y="6683"/>
                    <a:pt x="159910" y="11179"/>
                  </a:cubicBezTo>
                  <a:cubicBezTo>
                    <a:pt x="159167" y="15674"/>
                    <a:pt x="154940" y="18726"/>
                    <a:pt x="150444" y="17984"/>
                  </a:cubicBezTo>
                  <a:cubicBezTo>
                    <a:pt x="124254" y="13715"/>
                    <a:pt x="97177" y="18665"/>
                    <a:pt x="74184" y="31904"/>
                  </a:cubicBezTo>
                  <a:cubicBezTo>
                    <a:pt x="19123" y="63744"/>
                    <a:pt x="130" y="134560"/>
                    <a:pt x="31847" y="189745"/>
                  </a:cubicBezTo>
                  <a:cubicBezTo>
                    <a:pt x="63687" y="244785"/>
                    <a:pt x="134503" y="263799"/>
                    <a:pt x="189688" y="232082"/>
                  </a:cubicBezTo>
                  <a:cubicBezTo>
                    <a:pt x="206433" y="222390"/>
                    <a:pt x="220580" y="208552"/>
                    <a:pt x="230561" y="192117"/>
                  </a:cubicBezTo>
                  <a:cubicBezTo>
                    <a:pt x="232932" y="188219"/>
                    <a:pt x="238005" y="186982"/>
                    <a:pt x="241903" y="189353"/>
                  </a:cubicBezTo>
                  <a:cubicBezTo>
                    <a:pt x="245801" y="191725"/>
                    <a:pt x="247038" y="196798"/>
                    <a:pt x="244666" y="200695"/>
                  </a:cubicBezTo>
                  <a:cubicBezTo>
                    <a:pt x="233262" y="219482"/>
                    <a:pt x="217095" y="235299"/>
                    <a:pt x="197937" y="246394"/>
                  </a:cubicBezTo>
                  <a:cubicBezTo>
                    <a:pt x="177232" y="258293"/>
                    <a:pt x="154589" y="263943"/>
                    <a:pt x="132256" y="263943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grpSp>
          <p:nvGrpSpPr>
            <p:cNvPr id="133" name="Gráfico 10">
              <a:extLst>
                <a:ext uri="{FF2B5EF4-FFF2-40B4-BE49-F238E27FC236}">
                  <a16:creationId xmlns:a16="http://schemas.microsoft.com/office/drawing/2014/main" id="{F20910D5-3CD0-6DA6-D903-D0607F52F2DB}"/>
                </a:ext>
              </a:extLst>
            </p:cNvPr>
            <p:cNvGrpSpPr/>
            <p:nvPr/>
          </p:nvGrpSpPr>
          <p:grpSpPr>
            <a:xfrm>
              <a:off x="1374539" y="3907595"/>
              <a:ext cx="125361" cy="159397"/>
              <a:chOff x="1374539" y="3907595"/>
              <a:chExt cx="125361" cy="159397"/>
            </a:xfrm>
            <a:grpFill/>
          </p:grpSpPr>
          <p:sp>
            <p:nvSpPr>
              <p:cNvPr id="139" name="Forma Livre: Forma 138">
                <a:extLst>
                  <a:ext uri="{FF2B5EF4-FFF2-40B4-BE49-F238E27FC236}">
                    <a16:creationId xmlns:a16="http://schemas.microsoft.com/office/drawing/2014/main" id="{B92CE91B-8BC1-F8F6-E5AC-89AC4C4EA6A7}"/>
                  </a:ext>
                </a:extLst>
              </p:cNvPr>
              <p:cNvSpPr/>
              <p:nvPr/>
            </p:nvSpPr>
            <p:spPr>
              <a:xfrm>
                <a:off x="1374539" y="3918461"/>
                <a:ext cx="125361" cy="137643"/>
              </a:xfrm>
              <a:custGeom>
                <a:avLst/>
                <a:gdLst>
                  <a:gd name="connsiteX0" fmla="*/ 68673 w 125361"/>
                  <a:gd name="connsiteY0" fmla="*/ 137643 h 137643"/>
                  <a:gd name="connsiteX1" fmla="*/ 62837 w 125361"/>
                  <a:gd name="connsiteY1" fmla="*/ 137293 h 137643"/>
                  <a:gd name="connsiteX2" fmla="*/ 35286 w 125361"/>
                  <a:gd name="connsiteY2" fmla="*/ 120321 h 137643"/>
                  <a:gd name="connsiteX3" fmla="*/ 38297 w 125361"/>
                  <a:gd name="connsiteY3" fmla="*/ 109061 h 137643"/>
                  <a:gd name="connsiteX4" fmla="*/ 49556 w 125361"/>
                  <a:gd name="connsiteY4" fmla="*/ 112072 h 137643"/>
                  <a:gd name="connsiteX5" fmla="*/ 64796 w 125361"/>
                  <a:gd name="connsiteY5" fmla="*/ 120898 h 137643"/>
                  <a:gd name="connsiteX6" fmla="*/ 89460 w 125361"/>
                  <a:gd name="connsiteY6" fmla="*/ 115207 h 137643"/>
                  <a:gd name="connsiteX7" fmla="*/ 106741 w 125361"/>
                  <a:gd name="connsiteY7" fmla="*/ 96688 h 137643"/>
                  <a:gd name="connsiteX8" fmla="*/ 106721 w 125361"/>
                  <a:gd name="connsiteY8" fmla="*/ 79077 h 137643"/>
                  <a:gd name="connsiteX9" fmla="*/ 66796 w 125361"/>
                  <a:gd name="connsiteY9" fmla="*/ 75922 h 137643"/>
                  <a:gd name="connsiteX10" fmla="*/ 31904 w 125361"/>
                  <a:gd name="connsiteY10" fmla="*/ 83696 h 137643"/>
                  <a:gd name="connsiteX11" fmla="*/ 4353 w 125361"/>
                  <a:gd name="connsiteY11" fmla="*/ 66724 h 137643"/>
                  <a:gd name="connsiteX12" fmla="*/ 3425 w 125361"/>
                  <a:gd name="connsiteY12" fmla="*/ 34389 h 137643"/>
                  <a:gd name="connsiteX13" fmla="*/ 27594 w 125361"/>
                  <a:gd name="connsiteY13" fmla="*/ 8054 h 137643"/>
                  <a:gd name="connsiteX14" fmla="*/ 90058 w 125361"/>
                  <a:gd name="connsiteY14" fmla="*/ 17231 h 137643"/>
                  <a:gd name="connsiteX15" fmla="*/ 87047 w 125361"/>
                  <a:gd name="connsiteY15" fmla="*/ 28491 h 137643"/>
                  <a:gd name="connsiteX16" fmla="*/ 75788 w 125361"/>
                  <a:gd name="connsiteY16" fmla="*/ 25480 h 137643"/>
                  <a:gd name="connsiteX17" fmla="*/ 35863 w 125361"/>
                  <a:gd name="connsiteY17" fmla="*/ 22325 h 137643"/>
                  <a:gd name="connsiteX18" fmla="*/ 18603 w 125361"/>
                  <a:gd name="connsiteY18" fmla="*/ 40843 h 137643"/>
                  <a:gd name="connsiteX19" fmla="*/ 18644 w 125361"/>
                  <a:gd name="connsiteY19" fmla="*/ 58455 h 137643"/>
                  <a:gd name="connsiteX20" fmla="*/ 33884 w 125361"/>
                  <a:gd name="connsiteY20" fmla="*/ 67281 h 137643"/>
                  <a:gd name="connsiteX21" fmla="*/ 58547 w 125361"/>
                  <a:gd name="connsiteY21" fmla="*/ 61589 h 137643"/>
                  <a:gd name="connsiteX22" fmla="*/ 121012 w 125361"/>
                  <a:gd name="connsiteY22" fmla="*/ 70766 h 137643"/>
                  <a:gd name="connsiteX23" fmla="*/ 121919 w 125361"/>
                  <a:gd name="connsiteY23" fmla="*/ 103101 h 137643"/>
                  <a:gd name="connsiteX24" fmla="*/ 97729 w 125361"/>
                  <a:gd name="connsiteY24" fmla="*/ 129436 h 137643"/>
                  <a:gd name="connsiteX25" fmla="*/ 68694 w 125361"/>
                  <a:gd name="connsiteY25" fmla="*/ 137561 h 1376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25361" h="137643">
                    <a:moveTo>
                      <a:pt x="68673" y="137643"/>
                    </a:moveTo>
                    <a:cubicBezTo>
                      <a:pt x="66714" y="137643"/>
                      <a:pt x="64755" y="137520"/>
                      <a:pt x="62837" y="137293"/>
                    </a:cubicBezTo>
                    <a:cubicBezTo>
                      <a:pt x="50526" y="135808"/>
                      <a:pt x="40751" y="129786"/>
                      <a:pt x="35286" y="120321"/>
                    </a:cubicBezTo>
                    <a:cubicBezTo>
                      <a:pt x="33017" y="116382"/>
                      <a:pt x="34358" y="111330"/>
                      <a:pt x="38297" y="109061"/>
                    </a:cubicBezTo>
                    <a:cubicBezTo>
                      <a:pt x="42235" y="106793"/>
                      <a:pt x="47288" y="108133"/>
                      <a:pt x="49556" y="112072"/>
                    </a:cubicBezTo>
                    <a:cubicBezTo>
                      <a:pt x="52361" y="116918"/>
                      <a:pt x="57764" y="120053"/>
                      <a:pt x="64796" y="120898"/>
                    </a:cubicBezTo>
                    <a:cubicBezTo>
                      <a:pt x="72694" y="121847"/>
                      <a:pt x="81459" y="119826"/>
                      <a:pt x="89460" y="115207"/>
                    </a:cubicBezTo>
                    <a:cubicBezTo>
                      <a:pt x="97482" y="110587"/>
                      <a:pt x="103607" y="104009"/>
                      <a:pt x="106741" y="96688"/>
                    </a:cubicBezTo>
                    <a:cubicBezTo>
                      <a:pt x="109525" y="90171"/>
                      <a:pt x="109505" y="83923"/>
                      <a:pt x="106721" y="79077"/>
                    </a:cubicBezTo>
                    <a:cubicBezTo>
                      <a:pt x="100575" y="68415"/>
                      <a:pt x="82283" y="66992"/>
                      <a:pt x="66796" y="75922"/>
                    </a:cubicBezTo>
                    <a:cubicBezTo>
                      <a:pt x="55722" y="82314"/>
                      <a:pt x="43328" y="85078"/>
                      <a:pt x="31904" y="83696"/>
                    </a:cubicBezTo>
                    <a:cubicBezTo>
                      <a:pt x="19592" y="82211"/>
                      <a:pt x="9818" y="76190"/>
                      <a:pt x="4353" y="66724"/>
                    </a:cubicBezTo>
                    <a:cubicBezTo>
                      <a:pt x="-1112" y="57279"/>
                      <a:pt x="-1442" y="45793"/>
                      <a:pt x="3425" y="34389"/>
                    </a:cubicBezTo>
                    <a:cubicBezTo>
                      <a:pt x="7941" y="23789"/>
                      <a:pt x="16540" y="14447"/>
                      <a:pt x="27594" y="8054"/>
                    </a:cubicBezTo>
                    <a:cubicBezTo>
                      <a:pt x="51227" y="-5597"/>
                      <a:pt x="79252" y="-1473"/>
                      <a:pt x="90058" y="17231"/>
                    </a:cubicBezTo>
                    <a:cubicBezTo>
                      <a:pt x="92326" y="21170"/>
                      <a:pt x="90986" y="26222"/>
                      <a:pt x="87047" y="28491"/>
                    </a:cubicBezTo>
                    <a:cubicBezTo>
                      <a:pt x="83108" y="30780"/>
                      <a:pt x="78056" y="29419"/>
                      <a:pt x="75788" y="25480"/>
                    </a:cubicBezTo>
                    <a:cubicBezTo>
                      <a:pt x="69642" y="14839"/>
                      <a:pt x="51350" y="13395"/>
                      <a:pt x="35863" y="22325"/>
                    </a:cubicBezTo>
                    <a:cubicBezTo>
                      <a:pt x="27862" y="26944"/>
                      <a:pt x="21737" y="33523"/>
                      <a:pt x="18603" y="40843"/>
                    </a:cubicBezTo>
                    <a:cubicBezTo>
                      <a:pt x="15819" y="47360"/>
                      <a:pt x="15839" y="53608"/>
                      <a:pt x="18644" y="58455"/>
                    </a:cubicBezTo>
                    <a:cubicBezTo>
                      <a:pt x="21448" y="63301"/>
                      <a:pt x="26851" y="66435"/>
                      <a:pt x="33884" y="67281"/>
                    </a:cubicBezTo>
                    <a:cubicBezTo>
                      <a:pt x="41802" y="68229"/>
                      <a:pt x="50546" y="66209"/>
                      <a:pt x="58547" y="61589"/>
                    </a:cubicBezTo>
                    <a:cubicBezTo>
                      <a:pt x="82180" y="47937"/>
                      <a:pt x="110206" y="52062"/>
                      <a:pt x="121012" y="70766"/>
                    </a:cubicBezTo>
                    <a:cubicBezTo>
                      <a:pt x="126477" y="80211"/>
                      <a:pt x="126807" y="91697"/>
                      <a:pt x="121919" y="103101"/>
                    </a:cubicBezTo>
                    <a:cubicBezTo>
                      <a:pt x="117403" y="113701"/>
                      <a:pt x="108803" y="123043"/>
                      <a:pt x="97729" y="129436"/>
                    </a:cubicBezTo>
                    <a:cubicBezTo>
                      <a:pt x="88532" y="134756"/>
                      <a:pt x="78407" y="137561"/>
                      <a:pt x="68694" y="137561"/>
                    </a:cubicBezTo>
                    <a:close/>
                  </a:path>
                </a:pathLst>
              </a:custGeom>
              <a:grpFill/>
              <a:ln w="20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40" name="Forma Livre: Forma 139">
                <a:extLst>
                  <a:ext uri="{FF2B5EF4-FFF2-40B4-BE49-F238E27FC236}">
                    <a16:creationId xmlns:a16="http://schemas.microsoft.com/office/drawing/2014/main" id="{A6C5CFF4-E700-66DE-4926-30DB2E570E23}"/>
                  </a:ext>
                </a:extLst>
              </p:cNvPr>
              <p:cNvSpPr/>
              <p:nvPr/>
            </p:nvSpPr>
            <p:spPr>
              <a:xfrm>
                <a:off x="1387707" y="3907595"/>
                <a:ext cx="26787" cy="34345"/>
              </a:xfrm>
              <a:custGeom>
                <a:avLst/>
                <a:gdLst>
                  <a:gd name="connsiteX0" fmla="*/ 18570 w 26787"/>
                  <a:gd name="connsiteY0" fmla="*/ 34346 h 34345"/>
                  <a:gd name="connsiteX1" fmla="*/ 11414 w 26787"/>
                  <a:gd name="connsiteY1" fmla="*/ 30221 h 34345"/>
                  <a:gd name="connsiteX2" fmla="*/ 1103 w 26787"/>
                  <a:gd name="connsiteY2" fmla="*/ 12363 h 34345"/>
                  <a:gd name="connsiteX3" fmla="*/ 4114 w 26787"/>
                  <a:gd name="connsiteY3" fmla="*/ 1103 h 34345"/>
                  <a:gd name="connsiteX4" fmla="*/ 15374 w 26787"/>
                  <a:gd name="connsiteY4" fmla="*/ 4114 h 34345"/>
                  <a:gd name="connsiteX5" fmla="*/ 25685 w 26787"/>
                  <a:gd name="connsiteY5" fmla="*/ 21973 h 34345"/>
                  <a:gd name="connsiteX6" fmla="*/ 22674 w 26787"/>
                  <a:gd name="connsiteY6" fmla="*/ 33232 h 34345"/>
                  <a:gd name="connsiteX7" fmla="*/ 18549 w 26787"/>
                  <a:gd name="connsiteY7" fmla="*/ 34346 h 343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6787" h="34345">
                    <a:moveTo>
                      <a:pt x="18570" y="34346"/>
                    </a:moveTo>
                    <a:cubicBezTo>
                      <a:pt x="15724" y="34346"/>
                      <a:pt x="12940" y="32861"/>
                      <a:pt x="11414" y="30221"/>
                    </a:cubicBezTo>
                    <a:lnTo>
                      <a:pt x="1103" y="12363"/>
                    </a:lnTo>
                    <a:cubicBezTo>
                      <a:pt x="-1165" y="8424"/>
                      <a:pt x="175" y="3371"/>
                      <a:pt x="4114" y="1103"/>
                    </a:cubicBezTo>
                    <a:cubicBezTo>
                      <a:pt x="8053" y="-1165"/>
                      <a:pt x="13105" y="175"/>
                      <a:pt x="15374" y="4114"/>
                    </a:cubicBezTo>
                    <a:lnTo>
                      <a:pt x="25685" y="21973"/>
                    </a:lnTo>
                    <a:cubicBezTo>
                      <a:pt x="27953" y="25911"/>
                      <a:pt x="26613" y="30964"/>
                      <a:pt x="22674" y="33232"/>
                    </a:cubicBezTo>
                    <a:cubicBezTo>
                      <a:pt x="21375" y="33975"/>
                      <a:pt x="19952" y="34346"/>
                      <a:pt x="18549" y="34346"/>
                    </a:cubicBezTo>
                    <a:close/>
                  </a:path>
                </a:pathLst>
              </a:custGeom>
              <a:grpFill/>
              <a:ln w="20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41" name="Forma Livre: Forma 140">
                <a:extLst>
                  <a:ext uri="{FF2B5EF4-FFF2-40B4-BE49-F238E27FC236}">
                    <a16:creationId xmlns:a16="http://schemas.microsoft.com/office/drawing/2014/main" id="{4CD842FE-E5B6-2101-5B1D-4098547685B6}"/>
                  </a:ext>
                </a:extLst>
              </p:cNvPr>
              <p:cNvSpPr/>
              <p:nvPr/>
            </p:nvSpPr>
            <p:spPr>
              <a:xfrm>
                <a:off x="1459885" y="4032606"/>
                <a:ext cx="26806" cy="34386"/>
              </a:xfrm>
              <a:custGeom>
                <a:avLst/>
                <a:gdLst>
                  <a:gd name="connsiteX0" fmla="*/ 18569 w 26806"/>
                  <a:gd name="connsiteY0" fmla="*/ 34366 h 34386"/>
                  <a:gd name="connsiteX1" fmla="*/ 11413 w 26806"/>
                  <a:gd name="connsiteY1" fmla="*/ 30241 h 34386"/>
                  <a:gd name="connsiteX2" fmla="*/ 1102 w 26806"/>
                  <a:gd name="connsiteY2" fmla="*/ 12362 h 34386"/>
                  <a:gd name="connsiteX3" fmla="*/ 4134 w 26806"/>
                  <a:gd name="connsiteY3" fmla="*/ 1102 h 34386"/>
                  <a:gd name="connsiteX4" fmla="*/ 15393 w 26806"/>
                  <a:gd name="connsiteY4" fmla="*/ 4134 h 34386"/>
                  <a:gd name="connsiteX5" fmla="*/ 25704 w 26806"/>
                  <a:gd name="connsiteY5" fmla="*/ 22013 h 34386"/>
                  <a:gd name="connsiteX6" fmla="*/ 22673 w 26806"/>
                  <a:gd name="connsiteY6" fmla="*/ 33273 h 34386"/>
                  <a:gd name="connsiteX7" fmla="*/ 18569 w 26806"/>
                  <a:gd name="connsiteY7" fmla="*/ 34386 h 343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6806" h="34386">
                    <a:moveTo>
                      <a:pt x="18569" y="34366"/>
                    </a:moveTo>
                    <a:cubicBezTo>
                      <a:pt x="15723" y="34366"/>
                      <a:pt x="12939" y="32881"/>
                      <a:pt x="11413" y="30241"/>
                    </a:cubicBezTo>
                    <a:lnTo>
                      <a:pt x="1102" y="12362"/>
                    </a:lnTo>
                    <a:cubicBezTo>
                      <a:pt x="-1166" y="8423"/>
                      <a:pt x="174" y="3371"/>
                      <a:pt x="4134" y="1102"/>
                    </a:cubicBezTo>
                    <a:cubicBezTo>
                      <a:pt x="8073" y="-1166"/>
                      <a:pt x="13125" y="174"/>
                      <a:pt x="15393" y="4134"/>
                    </a:cubicBezTo>
                    <a:lnTo>
                      <a:pt x="25704" y="22013"/>
                    </a:lnTo>
                    <a:cubicBezTo>
                      <a:pt x="27973" y="25952"/>
                      <a:pt x="26632" y="31004"/>
                      <a:pt x="22673" y="33273"/>
                    </a:cubicBezTo>
                    <a:cubicBezTo>
                      <a:pt x="21374" y="34015"/>
                      <a:pt x="19951" y="34386"/>
                      <a:pt x="18569" y="34386"/>
                    </a:cubicBezTo>
                    <a:close/>
                  </a:path>
                </a:pathLst>
              </a:custGeom>
              <a:grpFill/>
              <a:ln w="20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sp>
          <p:nvSpPr>
            <p:cNvPr id="134" name="Forma Livre: Forma 133">
              <a:extLst>
                <a:ext uri="{FF2B5EF4-FFF2-40B4-BE49-F238E27FC236}">
                  <a16:creationId xmlns:a16="http://schemas.microsoft.com/office/drawing/2014/main" id="{0A23DE81-A251-5F55-E987-B6B38EA2984B}"/>
                </a:ext>
              </a:extLst>
            </p:cNvPr>
            <p:cNvSpPr/>
            <p:nvPr/>
          </p:nvSpPr>
          <p:spPr>
            <a:xfrm>
              <a:off x="1490741" y="4082138"/>
              <a:ext cx="263989" cy="263994"/>
            </a:xfrm>
            <a:custGeom>
              <a:avLst/>
              <a:gdLst>
                <a:gd name="connsiteX0" fmla="*/ 131841 w 263989"/>
                <a:gd name="connsiteY0" fmla="*/ 263995 h 263994"/>
                <a:gd name="connsiteX1" fmla="*/ 66057 w 263989"/>
                <a:gd name="connsiteY1" fmla="*/ 246260 h 263994"/>
                <a:gd name="connsiteX2" fmla="*/ 4562 w 263989"/>
                <a:gd name="connsiteY2" fmla="*/ 166122 h 263994"/>
                <a:gd name="connsiteX3" fmla="*/ 17740 w 263989"/>
                <a:gd name="connsiteY3" fmla="*/ 65982 h 263994"/>
                <a:gd name="connsiteX4" fmla="*/ 198038 w 263989"/>
                <a:gd name="connsiteY4" fmla="*/ 17644 h 263994"/>
                <a:gd name="connsiteX5" fmla="*/ 246335 w 263989"/>
                <a:gd name="connsiteY5" fmla="*/ 197963 h 263994"/>
                <a:gd name="connsiteX6" fmla="*/ 246335 w 263989"/>
                <a:gd name="connsiteY6" fmla="*/ 197963 h 263994"/>
                <a:gd name="connsiteX7" fmla="*/ 166198 w 263989"/>
                <a:gd name="connsiteY7" fmla="*/ 259437 h 263994"/>
                <a:gd name="connsiteX8" fmla="*/ 131821 w 263989"/>
                <a:gd name="connsiteY8" fmla="*/ 263995 h 263994"/>
                <a:gd name="connsiteX9" fmla="*/ 132275 w 263989"/>
                <a:gd name="connsiteY9" fmla="*/ 16489 h 263994"/>
                <a:gd name="connsiteX10" fmla="*/ 32051 w 263989"/>
                <a:gd name="connsiteY10" fmla="*/ 74230 h 263994"/>
                <a:gd name="connsiteX11" fmla="*/ 20524 w 263989"/>
                <a:gd name="connsiteY11" fmla="*/ 161854 h 263994"/>
                <a:gd name="connsiteX12" fmla="*/ 74326 w 263989"/>
                <a:gd name="connsiteY12" fmla="*/ 231969 h 263994"/>
                <a:gd name="connsiteX13" fmla="*/ 161950 w 263989"/>
                <a:gd name="connsiteY13" fmla="*/ 243517 h 263994"/>
                <a:gd name="connsiteX14" fmla="*/ 232065 w 263989"/>
                <a:gd name="connsiteY14" fmla="*/ 189714 h 263994"/>
                <a:gd name="connsiteX15" fmla="*/ 232065 w 263989"/>
                <a:gd name="connsiteY15" fmla="*/ 189714 h 263994"/>
                <a:gd name="connsiteX16" fmla="*/ 189810 w 263989"/>
                <a:gd name="connsiteY16" fmla="*/ 31935 h 263994"/>
                <a:gd name="connsiteX17" fmla="*/ 132275 w 263989"/>
                <a:gd name="connsiteY17" fmla="*/ 16489 h 263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89" h="263994">
                  <a:moveTo>
                    <a:pt x="131841" y="263995"/>
                  </a:moveTo>
                  <a:cubicBezTo>
                    <a:pt x="108972" y="263995"/>
                    <a:pt x="86390" y="257994"/>
                    <a:pt x="66057" y="246260"/>
                  </a:cubicBezTo>
                  <a:cubicBezTo>
                    <a:pt x="35536" y="228648"/>
                    <a:pt x="13698" y="200190"/>
                    <a:pt x="4562" y="166122"/>
                  </a:cubicBezTo>
                  <a:cubicBezTo>
                    <a:pt x="-4573" y="132075"/>
                    <a:pt x="108" y="96502"/>
                    <a:pt x="17740" y="65982"/>
                  </a:cubicBezTo>
                  <a:cubicBezTo>
                    <a:pt x="54138" y="2961"/>
                    <a:pt x="135017" y="-18734"/>
                    <a:pt x="198038" y="17644"/>
                  </a:cubicBezTo>
                  <a:cubicBezTo>
                    <a:pt x="261059" y="54042"/>
                    <a:pt x="282712" y="134942"/>
                    <a:pt x="246335" y="197963"/>
                  </a:cubicBezTo>
                  <a:lnTo>
                    <a:pt x="246335" y="197963"/>
                  </a:lnTo>
                  <a:cubicBezTo>
                    <a:pt x="228724" y="228483"/>
                    <a:pt x="200265" y="250322"/>
                    <a:pt x="166198" y="259437"/>
                  </a:cubicBezTo>
                  <a:cubicBezTo>
                    <a:pt x="154835" y="262489"/>
                    <a:pt x="143287" y="263995"/>
                    <a:pt x="131821" y="263995"/>
                  </a:cubicBezTo>
                  <a:close/>
                  <a:moveTo>
                    <a:pt x="132275" y="16489"/>
                  </a:moveTo>
                  <a:cubicBezTo>
                    <a:pt x="92330" y="16489"/>
                    <a:pt x="53416" y="37214"/>
                    <a:pt x="32051" y="74230"/>
                  </a:cubicBezTo>
                  <a:cubicBezTo>
                    <a:pt x="16626" y="100936"/>
                    <a:pt x="12522" y="132055"/>
                    <a:pt x="20524" y="161854"/>
                  </a:cubicBezTo>
                  <a:cubicBezTo>
                    <a:pt x="28504" y="191652"/>
                    <a:pt x="47621" y="216543"/>
                    <a:pt x="74326" y="231969"/>
                  </a:cubicBezTo>
                  <a:cubicBezTo>
                    <a:pt x="101032" y="247394"/>
                    <a:pt x="132151" y="251498"/>
                    <a:pt x="161950" y="243517"/>
                  </a:cubicBezTo>
                  <a:cubicBezTo>
                    <a:pt x="191749" y="235536"/>
                    <a:pt x="216639" y="216420"/>
                    <a:pt x="232065" y="189714"/>
                  </a:cubicBezTo>
                  <a:cubicBezTo>
                    <a:pt x="232065" y="189714"/>
                    <a:pt x="232065" y="189714"/>
                    <a:pt x="232065" y="189714"/>
                  </a:cubicBezTo>
                  <a:cubicBezTo>
                    <a:pt x="263905" y="134571"/>
                    <a:pt x="244953" y="63796"/>
                    <a:pt x="189810" y="31935"/>
                  </a:cubicBezTo>
                  <a:cubicBezTo>
                    <a:pt x="171683" y="21459"/>
                    <a:pt x="151845" y="16489"/>
                    <a:pt x="132275" y="16489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grpSp>
          <p:nvGrpSpPr>
            <p:cNvPr id="135" name="Gráfico 10">
              <a:extLst>
                <a:ext uri="{FF2B5EF4-FFF2-40B4-BE49-F238E27FC236}">
                  <a16:creationId xmlns:a16="http://schemas.microsoft.com/office/drawing/2014/main" id="{F9E9AF5E-0593-7F88-A651-09F3FEBE0FED}"/>
                </a:ext>
              </a:extLst>
            </p:cNvPr>
            <p:cNvGrpSpPr/>
            <p:nvPr/>
          </p:nvGrpSpPr>
          <p:grpSpPr>
            <a:xfrm>
              <a:off x="1560114" y="4134408"/>
              <a:ext cx="125276" cy="159386"/>
              <a:chOff x="1560114" y="4134408"/>
              <a:chExt cx="125276" cy="159386"/>
            </a:xfrm>
            <a:grpFill/>
          </p:grpSpPr>
          <p:sp>
            <p:nvSpPr>
              <p:cNvPr id="136" name="Forma Livre: Forma 135">
                <a:extLst>
                  <a:ext uri="{FF2B5EF4-FFF2-40B4-BE49-F238E27FC236}">
                    <a16:creationId xmlns:a16="http://schemas.microsoft.com/office/drawing/2014/main" id="{3659D0B5-3F54-4118-4232-073C98B35AF2}"/>
                  </a:ext>
                </a:extLst>
              </p:cNvPr>
              <p:cNvSpPr/>
              <p:nvPr/>
            </p:nvSpPr>
            <p:spPr>
              <a:xfrm>
                <a:off x="1560114" y="4145382"/>
                <a:ext cx="125276" cy="137647"/>
              </a:xfrm>
              <a:custGeom>
                <a:avLst/>
                <a:gdLst>
                  <a:gd name="connsiteX0" fmla="*/ 56673 w 125276"/>
                  <a:gd name="connsiteY0" fmla="*/ 137565 h 137647"/>
                  <a:gd name="connsiteX1" fmla="*/ 27617 w 125276"/>
                  <a:gd name="connsiteY1" fmla="*/ 129440 h 137647"/>
                  <a:gd name="connsiteX2" fmla="*/ 3427 w 125276"/>
                  <a:gd name="connsiteY2" fmla="*/ 103106 h 137647"/>
                  <a:gd name="connsiteX3" fmla="*/ 4334 w 125276"/>
                  <a:gd name="connsiteY3" fmla="*/ 70770 h 137647"/>
                  <a:gd name="connsiteX4" fmla="*/ 15594 w 125276"/>
                  <a:gd name="connsiteY4" fmla="*/ 67760 h 137647"/>
                  <a:gd name="connsiteX5" fmla="*/ 18605 w 125276"/>
                  <a:gd name="connsiteY5" fmla="*/ 79019 h 137647"/>
                  <a:gd name="connsiteX6" fmla="*/ 18584 w 125276"/>
                  <a:gd name="connsiteY6" fmla="*/ 96631 h 137647"/>
                  <a:gd name="connsiteX7" fmla="*/ 35865 w 125276"/>
                  <a:gd name="connsiteY7" fmla="*/ 115170 h 137647"/>
                  <a:gd name="connsiteX8" fmla="*/ 60550 w 125276"/>
                  <a:gd name="connsiteY8" fmla="*/ 120861 h 137647"/>
                  <a:gd name="connsiteX9" fmla="*/ 75790 w 125276"/>
                  <a:gd name="connsiteY9" fmla="*/ 112035 h 137647"/>
                  <a:gd name="connsiteX10" fmla="*/ 75810 w 125276"/>
                  <a:gd name="connsiteY10" fmla="*/ 94424 h 137647"/>
                  <a:gd name="connsiteX11" fmla="*/ 58550 w 125276"/>
                  <a:gd name="connsiteY11" fmla="*/ 75905 h 137647"/>
                  <a:gd name="connsiteX12" fmla="*/ 34360 w 125276"/>
                  <a:gd name="connsiteY12" fmla="*/ 49571 h 137647"/>
                  <a:gd name="connsiteX13" fmla="*/ 35267 w 125276"/>
                  <a:gd name="connsiteY13" fmla="*/ 17236 h 137647"/>
                  <a:gd name="connsiteX14" fmla="*/ 97732 w 125276"/>
                  <a:gd name="connsiteY14" fmla="*/ 8038 h 137647"/>
                  <a:gd name="connsiteX15" fmla="*/ 121014 w 125276"/>
                  <a:gd name="connsiteY15" fmla="*/ 66729 h 137647"/>
                  <a:gd name="connsiteX16" fmla="*/ 109754 w 125276"/>
                  <a:gd name="connsiteY16" fmla="*/ 69760 h 137647"/>
                  <a:gd name="connsiteX17" fmla="*/ 106723 w 125276"/>
                  <a:gd name="connsiteY17" fmla="*/ 58500 h 137647"/>
                  <a:gd name="connsiteX18" fmla="*/ 89483 w 125276"/>
                  <a:gd name="connsiteY18" fmla="*/ 22329 h 137647"/>
                  <a:gd name="connsiteX19" fmla="*/ 49558 w 125276"/>
                  <a:gd name="connsiteY19" fmla="*/ 25484 h 137647"/>
                  <a:gd name="connsiteX20" fmla="*/ 49517 w 125276"/>
                  <a:gd name="connsiteY20" fmla="*/ 43096 h 137647"/>
                  <a:gd name="connsiteX21" fmla="*/ 66798 w 125276"/>
                  <a:gd name="connsiteY21" fmla="*/ 61635 h 137647"/>
                  <a:gd name="connsiteX22" fmla="*/ 90988 w 125276"/>
                  <a:gd name="connsiteY22" fmla="*/ 87969 h 137647"/>
                  <a:gd name="connsiteX23" fmla="*/ 90081 w 125276"/>
                  <a:gd name="connsiteY23" fmla="*/ 120325 h 137647"/>
                  <a:gd name="connsiteX24" fmla="*/ 62530 w 125276"/>
                  <a:gd name="connsiteY24" fmla="*/ 137297 h 137647"/>
                  <a:gd name="connsiteX25" fmla="*/ 56694 w 125276"/>
                  <a:gd name="connsiteY25" fmla="*/ 137648 h 1376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25276" h="137647">
                    <a:moveTo>
                      <a:pt x="56673" y="137565"/>
                    </a:moveTo>
                    <a:cubicBezTo>
                      <a:pt x="46939" y="137565"/>
                      <a:pt x="36814" y="134761"/>
                      <a:pt x="27617" y="129440"/>
                    </a:cubicBezTo>
                    <a:cubicBezTo>
                      <a:pt x="16542" y="123047"/>
                      <a:pt x="7943" y="113685"/>
                      <a:pt x="3427" y="103106"/>
                    </a:cubicBezTo>
                    <a:cubicBezTo>
                      <a:pt x="-1440" y="91702"/>
                      <a:pt x="-1110" y="80215"/>
                      <a:pt x="4334" y="70770"/>
                    </a:cubicBezTo>
                    <a:cubicBezTo>
                      <a:pt x="6603" y="66832"/>
                      <a:pt x="11655" y="65471"/>
                      <a:pt x="15594" y="67760"/>
                    </a:cubicBezTo>
                    <a:cubicBezTo>
                      <a:pt x="19533" y="70028"/>
                      <a:pt x="20894" y="75080"/>
                      <a:pt x="18605" y="79019"/>
                    </a:cubicBezTo>
                    <a:cubicBezTo>
                      <a:pt x="15800" y="83866"/>
                      <a:pt x="15800" y="90114"/>
                      <a:pt x="18584" y="96631"/>
                    </a:cubicBezTo>
                    <a:cubicBezTo>
                      <a:pt x="21719" y="103951"/>
                      <a:pt x="27843" y="110530"/>
                      <a:pt x="35865" y="115170"/>
                    </a:cubicBezTo>
                    <a:cubicBezTo>
                      <a:pt x="43867" y="119789"/>
                      <a:pt x="52631" y="121810"/>
                      <a:pt x="60550" y="120861"/>
                    </a:cubicBezTo>
                    <a:cubicBezTo>
                      <a:pt x="67582" y="120016"/>
                      <a:pt x="73006" y="116881"/>
                      <a:pt x="75790" y="112035"/>
                    </a:cubicBezTo>
                    <a:cubicBezTo>
                      <a:pt x="78594" y="107189"/>
                      <a:pt x="78594" y="100941"/>
                      <a:pt x="75810" y="94424"/>
                    </a:cubicBezTo>
                    <a:cubicBezTo>
                      <a:pt x="72676" y="87103"/>
                      <a:pt x="66551" y="80525"/>
                      <a:pt x="58550" y="75905"/>
                    </a:cubicBezTo>
                    <a:cubicBezTo>
                      <a:pt x="47476" y="69513"/>
                      <a:pt x="38876" y="60150"/>
                      <a:pt x="34360" y="49571"/>
                    </a:cubicBezTo>
                    <a:cubicBezTo>
                      <a:pt x="29493" y="38167"/>
                      <a:pt x="29823" y="26680"/>
                      <a:pt x="35267" y="17236"/>
                    </a:cubicBezTo>
                    <a:cubicBezTo>
                      <a:pt x="46053" y="-1469"/>
                      <a:pt x="74078" y="-5593"/>
                      <a:pt x="97732" y="8038"/>
                    </a:cubicBezTo>
                    <a:cubicBezTo>
                      <a:pt x="121364" y="21690"/>
                      <a:pt x="131820" y="48004"/>
                      <a:pt x="121014" y="66729"/>
                    </a:cubicBezTo>
                    <a:cubicBezTo>
                      <a:pt x="118745" y="70667"/>
                      <a:pt x="113693" y="72028"/>
                      <a:pt x="109754" y="69760"/>
                    </a:cubicBezTo>
                    <a:cubicBezTo>
                      <a:pt x="105815" y="67492"/>
                      <a:pt x="104454" y="62439"/>
                      <a:pt x="106723" y="58500"/>
                    </a:cubicBezTo>
                    <a:cubicBezTo>
                      <a:pt x="112868" y="47839"/>
                      <a:pt x="104970" y="31279"/>
                      <a:pt x="89483" y="22329"/>
                    </a:cubicBezTo>
                    <a:cubicBezTo>
                      <a:pt x="73975" y="13400"/>
                      <a:pt x="55704" y="14843"/>
                      <a:pt x="49558" y="25484"/>
                    </a:cubicBezTo>
                    <a:cubicBezTo>
                      <a:pt x="46754" y="30331"/>
                      <a:pt x="46754" y="36579"/>
                      <a:pt x="49517" y="43096"/>
                    </a:cubicBezTo>
                    <a:cubicBezTo>
                      <a:pt x="52652" y="50416"/>
                      <a:pt x="58776" y="56995"/>
                      <a:pt x="66798" y="61635"/>
                    </a:cubicBezTo>
                    <a:cubicBezTo>
                      <a:pt x="77872" y="68028"/>
                      <a:pt x="86451" y="77370"/>
                      <a:pt x="90988" y="87969"/>
                    </a:cubicBezTo>
                    <a:cubicBezTo>
                      <a:pt x="95855" y="99373"/>
                      <a:pt x="95546" y="110860"/>
                      <a:pt x="90081" y="120325"/>
                    </a:cubicBezTo>
                    <a:cubicBezTo>
                      <a:pt x="84616" y="129770"/>
                      <a:pt x="74841" y="135812"/>
                      <a:pt x="62530" y="137297"/>
                    </a:cubicBezTo>
                    <a:cubicBezTo>
                      <a:pt x="60612" y="137524"/>
                      <a:pt x="58653" y="137648"/>
                      <a:pt x="56694" y="137648"/>
                    </a:cubicBezTo>
                    <a:close/>
                  </a:path>
                </a:pathLst>
              </a:custGeom>
              <a:grpFill/>
              <a:ln w="20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37" name="Forma Livre: Forma 136">
                <a:extLst>
                  <a:ext uri="{FF2B5EF4-FFF2-40B4-BE49-F238E27FC236}">
                    <a16:creationId xmlns:a16="http://schemas.microsoft.com/office/drawing/2014/main" id="{0D71DE9C-868C-9939-F1D9-8AA1D2789517}"/>
                  </a:ext>
                </a:extLst>
              </p:cNvPr>
              <p:cNvSpPr/>
              <p:nvPr/>
            </p:nvSpPr>
            <p:spPr>
              <a:xfrm>
                <a:off x="1645474" y="4134408"/>
                <a:ext cx="26805" cy="34354"/>
              </a:xfrm>
              <a:custGeom>
                <a:avLst/>
                <a:gdLst>
                  <a:gd name="connsiteX0" fmla="*/ 8247 w 26805"/>
                  <a:gd name="connsiteY0" fmla="*/ 34355 h 34354"/>
                  <a:gd name="connsiteX1" fmla="*/ 4123 w 26805"/>
                  <a:gd name="connsiteY1" fmla="*/ 33241 h 34354"/>
                  <a:gd name="connsiteX2" fmla="*/ 1112 w 26805"/>
                  <a:gd name="connsiteY2" fmla="*/ 21982 h 34354"/>
                  <a:gd name="connsiteX3" fmla="*/ 11423 w 26805"/>
                  <a:gd name="connsiteY3" fmla="*/ 4123 h 34354"/>
                  <a:gd name="connsiteX4" fmla="*/ 22683 w 26805"/>
                  <a:gd name="connsiteY4" fmla="*/ 1112 h 34354"/>
                  <a:gd name="connsiteX5" fmla="*/ 25694 w 26805"/>
                  <a:gd name="connsiteY5" fmla="*/ 12372 h 34354"/>
                  <a:gd name="connsiteX6" fmla="*/ 15383 w 26805"/>
                  <a:gd name="connsiteY6" fmla="*/ 30231 h 34354"/>
                  <a:gd name="connsiteX7" fmla="*/ 8227 w 26805"/>
                  <a:gd name="connsiteY7" fmla="*/ 34355 h 343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6805" h="34354">
                    <a:moveTo>
                      <a:pt x="8247" y="34355"/>
                    </a:moveTo>
                    <a:cubicBezTo>
                      <a:pt x="6845" y="34355"/>
                      <a:pt x="5422" y="34004"/>
                      <a:pt x="4123" y="33241"/>
                    </a:cubicBezTo>
                    <a:cubicBezTo>
                      <a:pt x="184" y="30973"/>
                      <a:pt x="-1177" y="25920"/>
                      <a:pt x="1112" y="21982"/>
                    </a:cubicBezTo>
                    <a:lnTo>
                      <a:pt x="11423" y="4123"/>
                    </a:lnTo>
                    <a:cubicBezTo>
                      <a:pt x="13692" y="184"/>
                      <a:pt x="18744" y="-1177"/>
                      <a:pt x="22683" y="1112"/>
                    </a:cubicBezTo>
                    <a:cubicBezTo>
                      <a:pt x="26622" y="3381"/>
                      <a:pt x="27983" y="8433"/>
                      <a:pt x="25694" y="12372"/>
                    </a:cubicBezTo>
                    <a:lnTo>
                      <a:pt x="15383" y="30231"/>
                    </a:lnTo>
                    <a:cubicBezTo>
                      <a:pt x="13857" y="32870"/>
                      <a:pt x="11073" y="34355"/>
                      <a:pt x="8227" y="34355"/>
                    </a:cubicBezTo>
                    <a:close/>
                  </a:path>
                </a:pathLst>
              </a:custGeom>
              <a:grpFill/>
              <a:ln w="20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38" name="Forma Livre: Forma 137">
                <a:extLst>
                  <a:ext uri="{FF2B5EF4-FFF2-40B4-BE49-F238E27FC236}">
                    <a16:creationId xmlns:a16="http://schemas.microsoft.com/office/drawing/2014/main" id="{342AA429-4EF7-4AA2-AE55-A83D1FA655F5}"/>
                  </a:ext>
                </a:extLst>
              </p:cNvPr>
              <p:cNvSpPr/>
              <p:nvPr/>
            </p:nvSpPr>
            <p:spPr>
              <a:xfrm>
                <a:off x="1573297" y="4259439"/>
                <a:ext cx="26805" cy="34355"/>
              </a:xfrm>
              <a:custGeom>
                <a:avLst/>
                <a:gdLst>
                  <a:gd name="connsiteX0" fmla="*/ 8247 w 26805"/>
                  <a:gd name="connsiteY0" fmla="*/ 34355 h 34355"/>
                  <a:gd name="connsiteX1" fmla="*/ 4123 w 26805"/>
                  <a:gd name="connsiteY1" fmla="*/ 33241 h 34355"/>
                  <a:gd name="connsiteX2" fmla="*/ 1112 w 26805"/>
                  <a:gd name="connsiteY2" fmla="*/ 21982 h 34355"/>
                  <a:gd name="connsiteX3" fmla="*/ 11423 w 26805"/>
                  <a:gd name="connsiteY3" fmla="*/ 4123 h 34355"/>
                  <a:gd name="connsiteX4" fmla="*/ 22683 w 26805"/>
                  <a:gd name="connsiteY4" fmla="*/ 1112 h 34355"/>
                  <a:gd name="connsiteX5" fmla="*/ 25694 w 26805"/>
                  <a:gd name="connsiteY5" fmla="*/ 12372 h 34355"/>
                  <a:gd name="connsiteX6" fmla="*/ 15383 w 26805"/>
                  <a:gd name="connsiteY6" fmla="*/ 30231 h 34355"/>
                  <a:gd name="connsiteX7" fmla="*/ 8227 w 26805"/>
                  <a:gd name="connsiteY7" fmla="*/ 34355 h 343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6805" h="34355">
                    <a:moveTo>
                      <a:pt x="8247" y="34355"/>
                    </a:moveTo>
                    <a:cubicBezTo>
                      <a:pt x="6845" y="34355"/>
                      <a:pt x="5422" y="34004"/>
                      <a:pt x="4123" y="33241"/>
                    </a:cubicBezTo>
                    <a:cubicBezTo>
                      <a:pt x="184" y="30973"/>
                      <a:pt x="-1177" y="25921"/>
                      <a:pt x="1112" y="21982"/>
                    </a:cubicBezTo>
                    <a:lnTo>
                      <a:pt x="11423" y="4123"/>
                    </a:lnTo>
                    <a:cubicBezTo>
                      <a:pt x="13692" y="184"/>
                      <a:pt x="18744" y="-1177"/>
                      <a:pt x="22683" y="1112"/>
                    </a:cubicBezTo>
                    <a:cubicBezTo>
                      <a:pt x="26622" y="3381"/>
                      <a:pt x="27983" y="8433"/>
                      <a:pt x="25694" y="12372"/>
                    </a:cubicBezTo>
                    <a:lnTo>
                      <a:pt x="15383" y="30231"/>
                    </a:lnTo>
                    <a:cubicBezTo>
                      <a:pt x="13857" y="32870"/>
                      <a:pt x="11073" y="34355"/>
                      <a:pt x="8227" y="34355"/>
                    </a:cubicBezTo>
                    <a:close/>
                  </a:path>
                </a:pathLst>
              </a:custGeom>
              <a:grpFill/>
              <a:ln w="20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grpSp>
        <p:nvGrpSpPr>
          <p:cNvPr id="145" name="Gráfico 10">
            <a:extLst>
              <a:ext uri="{FF2B5EF4-FFF2-40B4-BE49-F238E27FC236}">
                <a16:creationId xmlns:a16="http://schemas.microsoft.com/office/drawing/2014/main" id="{8B66209B-B3E7-B0FC-5E67-5FFEDC07A714}"/>
              </a:ext>
            </a:extLst>
          </p:cNvPr>
          <p:cNvGrpSpPr/>
          <p:nvPr/>
        </p:nvGrpSpPr>
        <p:grpSpPr>
          <a:xfrm>
            <a:off x="3775837" y="3321530"/>
            <a:ext cx="614537" cy="449560"/>
            <a:chOff x="4192297" y="2803562"/>
            <a:chExt cx="614537" cy="449560"/>
          </a:xfrm>
          <a:solidFill>
            <a:schemeClr val="tx1"/>
          </a:solidFill>
        </p:grpSpPr>
        <p:sp>
          <p:nvSpPr>
            <p:cNvPr id="146" name="Forma Livre: Forma 145">
              <a:extLst>
                <a:ext uri="{FF2B5EF4-FFF2-40B4-BE49-F238E27FC236}">
                  <a16:creationId xmlns:a16="http://schemas.microsoft.com/office/drawing/2014/main" id="{9C836D36-2264-7D08-1B83-75E0027F0380}"/>
                </a:ext>
              </a:extLst>
            </p:cNvPr>
            <p:cNvSpPr/>
            <p:nvPr/>
          </p:nvSpPr>
          <p:spPr>
            <a:xfrm>
              <a:off x="4192297" y="2803562"/>
              <a:ext cx="428938" cy="284584"/>
            </a:xfrm>
            <a:custGeom>
              <a:avLst/>
              <a:gdLst>
                <a:gd name="connsiteX0" fmla="*/ 173225 w 428938"/>
                <a:gd name="connsiteY0" fmla="*/ 284584 h 284584"/>
                <a:gd name="connsiteX1" fmla="*/ 39182 w 428938"/>
                <a:gd name="connsiteY1" fmla="*/ 284584 h 284584"/>
                <a:gd name="connsiteX2" fmla="*/ 0 w 428938"/>
                <a:gd name="connsiteY2" fmla="*/ 245403 h 284584"/>
                <a:gd name="connsiteX3" fmla="*/ 0 w 428938"/>
                <a:gd name="connsiteY3" fmla="*/ 39182 h 284584"/>
                <a:gd name="connsiteX4" fmla="*/ 39182 w 428938"/>
                <a:gd name="connsiteY4" fmla="*/ 0 h 284584"/>
                <a:gd name="connsiteX5" fmla="*/ 389757 w 428938"/>
                <a:gd name="connsiteY5" fmla="*/ 0 h 284584"/>
                <a:gd name="connsiteX6" fmla="*/ 428939 w 428938"/>
                <a:gd name="connsiteY6" fmla="*/ 39182 h 284584"/>
                <a:gd name="connsiteX7" fmla="*/ 428939 w 428938"/>
                <a:gd name="connsiteY7" fmla="*/ 193847 h 284584"/>
                <a:gd name="connsiteX8" fmla="*/ 420690 w 428938"/>
                <a:gd name="connsiteY8" fmla="*/ 202096 h 284584"/>
                <a:gd name="connsiteX9" fmla="*/ 412441 w 428938"/>
                <a:gd name="connsiteY9" fmla="*/ 193847 h 284584"/>
                <a:gd name="connsiteX10" fmla="*/ 412441 w 428938"/>
                <a:gd name="connsiteY10" fmla="*/ 39182 h 284584"/>
                <a:gd name="connsiteX11" fmla="*/ 389757 w 428938"/>
                <a:gd name="connsiteY11" fmla="*/ 16498 h 284584"/>
                <a:gd name="connsiteX12" fmla="*/ 39182 w 428938"/>
                <a:gd name="connsiteY12" fmla="*/ 16498 h 284584"/>
                <a:gd name="connsiteX13" fmla="*/ 16498 w 428938"/>
                <a:gd name="connsiteY13" fmla="*/ 39182 h 284584"/>
                <a:gd name="connsiteX14" fmla="*/ 16498 w 428938"/>
                <a:gd name="connsiteY14" fmla="*/ 245403 h 284584"/>
                <a:gd name="connsiteX15" fmla="*/ 39182 w 428938"/>
                <a:gd name="connsiteY15" fmla="*/ 268087 h 284584"/>
                <a:gd name="connsiteX16" fmla="*/ 173225 w 428938"/>
                <a:gd name="connsiteY16" fmla="*/ 268087 h 284584"/>
                <a:gd name="connsiteX17" fmla="*/ 181474 w 428938"/>
                <a:gd name="connsiteY17" fmla="*/ 276336 h 284584"/>
                <a:gd name="connsiteX18" fmla="*/ 173225 w 428938"/>
                <a:gd name="connsiteY18" fmla="*/ 284584 h 284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28938" h="284584">
                  <a:moveTo>
                    <a:pt x="173225" y="284584"/>
                  </a:moveTo>
                  <a:lnTo>
                    <a:pt x="39182" y="284584"/>
                  </a:lnTo>
                  <a:cubicBezTo>
                    <a:pt x="17570" y="284584"/>
                    <a:pt x="0" y="267014"/>
                    <a:pt x="0" y="245403"/>
                  </a:cubicBezTo>
                  <a:lnTo>
                    <a:pt x="0" y="39182"/>
                  </a:lnTo>
                  <a:cubicBezTo>
                    <a:pt x="0" y="17570"/>
                    <a:pt x="17570" y="0"/>
                    <a:pt x="39182" y="0"/>
                  </a:cubicBezTo>
                  <a:lnTo>
                    <a:pt x="389757" y="0"/>
                  </a:lnTo>
                  <a:cubicBezTo>
                    <a:pt x="411369" y="0"/>
                    <a:pt x="428939" y="17570"/>
                    <a:pt x="428939" y="39182"/>
                  </a:cubicBezTo>
                  <a:lnTo>
                    <a:pt x="428939" y="193847"/>
                  </a:lnTo>
                  <a:cubicBezTo>
                    <a:pt x="428939" y="198405"/>
                    <a:pt x="425247" y="202096"/>
                    <a:pt x="420690" y="202096"/>
                  </a:cubicBezTo>
                  <a:cubicBezTo>
                    <a:pt x="416133" y="202096"/>
                    <a:pt x="412441" y="198405"/>
                    <a:pt x="412441" y="193847"/>
                  </a:cubicBezTo>
                  <a:lnTo>
                    <a:pt x="412441" y="39182"/>
                  </a:lnTo>
                  <a:cubicBezTo>
                    <a:pt x="412441" y="26664"/>
                    <a:pt x="402274" y="16498"/>
                    <a:pt x="389757" y="16498"/>
                  </a:cubicBezTo>
                  <a:lnTo>
                    <a:pt x="39182" y="16498"/>
                  </a:lnTo>
                  <a:cubicBezTo>
                    <a:pt x="26664" y="16498"/>
                    <a:pt x="16498" y="26664"/>
                    <a:pt x="16498" y="39182"/>
                  </a:cubicBezTo>
                  <a:lnTo>
                    <a:pt x="16498" y="245403"/>
                  </a:lnTo>
                  <a:cubicBezTo>
                    <a:pt x="16498" y="257920"/>
                    <a:pt x="26664" y="268087"/>
                    <a:pt x="39182" y="268087"/>
                  </a:cubicBezTo>
                  <a:lnTo>
                    <a:pt x="173225" y="268087"/>
                  </a:lnTo>
                  <a:cubicBezTo>
                    <a:pt x="177783" y="268087"/>
                    <a:pt x="181474" y="271778"/>
                    <a:pt x="181474" y="276336"/>
                  </a:cubicBezTo>
                  <a:cubicBezTo>
                    <a:pt x="181474" y="280893"/>
                    <a:pt x="177783" y="284584"/>
                    <a:pt x="173225" y="284584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47" name="Forma Livre: Forma 146">
              <a:extLst>
                <a:ext uri="{FF2B5EF4-FFF2-40B4-BE49-F238E27FC236}">
                  <a16:creationId xmlns:a16="http://schemas.microsoft.com/office/drawing/2014/main" id="{41573072-698D-7FF0-F89F-DF8A5A0D351B}"/>
                </a:ext>
              </a:extLst>
            </p:cNvPr>
            <p:cNvSpPr/>
            <p:nvPr/>
          </p:nvSpPr>
          <p:spPr>
            <a:xfrm>
              <a:off x="4192297" y="2865428"/>
              <a:ext cx="428938" cy="16497"/>
            </a:xfrm>
            <a:custGeom>
              <a:avLst/>
              <a:gdLst>
                <a:gd name="connsiteX0" fmla="*/ 420690 w 428938"/>
                <a:gd name="connsiteY0" fmla="*/ 16498 h 16497"/>
                <a:gd name="connsiteX1" fmla="*/ 8249 w 428938"/>
                <a:gd name="connsiteY1" fmla="*/ 16498 h 16497"/>
                <a:gd name="connsiteX2" fmla="*/ 0 w 428938"/>
                <a:gd name="connsiteY2" fmla="*/ 8249 h 16497"/>
                <a:gd name="connsiteX3" fmla="*/ 8249 w 428938"/>
                <a:gd name="connsiteY3" fmla="*/ 0 h 16497"/>
                <a:gd name="connsiteX4" fmla="*/ 420690 w 428938"/>
                <a:gd name="connsiteY4" fmla="*/ 0 h 16497"/>
                <a:gd name="connsiteX5" fmla="*/ 428939 w 428938"/>
                <a:gd name="connsiteY5" fmla="*/ 8249 h 16497"/>
                <a:gd name="connsiteX6" fmla="*/ 420690 w 428938"/>
                <a:gd name="connsiteY6" fmla="*/ 16498 h 16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8938" h="16497">
                  <a:moveTo>
                    <a:pt x="420690" y="16498"/>
                  </a:moveTo>
                  <a:lnTo>
                    <a:pt x="8249" y="16498"/>
                  </a:lnTo>
                  <a:cubicBezTo>
                    <a:pt x="3691" y="16498"/>
                    <a:pt x="0" y="12806"/>
                    <a:pt x="0" y="8249"/>
                  </a:cubicBezTo>
                  <a:cubicBezTo>
                    <a:pt x="0" y="3691"/>
                    <a:pt x="3691" y="0"/>
                    <a:pt x="8249" y="0"/>
                  </a:cubicBezTo>
                  <a:lnTo>
                    <a:pt x="420690" y="0"/>
                  </a:lnTo>
                  <a:cubicBezTo>
                    <a:pt x="425247" y="0"/>
                    <a:pt x="428939" y="3691"/>
                    <a:pt x="428939" y="8249"/>
                  </a:cubicBezTo>
                  <a:cubicBezTo>
                    <a:pt x="428939" y="12806"/>
                    <a:pt x="425247" y="16498"/>
                    <a:pt x="420690" y="16498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48" name="Forma Livre: Forma 147">
              <a:extLst>
                <a:ext uri="{FF2B5EF4-FFF2-40B4-BE49-F238E27FC236}">
                  <a16:creationId xmlns:a16="http://schemas.microsoft.com/office/drawing/2014/main" id="{BFC6728E-0545-23BB-F41D-B1D0A9C3A8E6}"/>
                </a:ext>
              </a:extLst>
            </p:cNvPr>
            <p:cNvSpPr/>
            <p:nvPr/>
          </p:nvSpPr>
          <p:spPr>
            <a:xfrm>
              <a:off x="4192297" y="2927294"/>
              <a:ext cx="428938" cy="16497"/>
            </a:xfrm>
            <a:custGeom>
              <a:avLst/>
              <a:gdLst>
                <a:gd name="connsiteX0" fmla="*/ 420690 w 428938"/>
                <a:gd name="connsiteY0" fmla="*/ 16498 h 16497"/>
                <a:gd name="connsiteX1" fmla="*/ 8249 w 428938"/>
                <a:gd name="connsiteY1" fmla="*/ 16498 h 16497"/>
                <a:gd name="connsiteX2" fmla="*/ 0 w 428938"/>
                <a:gd name="connsiteY2" fmla="*/ 8249 h 16497"/>
                <a:gd name="connsiteX3" fmla="*/ 8249 w 428938"/>
                <a:gd name="connsiteY3" fmla="*/ 0 h 16497"/>
                <a:gd name="connsiteX4" fmla="*/ 420690 w 428938"/>
                <a:gd name="connsiteY4" fmla="*/ 0 h 16497"/>
                <a:gd name="connsiteX5" fmla="*/ 428939 w 428938"/>
                <a:gd name="connsiteY5" fmla="*/ 8249 h 16497"/>
                <a:gd name="connsiteX6" fmla="*/ 420690 w 428938"/>
                <a:gd name="connsiteY6" fmla="*/ 16498 h 16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8938" h="16497">
                  <a:moveTo>
                    <a:pt x="420690" y="16498"/>
                  </a:moveTo>
                  <a:lnTo>
                    <a:pt x="8249" y="16498"/>
                  </a:lnTo>
                  <a:cubicBezTo>
                    <a:pt x="3691" y="16498"/>
                    <a:pt x="0" y="12806"/>
                    <a:pt x="0" y="8249"/>
                  </a:cubicBezTo>
                  <a:cubicBezTo>
                    <a:pt x="0" y="3691"/>
                    <a:pt x="3691" y="0"/>
                    <a:pt x="8249" y="0"/>
                  </a:cubicBezTo>
                  <a:lnTo>
                    <a:pt x="420690" y="0"/>
                  </a:lnTo>
                  <a:cubicBezTo>
                    <a:pt x="425247" y="0"/>
                    <a:pt x="428939" y="3691"/>
                    <a:pt x="428939" y="8249"/>
                  </a:cubicBezTo>
                  <a:cubicBezTo>
                    <a:pt x="428939" y="12806"/>
                    <a:pt x="425247" y="16498"/>
                    <a:pt x="420690" y="16498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49" name="Forma Livre: Forma 148">
              <a:extLst>
                <a:ext uri="{FF2B5EF4-FFF2-40B4-BE49-F238E27FC236}">
                  <a16:creationId xmlns:a16="http://schemas.microsoft.com/office/drawing/2014/main" id="{CCFFA588-E382-C4C2-79FF-D0A9AB212E2C}"/>
                </a:ext>
              </a:extLst>
            </p:cNvPr>
            <p:cNvSpPr/>
            <p:nvPr/>
          </p:nvSpPr>
          <p:spPr>
            <a:xfrm>
              <a:off x="4254163" y="2989160"/>
              <a:ext cx="98985" cy="16497"/>
            </a:xfrm>
            <a:custGeom>
              <a:avLst/>
              <a:gdLst>
                <a:gd name="connsiteX0" fmla="*/ 90737 w 98985"/>
                <a:gd name="connsiteY0" fmla="*/ 16498 h 16497"/>
                <a:gd name="connsiteX1" fmla="*/ 8249 w 98985"/>
                <a:gd name="connsiteY1" fmla="*/ 16498 h 16497"/>
                <a:gd name="connsiteX2" fmla="*/ 0 w 98985"/>
                <a:gd name="connsiteY2" fmla="*/ 8249 h 16497"/>
                <a:gd name="connsiteX3" fmla="*/ 8249 w 98985"/>
                <a:gd name="connsiteY3" fmla="*/ 0 h 16497"/>
                <a:gd name="connsiteX4" fmla="*/ 90737 w 98985"/>
                <a:gd name="connsiteY4" fmla="*/ 0 h 16497"/>
                <a:gd name="connsiteX5" fmla="*/ 98986 w 98985"/>
                <a:gd name="connsiteY5" fmla="*/ 8249 h 16497"/>
                <a:gd name="connsiteX6" fmla="*/ 90737 w 98985"/>
                <a:gd name="connsiteY6" fmla="*/ 16498 h 16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8985" h="16497">
                  <a:moveTo>
                    <a:pt x="90737" y="16498"/>
                  </a:moveTo>
                  <a:lnTo>
                    <a:pt x="8249" y="16498"/>
                  </a:lnTo>
                  <a:cubicBezTo>
                    <a:pt x="3691" y="16498"/>
                    <a:pt x="0" y="12806"/>
                    <a:pt x="0" y="8249"/>
                  </a:cubicBezTo>
                  <a:cubicBezTo>
                    <a:pt x="0" y="3691"/>
                    <a:pt x="3691" y="0"/>
                    <a:pt x="8249" y="0"/>
                  </a:cubicBezTo>
                  <a:lnTo>
                    <a:pt x="90737" y="0"/>
                  </a:lnTo>
                  <a:cubicBezTo>
                    <a:pt x="95294" y="0"/>
                    <a:pt x="98986" y="3691"/>
                    <a:pt x="98986" y="8249"/>
                  </a:cubicBezTo>
                  <a:cubicBezTo>
                    <a:pt x="98986" y="12806"/>
                    <a:pt x="95294" y="16498"/>
                    <a:pt x="90737" y="16498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50" name="Forma Livre: Forma 149">
              <a:extLst>
                <a:ext uri="{FF2B5EF4-FFF2-40B4-BE49-F238E27FC236}">
                  <a16:creationId xmlns:a16="http://schemas.microsoft.com/office/drawing/2014/main" id="{12766E6E-14AF-0E2E-0B61-2B23D7AB966E}"/>
                </a:ext>
              </a:extLst>
            </p:cNvPr>
            <p:cNvSpPr/>
            <p:nvPr/>
          </p:nvSpPr>
          <p:spPr>
            <a:xfrm>
              <a:off x="4398518" y="3030404"/>
              <a:ext cx="408316" cy="222718"/>
            </a:xfrm>
            <a:custGeom>
              <a:avLst/>
              <a:gdLst>
                <a:gd name="connsiteX0" fmla="*/ 400068 w 408316"/>
                <a:gd name="connsiteY0" fmla="*/ 222718 h 222718"/>
                <a:gd name="connsiteX1" fmla="*/ 8249 w 408316"/>
                <a:gd name="connsiteY1" fmla="*/ 222718 h 222718"/>
                <a:gd name="connsiteX2" fmla="*/ 0 w 408316"/>
                <a:gd name="connsiteY2" fmla="*/ 214469 h 222718"/>
                <a:gd name="connsiteX3" fmla="*/ 0 w 408316"/>
                <a:gd name="connsiteY3" fmla="*/ 8249 h 222718"/>
                <a:gd name="connsiteX4" fmla="*/ 8249 w 408316"/>
                <a:gd name="connsiteY4" fmla="*/ 0 h 222718"/>
                <a:gd name="connsiteX5" fmla="*/ 400068 w 408316"/>
                <a:gd name="connsiteY5" fmla="*/ 0 h 222718"/>
                <a:gd name="connsiteX6" fmla="*/ 408317 w 408316"/>
                <a:gd name="connsiteY6" fmla="*/ 8249 h 222718"/>
                <a:gd name="connsiteX7" fmla="*/ 408317 w 408316"/>
                <a:gd name="connsiteY7" fmla="*/ 214469 h 222718"/>
                <a:gd name="connsiteX8" fmla="*/ 400068 w 408316"/>
                <a:gd name="connsiteY8" fmla="*/ 222718 h 222718"/>
                <a:gd name="connsiteX9" fmla="*/ 16498 w 408316"/>
                <a:gd name="connsiteY9" fmla="*/ 206221 h 222718"/>
                <a:gd name="connsiteX10" fmla="*/ 391819 w 408316"/>
                <a:gd name="connsiteY10" fmla="*/ 206221 h 222718"/>
                <a:gd name="connsiteX11" fmla="*/ 391819 w 408316"/>
                <a:gd name="connsiteY11" fmla="*/ 16498 h 222718"/>
                <a:gd name="connsiteX12" fmla="*/ 16498 w 408316"/>
                <a:gd name="connsiteY12" fmla="*/ 16498 h 222718"/>
                <a:gd name="connsiteX13" fmla="*/ 16498 w 408316"/>
                <a:gd name="connsiteY13" fmla="*/ 206221 h 222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08316" h="222718">
                  <a:moveTo>
                    <a:pt x="400068" y="222718"/>
                  </a:moveTo>
                  <a:lnTo>
                    <a:pt x="8249" y="222718"/>
                  </a:lnTo>
                  <a:cubicBezTo>
                    <a:pt x="3691" y="222718"/>
                    <a:pt x="0" y="219027"/>
                    <a:pt x="0" y="214469"/>
                  </a:cubicBezTo>
                  <a:lnTo>
                    <a:pt x="0" y="8249"/>
                  </a:lnTo>
                  <a:cubicBezTo>
                    <a:pt x="0" y="3691"/>
                    <a:pt x="3691" y="0"/>
                    <a:pt x="8249" y="0"/>
                  </a:cubicBezTo>
                  <a:lnTo>
                    <a:pt x="400068" y="0"/>
                  </a:lnTo>
                  <a:cubicBezTo>
                    <a:pt x="404625" y="0"/>
                    <a:pt x="408317" y="3691"/>
                    <a:pt x="408317" y="8249"/>
                  </a:cubicBezTo>
                  <a:lnTo>
                    <a:pt x="408317" y="214469"/>
                  </a:lnTo>
                  <a:cubicBezTo>
                    <a:pt x="408317" y="219027"/>
                    <a:pt x="404625" y="222718"/>
                    <a:pt x="400068" y="222718"/>
                  </a:cubicBezTo>
                  <a:close/>
                  <a:moveTo>
                    <a:pt x="16498" y="206221"/>
                  </a:moveTo>
                  <a:lnTo>
                    <a:pt x="391819" y="206221"/>
                  </a:lnTo>
                  <a:lnTo>
                    <a:pt x="391819" y="16498"/>
                  </a:lnTo>
                  <a:lnTo>
                    <a:pt x="16498" y="16498"/>
                  </a:lnTo>
                  <a:lnTo>
                    <a:pt x="16498" y="206221"/>
                  </a:ln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51" name="Forma Livre: Forma 150">
              <a:extLst>
                <a:ext uri="{FF2B5EF4-FFF2-40B4-BE49-F238E27FC236}">
                  <a16:creationId xmlns:a16="http://schemas.microsoft.com/office/drawing/2014/main" id="{EE706056-B27C-ED19-E456-6D12F96019E2}"/>
                </a:ext>
              </a:extLst>
            </p:cNvPr>
            <p:cNvSpPr/>
            <p:nvPr/>
          </p:nvSpPr>
          <p:spPr>
            <a:xfrm>
              <a:off x="4439762" y="3071648"/>
              <a:ext cx="325828" cy="140229"/>
            </a:xfrm>
            <a:custGeom>
              <a:avLst/>
              <a:gdLst>
                <a:gd name="connsiteX0" fmla="*/ 286647 w 325828"/>
                <a:gd name="connsiteY0" fmla="*/ 140230 h 140229"/>
                <a:gd name="connsiteX1" fmla="*/ 39182 w 325828"/>
                <a:gd name="connsiteY1" fmla="*/ 140230 h 140229"/>
                <a:gd name="connsiteX2" fmla="*/ 30933 w 325828"/>
                <a:gd name="connsiteY2" fmla="*/ 131981 h 140229"/>
                <a:gd name="connsiteX3" fmla="*/ 8249 w 325828"/>
                <a:gd name="connsiteY3" fmla="*/ 109297 h 140229"/>
                <a:gd name="connsiteX4" fmla="*/ 0 w 325828"/>
                <a:gd name="connsiteY4" fmla="*/ 101048 h 140229"/>
                <a:gd name="connsiteX5" fmla="*/ 0 w 325828"/>
                <a:gd name="connsiteY5" fmla="*/ 39182 h 140229"/>
                <a:gd name="connsiteX6" fmla="*/ 8249 w 325828"/>
                <a:gd name="connsiteY6" fmla="*/ 30933 h 140229"/>
                <a:gd name="connsiteX7" fmla="*/ 30933 w 325828"/>
                <a:gd name="connsiteY7" fmla="*/ 8249 h 140229"/>
                <a:gd name="connsiteX8" fmla="*/ 39182 w 325828"/>
                <a:gd name="connsiteY8" fmla="*/ 0 h 140229"/>
                <a:gd name="connsiteX9" fmla="*/ 286647 w 325828"/>
                <a:gd name="connsiteY9" fmla="*/ 0 h 140229"/>
                <a:gd name="connsiteX10" fmla="*/ 294895 w 325828"/>
                <a:gd name="connsiteY10" fmla="*/ 8249 h 140229"/>
                <a:gd name="connsiteX11" fmla="*/ 317580 w 325828"/>
                <a:gd name="connsiteY11" fmla="*/ 30933 h 140229"/>
                <a:gd name="connsiteX12" fmla="*/ 325829 w 325828"/>
                <a:gd name="connsiteY12" fmla="*/ 39182 h 140229"/>
                <a:gd name="connsiteX13" fmla="*/ 325829 w 325828"/>
                <a:gd name="connsiteY13" fmla="*/ 101048 h 140229"/>
                <a:gd name="connsiteX14" fmla="*/ 317580 w 325828"/>
                <a:gd name="connsiteY14" fmla="*/ 109297 h 140229"/>
                <a:gd name="connsiteX15" fmla="*/ 294895 w 325828"/>
                <a:gd name="connsiteY15" fmla="*/ 131981 h 140229"/>
                <a:gd name="connsiteX16" fmla="*/ 286647 w 325828"/>
                <a:gd name="connsiteY16" fmla="*/ 140230 h 140229"/>
                <a:gd name="connsiteX17" fmla="*/ 46565 w 325828"/>
                <a:gd name="connsiteY17" fmla="*/ 123732 h 140229"/>
                <a:gd name="connsiteX18" fmla="*/ 279285 w 325828"/>
                <a:gd name="connsiteY18" fmla="*/ 123732 h 140229"/>
                <a:gd name="connsiteX19" fmla="*/ 309352 w 325828"/>
                <a:gd name="connsiteY19" fmla="*/ 93665 h 140229"/>
                <a:gd name="connsiteX20" fmla="*/ 309352 w 325828"/>
                <a:gd name="connsiteY20" fmla="*/ 46544 h 140229"/>
                <a:gd name="connsiteX21" fmla="*/ 279285 w 325828"/>
                <a:gd name="connsiteY21" fmla="*/ 16477 h 140229"/>
                <a:gd name="connsiteX22" fmla="*/ 46565 w 325828"/>
                <a:gd name="connsiteY22" fmla="*/ 16477 h 140229"/>
                <a:gd name="connsiteX23" fmla="*/ 16498 w 325828"/>
                <a:gd name="connsiteY23" fmla="*/ 46544 h 140229"/>
                <a:gd name="connsiteX24" fmla="*/ 16498 w 325828"/>
                <a:gd name="connsiteY24" fmla="*/ 93665 h 140229"/>
                <a:gd name="connsiteX25" fmla="*/ 46565 w 325828"/>
                <a:gd name="connsiteY25" fmla="*/ 123732 h 140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25828" h="140229">
                  <a:moveTo>
                    <a:pt x="286647" y="140230"/>
                  </a:moveTo>
                  <a:lnTo>
                    <a:pt x="39182" y="140230"/>
                  </a:lnTo>
                  <a:cubicBezTo>
                    <a:pt x="34625" y="140230"/>
                    <a:pt x="30933" y="136539"/>
                    <a:pt x="30933" y="131981"/>
                  </a:cubicBezTo>
                  <a:cubicBezTo>
                    <a:pt x="30933" y="119464"/>
                    <a:pt x="20766" y="109297"/>
                    <a:pt x="8249" y="109297"/>
                  </a:cubicBezTo>
                  <a:cubicBezTo>
                    <a:pt x="3691" y="109297"/>
                    <a:pt x="0" y="105606"/>
                    <a:pt x="0" y="101048"/>
                  </a:cubicBezTo>
                  <a:lnTo>
                    <a:pt x="0" y="39182"/>
                  </a:lnTo>
                  <a:cubicBezTo>
                    <a:pt x="0" y="34624"/>
                    <a:pt x="3691" y="30933"/>
                    <a:pt x="8249" y="30933"/>
                  </a:cubicBezTo>
                  <a:cubicBezTo>
                    <a:pt x="20766" y="30933"/>
                    <a:pt x="30933" y="20766"/>
                    <a:pt x="30933" y="8249"/>
                  </a:cubicBezTo>
                  <a:cubicBezTo>
                    <a:pt x="30933" y="3691"/>
                    <a:pt x="34625" y="0"/>
                    <a:pt x="39182" y="0"/>
                  </a:cubicBezTo>
                  <a:lnTo>
                    <a:pt x="286647" y="0"/>
                  </a:lnTo>
                  <a:cubicBezTo>
                    <a:pt x="291204" y="0"/>
                    <a:pt x="294895" y="3691"/>
                    <a:pt x="294895" y="8249"/>
                  </a:cubicBezTo>
                  <a:cubicBezTo>
                    <a:pt x="294895" y="20766"/>
                    <a:pt x="305062" y="30933"/>
                    <a:pt x="317580" y="30933"/>
                  </a:cubicBezTo>
                  <a:cubicBezTo>
                    <a:pt x="322137" y="30933"/>
                    <a:pt x="325829" y="34624"/>
                    <a:pt x="325829" y="39182"/>
                  </a:cubicBezTo>
                  <a:lnTo>
                    <a:pt x="325829" y="101048"/>
                  </a:lnTo>
                  <a:cubicBezTo>
                    <a:pt x="325829" y="105606"/>
                    <a:pt x="322137" y="109297"/>
                    <a:pt x="317580" y="109297"/>
                  </a:cubicBezTo>
                  <a:cubicBezTo>
                    <a:pt x="305062" y="109297"/>
                    <a:pt x="294895" y="119464"/>
                    <a:pt x="294895" y="131981"/>
                  </a:cubicBezTo>
                  <a:cubicBezTo>
                    <a:pt x="294895" y="136539"/>
                    <a:pt x="291204" y="140230"/>
                    <a:pt x="286647" y="140230"/>
                  </a:cubicBezTo>
                  <a:close/>
                  <a:moveTo>
                    <a:pt x="46565" y="123732"/>
                  </a:moveTo>
                  <a:lnTo>
                    <a:pt x="279285" y="123732"/>
                  </a:lnTo>
                  <a:cubicBezTo>
                    <a:pt x="282502" y="108740"/>
                    <a:pt x="294339" y="96903"/>
                    <a:pt x="309352" y="93665"/>
                  </a:cubicBezTo>
                  <a:lnTo>
                    <a:pt x="309352" y="46544"/>
                  </a:lnTo>
                  <a:cubicBezTo>
                    <a:pt x="294359" y="43327"/>
                    <a:pt x="282522" y="31490"/>
                    <a:pt x="279285" y="16477"/>
                  </a:cubicBezTo>
                  <a:lnTo>
                    <a:pt x="46565" y="16477"/>
                  </a:lnTo>
                  <a:cubicBezTo>
                    <a:pt x="43348" y="31469"/>
                    <a:pt x="31511" y="43306"/>
                    <a:pt x="16498" y="46544"/>
                  </a:cubicBezTo>
                  <a:lnTo>
                    <a:pt x="16498" y="93665"/>
                  </a:lnTo>
                  <a:cubicBezTo>
                    <a:pt x="31490" y="96882"/>
                    <a:pt x="43327" y="108719"/>
                    <a:pt x="46565" y="123732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52" name="Forma Livre: Forma 151">
              <a:extLst>
                <a:ext uri="{FF2B5EF4-FFF2-40B4-BE49-F238E27FC236}">
                  <a16:creationId xmlns:a16="http://schemas.microsoft.com/office/drawing/2014/main" id="{157CB178-98D2-124A-06A4-178EB0BB0352}"/>
                </a:ext>
              </a:extLst>
            </p:cNvPr>
            <p:cNvSpPr/>
            <p:nvPr/>
          </p:nvSpPr>
          <p:spPr>
            <a:xfrm>
              <a:off x="4563494" y="3102582"/>
              <a:ext cx="78363" cy="78363"/>
            </a:xfrm>
            <a:custGeom>
              <a:avLst/>
              <a:gdLst>
                <a:gd name="connsiteX0" fmla="*/ 39182 w 78363"/>
                <a:gd name="connsiteY0" fmla="*/ 78364 h 78363"/>
                <a:gd name="connsiteX1" fmla="*/ 0 w 78363"/>
                <a:gd name="connsiteY1" fmla="*/ 39182 h 78363"/>
                <a:gd name="connsiteX2" fmla="*/ 39182 w 78363"/>
                <a:gd name="connsiteY2" fmla="*/ 0 h 78363"/>
                <a:gd name="connsiteX3" fmla="*/ 78364 w 78363"/>
                <a:gd name="connsiteY3" fmla="*/ 39182 h 78363"/>
                <a:gd name="connsiteX4" fmla="*/ 39182 w 78363"/>
                <a:gd name="connsiteY4" fmla="*/ 78364 h 78363"/>
                <a:gd name="connsiteX5" fmla="*/ 39182 w 78363"/>
                <a:gd name="connsiteY5" fmla="*/ 16498 h 78363"/>
                <a:gd name="connsiteX6" fmla="*/ 16498 w 78363"/>
                <a:gd name="connsiteY6" fmla="*/ 39182 h 78363"/>
                <a:gd name="connsiteX7" fmla="*/ 39182 w 78363"/>
                <a:gd name="connsiteY7" fmla="*/ 61866 h 78363"/>
                <a:gd name="connsiteX8" fmla="*/ 61866 w 78363"/>
                <a:gd name="connsiteY8" fmla="*/ 39182 h 78363"/>
                <a:gd name="connsiteX9" fmla="*/ 39182 w 78363"/>
                <a:gd name="connsiteY9" fmla="*/ 16498 h 78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363" h="78363">
                  <a:moveTo>
                    <a:pt x="39182" y="78364"/>
                  </a:moveTo>
                  <a:cubicBezTo>
                    <a:pt x="17570" y="78364"/>
                    <a:pt x="0" y="60794"/>
                    <a:pt x="0" y="39182"/>
                  </a:cubicBezTo>
                  <a:cubicBezTo>
                    <a:pt x="0" y="17570"/>
                    <a:pt x="17570" y="0"/>
                    <a:pt x="39182" y="0"/>
                  </a:cubicBezTo>
                  <a:cubicBezTo>
                    <a:pt x="60794" y="0"/>
                    <a:pt x="78364" y="17570"/>
                    <a:pt x="78364" y="39182"/>
                  </a:cubicBezTo>
                  <a:cubicBezTo>
                    <a:pt x="78364" y="60794"/>
                    <a:pt x="60794" y="78364"/>
                    <a:pt x="39182" y="78364"/>
                  </a:cubicBezTo>
                  <a:close/>
                  <a:moveTo>
                    <a:pt x="39182" y="16498"/>
                  </a:moveTo>
                  <a:cubicBezTo>
                    <a:pt x="26664" y="16498"/>
                    <a:pt x="16498" y="26664"/>
                    <a:pt x="16498" y="39182"/>
                  </a:cubicBezTo>
                  <a:cubicBezTo>
                    <a:pt x="16498" y="51700"/>
                    <a:pt x="26664" y="61866"/>
                    <a:pt x="39182" y="61866"/>
                  </a:cubicBezTo>
                  <a:cubicBezTo>
                    <a:pt x="51699" y="61866"/>
                    <a:pt x="61866" y="51700"/>
                    <a:pt x="61866" y="39182"/>
                  </a:cubicBezTo>
                  <a:cubicBezTo>
                    <a:pt x="61866" y="26664"/>
                    <a:pt x="51699" y="16498"/>
                    <a:pt x="39182" y="16498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53" name="Forma Livre: Forma 152">
              <a:extLst>
                <a:ext uri="{FF2B5EF4-FFF2-40B4-BE49-F238E27FC236}">
                  <a16:creationId xmlns:a16="http://schemas.microsoft.com/office/drawing/2014/main" id="{82C765CA-C65C-1507-9BF9-C6E81E9DEB98}"/>
                </a:ext>
              </a:extLst>
            </p:cNvPr>
            <p:cNvSpPr/>
            <p:nvPr/>
          </p:nvSpPr>
          <p:spPr>
            <a:xfrm>
              <a:off x="4666604" y="3133515"/>
              <a:ext cx="37119" cy="16497"/>
            </a:xfrm>
            <a:custGeom>
              <a:avLst/>
              <a:gdLst>
                <a:gd name="connsiteX0" fmla="*/ 28871 w 37119"/>
                <a:gd name="connsiteY0" fmla="*/ 16498 h 16497"/>
                <a:gd name="connsiteX1" fmla="*/ 8249 w 37119"/>
                <a:gd name="connsiteY1" fmla="*/ 16498 h 16497"/>
                <a:gd name="connsiteX2" fmla="*/ 0 w 37119"/>
                <a:gd name="connsiteY2" fmla="*/ 8249 h 16497"/>
                <a:gd name="connsiteX3" fmla="*/ 8249 w 37119"/>
                <a:gd name="connsiteY3" fmla="*/ 0 h 16497"/>
                <a:gd name="connsiteX4" fmla="*/ 28871 w 37119"/>
                <a:gd name="connsiteY4" fmla="*/ 0 h 16497"/>
                <a:gd name="connsiteX5" fmla="*/ 37120 w 37119"/>
                <a:gd name="connsiteY5" fmla="*/ 8249 h 16497"/>
                <a:gd name="connsiteX6" fmla="*/ 28871 w 37119"/>
                <a:gd name="connsiteY6" fmla="*/ 16498 h 16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119" h="16497">
                  <a:moveTo>
                    <a:pt x="28871" y="16498"/>
                  </a:moveTo>
                  <a:lnTo>
                    <a:pt x="8249" y="16498"/>
                  </a:lnTo>
                  <a:cubicBezTo>
                    <a:pt x="3691" y="16498"/>
                    <a:pt x="0" y="12806"/>
                    <a:pt x="0" y="8249"/>
                  </a:cubicBezTo>
                  <a:cubicBezTo>
                    <a:pt x="0" y="3691"/>
                    <a:pt x="3691" y="0"/>
                    <a:pt x="8249" y="0"/>
                  </a:cubicBezTo>
                  <a:lnTo>
                    <a:pt x="28871" y="0"/>
                  </a:lnTo>
                  <a:cubicBezTo>
                    <a:pt x="33428" y="0"/>
                    <a:pt x="37120" y="3691"/>
                    <a:pt x="37120" y="8249"/>
                  </a:cubicBezTo>
                  <a:cubicBezTo>
                    <a:pt x="37120" y="12806"/>
                    <a:pt x="33428" y="16498"/>
                    <a:pt x="28871" y="16498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54" name="Forma Livre: Forma 153">
              <a:extLst>
                <a:ext uri="{FF2B5EF4-FFF2-40B4-BE49-F238E27FC236}">
                  <a16:creationId xmlns:a16="http://schemas.microsoft.com/office/drawing/2014/main" id="{4F4AEB02-DF97-7BC4-A5EA-F55797C279D0}"/>
                </a:ext>
              </a:extLst>
            </p:cNvPr>
            <p:cNvSpPr/>
            <p:nvPr/>
          </p:nvSpPr>
          <p:spPr>
            <a:xfrm>
              <a:off x="4501628" y="3133515"/>
              <a:ext cx="37119" cy="16497"/>
            </a:xfrm>
            <a:custGeom>
              <a:avLst/>
              <a:gdLst>
                <a:gd name="connsiteX0" fmla="*/ 28871 w 37119"/>
                <a:gd name="connsiteY0" fmla="*/ 16498 h 16497"/>
                <a:gd name="connsiteX1" fmla="*/ 8249 w 37119"/>
                <a:gd name="connsiteY1" fmla="*/ 16498 h 16497"/>
                <a:gd name="connsiteX2" fmla="*/ 0 w 37119"/>
                <a:gd name="connsiteY2" fmla="*/ 8249 h 16497"/>
                <a:gd name="connsiteX3" fmla="*/ 8249 w 37119"/>
                <a:gd name="connsiteY3" fmla="*/ 0 h 16497"/>
                <a:gd name="connsiteX4" fmla="*/ 28871 w 37119"/>
                <a:gd name="connsiteY4" fmla="*/ 0 h 16497"/>
                <a:gd name="connsiteX5" fmla="*/ 37120 w 37119"/>
                <a:gd name="connsiteY5" fmla="*/ 8249 h 16497"/>
                <a:gd name="connsiteX6" fmla="*/ 28871 w 37119"/>
                <a:gd name="connsiteY6" fmla="*/ 16498 h 16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119" h="16497">
                  <a:moveTo>
                    <a:pt x="28871" y="16498"/>
                  </a:moveTo>
                  <a:lnTo>
                    <a:pt x="8249" y="16498"/>
                  </a:lnTo>
                  <a:cubicBezTo>
                    <a:pt x="3691" y="16498"/>
                    <a:pt x="0" y="12806"/>
                    <a:pt x="0" y="8249"/>
                  </a:cubicBezTo>
                  <a:cubicBezTo>
                    <a:pt x="0" y="3691"/>
                    <a:pt x="3691" y="0"/>
                    <a:pt x="8249" y="0"/>
                  </a:cubicBezTo>
                  <a:lnTo>
                    <a:pt x="28871" y="0"/>
                  </a:lnTo>
                  <a:cubicBezTo>
                    <a:pt x="33428" y="0"/>
                    <a:pt x="37120" y="3691"/>
                    <a:pt x="37120" y="8249"/>
                  </a:cubicBezTo>
                  <a:cubicBezTo>
                    <a:pt x="37120" y="12806"/>
                    <a:pt x="33428" y="16498"/>
                    <a:pt x="28871" y="16498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155" name="Gráfico 10">
            <a:extLst>
              <a:ext uri="{FF2B5EF4-FFF2-40B4-BE49-F238E27FC236}">
                <a16:creationId xmlns:a16="http://schemas.microsoft.com/office/drawing/2014/main" id="{77569164-992D-0875-3FB3-62E4598B081B}"/>
              </a:ext>
            </a:extLst>
          </p:cNvPr>
          <p:cNvGrpSpPr/>
          <p:nvPr/>
        </p:nvGrpSpPr>
        <p:grpSpPr>
          <a:xfrm>
            <a:off x="826883" y="5284001"/>
            <a:ext cx="573313" cy="573293"/>
            <a:chOff x="1243343" y="4803901"/>
            <a:chExt cx="573313" cy="573293"/>
          </a:xfrm>
          <a:solidFill>
            <a:schemeClr val="tx1"/>
          </a:solidFill>
        </p:grpSpPr>
        <p:sp>
          <p:nvSpPr>
            <p:cNvPr id="156" name="Forma Livre: Forma 155">
              <a:extLst>
                <a:ext uri="{FF2B5EF4-FFF2-40B4-BE49-F238E27FC236}">
                  <a16:creationId xmlns:a16="http://schemas.microsoft.com/office/drawing/2014/main" id="{ED5C64CA-9AE7-D19E-A730-17D9B9C96F63}"/>
                </a:ext>
              </a:extLst>
            </p:cNvPr>
            <p:cNvSpPr/>
            <p:nvPr/>
          </p:nvSpPr>
          <p:spPr>
            <a:xfrm>
              <a:off x="1243343" y="4803901"/>
              <a:ext cx="331210" cy="573293"/>
            </a:xfrm>
            <a:custGeom>
              <a:avLst/>
              <a:gdLst>
                <a:gd name="connsiteX0" fmla="*/ 286647 w 331210"/>
                <a:gd name="connsiteY0" fmla="*/ 573293 h 573293"/>
                <a:gd name="connsiteX1" fmla="*/ 44564 w 331210"/>
                <a:gd name="connsiteY1" fmla="*/ 573293 h 573293"/>
                <a:gd name="connsiteX2" fmla="*/ 0 w 331210"/>
                <a:gd name="connsiteY2" fmla="*/ 528729 h 573293"/>
                <a:gd name="connsiteX3" fmla="*/ 0 w 331210"/>
                <a:gd name="connsiteY3" fmla="*/ 44564 h 573293"/>
                <a:gd name="connsiteX4" fmla="*/ 44564 w 331210"/>
                <a:gd name="connsiteY4" fmla="*/ 0 h 573293"/>
                <a:gd name="connsiteX5" fmla="*/ 286647 w 331210"/>
                <a:gd name="connsiteY5" fmla="*/ 0 h 573293"/>
                <a:gd name="connsiteX6" fmla="*/ 331211 w 331210"/>
                <a:gd name="connsiteY6" fmla="*/ 44564 h 573293"/>
                <a:gd name="connsiteX7" fmla="*/ 331211 w 331210"/>
                <a:gd name="connsiteY7" fmla="*/ 80880 h 573293"/>
                <a:gd name="connsiteX8" fmla="*/ 322962 w 331210"/>
                <a:gd name="connsiteY8" fmla="*/ 89128 h 573293"/>
                <a:gd name="connsiteX9" fmla="*/ 314713 w 331210"/>
                <a:gd name="connsiteY9" fmla="*/ 80880 h 573293"/>
                <a:gd name="connsiteX10" fmla="*/ 314713 w 331210"/>
                <a:gd name="connsiteY10" fmla="*/ 44564 h 573293"/>
                <a:gd name="connsiteX11" fmla="*/ 286647 w 331210"/>
                <a:gd name="connsiteY11" fmla="*/ 16498 h 573293"/>
                <a:gd name="connsiteX12" fmla="*/ 44564 w 331210"/>
                <a:gd name="connsiteY12" fmla="*/ 16498 h 573293"/>
                <a:gd name="connsiteX13" fmla="*/ 16498 w 331210"/>
                <a:gd name="connsiteY13" fmla="*/ 44564 h 573293"/>
                <a:gd name="connsiteX14" fmla="*/ 16498 w 331210"/>
                <a:gd name="connsiteY14" fmla="*/ 528729 h 573293"/>
                <a:gd name="connsiteX15" fmla="*/ 44564 w 331210"/>
                <a:gd name="connsiteY15" fmla="*/ 556796 h 573293"/>
                <a:gd name="connsiteX16" fmla="*/ 286647 w 331210"/>
                <a:gd name="connsiteY16" fmla="*/ 556796 h 573293"/>
                <a:gd name="connsiteX17" fmla="*/ 314713 w 331210"/>
                <a:gd name="connsiteY17" fmla="*/ 528729 h 573293"/>
                <a:gd name="connsiteX18" fmla="*/ 314713 w 331210"/>
                <a:gd name="connsiteY18" fmla="*/ 468203 h 573293"/>
                <a:gd name="connsiteX19" fmla="*/ 322962 w 331210"/>
                <a:gd name="connsiteY19" fmla="*/ 459954 h 573293"/>
                <a:gd name="connsiteX20" fmla="*/ 331211 w 331210"/>
                <a:gd name="connsiteY20" fmla="*/ 468203 h 573293"/>
                <a:gd name="connsiteX21" fmla="*/ 331211 w 331210"/>
                <a:gd name="connsiteY21" fmla="*/ 528729 h 573293"/>
                <a:gd name="connsiteX22" fmla="*/ 286647 w 331210"/>
                <a:gd name="connsiteY22" fmla="*/ 573293 h 573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31210" h="573293">
                  <a:moveTo>
                    <a:pt x="286647" y="573293"/>
                  </a:moveTo>
                  <a:lnTo>
                    <a:pt x="44564" y="573293"/>
                  </a:lnTo>
                  <a:cubicBezTo>
                    <a:pt x="19983" y="573293"/>
                    <a:pt x="0" y="553311"/>
                    <a:pt x="0" y="528729"/>
                  </a:cubicBezTo>
                  <a:lnTo>
                    <a:pt x="0" y="44564"/>
                  </a:lnTo>
                  <a:cubicBezTo>
                    <a:pt x="0" y="19983"/>
                    <a:pt x="19983" y="0"/>
                    <a:pt x="44564" y="0"/>
                  </a:cubicBezTo>
                  <a:lnTo>
                    <a:pt x="286647" y="0"/>
                  </a:lnTo>
                  <a:cubicBezTo>
                    <a:pt x="311228" y="0"/>
                    <a:pt x="331211" y="19983"/>
                    <a:pt x="331211" y="44564"/>
                  </a:cubicBezTo>
                  <a:lnTo>
                    <a:pt x="331211" y="80880"/>
                  </a:lnTo>
                  <a:cubicBezTo>
                    <a:pt x="331211" y="85437"/>
                    <a:pt x="327520" y="89128"/>
                    <a:pt x="322962" y="89128"/>
                  </a:cubicBezTo>
                  <a:cubicBezTo>
                    <a:pt x="318405" y="89128"/>
                    <a:pt x="314713" y="85437"/>
                    <a:pt x="314713" y="80880"/>
                  </a:cubicBezTo>
                  <a:lnTo>
                    <a:pt x="314713" y="44564"/>
                  </a:lnTo>
                  <a:cubicBezTo>
                    <a:pt x="314713" y="29098"/>
                    <a:pt x="302134" y="16498"/>
                    <a:pt x="286647" y="16498"/>
                  </a:cubicBezTo>
                  <a:lnTo>
                    <a:pt x="44564" y="16498"/>
                  </a:lnTo>
                  <a:cubicBezTo>
                    <a:pt x="29098" y="16498"/>
                    <a:pt x="16498" y="29077"/>
                    <a:pt x="16498" y="44564"/>
                  </a:cubicBezTo>
                  <a:lnTo>
                    <a:pt x="16498" y="528729"/>
                  </a:lnTo>
                  <a:cubicBezTo>
                    <a:pt x="16498" y="544196"/>
                    <a:pt x="29077" y="556796"/>
                    <a:pt x="44564" y="556796"/>
                  </a:cubicBezTo>
                  <a:lnTo>
                    <a:pt x="286647" y="556796"/>
                  </a:lnTo>
                  <a:cubicBezTo>
                    <a:pt x="302113" y="556796"/>
                    <a:pt x="314713" y="544216"/>
                    <a:pt x="314713" y="528729"/>
                  </a:cubicBezTo>
                  <a:lnTo>
                    <a:pt x="314713" y="468203"/>
                  </a:lnTo>
                  <a:cubicBezTo>
                    <a:pt x="314713" y="463646"/>
                    <a:pt x="318405" y="459954"/>
                    <a:pt x="322962" y="459954"/>
                  </a:cubicBezTo>
                  <a:cubicBezTo>
                    <a:pt x="327520" y="459954"/>
                    <a:pt x="331211" y="463646"/>
                    <a:pt x="331211" y="468203"/>
                  </a:cubicBezTo>
                  <a:lnTo>
                    <a:pt x="331211" y="528729"/>
                  </a:lnTo>
                  <a:cubicBezTo>
                    <a:pt x="331211" y="553311"/>
                    <a:pt x="311228" y="573293"/>
                    <a:pt x="286647" y="573293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57" name="Forma Livre: Forma 156">
              <a:extLst>
                <a:ext uri="{FF2B5EF4-FFF2-40B4-BE49-F238E27FC236}">
                  <a16:creationId xmlns:a16="http://schemas.microsoft.com/office/drawing/2014/main" id="{A41F91B3-AC36-614E-C2B5-80FFBBBAE0E3}"/>
                </a:ext>
              </a:extLst>
            </p:cNvPr>
            <p:cNvSpPr/>
            <p:nvPr/>
          </p:nvSpPr>
          <p:spPr>
            <a:xfrm>
              <a:off x="1340184" y="4924953"/>
              <a:ext cx="476472" cy="307000"/>
            </a:xfrm>
            <a:custGeom>
              <a:avLst/>
              <a:gdLst>
                <a:gd name="connsiteX0" fmla="*/ 431888 w 476472"/>
                <a:gd name="connsiteY0" fmla="*/ 307001 h 307000"/>
                <a:gd name="connsiteX1" fmla="*/ 44564 w 476472"/>
                <a:gd name="connsiteY1" fmla="*/ 307001 h 307000"/>
                <a:gd name="connsiteX2" fmla="*/ 0 w 476472"/>
                <a:gd name="connsiteY2" fmla="*/ 262436 h 307000"/>
                <a:gd name="connsiteX3" fmla="*/ 0 w 476472"/>
                <a:gd name="connsiteY3" fmla="*/ 44564 h 307000"/>
                <a:gd name="connsiteX4" fmla="*/ 44564 w 476472"/>
                <a:gd name="connsiteY4" fmla="*/ 0 h 307000"/>
                <a:gd name="connsiteX5" fmla="*/ 431908 w 476472"/>
                <a:gd name="connsiteY5" fmla="*/ 0 h 307000"/>
                <a:gd name="connsiteX6" fmla="*/ 476473 w 476472"/>
                <a:gd name="connsiteY6" fmla="*/ 44564 h 307000"/>
                <a:gd name="connsiteX7" fmla="*/ 476473 w 476472"/>
                <a:gd name="connsiteY7" fmla="*/ 262436 h 307000"/>
                <a:gd name="connsiteX8" fmla="*/ 431908 w 476472"/>
                <a:gd name="connsiteY8" fmla="*/ 307001 h 307000"/>
                <a:gd name="connsiteX9" fmla="*/ 44544 w 476472"/>
                <a:gd name="connsiteY9" fmla="*/ 16498 h 307000"/>
                <a:gd name="connsiteX10" fmla="*/ 16477 w 476472"/>
                <a:gd name="connsiteY10" fmla="*/ 44564 h 307000"/>
                <a:gd name="connsiteX11" fmla="*/ 16477 w 476472"/>
                <a:gd name="connsiteY11" fmla="*/ 262436 h 307000"/>
                <a:gd name="connsiteX12" fmla="*/ 44544 w 476472"/>
                <a:gd name="connsiteY12" fmla="*/ 290503 h 307000"/>
                <a:gd name="connsiteX13" fmla="*/ 431888 w 476472"/>
                <a:gd name="connsiteY13" fmla="*/ 290503 h 307000"/>
                <a:gd name="connsiteX14" fmla="*/ 459954 w 476472"/>
                <a:gd name="connsiteY14" fmla="*/ 262436 h 307000"/>
                <a:gd name="connsiteX15" fmla="*/ 459954 w 476472"/>
                <a:gd name="connsiteY15" fmla="*/ 44564 h 307000"/>
                <a:gd name="connsiteX16" fmla="*/ 431888 w 476472"/>
                <a:gd name="connsiteY16" fmla="*/ 16498 h 307000"/>
                <a:gd name="connsiteX17" fmla="*/ 44564 w 476472"/>
                <a:gd name="connsiteY17" fmla="*/ 16498 h 30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76472" h="307000">
                  <a:moveTo>
                    <a:pt x="431888" y="307001"/>
                  </a:moveTo>
                  <a:lnTo>
                    <a:pt x="44564" y="307001"/>
                  </a:lnTo>
                  <a:cubicBezTo>
                    <a:pt x="19983" y="307001"/>
                    <a:pt x="0" y="287018"/>
                    <a:pt x="0" y="262436"/>
                  </a:cubicBezTo>
                  <a:lnTo>
                    <a:pt x="0" y="44564"/>
                  </a:lnTo>
                  <a:cubicBezTo>
                    <a:pt x="0" y="19983"/>
                    <a:pt x="19983" y="0"/>
                    <a:pt x="44564" y="0"/>
                  </a:cubicBezTo>
                  <a:lnTo>
                    <a:pt x="431908" y="0"/>
                  </a:lnTo>
                  <a:cubicBezTo>
                    <a:pt x="456490" y="0"/>
                    <a:pt x="476473" y="19983"/>
                    <a:pt x="476473" y="44564"/>
                  </a:cubicBezTo>
                  <a:lnTo>
                    <a:pt x="476473" y="262436"/>
                  </a:lnTo>
                  <a:cubicBezTo>
                    <a:pt x="476473" y="287018"/>
                    <a:pt x="456490" y="307001"/>
                    <a:pt x="431908" y="307001"/>
                  </a:cubicBezTo>
                  <a:close/>
                  <a:moveTo>
                    <a:pt x="44544" y="16498"/>
                  </a:moveTo>
                  <a:cubicBezTo>
                    <a:pt x="29077" y="16498"/>
                    <a:pt x="16477" y="29098"/>
                    <a:pt x="16477" y="44564"/>
                  </a:cubicBezTo>
                  <a:lnTo>
                    <a:pt x="16477" y="262436"/>
                  </a:lnTo>
                  <a:cubicBezTo>
                    <a:pt x="16477" y="277903"/>
                    <a:pt x="29056" y="290503"/>
                    <a:pt x="44544" y="290503"/>
                  </a:cubicBezTo>
                  <a:lnTo>
                    <a:pt x="431888" y="290503"/>
                  </a:lnTo>
                  <a:cubicBezTo>
                    <a:pt x="447354" y="290503"/>
                    <a:pt x="459954" y="277903"/>
                    <a:pt x="459954" y="262436"/>
                  </a:cubicBezTo>
                  <a:lnTo>
                    <a:pt x="459954" y="44564"/>
                  </a:lnTo>
                  <a:cubicBezTo>
                    <a:pt x="459954" y="29098"/>
                    <a:pt x="447375" y="16498"/>
                    <a:pt x="431888" y="16498"/>
                  </a:cubicBezTo>
                  <a:lnTo>
                    <a:pt x="44564" y="16498"/>
                  </a:ln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58" name="Forma Livre: Forma 157">
              <a:extLst>
                <a:ext uri="{FF2B5EF4-FFF2-40B4-BE49-F238E27FC236}">
                  <a16:creationId xmlns:a16="http://schemas.microsoft.com/office/drawing/2014/main" id="{2197F716-F3CA-4A8C-F539-4E3F9FEDA666}"/>
                </a:ext>
              </a:extLst>
            </p:cNvPr>
            <p:cNvSpPr/>
            <p:nvPr/>
          </p:nvSpPr>
          <p:spPr>
            <a:xfrm>
              <a:off x="1340184" y="4987252"/>
              <a:ext cx="476452" cy="16497"/>
            </a:xfrm>
            <a:custGeom>
              <a:avLst/>
              <a:gdLst>
                <a:gd name="connsiteX0" fmla="*/ 468203 w 476452"/>
                <a:gd name="connsiteY0" fmla="*/ 16498 h 16497"/>
                <a:gd name="connsiteX1" fmla="*/ 8249 w 476452"/>
                <a:gd name="connsiteY1" fmla="*/ 16498 h 16497"/>
                <a:gd name="connsiteX2" fmla="*/ 0 w 476452"/>
                <a:gd name="connsiteY2" fmla="*/ 8249 h 16497"/>
                <a:gd name="connsiteX3" fmla="*/ 8249 w 476452"/>
                <a:gd name="connsiteY3" fmla="*/ 0 h 16497"/>
                <a:gd name="connsiteX4" fmla="*/ 468203 w 476452"/>
                <a:gd name="connsiteY4" fmla="*/ 0 h 16497"/>
                <a:gd name="connsiteX5" fmla="*/ 476452 w 476452"/>
                <a:gd name="connsiteY5" fmla="*/ 8249 h 16497"/>
                <a:gd name="connsiteX6" fmla="*/ 468203 w 476452"/>
                <a:gd name="connsiteY6" fmla="*/ 16498 h 16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76452" h="16497">
                  <a:moveTo>
                    <a:pt x="468203" y="16498"/>
                  </a:moveTo>
                  <a:lnTo>
                    <a:pt x="8249" y="16498"/>
                  </a:lnTo>
                  <a:cubicBezTo>
                    <a:pt x="3691" y="16498"/>
                    <a:pt x="0" y="12806"/>
                    <a:pt x="0" y="8249"/>
                  </a:cubicBezTo>
                  <a:cubicBezTo>
                    <a:pt x="0" y="3691"/>
                    <a:pt x="3691" y="0"/>
                    <a:pt x="8249" y="0"/>
                  </a:cubicBezTo>
                  <a:lnTo>
                    <a:pt x="468203" y="0"/>
                  </a:lnTo>
                  <a:cubicBezTo>
                    <a:pt x="472761" y="0"/>
                    <a:pt x="476452" y="3691"/>
                    <a:pt x="476452" y="8249"/>
                  </a:cubicBezTo>
                  <a:cubicBezTo>
                    <a:pt x="476452" y="12806"/>
                    <a:pt x="472761" y="16498"/>
                    <a:pt x="468203" y="16498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59" name="Forma Livre: Forma 158">
              <a:extLst>
                <a:ext uri="{FF2B5EF4-FFF2-40B4-BE49-F238E27FC236}">
                  <a16:creationId xmlns:a16="http://schemas.microsoft.com/office/drawing/2014/main" id="{D15BE8AB-3353-8B12-9C13-EAB19BDE9798}"/>
                </a:ext>
              </a:extLst>
            </p:cNvPr>
            <p:cNvSpPr/>
            <p:nvPr/>
          </p:nvSpPr>
          <p:spPr>
            <a:xfrm>
              <a:off x="1340184" y="5049572"/>
              <a:ext cx="476452" cy="16497"/>
            </a:xfrm>
            <a:custGeom>
              <a:avLst/>
              <a:gdLst>
                <a:gd name="connsiteX0" fmla="*/ 468203 w 476452"/>
                <a:gd name="connsiteY0" fmla="*/ 16498 h 16497"/>
                <a:gd name="connsiteX1" fmla="*/ 8249 w 476452"/>
                <a:gd name="connsiteY1" fmla="*/ 16498 h 16497"/>
                <a:gd name="connsiteX2" fmla="*/ 0 w 476452"/>
                <a:gd name="connsiteY2" fmla="*/ 8249 h 16497"/>
                <a:gd name="connsiteX3" fmla="*/ 8249 w 476452"/>
                <a:gd name="connsiteY3" fmla="*/ 0 h 16497"/>
                <a:gd name="connsiteX4" fmla="*/ 468203 w 476452"/>
                <a:gd name="connsiteY4" fmla="*/ 0 h 16497"/>
                <a:gd name="connsiteX5" fmla="*/ 476452 w 476452"/>
                <a:gd name="connsiteY5" fmla="*/ 8249 h 16497"/>
                <a:gd name="connsiteX6" fmla="*/ 468203 w 476452"/>
                <a:gd name="connsiteY6" fmla="*/ 16498 h 16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76452" h="16497">
                  <a:moveTo>
                    <a:pt x="468203" y="16498"/>
                  </a:moveTo>
                  <a:lnTo>
                    <a:pt x="8249" y="16498"/>
                  </a:lnTo>
                  <a:cubicBezTo>
                    <a:pt x="3691" y="16498"/>
                    <a:pt x="0" y="12806"/>
                    <a:pt x="0" y="8249"/>
                  </a:cubicBezTo>
                  <a:cubicBezTo>
                    <a:pt x="0" y="3691"/>
                    <a:pt x="3691" y="0"/>
                    <a:pt x="8249" y="0"/>
                  </a:cubicBezTo>
                  <a:lnTo>
                    <a:pt x="468203" y="0"/>
                  </a:lnTo>
                  <a:cubicBezTo>
                    <a:pt x="472761" y="0"/>
                    <a:pt x="476452" y="3691"/>
                    <a:pt x="476452" y="8249"/>
                  </a:cubicBezTo>
                  <a:cubicBezTo>
                    <a:pt x="476452" y="12806"/>
                    <a:pt x="472761" y="16498"/>
                    <a:pt x="468203" y="16498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60" name="Forma Livre: Forma 159">
              <a:extLst>
                <a:ext uri="{FF2B5EF4-FFF2-40B4-BE49-F238E27FC236}">
                  <a16:creationId xmlns:a16="http://schemas.microsoft.com/office/drawing/2014/main" id="{90B50D52-9A01-D9B5-E341-5B6314E9F65B}"/>
                </a:ext>
              </a:extLst>
            </p:cNvPr>
            <p:cNvSpPr/>
            <p:nvPr/>
          </p:nvSpPr>
          <p:spPr>
            <a:xfrm>
              <a:off x="1412794" y="5142825"/>
              <a:ext cx="113338" cy="16497"/>
            </a:xfrm>
            <a:custGeom>
              <a:avLst/>
              <a:gdLst>
                <a:gd name="connsiteX0" fmla="*/ 105090 w 113338"/>
                <a:gd name="connsiteY0" fmla="*/ 16498 h 16497"/>
                <a:gd name="connsiteX1" fmla="*/ 8249 w 113338"/>
                <a:gd name="connsiteY1" fmla="*/ 16498 h 16497"/>
                <a:gd name="connsiteX2" fmla="*/ 0 w 113338"/>
                <a:gd name="connsiteY2" fmla="*/ 8249 h 16497"/>
                <a:gd name="connsiteX3" fmla="*/ 8249 w 113338"/>
                <a:gd name="connsiteY3" fmla="*/ 0 h 16497"/>
                <a:gd name="connsiteX4" fmla="*/ 105090 w 113338"/>
                <a:gd name="connsiteY4" fmla="*/ 0 h 16497"/>
                <a:gd name="connsiteX5" fmla="*/ 113339 w 113338"/>
                <a:gd name="connsiteY5" fmla="*/ 8249 h 16497"/>
                <a:gd name="connsiteX6" fmla="*/ 105090 w 113338"/>
                <a:gd name="connsiteY6" fmla="*/ 16498 h 16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3338" h="16497">
                  <a:moveTo>
                    <a:pt x="105090" y="16498"/>
                  </a:moveTo>
                  <a:lnTo>
                    <a:pt x="8249" y="16498"/>
                  </a:lnTo>
                  <a:cubicBezTo>
                    <a:pt x="3691" y="16498"/>
                    <a:pt x="0" y="12806"/>
                    <a:pt x="0" y="8249"/>
                  </a:cubicBezTo>
                  <a:cubicBezTo>
                    <a:pt x="0" y="3691"/>
                    <a:pt x="3691" y="0"/>
                    <a:pt x="8249" y="0"/>
                  </a:cubicBezTo>
                  <a:lnTo>
                    <a:pt x="105090" y="0"/>
                  </a:lnTo>
                  <a:cubicBezTo>
                    <a:pt x="109647" y="0"/>
                    <a:pt x="113339" y="3691"/>
                    <a:pt x="113339" y="8249"/>
                  </a:cubicBezTo>
                  <a:cubicBezTo>
                    <a:pt x="113339" y="12806"/>
                    <a:pt x="109647" y="16498"/>
                    <a:pt x="105090" y="16498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61" name="Forma Livre: Forma 160">
              <a:extLst>
                <a:ext uri="{FF2B5EF4-FFF2-40B4-BE49-F238E27FC236}">
                  <a16:creationId xmlns:a16="http://schemas.microsoft.com/office/drawing/2014/main" id="{14624910-907B-2895-D2DF-17C6883BC44C}"/>
                </a:ext>
              </a:extLst>
            </p:cNvPr>
            <p:cNvSpPr/>
            <p:nvPr/>
          </p:nvSpPr>
          <p:spPr>
            <a:xfrm>
              <a:off x="1582266" y="5142825"/>
              <a:ext cx="64918" cy="16497"/>
            </a:xfrm>
            <a:custGeom>
              <a:avLst/>
              <a:gdLst>
                <a:gd name="connsiteX0" fmla="*/ 56669 w 64918"/>
                <a:gd name="connsiteY0" fmla="*/ 16498 h 16497"/>
                <a:gd name="connsiteX1" fmla="*/ 8249 w 64918"/>
                <a:gd name="connsiteY1" fmla="*/ 16498 h 16497"/>
                <a:gd name="connsiteX2" fmla="*/ 0 w 64918"/>
                <a:gd name="connsiteY2" fmla="*/ 8249 h 16497"/>
                <a:gd name="connsiteX3" fmla="*/ 8249 w 64918"/>
                <a:gd name="connsiteY3" fmla="*/ 0 h 16497"/>
                <a:gd name="connsiteX4" fmla="*/ 56669 w 64918"/>
                <a:gd name="connsiteY4" fmla="*/ 0 h 16497"/>
                <a:gd name="connsiteX5" fmla="*/ 64918 w 64918"/>
                <a:gd name="connsiteY5" fmla="*/ 8249 h 16497"/>
                <a:gd name="connsiteX6" fmla="*/ 56669 w 64918"/>
                <a:gd name="connsiteY6" fmla="*/ 16498 h 16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4918" h="16497">
                  <a:moveTo>
                    <a:pt x="56669" y="16498"/>
                  </a:moveTo>
                  <a:lnTo>
                    <a:pt x="8249" y="16498"/>
                  </a:lnTo>
                  <a:cubicBezTo>
                    <a:pt x="3691" y="16498"/>
                    <a:pt x="0" y="12806"/>
                    <a:pt x="0" y="8249"/>
                  </a:cubicBezTo>
                  <a:cubicBezTo>
                    <a:pt x="0" y="3691"/>
                    <a:pt x="3691" y="0"/>
                    <a:pt x="8249" y="0"/>
                  </a:cubicBezTo>
                  <a:lnTo>
                    <a:pt x="56669" y="0"/>
                  </a:lnTo>
                  <a:cubicBezTo>
                    <a:pt x="61227" y="0"/>
                    <a:pt x="64918" y="3691"/>
                    <a:pt x="64918" y="8249"/>
                  </a:cubicBezTo>
                  <a:cubicBezTo>
                    <a:pt x="64918" y="12806"/>
                    <a:pt x="61227" y="16498"/>
                    <a:pt x="56669" y="16498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62" name="Forma Livre: Forma 161">
              <a:extLst>
                <a:ext uri="{FF2B5EF4-FFF2-40B4-BE49-F238E27FC236}">
                  <a16:creationId xmlns:a16="http://schemas.microsoft.com/office/drawing/2014/main" id="{F37B42D6-173F-96F7-0FFD-5693C885E61C}"/>
                </a:ext>
              </a:extLst>
            </p:cNvPr>
            <p:cNvSpPr/>
            <p:nvPr/>
          </p:nvSpPr>
          <p:spPr>
            <a:xfrm>
              <a:off x="1386625" y="4834834"/>
              <a:ext cx="44626" cy="16497"/>
            </a:xfrm>
            <a:custGeom>
              <a:avLst/>
              <a:gdLst>
                <a:gd name="connsiteX0" fmla="*/ 36377 w 44626"/>
                <a:gd name="connsiteY0" fmla="*/ 16498 h 16497"/>
                <a:gd name="connsiteX1" fmla="*/ 8249 w 44626"/>
                <a:gd name="connsiteY1" fmla="*/ 16498 h 16497"/>
                <a:gd name="connsiteX2" fmla="*/ 0 w 44626"/>
                <a:gd name="connsiteY2" fmla="*/ 8249 h 16497"/>
                <a:gd name="connsiteX3" fmla="*/ 8249 w 44626"/>
                <a:gd name="connsiteY3" fmla="*/ 0 h 16497"/>
                <a:gd name="connsiteX4" fmla="*/ 36377 w 44626"/>
                <a:gd name="connsiteY4" fmla="*/ 0 h 16497"/>
                <a:gd name="connsiteX5" fmla="*/ 44626 w 44626"/>
                <a:gd name="connsiteY5" fmla="*/ 8249 h 16497"/>
                <a:gd name="connsiteX6" fmla="*/ 36377 w 44626"/>
                <a:gd name="connsiteY6" fmla="*/ 16498 h 16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4626" h="16497">
                  <a:moveTo>
                    <a:pt x="36377" y="16498"/>
                  </a:moveTo>
                  <a:lnTo>
                    <a:pt x="8249" y="16498"/>
                  </a:lnTo>
                  <a:cubicBezTo>
                    <a:pt x="3691" y="16498"/>
                    <a:pt x="0" y="12806"/>
                    <a:pt x="0" y="8249"/>
                  </a:cubicBezTo>
                  <a:cubicBezTo>
                    <a:pt x="0" y="3691"/>
                    <a:pt x="3691" y="0"/>
                    <a:pt x="8249" y="0"/>
                  </a:cubicBezTo>
                  <a:lnTo>
                    <a:pt x="36377" y="0"/>
                  </a:lnTo>
                  <a:cubicBezTo>
                    <a:pt x="40935" y="0"/>
                    <a:pt x="44626" y="3691"/>
                    <a:pt x="44626" y="8249"/>
                  </a:cubicBezTo>
                  <a:cubicBezTo>
                    <a:pt x="44626" y="12806"/>
                    <a:pt x="40935" y="16498"/>
                    <a:pt x="36377" y="16498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63" name="Forma Livre: Forma 162">
              <a:extLst>
                <a:ext uri="{FF2B5EF4-FFF2-40B4-BE49-F238E27FC236}">
                  <a16:creationId xmlns:a16="http://schemas.microsoft.com/office/drawing/2014/main" id="{9CC8D30A-A25D-6A4E-A4F2-EC79EE92E1B2}"/>
                </a:ext>
              </a:extLst>
            </p:cNvPr>
            <p:cNvSpPr/>
            <p:nvPr/>
          </p:nvSpPr>
          <p:spPr>
            <a:xfrm>
              <a:off x="1253654" y="5309142"/>
              <a:ext cx="320899" cy="16497"/>
            </a:xfrm>
            <a:custGeom>
              <a:avLst/>
              <a:gdLst>
                <a:gd name="connsiteX0" fmla="*/ 312651 w 320899"/>
                <a:gd name="connsiteY0" fmla="*/ 16498 h 16497"/>
                <a:gd name="connsiteX1" fmla="*/ 8249 w 320899"/>
                <a:gd name="connsiteY1" fmla="*/ 16498 h 16497"/>
                <a:gd name="connsiteX2" fmla="*/ 0 w 320899"/>
                <a:gd name="connsiteY2" fmla="*/ 8249 h 16497"/>
                <a:gd name="connsiteX3" fmla="*/ 8249 w 320899"/>
                <a:gd name="connsiteY3" fmla="*/ 0 h 16497"/>
                <a:gd name="connsiteX4" fmla="*/ 312651 w 320899"/>
                <a:gd name="connsiteY4" fmla="*/ 0 h 16497"/>
                <a:gd name="connsiteX5" fmla="*/ 320900 w 320899"/>
                <a:gd name="connsiteY5" fmla="*/ 8249 h 16497"/>
                <a:gd name="connsiteX6" fmla="*/ 312651 w 320899"/>
                <a:gd name="connsiteY6" fmla="*/ 16498 h 16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20899" h="16497">
                  <a:moveTo>
                    <a:pt x="312651" y="16498"/>
                  </a:moveTo>
                  <a:lnTo>
                    <a:pt x="8249" y="16498"/>
                  </a:lnTo>
                  <a:cubicBezTo>
                    <a:pt x="3691" y="16498"/>
                    <a:pt x="0" y="12806"/>
                    <a:pt x="0" y="8249"/>
                  </a:cubicBezTo>
                  <a:cubicBezTo>
                    <a:pt x="0" y="3691"/>
                    <a:pt x="3691" y="0"/>
                    <a:pt x="8249" y="0"/>
                  </a:cubicBezTo>
                  <a:lnTo>
                    <a:pt x="312651" y="0"/>
                  </a:lnTo>
                  <a:cubicBezTo>
                    <a:pt x="317209" y="0"/>
                    <a:pt x="320900" y="3691"/>
                    <a:pt x="320900" y="8249"/>
                  </a:cubicBezTo>
                  <a:cubicBezTo>
                    <a:pt x="320900" y="12806"/>
                    <a:pt x="317209" y="16498"/>
                    <a:pt x="312651" y="16498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164" name="Gráfico 10">
            <a:extLst>
              <a:ext uri="{FF2B5EF4-FFF2-40B4-BE49-F238E27FC236}">
                <a16:creationId xmlns:a16="http://schemas.microsoft.com/office/drawing/2014/main" id="{AFC4FEDA-7E27-881F-863A-A947C7F77334}"/>
              </a:ext>
            </a:extLst>
          </p:cNvPr>
          <p:cNvGrpSpPr/>
          <p:nvPr/>
        </p:nvGrpSpPr>
        <p:grpSpPr>
          <a:xfrm>
            <a:off x="7755894" y="3326490"/>
            <a:ext cx="573293" cy="439641"/>
            <a:chOff x="8172354" y="2808532"/>
            <a:chExt cx="573293" cy="439641"/>
          </a:xfrm>
          <a:solidFill>
            <a:schemeClr val="tx1"/>
          </a:solidFill>
        </p:grpSpPr>
        <p:sp>
          <p:nvSpPr>
            <p:cNvPr id="165" name="Forma Livre: Forma 164">
              <a:extLst>
                <a:ext uri="{FF2B5EF4-FFF2-40B4-BE49-F238E27FC236}">
                  <a16:creationId xmlns:a16="http://schemas.microsoft.com/office/drawing/2014/main" id="{CCB1C2E8-1833-A651-637B-8DCD31774B16}"/>
                </a:ext>
              </a:extLst>
            </p:cNvPr>
            <p:cNvSpPr/>
            <p:nvPr/>
          </p:nvSpPr>
          <p:spPr>
            <a:xfrm>
              <a:off x="8417334" y="2808532"/>
              <a:ext cx="306041" cy="306051"/>
            </a:xfrm>
            <a:custGeom>
              <a:avLst/>
              <a:gdLst>
                <a:gd name="connsiteX0" fmla="*/ 8259 w 306041"/>
                <a:gd name="connsiteY0" fmla="*/ 306011 h 306051"/>
                <a:gd name="connsiteX1" fmla="*/ 2423 w 306041"/>
                <a:gd name="connsiteY1" fmla="*/ 303598 h 306051"/>
                <a:gd name="connsiteX2" fmla="*/ 422 w 306041"/>
                <a:gd name="connsiteY2" fmla="*/ 295164 h 306051"/>
                <a:gd name="connsiteX3" fmla="*/ 22694 w 306041"/>
                <a:gd name="connsiteY3" fmla="*/ 228348 h 306051"/>
                <a:gd name="connsiteX4" fmla="*/ 24695 w 306041"/>
                <a:gd name="connsiteY4" fmla="*/ 225131 h 306051"/>
                <a:gd name="connsiteX5" fmla="*/ 247413 w 306041"/>
                <a:gd name="connsiteY5" fmla="*/ 2413 h 306051"/>
                <a:gd name="connsiteX6" fmla="*/ 259085 w 306041"/>
                <a:gd name="connsiteY6" fmla="*/ 2413 h 306051"/>
                <a:gd name="connsiteX7" fmla="*/ 303629 w 306041"/>
                <a:gd name="connsiteY7" fmla="*/ 46956 h 306051"/>
                <a:gd name="connsiteX8" fmla="*/ 306041 w 306041"/>
                <a:gd name="connsiteY8" fmla="*/ 52792 h 306051"/>
                <a:gd name="connsiteX9" fmla="*/ 303629 w 306041"/>
                <a:gd name="connsiteY9" fmla="*/ 58629 h 306051"/>
                <a:gd name="connsiteX10" fmla="*/ 80910 w 306041"/>
                <a:gd name="connsiteY10" fmla="*/ 281347 h 306051"/>
                <a:gd name="connsiteX11" fmla="*/ 77693 w 306041"/>
                <a:gd name="connsiteY11" fmla="*/ 283347 h 306051"/>
                <a:gd name="connsiteX12" fmla="*/ 10878 w 306041"/>
                <a:gd name="connsiteY12" fmla="*/ 305619 h 306051"/>
                <a:gd name="connsiteX13" fmla="*/ 8279 w 306041"/>
                <a:gd name="connsiteY13" fmla="*/ 306052 h 306051"/>
                <a:gd name="connsiteX14" fmla="*/ 37728 w 306041"/>
                <a:gd name="connsiteY14" fmla="*/ 235401 h 306051"/>
                <a:gd name="connsiteX15" fmla="*/ 21292 w 306041"/>
                <a:gd name="connsiteY15" fmla="*/ 284708 h 306051"/>
                <a:gd name="connsiteX16" fmla="*/ 70620 w 306041"/>
                <a:gd name="connsiteY16" fmla="*/ 268272 h 306051"/>
                <a:gd name="connsiteX17" fmla="*/ 286120 w 306041"/>
                <a:gd name="connsiteY17" fmla="*/ 52772 h 306051"/>
                <a:gd name="connsiteX18" fmla="*/ 253249 w 306041"/>
                <a:gd name="connsiteY18" fmla="*/ 19900 h 306051"/>
                <a:gd name="connsiteX19" fmla="*/ 37748 w 306041"/>
                <a:gd name="connsiteY19" fmla="*/ 235401 h 3060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06041" h="306051">
                  <a:moveTo>
                    <a:pt x="8259" y="306011"/>
                  </a:moveTo>
                  <a:cubicBezTo>
                    <a:pt x="6114" y="306011"/>
                    <a:pt x="3990" y="305165"/>
                    <a:pt x="2423" y="303598"/>
                  </a:cubicBezTo>
                  <a:cubicBezTo>
                    <a:pt x="216" y="301391"/>
                    <a:pt x="-567" y="298112"/>
                    <a:pt x="422" y="295164"/>
                  </a:cubicBezTo>
                  <a:lnTo>
                    <a:pt x="22694" y="228348"/>
                  </a:lnTo>
                  <a:cubicBezTo>
                    <a:pt x="23107" y="227131"/>
                    <a:pt x="23787" y="226038"/>
                    <a:pt x="24695" y="225131"/>
                  </a:cubicBezTo>
                  <a:lnTo>
                    <a:pt x="247413" y="2413"/>
                  </a:lnTo>
                  <a:cubicBezTo>
                    <a:pt x="250630" y="-804"/>
                    <a:pt x="255847" y="-804"/>
                    <a:pt x="259085" y="2413"/>
                  </a:cubicBezTo>
                  <a:lnTo>
                    <a:pt x="303629" y="46956"/>
                  </a:lnTo>
                  <a:cubicBezTo>
                    <a:pt x="305175" y="48503"/>
                    <a:pt x="306041" y="50607"/>
                    <a:pt x="306041" y="52792"/>
                  </a:cubicBezTo>
                  <a:cubicBezTo>
                    <a:pt x="306041" y="54978"/>
                    <a:pt x="305175" y="57082"/>
                    <a:pt x="303629" y="58629"/>
                  </a:cubicBezTo>
                  <a:lnTo>
                    <a:pt x="80910" y="281347"/>
                  </a:lnTo>
                  <a:cubicBezTo>
                    <a:pt x="80003" y="282254"/>
                    <a:pt x="78910" y="282935"/>
                    <a:pt x="77693" y="283347"/>
                  </a:cubicBezTo>
                  <a:lnTo>
                    <a:pt x="10878" y="305619"/>
                  </a:lnTo>
                  <a:cubicBezTo>
                    <a:pt x="10032" y="305908"/>
                    <a:pt x="9145" y="306052"/>
                    <a:pt x="8279" y="306052"/>
                  </a:cubicBezTo>
                  <a:close/>
                  <a:moveTo>
                    <a:pt x="37728" y="235401"/>
                  </a:moveTo>
                  <a:lnTo>
                    <a:pt x="21292" y="284708"/>
                  </a:lnTo>
                  <a:lnTo>
                    <a:pt x="70620" y="268272"/>
                  </a:lnTo>
                  <a:lnTo>
                    <a:pt x="286120" y="52772"/>
                  </a:lnTo>
                  <a:lnTo>
                    <a:pt x="253249" y="19900"/>
                  </a:lnTo>
                  <a:lnTo>
                    <a:pt x="37748" y="235401"/>
                  </a:ln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66" name="Forma Livre: Forma 165">
              <a:extLst>
                <a:ext uri="{FF2B5EF4-FFF2-40B4-BE49-F238E27FC236}">
                  <a16:creationId xmlns:a16="http://schemas.microsoft.com/office/drawing/2014/main" id="{2CAAA6D0-74B4-DD20-5607-B423A2307B49}"/>
                </a:ext>
              </a:extLst>
            </p:cNvPr>
            <p:cNvSpPr/>
            <p:nvPr/>
          </p:nvSpPr>
          <p:spPr>
            <a:xfrm>
              <a:off x="8617791" y="2853055"/>
              <a:ext cx="61041" cy="61041"/>
            </a:xfrm>
            <a:custGeom>
              <a:avLst/>
              <a:gdLst>
                <a:gd name="connsiteX0" fmla="*/ 52793 w 61041"/>
                <a:gd name="connsiteY0" fmla="*/ 61041 h 61041"/>
                <a:gd name="connsiteX1" fmla="*/ 46956 w 61041"/>
                <a:gd name="connsiteY1" fmla="*/ 58629 h 61041"/>
                <a:gd name="connsiteX2" fmla="*/ 2412 w 61041"/>
                <a:gd name="connsiteY2" fmla="*/ 14085 h 61041"/>
                <a:gd name="connsiteX3" fmla="*/ 2412 w 61041"/>
                <a:gd name="connsiteY3" fmla="*/ 2413 h 61041"/>
                <a:gd name="connsiteX4" fmla="*/ 14085 w 61041"/>
                <a:gd name="connsiteY4" fmla="*/ 2413 h 61041"/>
                <a:gd name="connsiteX5" fmla="*/ 58628 w 61041"/>
                <a:gd name="connsiteY5" fmla="*/ 46956 h 61041"/>
                <a:gd name="connsiteX6" fmla="*/ 58628 w 61041"/>
                <a:gd name="connsiteY6" fmla="*/ 58629 h 61041"/>
                <a:gd name="connsiteX7" fmla="*/ 52793 w 61041"/>
                <a:gd name="connsiteY7" fmla="*/ 61041 h 610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1041" h="61041">
                  <a:moveTo>
                    <a:pt x="52793" y="61041"/>
                  </a:moveTo>
                  <a:cubicBezTo>
                    <a:pt x="50689" y="61041"/>
                    <a:pt x="48565" y="60237"/>
                    <a:pt x="46956" y="58629"/>
                  </a:cubicBezTo>
                  <a:lnTo>
                    <a:pt x="2412" y="14085"/>
                  </a:lnTo>
                  <a:cubicBezTo>
                    <a:pt x="-804" y="10868"/>
                    <a:pt x="-804" y="5630"/>
                    <a:pt x="2412" y="2413"/>
                  </a:cubicBezTo>
                  <a:cubicBezTo>
                    <a:pt x="5630" y="-804"/>
                    <a:pt x="10847" y="-804"/>
                    <a:pt x="14085" y="2413"/>
                  </a:cubicBezTo>
                  <a:lnTo>
                    <a:pt x="58628" y="46956"/>
                  </a:lnTo>
                  <a:cubicBezTo>
                    <a:pt x="61845" y="50173"/>
                    <a:pt x="61845" y="55411"/>
                    <a:pt x="58628" y="58629"/>
                  </a:cubicBezTo>
                  <a:cubicBezTo>
                    <a:pt x="57020" y="60237"/>
                    <a:pt x="54916" y="61041"/>
                    <a:pt x="52793" y="61041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67" name="Forma Livre: Forma 166">
              <a:extLst>
                <a:ext uri="{FF2B5EF4-FFF2-40B4-BE49-F238E27FC236}">
                  <a16:creationId xmlns:a16="http://schemas.microsoft.com/office/drawing/2014/main" id="{733BC7F3-3B22-CE8F-61DF-490FA46B75E6}"/>
                </a:ext>
              </a:extLst>
            </p:cNvPr>
            <p:cNvSpPr/>
            <p:nvPr/>
          </p:nvSpPr>
          <p:spPr>
            <a:xfrm>
              <a:off x="8172354" y="2964414"/>
              <a:ext cx="573293" cy="283759"/>
            </a:xfrm>
            <a:custGeom>
              <a:avLst/>
              <a:gdLst>
                <a:gd name="connsiteX0" fmla="*/ 565044 w 573293"/>
                <a:gd name="connsiteY0" fmla="*/ 283760 h 283759"/>
                <a:gd name="connsiteX1" fmla="*/ 8249 w 573293"/>
                <a:gd name="connsiteY1" fmla="*/ 283760 h 283759"/>
                <a:gd name="connsiteX2" fmla="*/ 0 w 573293"/>
                <a:gd name="connsiteY2" fmla="*/ 275511 h 283759"/>
                <a:gd name="connsiteX3" fmla="*/ 0 w 573293"/>
                <a:gd name="connsiteY3" fmla="*/ 8249 h 283759"/>
                <a:gd name="connsiteX4" fmla="*/ 8249 w 573293"/>
                <a:gd name="connsiteY4" fmla="*/ 0 h 283759"/>
                <a:gd name="connsiteX5" fmla="*/ 275511 w 573293"/>
                <a:gd name="connsiteY5" fmla="*/ 0 h 283759"/>
                <a:gd name="connsiteX6" fmla="*/ 283760 w 573293"/>
                <a:gd name="connsiteY6" fmla="*/ 8249 h 283759"/>
                <a:gd name="connsiteX7" fmla="*/ 275511 w 573293"/>
                <a:gd name="connsiteY7" fmla="*/ 16498 h 283759"/>
                <a:gd name="connsiteX8" fmla="*/ 16498 w 573293"/>
                <a:gd name="connsiteY8" fmla="*/ 16498 h 283759"/>
                <a:gd name="connsiteX9" fmla="*/ 16498 w 573293"/>
                <a:gd name="connsiteY9" fmla="*/ 267262 h 283759"/>
                <a:gd name="connsiteX10" fmla="*/ 556796 w 573293"/>
                <a:gd name="connsiteY10" fmla="*/ 267262 h 283759"/>
                <a:gd name="connsiteX11" fmla="*/ 556796 w 573293"/>
                <a:gd name="connsiteY11" fmla="*/ 16498 h 283759"/>
                <a:gd name="connsiteX12" fmla="*/ 498229 w 573293"/>
                <a:gd name="connsiteY12" fmla="*/ 16498 h 283759"/>
                <a:gd name="connsiteX13" fmla="*/ 489980 w 573293"/>
                <a:gd name="connsiteY13" fmla="*/ 8249 h 283759"/>
                <a:gd name="connsiteX14" fmla="*/ 498229 w 573293"/>
                <a:gd name="connsiteY14" fmla="*/ 0 h 283759"/>
                <a:gd name="connsiteX15" fmla="*/ 565044 w 573293"/>
                <a:gd name="connsiteY15" fmla="*/ 0 h 283759"/>
                <a:gd name="connsiteX16" fmla="*/ 573293 w 573293"/>
                <a:gd name="connsiteY16" fmla="*/ 8249 h 283759"/>
                <a:gd name="connsiteX17" fmla="*/ 573293 w 573293"/>
                <a:gd name="connsiteY17" fmla="*/ 275511 h 283759"/>
                <a:gd name="connsiteX18" fmla="*/ 565044 w 573293"/>
                <a:gd name="connsiteY18" fmla="*/ 283760 h 283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73293" h="283759">
                  <a:moveTo>
                    <a:pt x="565044" y="283760"/>
                  </a:moveTo>
                  <a:lnTo>
                    <a:pt x="8249" y="283760"/>
                  </a:lnTo>
                  <a:cubicBezTo>
                    <a:pt x="3691" y="283760"/>
                    <a:pt x="0" y="280068"/>
                    <a:pt x="0" y="275511"/>
                  </a:cubicBezTo>
                  <a:lnTo>
                    <a:pt x="0" y="8249"/>
                  </a:lnTo>
                  <a:cubicBezTo>
                    <a:pt x="0" y="3691"/>
                    <a:pt x="3691" y="0"/>
                    <a:pt x="8249" y="0"/>
                  </a:cubicBezTo>
                  <a:lnTo>
                    <a:pt x="275511" y="0"/>
                  </a:lnTo>
                  <a:cubicBezTo>
                    <a:pt x="280068" y="0"/>
                    <a:pt x="283760" y="3691"/>
                    <a:pt x="283760" y="8249"/>
                  </a:cubicBezTo>
                  <a:cubicBezTo>
                    <a:pt x="283760" y="12806"/>
                    <a:pt x="280068" y="16498"/>
                    <a:pt x="275511" y="16498"/>
                  </a:cubicBezTo>
                  <a:lnTo>
                    <a:pt x="16498" y="16498"/>
                  </a:lnTo>
                  <a:lnTo>
                    <a:pt x="16498" y="267262"/>
                  </a:lnTo>
                  <a:lnTo>
                    <a:pt x="556796" y="267262"/>
                  </a:lnTo>
                  <a:lnTo>
                    <a:pt x="556796" y="16498"/>
                  </a:lnTo>
                  <a:lnTo>
                    <a:pt x="498229" y="16498"/>
                  </a:lnTo>
                  <a:cubicBezTo>
                    <a:pt x="493671" y="16498"/>
                    <a:pt x="489980" y="12806"/>
                    <a:pt x="489980" y="8249"/>
                  </a:cubicBezTo>
                  <a:cubicBezTo>
                    <a:pt x="489980" y="3691"/>
                    <a:pt x="493671" y="0"/>
                    <a:pt x="498229" y="0"/>
                  </a:cubicBezTo>
                  <a:lnTo>
                    <a:pt x="565044" y="0"/>
                  </a:lnTo>
                  <a:cubicBezTo>
                    <a:pt x="569602" y="0"/>
                    <a:pt x="573293" y="3691"/>
                    <a:pt x="573293" y="8249"/>
                  </a:cubicBezTo>
                  <a:lnTo>
                    <a:pt x="573293" y="275511"/>
                  </a:lnTo>
                  <a:cubicBezTo>
                    <a:pt x="573293" y="280068"/>
                    <a:pt x="569602" y="283760"/>
                    <a:pt x="565044" y="283760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grpSp>
          <p:nvGrpSpPr>
            <p:cNvPr id="168" name="Gráfico 10">
              <a:extLst>
                <a:ext uri="{FF2B5EF4-FFF2-40B4-BE49-F238E27FC236}">
                  <a16:creationId xmlns:a16="http://schemas.microsoft.com/office/drawing/2014/main" id="{DB55B8AB-0752-DD8F-E98F-C02BD30382A3}"/>
                </a:ext>
              </a:extLst>
            </p:cNvPr>
            <p:cNvGrpSpPr/>
            <p:nvPr/>
          </p:nvGrpSpPr>
          <p:grpSpPr>
            <a:xfrm>
              <a:off x="8239170" y="3008957"/>
              <a:ext cx="83313" cy="172400"/>
              <a:chOff x="8239170" y="3008957"/>
              <a:chExt cx="83313" cy="172400"/>
            </a:xfrm>
            <a:grpFill/>
          </p:grpSpPr>
          <p:sp>
            <p:nvSpPr>
              <p:cNvPr id="170" name="Forma Livre: Forma 169">
                <a:extLst>
                  <a:ext uri="{FF2B5EF4-FFF2-40B4-BE49-F238E27FC236}">
                    <a16:creationId xmlns:a16="http://schemas.microsoft.com/office/drawing/2014/main" id="{F8901B2D-D642-1A4E-3DBA-6618A24DFDD7}"/>
                  </a:ext>
                </a:extLst>
              </p:cNvPr>
              <p:cNvSpPr/>
              <p:nvPr/>
            </p:nvSpPr>
            <p:spPr>
              <a:xfrm>
                <a:off x="8239170" y="3031229"/>
                <a:ext cx="83313" cy="127856"/>
              </a:xfrm>
              <a:custGeom>
                <a:avLst/>
                <a:gdLst>
                  <a:gd name="connsiteX0" fmla="*/ 41657 w 83313"/>
                  <a:gd name="connsiteY0" fmla="*/ 127857 h 127856"/>
                  <a:gd name="connsiteX1" fmla="*/ 0 w 83313"/>
                  <a:gd name="connsiteY1" fmla="*/ 91768 h 127856"/>
                  <a:gd name="connsiteX2" fmla="*/ 8249 w 83313"/>
                  <a:gd name="connsiteY2" fmla="*/ 83519 h 127856"/>
                  <a:gd name="connsiteX3" fmla="*/ 16498 w 83313"/>
                  <a:gd name="connsiteY3" fmla="*/ 91768 h 127856"/>
                  <a:gd name="connsiteX4" fmla="*/ 41657 w 83313"/>
                  <a:gd name="connsiteY4" fmla="*/ 111359 h 127856"/>
                  <a:gd name="connsiteX5" fmla="*/ 66816 w 83313"/>
                  <a:gd name="connsiteY5" fmla="*/ 91768 h 127856"/>
                  <a:gd name="connsiteX6" fmla="*/ 41657 w 83313"/>
                  <a:gd name="connsiteY6" fmla="*/ 72177 h 127856"/>
                  <a:gd name="connsiteX7" fmla="*/ 0 w 83313"/>
                  <a:gd name="connsiteY7" fmla="*/ 36089 h 127856"/>
                  <a:gd name="connsiteX8" fmla="*/ 41657 w 83313"/>
                  <a:gd name="connsiteY8" fmla="*/ 0 h 127856"/>
                  <a:gd name="connsiteX9" fmla="*/ 83313 w 83313"/>
                  <a:gd name="connsiteY9" fmla="*/ 36089 h 127856"/>
                  <a:gd name="connsiteX10" fmla="*/ 75065 w 83313"/>
                  <a:gd name="connsiteY10" fmla="*/ 44337 h 127856"/>
                  <a:gd name="connsiteX11" fmla="*/ 66816 w 83313"/>
                  <a:gd name="connsiteY11" fmla="*/ 36089 h 127856"/>
                  <a:gd name="connsiteX12" fmla="*/ 41657 w 83313"/>
                  <a:gd name="connsiteY12" fmla="*/ 16498 h 127856"/>
                  <a:gd name="connsiteX13" fmla="*/ 16498 w 83313"/>
                  <a:gd name="connsiteY13" fmla="*/ 36089 h 127856"/>
                  <a:gd name="connsiteX14" fmla="*/ 41657 w 83313"/>
                  <a:gd name="connsiteY14" fmla="*/ 55680 h 127856"/>
                  <a:gd name="connsiteX15" fmla="*/ 83313 w 83313"/>
                  <a:gd name="connsiteY15" fmla="*/ 91768 h 127856"/>
                  <a:gd name="connsiteX16" fmla="*/ 41657 w 83313"/>
                  <a:gd name="connsiteY16" fmla="*/ 127857 h 1278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83313" h="127856">
                    <a:moveTo>
                      <a:pt x="41657" y="127857"/>
                    </a:moveTo>
                    <a:cubicBezTo>
                      <a:pt x="18684" y="127857"/>
                      <a:pt x="0" y="111668"/>
                      <a:pt x="0" y="91768"/>
                    </a:cubicBezTo>
                    <a:cubicBezTo>
                      <a:pt x="0" y="87211"/>
                      <a:pt x="3691" y="83519"/>
                      <a:pt x="8249" y="83519"/>
                    </a:cubicBezTo>
                    <a:cubicBezTo>
                      <a:pt x="12807" y="83519"/>
                      <a:pt x="16498" y="87211"/>
                      <a:pt x="16498" y="91768"/>
                    </a:cubicBezTo>
                    <a:cubicBezTo>
                      <a:pt x="16498" y="102574"/>
                      <a:pt x="27778" y="111359"/>
                      <a:pt x="41657" y="111359"/>
                    </a:cubicBezTo>
                    <a:cubicBezTo>
                      <a:pt x="55536" y="111359"/>
                      <a:pt x="66816" y="102574"/>
                      <a:pt x="66816" y="91768"/>
                    </a:cubicBezTo>
                    <a:cubicBezTo>
                      <a:pt x="66816" y="80962"/>
                      <a:pt x="55536" y="72177"/>
                      <a:pt x="41657" y="72177"/>
                    </a:cubicBezTo>
                    <a:cubicBezTo>
                      <a:pt x="18684" y="72177"/>
                      <a:pt x="0" y="55989"/>
                      <a:pt x="0" y="36089"/>
                    </a:cubicBezTo>
                    <a:cubicBezTo>
                      <a:pt x="0" y="16188"/>
                      <a:pt x="18684" y="0"/>
                      <a:pt x="41657" y="0"/>
                    </a:cubicBezTo>
                    <a:cubicBezTo>
                      <a:pt x="64630" y="0"/>
                      <a:pt x="83313" y="16188"/>
                      <a:pt x="83313" y="36089"/>
                    </a:cubicBezTo>
                    <a:cubicBezTo>
                      <a:pt x="83313" y="40646"/>
                      <a:pt x="79622" y="44337"/>
                      <a:pt x="75065" y="44337"/>
                    </a:cubicBezTo>
                    <a:cubicBezTo>
                      <a:pt x="70507" y="44337"/>
                      <a:pt x="66816" y="40646"/>
                      <a:pt x="66816" y="36089"/>
                    </a:cubicBezTo>
                    <a:cubicBezTo>
                      <a:pt x="66816" y="25283"/>
                      <a:pt x="55536" y="16498"/>
                      <a:pt x="41657" y="16498"/>
                    </a:cubicBezTo>
                    <a:cubicBezTo>
                      <a:pt x="27778" y="16498"/>
                      <a:pt x="16498" y="25283"/>
                      <a:pt x="16498" y="36089"/>
                    </a:cubicBezTo>
                    <a:cubicBezTo>
                      <a:pt x="16498" y="46895"/>
                      <a:pt x="27778" y="55680"/>
                      <a:pt x="41657" y="55680"/>
                    </a:cubicBezTo>
                    <a:cubicBezTo>
                      <a:pt x="64630" y="55680"/>
                      <a:pt x="83313" y="71868"/>
                      <a:pt x="83313" y="91768"/>
                    </a:cubicBezTo>
                    <a:cubicBezTo>
                      <a:pt x="83313" y="111668"/>
                      <a:pt x="64630" y="127857"/>
                      <a:pt x="41657" y="127857"/>
                    </a:cubicBezTo>
                    <a:close/>
                  </a:path>
                </a:pathLst>
              </a:custGeom>
              <a:grpFill/>
              <a:ln w="20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1" name="Forma Livre: Forma 170">
                <a:extLst>
                  <a:ext uri="{FF2B5EF4-FFF2-40B4-BE49-F238E27FC236}">
                    <a16:creationId xmlns:a16="http://schemas.microsoft.com/office/drawing/2014/main" id="{1655F71A-3B58-7580-2E86-1E1DA0182B70}"/>
                  </a:ext>
                </a:extLst>
              </p:cNvPr>
              <p:cNvSpPr/>
              <p:nvPr/>
            </p:nvSpPr>
            <p:spPr>
              <a:xfrm>
                <a:off x="8272578" y="3008957"/>
                <a:ext cx="16497" cy="38769"/>
              </a:xfrm>
              <a:custGeom>
                <a:avLst/>
                <a:gdLst>
                  <a:gd name="connsiteX0" fmla="*/ 8249 w 16497"/>
                  <a:gd name="connsiteY0" fmla="*/ 38769 h 38769"/>
                  <a:gd name="connsiteX1" fmla="*/ 0 w 16497"/>
                  <a:gd name="connsiteY1" fmla="*/ 30521 h 38769"/>
                  <a:gd name="connsiteX2" fmla="*/ 0 w 16497"/>
                  <a:gd name="connsiteY2" fmla="*/ 8249 h 38769"/>
                  <a:gd name="connsiteX3" fmla="*/ 8249 w 16497"/>
                  <a:gd name="connsiteY3" fmla="*/ 0 h 38769"/>
                  <a:gd name="connsiteX4" fmla="*/ 16498 w 16497"/>
                  <a:gd name="connsiteY4" fmla="*/ 8249 h 38769"/>
                  <a:gd name="connsiteX5" fmla="*/ 16498 w 16497"/>
                  <a:gd name="connsiteY5" fmla="*/ 30521 h 38769"/>
                  <a:gd name="connsiteX6" fmla="*/ 8249 w 16497"/>
                  <a:gd name="connsiteY6" fmla="*/ 38769 h 387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497" h="38769">
                    <a:moveTo>
                      <a:pt x="8249" y="38769"/>
                    </a:moveTo>
                    <a:cubicBezTo>
                      <a:pt x="3691" y="38769"/>
                      <a:pt x="0" y="35078"/>
                      <a:pt x="0" y="30521"/>
                    </a:cubicBezTo>
                    <a:lnTo>
                      <a:pt x="0" y="8249"/>
                    </a:lnTo>
                    <a:cubicBezTo>
                      <a:pt x="0" y="3691"/>
                      <a:pt x="3691" y="0"/>
                      <a:pt x="8249" y="0"/>
                    </a:cubicBezTo>
                    <a:cubicBezTo>
                      <a:pt x="12806" y="0"/>
                      <a:pt x="16498" y="3691"/>
                      <a:pt x="16498" y="8249"/>
                    </a:cubicBezTo>
                    <a:lnTo>
                      <a:pt x="16498" y="30521"/>
                    </a:lnTo>
                    <a:cubicBezTo>
                      <a:pt x="16498" y="35078"/>
                      <a:pt x="12806" y="38769"/>
                      <a:pt x="8249" y="38769"/>
                    </a:cubicBezTo>
                    <a:close/>
                  </a:path>
                </a:pathLst>
              </a:custGeom>
              <a:grpFill/>
              <a:ln w="20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2" name="Forma Livre: Forma 171">
                <a:extLst>
                  <a:ext uri="{FF2B5EF4-FFF2-40B4-BE49-F238E27FC236}">
                    <a16:creationId xmlns:a16="http://schemas.microsoft.com/office/drawing/2014/main" id="{D9A48B4B-027A-70A5-F9A2-4F6328E6C7FA}"/>
                  </a:ext>
                </a:extLst>
              </p:cNvPr>
              <p:cNvSpPr/>
              <p:nvPr/>
            </p:nvSpPr>
            <p:spPr>
              <a:xfrm>
                <a:off x="8272578" y="3142588"/>
                <a:ext cx="16497" cy="38769"/>
              </a:xfrm>
              <a:custGeom>
                <a:avLst/>
                <a:gdLst>
                  <a:gd name="connsiteX0" fmla="*/ 8249 w 16497"/>
                  <a:gd name="connsiteY0" fmla="*/ 38769 h 38769"/>
                  <a:gd name="connsiteX1" fmla="*/ 0 w 16497"/>
                  <a:gd name="connsiteY1" fmla="*/ 30521 h 38769"/>
                  <a:gd name="connsiteX2" fmla="*/ 0 w 16497"/>
                  <a:gd name="connsiteY2" fmla="*/ 8249 h 38769"/>
                  <a:gd name="connsiteX3" fmla="*/ 8249 w 16497"/>
                  <a:gd name="connsiteY3" fmla="*/ 0 h 38769"/>
                  <a:gd name="connsiteX4" fmla="*/ 16498 w 16497"/>
                  <a:gd name="connsiteY4" fmla="*/ 8249 h 38769"/>
                  <a:gd name="connsiteX5" fmla="*/ 16498 w 16497"/>
                  <a:gd name="connsiteY5" fmla="*/ 30521 h 38769"/>
                  <a:gd name="connsiteX6" fmla="*/ 8249 w 16497"/>
                  <a:gd name="connsiteY6" fmla="*/ 38769 h 387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497" h="38769">
                    <a:moveTo>
                      <a:pt x="8249" y="38769"/>
                    </a:moveTo>
                    <a:cubicBezTo>
                      <a:pt x="3691" y="38769"/>
                      <a:pt x="0" y="35078"/>
                      <a:pt x="0" y="30521"/>
                    </a:cubicBezTo>
                    <a:lnTo>
                      <a:pt x="0" y="8249"/>
                    </a:lnTo>
                    <a:cubicBezTo>
                      <a:pt x="0" y="3691"/>
                      <a:pt x="3691" y="0"/>
                      <a:pt x="8249" y="0"/>
                    </a:cubicBezTo>
                    <a:cubicBezTo>
                      <a:pt x="12806" y="0"/>
                      <a:pt x="16498" y="3691"/>
                      <a:pt x="16498" y="8249"/>
                    </a:cubicBezTo>
                    <a:lnTo>
                      <a:pt x="16498" y="30521"/>
                    </a:lnTo>
                    <a:cubicBezTo>
                      <a:pt x="16498" y="35078"/>
                      <a:pt x="12806" y="38769"/>
                      <a:pt x="8249" y="38769"/>
                    </a:cubicBezTo>
                    <a:close/>
                  </a:path>
                </a:pathLst>
              </a:custGeom>
              <a:grpFill/>
              <a:ln w="20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sp>
          <p:nvSpPr>
            <p:cNvPr id="169" name="Forma Livre: Forma 168">
              <a:extLst>
                <a:ext uri="{FF2B5EF4-FFF2-40B4-BE49-F238E27FC236}">
                  <a16:creationId xmlns:a16="http://schemas.microsoft.com/office/drawing/2014/main" id="{0D6A82B5-0CE5-818A-E5B8-712C73CB7849}"/>
                </a:ext>
              </a:extLst>
            </p:cNvPr>
            <p:cNvSpPr/>
            <p:nvPr/>
          </p:nvSpPr>
          <p:spPr>
            <a:xfrm>
              <a:off x="8372801" y="3164860"/>
              <a:ext cx="261487" cy="16497"/>
            </a:xfrm>
            <a:custGeom>
              <a:avLst/>
              <a:gdLst>
                <a:gd name="connsiteX0" fmla="*/ 253239 w 261487"/>
                <a:gd name="connsiteY0" fmla="*/ 16498 h 16497"/>
                <a:gd name="connsiteX1" fmla="*/ 8249 w 261487"/>
                <a:gd name="connsiteY1" fmla="*/ 16498 h 16497"/>
                <a:gd name="connsiteX2" fmla="*/ 0 w 261487"/>
                <a:gd name="connsiteY2" fmla="*/ 8249 h 16497"/>
                <a:gd name="connsiteX3" fmla="*/ 8249 w 261487"/>
                <a:gd name="connsiteY3" fmla="*/ 0 h 16497"/>
                <a:gd name="connsiteX4" fmla="*/ 253239 w 261487"/>
                <a:gd name="connsiteY4" fmla="*/ 0 h 16497"/>
                <a:gd name="connsiteX5" fmla="*/ 261488 w 261487"/>
                <a:gd name="connsiteY5" fmla="*/ 8249 h 16497"/>
                <a:gd name="connsiteX6" fmla="*/ 253239 w 261487"/>
                <a:gd name="connsiteY6" fmla="*/ 16498 h 16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1487" h="16497">
                  <a:moveTo>
                    <a:pt x="253239" y="16498"/>
                  </a:moveTo>
                  <a:lnTo>
                    <a:pt x="8249" y="16498"/>
                  </a:lnTo>
                  <a:cubicBezTo>
                    <a:pt x="3691" y="16498"/>
                    <a:pt x="0" y="12806"/>
                    <a:pt x="0" y="8249"/>
                  </a:cubicBezTo>
                  <a:cubicBezTo>
                    <a:pt x="0" y="3691"/>
                    <a:pt x="3691" y="0"/>
                    <a:pt x="8249" y="0"/>
                  </a:cubicBezTo>
                  <a:lnTo>
                    <a:pt x="253239" y="0"/>
                  </a:lnTo>
                  <a:cubicBezTo>
                    <a:pt x="257796" y="0"/>
                    <a:pt x="261488" y="3691"/>
                    <a:pt x="261488" y="8249"/>
                  </a:cubicBezTo>
                  <a:cubicBezTo>
                    <a:pt x="261488" y="12806"/>
                    <a:pt x="257796" y="16498"/>
                    <a:pt x="253239" y="16498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173" name="Gráfico 10">
            <a:extLst>
              <a:ext uri="{FF2B5EF4-FFF2-40B4-BE49-F238E27FC236}">
                <a16:creationId xmlns:a16="http://schemas.microsoft.com/office/drawing/2014/main" id="{AB909E43-CC32-5F70-8F7F-F4F76776F797}"/>
              </a:ext>
            </a:extLst>
          </p:cNvPr>
          <p:cNvGrpSpPr/>
          <p:nvPr/>
        </p:nvGrpSpPr>
        <p:grpSpPr>
          <a:xfrm>
            <a:off x="4786318" y="4362301"/>
            <a:ext cx="573293" cy="408316"/>
            <a:chOff x="5202778" y="3855287"/>
            <a:chExt cx="573293" cy="408316"/>
          </a:xfrm>
          <a:solidFill>
            <a:schemeClr val="tx1"/>
          </a:solidFill>
        </p:grpSpPr>
        <p:sp>
          <p:nvSpPr>
            <p:cNvPr id="174" name="Forma Livre: Forma 173">
              <a:extLst>
                <a:ext uri="{FF2B5EF4-FFF2-40B4-BE49-F238E27FC236}">
                  <a16:creationId xmlns:a16="http://schemas.microsoft.com/office/drawing/2014/main" id="{4753C5D6-FF1A-46EB-933D-7258EE8FEDFA}"/>
                </a:ext>
              </a:extLst>
            </p:cNvPr>
            <p:cNvSpPr/>
            <p:nvPr/>
          </p:nvSpPr>
          <p:spPr>
            <a:xfrm>
              <a:off x="5202778" y="3855287"/>
              <a:ext cx="422923" cy="202096"/>
            </a:xfrm>
            <a:custGeom>
              <a:avLst/>
              <a:gdLst>
                <a:gd name="connsiteX0" fmla="*/ 414689 w 422923"/>
                <a:gd name="connsiteY0" fmla="*/ 202096 h 202096"/>
                <a:gd name="connsiteX1" fmla="*/ 406811 w 422923"/>
                <a:gd name="connsiteY1" fmla="*/ 196301 h 202096"/>
                <a:gd name="connsiteX2" fmla="*/ 382684 w 422923"/>
                <a:gd name="connsiteY2" fmla="*/ 119092 h 202096"/>
                <a:gd name="connsiteX3" fmla="*/ 376889 w 422923"/>
                <a:gd name="connsiteY3" fmla="*/ 109647 h 202096"/>
                <a:gd name="connsiteX4" fmla="*/ 288193 w 422923"/>
                <a:gd name="connsiteY4" fmla="*/ 22952 h 202096"/>
                <a:gd name="connsiteX5" fmla="*/ 272335 w 422923"/>
                <a:gd name="connsiteY5" fmla="*/ 16498 h 202096"/>
                <a:gd name="connsiteX6" fmla="*/ 8249 w 422923"/>
                <a:gd name="connsiteY6" fmla="*/ 16498 h 202096"/>
                <a:gd name="connsiteX7" fmla="*/ 0 w 422923"/>
                <a:gd name="connsiteY7" fmla="*/ 8249 h 202096"/>
                <a:gd name="connsiteX8" fmla="*/ 8249 w 422923"/>
                <a:gd name="connsiteY8" fmla="*/ 0 h 202096"/>
                <a:gd name="connsiteX9" fmla="*/ 272335 w 422923"/>
                <a:gd name="connsiteY9" fmla="*/ 0 h 202096"/>
                <a:gd name="connsiteX10" fmla="*/ 299721 w 422923"/>
                <a:gd name="connsiteY10" fmla="*/ 11156 h 202096"/>
                <a:gd name="connsiteX11" fmla="*/ 388417 w 422923"/>
                <a:gd name="connsiteY11" fmla="*/ 97852 h 202096"/>
                <a:gd name="connsiteX12" fmla="*/ 398418 w 422923"/>
                <a:gd name="connsiteY12" fmla="*/ 114184 h 202096"/>
                <a:gd name="connsiteX13" fmla="*/ 422546 w 422923"/>
                <a:gd name="connsiteY13" fmla="*/ 191393 h 202096"/>
                <a:gd name="connsiteX14" fmla="*/ 417143 w 422923"/>
                <a:gd name="connsiteY14" fmla="*/ 201725 h 202096"/>
                <a:gd name="connsiteX15" fmla="*/ 414689 w 422923"/>
                <a:gd name="connsiteY15" fmla="*/ 202096 h 202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22923" h="202096">
                  <a:moveTo>
                    <a:pt x="414689" y="202096"/>
                  </a:moveTo>
                  <a:cubicBezTo>
                    <a:pt x="411183" y="202096"/>
                    <a:pt x="407925" y="199828"/>
                    <a:pt x="406811" y="196301"/>
                  </a:cubicBezTo>
                  <a:lnTo>
                    <a:pt x="382684" y="119092"/>
                  </a:lnTo>
                  <a:cubicBezTo>
                    <a:pt x="381570" y="115525"/>
                    <a:pt x="379570" y="112246"/>
                    <a:pt x="376889" y="109647"/>
                  </a:cubicBezTo>
                  <a:lnTo>
                    <a:pt x="288193" y="22952"/>
                  </a:lnTo>
                  <a:cubicBezTo>
                    <a:pt x="283924" y="18787"/>
                    <a:pt x="278295" y="16498"/>
                    <a:pt x="272335" y="16498"/>
                  </a:cubicBezTo>
                  <a:lnTo>
                    <a:pt x="8249" y="16498"/>
                  </a:lnTo>
                  <a:cubicBezTo>
                    <a:pt x="3691" y="16498"/>
                    <a:pt x="0" y="12806"/>
                    <a:pt x="0" y="8249"/>
                  </a:cubicBezTo>
                  <a:cubicBezTo>
                    <a:pt x="0" y="3691"/>
                    <a:pt x="3691" y="0"/>
                    <a:pt x="8249" y="0"/>
                  </a:cubicBezTo>
                  <a:lnTo>
                    <a:pt x="272335" y="0"/>
                  </a:lnTo>
                  <a:cubicBezTo>
                    <a:pt x="282625" y="0"/>
                    <a:pt x="292359" y="3959"/>
                    <a:pt x="299721" y="11156"/>
                  </a:cubicBezTo>
                  <a:lnTo>
                    <a:pt x="388417" y="97852"/>
                  </a:lnTo>
                  <a:cubicBezTo>
                    <a:pt x="393036" y="102368"/>
                    <a:pt x="396500" y="108018"/>
                    <a:pt x="398418" y="114184"/>
                  </a:cubicBezTo>
                  <a:lnTo>
                    <a:pt x="422546" y="191393"/>
                  </a:lnTo>
                  <a:cubicBezTo>
                    <a:pt x="423907" y="195745"/>
                    <a:pt x="421473" y="200364"/>
                    <a:pt x="417143" y="201725"/>
                  </a:cubicBezTo>
                  <a:cubicBezTo>
                    <a:pt x="416318" y="201972"/>
                    <a:pt x="415493" y="202096"/>
                    <a:pt x="414689" y="202096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75" name="Forma Livre: Forma 174">
              <a:extLst>
                <a:ext uri="{FF2B5EF4-FFF2-40B4-BE49-F238E27FC236}">
                  <a16:creationId xmlns:a16="http://schemas.microsoft.com/office/drawing/2014/main" id="{53E156F9-3775-4B61-39CC-49DB8E3FF662}"/>
                </a:ext>
              </a:extLst>
            </p:cNvPr>
            <p:cNvSpPr/>
            <p:nvPr/>
          </p:nvSpPr>
          <p:spPr>
            <a:xfrm>
              <a:off x="5202798" y="3958441"/>
              <a:ext cx="366988" cy="181450"/>
            </a:xfrm>
            <a:custGeom>
              <a:avLst/>
              <a:gdLst>
                <a:gd name="connsiteX0" fmla="*/ 340326 w 366988"/>
                <a:gd name="connsiteY0" fmla="*/ 181430 h 181450"/>
                <a:gd name="connsiteX1" fmla="*/ 332737 w 366988"/>
                <a:gd name="connsiteY1" fmla="*/ 180234 h 181450"/>
                <a:gd name="connsiteX2" fmla="*/ 332737 w 366988"/>
                <a:gd name="connsiteY2" fmla="*/ 180193 h 181450"/>
                <a:gd name="connsiteX3" fmla="*/ 278274 w 366988"/>
                <a:gd name="connsiteY3" fmla="*/ 162478 h 181450"/>
                <a:gd name="connsiteX4" fmla="*/ 278274 w 366988"/>
                <a:gd name="connsiteY4" fmla="*/ 162540 h 181450"/>
                <a:gd name="connsiteX5" fmla="*/ 257920 w 366988"/>
                <a:gd name="connsiteY5" fmla="*/ 151280 h 181450"/>
                <a:gd name="connsiteX6" fmla="*/ 247073 w 366988"/>
                <a:gd name="connsiteY6" fmla="*/ 143217 h 181450"/>
                <a:gd name="connsiteX7" fmla="*/ 241278 w 366988"/>
                <a:gd name="connsiteY7" fmla="*/ 138763 h 181450"/>
                <a:gd name="connsiteX8" fmla="*/ 157944 w 366988"/>
                <a:gd name="connsiteY8" fmla="*/ 110304 h 181450"/>
                <a:gd name="connsiteX9" fmla="*/ 104822 w 366988"/>
                <a:gd name="connsiteY9" fmla="*/ 91291 h 181450"/>
                <a:gd name="connsiteX10" fmla="*/ 104492 w 366988"/>
                <a:gd name="connsiteY10" fmla="*/ 91002 h 181450"/>
                <a:gd name="connsiteX11" fmla="*/ 46255 w 366988"/>
                <a:gd name="connsiteY11" fmla="*/ 37117 h 181450"/>
                <a:gd name="connsiteX12" fmla="*/ 8249 w 366988"/>
                <a:gd name="connsiteY12" fmla="*/ 37117 h 181450"/>
                <a:gd name="connsiteX13" fmla="*/ 0 w 366988"/>
                <a:gd name="connsiteY13" fmla="*/ 28868 h 181450"/>
                <a:gd name="connsiteX14" fmla="*/ 8249 w 366988"/>
                <a:gd name="connsiteY14" fmla="*/ 20619 h 181450"/>
                <a:gd name="connsiteX15" fmla="*/ 49493 w 366988"/>
                <a:gd name="connsiteY15" fmla="*/ 20619 h 181450"/>
                <a:gd name="connsiteX16" fmla="*/ 55102 w 366988"/>
                <a:gd name="connsiteY16" fmla="*/ 22805 h 181450"/>
                <a:gd name="connsiteX17" fmla="*/ 115545 w 366988"/>
                <a:gd name="connsiteY17" fmla="*/ 78732 h 181450"/>
                <a:gd name="connsiteX18" fmla="*/ 157965 w 366988"/>
                <a:gd name="connsiteY18" fmla="*/ 93807 h 181450"/>
                <a:gd name="connsiteX19" fmla="*/ 251321 w 366988"/>
                <a:gd name="connsiteY19" fmla="*/ 125668 h 181450"/>
                <a:gd name="connsiteX20" fmla="*/ 257219 w 366988"/>
                <a:gd name="connsiteY20" fmla="*/ 130205 h 181450"/>
                <a:gd name="connsiteX21" fmla="*/ 267324 w 366988"/>
                <a:gd name="connsiteY21" fmla="*/ 137732 h 181450"/>
                <a:gd name="connsiteX22" fmla="*/ 284296 w 366988"/>
                <a:gd name="connsiteY22" fmla="*/ 147197 h 181450"/>
                <a:gd name="connsiteX23" fmla="*/ 284584 w 366988"/>
                <a:gd name="connsiteY23" fmla="*/ 147321 h 181450"/>
                <a:gd name="connsiteX24" fmla="*/ 337336 w 366988"/>
                <a:gd name="connsiteY24" fmla="*/ 164417 h 181450"/>
                <a:gd name="connsiteX25" fmla="*/ 337831 w 366988"/>
                <a:gd name="connsiteY25" fmla="*/ 164561 h 181450"/>
                <a:gd name="connsiteX26" fmla="*/ 346822 w 366988"/>
                <a:gd name="connsiteY26" fmla="*/ 161200 h 181450"/>
                <a:gd name="connsiteX27" fmla="*/ 347049 w 366988"/>
                <a:gd name="connsiteY27" fmla="*/ 160787 h 181450"/>
                <a:gd name="connsiteX28" fmla="*/ 348575 w 366988"/>
                <a:gd name="connsiteY28" fmla="*/ 136020 h 181450"/>
                <a:gd name="connsiteX29" fmla="*/ 330860 w 366988"/>
                <a:gd name="connsiteY29" fmla="*/ 117935 h 181450"/>
                <a:gd name="connsiteX30" fmla="*/ 314404 w 366988"/>
                <a:gd name="connsiteY30" fmla="*/ 111088 h 181450"/>
                <a:gd name="connsiteX31" fmla="*/ 294710 w 366988"/>
                <a:gd name="connsiteY31" fmla="*/ 102860 h 181450"/>
                <a:gd name="connsiteX32" fmla="*/ 286523 w 366988"/>
                <a:gd name="connsiteY32" fmla="*/ 99437 h 181450"/>
                <a:gd name="connsiteX33" fmla="*/ 281965 w 366988"/>
                <a:gd name="connsiteY33" fmla="*/ 97539 h 181450"/>
                <a:gd name="connsiteX34" fmla="*/ 277532 w 366988"/>
                <a:gd name="connsiteY34" fmla="*/ 93992 h 181450"/>
                <a:gd name="connsiteX35" fmla="*/ 228039 w 366988"/>
                <a:gd name="connsiteY35" fmla="*/ 12535 h 181450"/>
                <a:gd name="connsiteX36" fmla="*/ 228451 w 366988"/>
                <a:gd name="connsiteY36" fmla="*/ 3358 h 181450"/>
                <a:gd name="connsiteX37" fmla="*/ 237092 w 366988"/>
                <a:gd name="connsiteY37" fmla="*/ 244 h 181450"/>
                <a:gd name="connsiteX38" fmla="*/ 319580 w 366988"/>
                <a:gd name="connsiteY38" fmla="*/ 20867 h 181450"/>
                <a:gd name="connsiteX39" fmla="*/ 324921 w 366988"/>
                <a:gd name="connsiteY39" fmla="*/ 25094 h 181450"/>
                <a:gd name="connsiteX40" fmla="*/ 356720 w 366988"/>
                <a:gd name="connsiteY40" fmla="*/ 86960 h 181450"/>
                <a:gd name="connsiteX41" fmla="*/ 353153 w 366988"/>
                <a:gd name="connsiteY41" fmla="*/ 98076 h 181450"/>
                <a:gd name="connsiteX42" fmla="*/ 342038 w 366988"/>
                <a:gd name="connsiteY42" fmla="*/ 94508 h 181450"/>
                <a:gd name="connsiteX43" fmla="*/ 311950 w 366988"/>
                <a:gd name="connsiteY43" fmla="*/ 35962 h 181450"/>
                <a:gd name="connsiteX44" fmla="*/ 252558 w 366988"/>
                <a:gd name="connsiteY44" fmla="*/ 21114 h 181450"/>
                <a:gd name="connsiteX45" fmla="*/ 290194 w 366988"/>
                <a:gd name="connsiteY45" fmla="*/ 83063 h 181450"/>
                <a:gd name="connsiteX46" fmla="*/ 292936 w 366988"/>
                <a:gd name="connsiteY46" fmla="*/ 84217 h 181450"/>
                <a:gd name="connsiteX47" fmla="*/ 301103 w 366988"/>
                <a:gd name="connsiteY47" fmla="*/ 87620 h 181450"/>
                <a:gd name="connsiteX48" fmla="*/ 320714 w 366988"/>
                <a:gd name="connsiteY48" fmla="*/ 95828 h 181450"/>
                <a:gd name="connsiteX49" fmla="*/ 337253 w 366988"/>
                <a:gd name="connsiteY49" fmla="*/ 102715 h 181450"/>
                <a:gd name="connsiteX50" fmla="*/ 364021 w 366988"/>
                <a:gd name="connsiteY50" fmla="*/ 130267 h 181450"/>
                <a:gd name="connsiteX51" fmla="*/ 361546 w 366988"/>
                <a:gd name="connsiteY51" fmla="*/ 168582 h 181450"/>
                <a:gd name="connsiteX52" fmla="*/ 340305 w 366988"/>
                <a:gd name="connsiteY52" fmla="*/ 181450 h 181450"/>
                <a:gd name="connsiteX53" fmla="*/ 284646 w 366988"/>
                <a:gd name="connsiteY53" fmla="*/ 147342 h 181450"/>
                <a:gd name="connsiteX54" fmla="*/ 285450 w 366988"/>
                <a:gd name="connsiteY54" fmla="*/ 147754 h 181450"/>
                <a:gd name="connsiteX55" fmla="*/ 284646 w 366988"/>
                <a:gd name="connsiteY55" fmla="*/ 147342 h 18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366988" h="181450">
                  <a:moveTo>
                    <a:pt x="340326" y="181430"/>
                  </a:moveTo>
                  <a:cubicBezTo>
                    <a:pt x="337810" y="181430"/>
                    <a:pt x="335253" y="181038"/>
                    <a:pt x="332737" y="180234"/>
                  </a:cubicBezTo>
                  <a:lnTo>
                    <a:pt x="332737" y="180193"/>
                  </a:lnTo>
                  <a:cubicBezTo>
                    <a:pt x="326096" y="178130"/>
                    <a:pt x="285987" y="165427"/>
                    <a:pt x="278274" y="162478"/>
                  </a:cubicBezTo>
                  <a:lnTo>
                    <a:pt x="278274" y="162540"/>
                  </a:lnTo>
                  <a:cubicBezTo>
                    <a:pt x="271407" y="159839"/>
                    <a:pt x="264952" y="156271"/>
                    <a:pt x="257920" y="151280"/>
                  </a:cubicBezTo>
                  <a:cubicBezTo>
                    <a:pt x="254249" y="148806"/>
                    <a:pt x="250599" y="145960"/>
                    <a:pt x="247073" y="143217"/>
                  </a:cubicBezTo>
                  <a:cubicBezTo>
                    <a:pt x="245176" y="141753"/>
                    <a:pt x="243258" y="140248"/>
                    <a:pt x="241278" y="138763"/>
                  </a:cubicBezTo>
                  <a:cubicBezTo>
                    <a:pt x="217851" y="120368"/>
                    <a:pt x="188321" y="110304"/>
                    <a:pt x="157944" y="110304"/>
                  </a:cubicBezTo>
                  <a:cubicBezTo>
                    <a:pt x="138457" y="110304"/>
                    <a:pt x="119587" y="103540"/>
                    <a:pt x="104822" y="91291"/>
                  </a:cubicBezTo>
                  <a:cubicBezTo>
                    <a:pt x="104719" y="91188"/>
                    <a:pt x="104595" y="91105"/>
                    <a:pt x="104492" y="91002"/>
                  </a:cubicBezTo>
                  <a:lnTo>
                    <a:pt x="46255" y="37117"/>
                  </a:lnTo>
                  <a:lnTo>
                    <a:pt x="8249" y="37117"/>
                  </a:lnTo>
                  <a:cubicBezTo>
                    <a:pt x="3691" y="37117"/>
                    <a:pt x="0" y="33425"/>
                    <a:pt x="0" y="28868"/>
                  </a:cubicBezTo>
                  <a:cubicBezTo>
                    <a:pt x="0" y="24310"/>
                    <a:pt x="3691" y="20619"/>
                    <a:pt x="8249" y="20619"/>
                  </a:cubicBezTo>
                  <a:lnTo>
                    <a:pt x="49493" y="20619"/>
                  </a:lnTo>
                  <a:cubicBezTo>
                    <a:pt x="51576" y="20619"/>
                    <a:pt x="53576" y="21403"/>
                    <a:pt x="55102" y="22805"/>
                  </a:cubicBezTo>
                  <a:lnTo>
                    <a:pt x="115545" y="78732"/>
                  </a:lnTo>
                  <a:cubicBezTo>
                    <a:pt x="127341" y="88466"/>
                    <a:pt x="142395" y="93807"/>
                    <a:pt x="157965" y="93807"/>
                  </a:cubicBezTo>
                  <a:cubicBezTo>
                    <a:pt x="191991" y="93807"/>
                    <a:pt x="225152" y="105128"/>
                    <a:pt x="251321" y="125668"/>
                  </a:cubicBezTo>
                  <a:cubicBezTo>
                    <a:pt x="253259" y="127111"/>
                    <a:pt x="255260" y="128679"/>
                    <a:pt x="257219" y="130205"/>
                  </a:cubicBezTo>
                  <a:cubicBezTo>
                    <a:pt x="260684" y="132906"/>
                    <a:pt x="263962" y="135463"/>
                    <a:pt x="267324" y="137732"/>
                  </a:cubicBezTo>
                  <a:cubicBezTo>
                    <a:pt x="273387" y="142042"/>
                    <a:pt x="278748" y="145011"/>
                    <a:pt x="284296" y="147197"/>
                  </a:cubicBezTo>
                  <a:cubicBezTo>
                    <a:pt x="284399" y="147238"/>
                    <a:pt x="284481" y="147280"/>
                    <a:pt x="284584" y="147321"/>
                  </a:cubicBezTo>
                  <a:cubicBezTo>
                    <a:pt x="288626" y="148826"/>
                    <a:pt x="333644" y="163344"/>
                    <a:pt x="337336" y="164417"/>
                  </a:cubicBezTo>
                  <a:cubicBezTo>
                    <a:pt x="337500" y="164458"/>
                    <a:pt x="337666" y="164499"/>
                    <a:pt x="337831" y="164561"/>
                  </a:cubicBezTo>
                  <a:cubicBezTo>
                    <a:pt x="341522" y="165757"/>
                    <a:pt x="345316" y="164334"/>
                    <a:pt x="346822" y="161200"/>
                  </a:cubicBezTo>
                  <a:cubicBezTo>
                    <a:pt x="346884" y="161055"/>
                    <a:pt x="346966" y="160911"/>
                    <a:pt x="347049" y="160787"/>
                  </a:cubicBezTo>
                  <a:cubicBezTo>
                    <a:pt x="351091" y="153528"/>
                    <a:pt x="351647" y="144496"/>
                    <a:pt x="348575" y="136020"/>
                  </a:cubicBezTo>
                  <a:cubicBezTo>
                    <a:pt x="345523" y="128019"/>
                    <a:pt x="339047" y="121378"/>
                    <a:pt x="330860" y="117935"/>
                  </a:cubicBezTo>
                  <a:cubicBezTo>
                    <a:pt x="325663" y="115749"/>
                    <a:pt x="319992" y="113398"/>
                    <a:pt x="314404" y="111088"/>
                  </a:cubicBezTo>
                  <a:cubicBezTo>
                    <a:pt x="307331" y="108160"/>
                    <a:pt x="300381" y="105273"/>
                    <a:pt x="294710" y="102860"/>
                  </a:cubicBezTo>
                  <a:cubicBezTo>
                    <a:pt x="291596" y="101581"/>
                    <a:pt x="288771" y="100385"/>
                    <a:pt x="286523" y="99437"/>
                  </a:cubicBezTo>
                  <a:cubicBezTo>
                    <a:pt x="284543" y="98591"/>
                    <a:pt x="282481" y="97725"/>
                    <a:pt x="281965" y="97539"/>
                  </a:cubicBezTo>
                  <a:cubicBezTo>
                    <a:pt x="280172" y="96900"/>
                    <a:pt x="278522" y="95621"/>
                    <a:pt x="277532" y="93992"/>
                  </a:cubicBezTo>
                  <a:lnTo>
                    <a:pt x="228039" y="12535"/>
                  </a:lnTo>
                  <a:cubicBezTo>
                    <a:pt x="226306" y="9669"/>
                    <a:pt x="226471" y="6060"/>
                    <a:pt x="228451" y="3358"/>
                  </a:cubicBezTo>
                  <a:cubicBezTo>
                    <a:pt x="230431" y="657"/>
                    <a:pt x="233834" y="-560"/>
                    <a:pt x="237092" y="244"/>
                  </a:cubicBezTo>
                  <a:lnTo>
                    <a:pt x="319580" y="20867"/>
                  </a:lnTo>
                  <a:cubicBezTo>
                    <a:pt x="321890" y="21444"/>
                    <a:pt x="323828" y="22991"/>
                    <a:pt x="324921" y="25094"/>
                  </a:cubicBezTo>
                  <a:lnTo>
                    <a:pt x="356720" y="86960"/>
                  </a:lnTo>
                  <a:cubicBezTo>
                    <a:pt x="358803" y="91002"/>
                    <a:pt x="357215" y="95993"/>
                    <a:pt x="353153" y="98076"/>
                  </a:cubicBezTo>
                  <a:cubicBezTo>
                    <a:pt x="349111" y="100158"/>
                    <a:pt x="344120" y="98570"/>
                    <a:pt x="342038" y="94508"/>
                  </a:cubicBezTo>
                  <a:lnTo>
                    <a:pt x="311950" y="35962"/>
                  </a:lnTo>
                  <a:lnTo>
                    <a:pt x="252558" y="21114"/>
                  </a:lnTo>
                  <a:lnTo>
                    <a:pt x="290194" y="83063"/>
                  </a:lnTo>
                  <a:cubicBezTo>
                    <a:pt x="290936" y="83372"/>
                    <a:pt x="291843" y="83743"/>
                    <a:pt x="292936" y="84217"/>
                  </a:cubicBezTo>
                  <a:cubicBezTo>
                    <a:pt x="295143" y="85145"/>
                    <a:pt x="297927" y="86321"/>
                    <a:pt x="301103" y="87620"/>
                  </a:cubicBezTo>
                  <a:cubicBezTo>
                    <a:pt x="306815" y="90074"/>
                    <a:pt x="313703" y="92920"/>
                    <a:pt x="320714" y="95828"/>
                  </a:cubicBezTo>
                  <a:cubicBezTo>
                    <a:pt x="326344" y="98158"/>
                    <a:pt x="332036" y="100509"/>
                    <a:pt x="337253" y="102715"/>
                  </a:cubicBezTo>
                  <a:cubicBezTo>
                    <a:pt x="349565" y="107892"/>
                    <a:pt x="359339" y="117935"/>
                    <a:pt x="364021" y="130267"/>
                  </a:cubicBezTo>
                  <a:cubicBezTo>
                    <a:pt x="368723" y="143279"/>
                    <a:pt x="367795" y="157199"/>
                    <a:pt x="361546" y="168582"/>
                  </a:cubicBezTo>
                  <a:cubicBezTo>
                    <a:pt x="357545" y="176625"/>
                    <a:pt x="349173" y="181450"/>
                    <a:pt x="340305" y="181450"/>
                  </a:cubicBezTo>
                  <a:close/>
                  <a:moveTo>
                    <a:pt x="284646" y="147342"/>
                  </a:moveTo>
                  <a:cubicBezTo>
                    <a:pt x="284914" y="147465"/>
                    <a:pt x="285183" y="147610"/>
                    <a:pt x="285450" y="147754"/>
                  </a:cubicBezTo>
                  <a:cubicBezTo>
                    <a:pt x="285327" y="147672"/>
                    <a:pt x="285059" y="147527"/>
                    <a:pt x="284646" y="147342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grpSp>
          <p:nvGrpSpPr>
            <p:cNvPr id="176" name="Gráfico 10">
              <a:extLst>
                <a:ext uri="{FF2B5EF4-FFF2-40B4-BE49-F238E27FC236}">
                  <a16:creationId xmlns:a16="http://schemas.microsoft.com/office/drawing/2014/main" id="{408D0771-2158-47B8-4B6E-FC5638B2A7BE}"/>
                </a:ext>
              </a:extLst>
            </p:cNvPr>
            <p:cNvGrpSpPr/>
            <p:nvPr/>
          </p:nvGrpSpPr>
          <p:grpSpPr>
            <a:xfrm>
              <a:off x="5326510" y="4040885"/>
              <a:ext cx="449560" cy="222718"/>
              <a:chOff x="5326510" y="4040885"/>
              <a:chExt cx="449560" cy="222718"/>
            </a:xfrm>
            <a:grpFill/>
          </p:grpSpPr>
          <p:sp>
            <p:nvSpPr>
              <p:cNvPr id="177" name="Forma Livre: Forma 176">
                <a:extLst>
                  <a:ext uri="{FF2B5EF4-FFF2-40B4-BE49-F238E27FC236}">
                    <a16:creationId xmlns:a16="http://schemas.microsoft.com/office/drawing/2014/main" id="{E83D1788-5D70-52E3-CAAE-14E1BA331AF4}"/>
                  </a:ext>
                </a:extLst>
              </p:cNvPr>
              <p:cNvSpPr/>
              <p:nvPr/>
            </p:nvSpPr>
            <p:spPr>
              <a:xfrm>
                <a:off x="5326510" y="4040885"/>
                <a:ext cx="449560" cy="222718"/>
              </a:xfrm>
              <a:custGeom>
                <a:avLst/>
                <a:gdLst>
                  <a:gd name="connsiteX0" fmla="*/ 441312 w 449560"/>
                  <a:gd name="connsiteY0" fmla="*/ 222718 h 222718"/>
                  <a:gd name="connsiteX1" fmla="*/ 8249 w 449560"/>
                  <a:gd name="connsiteY1" fmla="*/ 222718 h 222718"/>
                  <a:gd name="connsiteX2" fmla="*/ 0 w 449560"/>
                  <a:gd name="connsiteY2" fmla="*/ 214469 h 222718"/>
                  <a:gd name="connsiteX3" fmla="*/ 0 w 449560"/>
                  <a:gd name="connsiteY3" fmla="*/ 49493 h 222718"/>
                  <a:gd name="connsiteX4" fmla="*/ 8249 w 449560"/>
                  <a:gd name="connsiteY4" fmla="*/ 41244 h 222718"/>
                  <a:gd name="connsiteX5" fmla="*/ 16498 w 449560"/>
                  <a:gd name="connsiteY5" fmla="*/ 49493 h 222718"/>
                  <a:gd name="connsiteX6" fmla="*/ 16498 w 449560"/>
                  <a:gd name="connsiteY6" fmla="*/ 206221 h 222718"/>
                  <a:gd name="connsiteX7" fmla="*/ 433063 w 449560"/>
                  <a:gd name="connsiteY7" fmla="*/ 206221 h 222718"/>
                  <a:gd name="connsiteX8" fmla="*/ 433063 w 449560"/>
                  <a:gd name="connsiteY8" fmla="*/ 16498 h 222718"/>
                  <a:gd name="connsiteX9" fmla="*/ 163512 w 449560"/>
                  <a:gd name="connsiteY9" fmla="*/ 16498 h 222718"/>
                  <a:gd name="connsiteX10" fmla="*/ 155264 w 449560"/>
                  <a:gd name="connsiteY10" fmla="*/ 8249 h 222718"/>
                  <a:gd name="connsiteX11" fmla="*/ 163512 w 449560"/>
                  <a:gd name="connsiteY11" fmla="*/ 0 h 222718"/>
                  <a:gd name="connsiteX12" fmla="*/ 441312 w 449560"/>
                  <a:gd name="connsiteY12" fmla="*/ 0 h 222718"/>
                  <a:gd name="connsiteX13" fmla="*/ 449561 w 449560"/>
                  <a:gd name="connsiteY13" fmla="*/ 8249 h 222718"/>
                  <a:gd name="connsiteX14" fmla="*/ 449561 w 449560"/>
                  <a:gd name="connsiteY14" fmla="*/ 214469 h 222718"/>
                  <a:gd name="connsiteX15" fmla="*/ 441312 w 449560"/>
                  <a:gd name="connsiteY15" fmla="*/ 222718 h 2227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49560" h="222718">
                    <a:moveTo>
                      <a:pt x="441312" y="222718"/>
                    </a:moveTo>
                    <a:lnTo>
                      <a:pt x="8249" y="222718"/>
                    </a:lnTo>
                    <a:cubicBezTo>
                      <a:pt x="3691" y="222718"/>
                      <a:pt x="0" y="219027"/>
                      <a:pt x="0" y="214469"/>
                    </a:cubicBezTo>
                    <a:lnTo>
                      <a:pt x="0" y="49493"/>
                    </a:lnTo>
                    <a:cubicBezTo>
                      <a:pt x="0" y="44935"/>
                      <a:pt x="3691" y="41244"/>
                      <a:pt x="8249" y="41244"/>
                    </a:cubicBezTo>
                    <a:cubicBezTo>
                      <a:pt x="12806" y="41244"/>
                      <a:pt x="16498" y="44935"/>
                      <a:pt x="16498" y="49493"/>
                    </a:cubicBezTo>
                    <a:lnTo>
                      <a:pt x="16498" y="206221"/>
                    </a:lnTo>
                    <a:lnTo>
                      <a:pt x="433063" y="206221"/>
                    </a:lnTo>
                    <a:lnTo>
                      <a:pt x="433063" y="16498"/>
                    </a:lnTo>
                    <a:lnTo>
                      <a:pt x="163512" y="16498"/>
                    </a:lnTo>
                    <a:cubicBezTo>
                      <a:pt x="158955" y="16498"/>
                      <a:pt x="155264" y="12806"/>
                      <a:pt x="155264" y="8249"/>
                    </a:cubicBezTo>
                    <a:cubicBezTo>
                      <a:pt x="155264" y="3691"/>
                      <a:pt x="158955" y="0"/>
                      <a:pt x="163512" y="0"/>
                    </a:cubicBezTo>
                    <a:lnTo>
                      <a:pt x="441312" y="0"/>
                    </a:lnTo>
                    <a:cubicBezTo>
                      <a:pt x="445869" y="0"/>
                      <a:pt x="449561" y="3691"/>
                      <a:pt x="449561" y="8249"/>
                    </a:cubicBezTo>
                    <a:lnTo>
                      <a:pt x="449561" y="214469"/>
                    </a:lnTo>
                    <a:cubicBezTo>
                      <a:pt x="449561" y="219027"/>
                      <a:pt x="445869" y="222718"/>
                      <a:pt x="441312" y="222718"/>
                    </a:cubicBezTo>
                    <a:close/>
                  </a:path>
                </a:pathLst>
              </a:custGeom>
              <a:grpFill/>
              <a:ln w="20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8" name="Forma Livre: Forma 177">
                <a:extLst>
                  <a:ext uri="{FF2B5EF4-FFF2-40B4-BE49-F238E27FC236}">
                    <a16:creationId xmlns:a16="http://schemas.microsoft.com/office/drawing/2014/main" id="{358500EA-3E8E-9705-53E3-B3B0940DA5D7}"/>
                  </a:ext>
                </a:extLst>
              </p:cNvPr>
              <p:cNvSpPr/>
              <p:nvPr/>
            </p:nvSpPr>
            <p:spPr>
              <a:xfrm>
                <a:off x="5367754" y="4104695"/>
                <a:ext cx="37670" cy="83245"/>
              </a:xfrm>
              <a:custGeom>
                <a:avLst/>
                <a:gdLst>
                  <a:gd name="connsiteX0" fmla="*/ 8249 w 37670"/>
                  <a:gd name="connsiteY0" fmla="*/ 83246 h 83245"/>
                  <a:gd name="connsiteX1" fmla="*/ 0 w 37670"/>
                  <a:gd name="connsiteY1" fmla="*/ 74997 h 83245"/>
                  <a:gd name="connsiteX2" fmla="*/ 0 w 37670"/>
                  <a:gd name="connsiteY2" fmla="*/ 16616 h 83245"/>
                  <a:gd name="connsiteX3" fmla="*/ 8249 w 37670"/>
                  <a:gd name="connsiteY3" fmla="*/ 8367 h 83245"/>
                  <a:gd name="connsiteX4" fmla="*/ 23798 w 37670"/>
                  <a:gd name="connsiteY4" fmla="*/ 2222 h 83245"/>
                  <a:gd name="connsiteX5" fmla="*/ 35449 w 37670"/>
                  <a:gd name="connsiteY5" fmla="*/ 2614 h 83245"/>
                  <a:gd name="connsiteX6" fmla="*/ 35058 w 37670"/>
                  <a:gd name="connsiteY6" fmla="*/ 14265 h 83245"/>
                  <a:gd name="connsiteX7" fmla="*/ 16498 w 37670"/>
                  <a:gd name="connsiteY7" fmla="*/ 23978 h 83245"/>
                  <a:gd name="connsiteX8" fmla="*/ 16498 w 37670"/>
                  <a:gd name="connsiteY8" fmla="*/ 74976 h 83245"/>
                  <a:gd name="connsiteX9" fmla="*/ 8249 w 37670"/>
                  <a:gd name="connsiteY9" fmla="*/ 83225 h 832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7670" h="83245">
                    <a:moveTo>
                      <a:pt x="8249" y="83246"/>
                    </a:moveTo>
                    <a:cubicBezTo>
                      <a:pt x="3691" y="83246"/>
                      <a:pt x="0" y="79554"/>
                      <a:pt x="0" y="74997"/>
                    </a:cubicBezTo>
                    <a:lnTo>
                      <a:pt x="0" y="16616"/>
                    </a:lnTo>
                    <a:cubicBezTo>
                      <a:pt x="0" y="12058"/>
                      <a:pt x="3691" y="8367"/>
                      <a:pt x="8249" y="8367"/>
                    </a:cubicBezTo>
                    <a:cubicBezTo>
                      <a:pt x="14044" y="8367"/>
                      <a:pt x="19570" y="6181"/>
                      <a:pt x="23798" y="2222"/>
                    </a:cubicBezTo>
                    <a:cubicBezTo>
                      <a:pt x="27139" y="-892"/>
                      <a:pt x="32356" y="-707"/>
                      <a:pt x="35449" y="2614"/>
                    </a:cubicBezTo>
                    <a:cubicBezTo>
                      <a:pt x="38563" y="5934"/>
                      <a:pt x="38378" y="11172"/>
                      <a:pt x="35058" y="14265"/>
                    </a:cubicBezTo>
                    <a:cubicBezTo>
                      <a:pt x="29799" y="19173"/>
                      <a:pt x="23385" y="22493"/>
                      <a:pt x="16498" y="23978"/>
                    </a:cubicBezTo>
                    <a:lnTo>
                      <a:pt x="16498" y="74976"/>
                    </a:lnTo>
                    <a:cubicBezTo>
                      <a:pt x="16498" y="79534"/>
                      <a:pt x="12806" y="83225"/>
                      <a:pt x="8249" y="83225"/>
                    </a:cubicBezTo>
                    <a:close/>
                  </a:path>
                </a:pathLst>
              </a:custGeom>
              <a:grpFill/>
              <a:ln w="20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79" name="Forma Livre: Forma 178">
                <a:extLst>
                  <a:ext uri="{FF2B5EF4-FFF2-40B4-BE49-F238E27FC236}">
                    <a16:creationId xmlns:a16="http://schemas.microsoft.com/office/drawing/2014/main" id="{58AA79FF-B863-CC9A-7AF4-391CC09C522D}"/>
                  </a:ext>
                </a:extLst>
              </p:cNvPr>
              <p:cNvSpPr/>
              <p:nvPr/>
            </p:nvSpPr>
            <p:spPr>
              <a:xfrm>
                <a:off x="5367754" y="4082109"/>
                <a:ext cx="367093" cy="140250"/>
              </a:xfrm>
              <a:custGeom>
                <a:avLst/>
                <a:gdLst>
                  <a:gd name="connsiteX0" fmla="*/ 327891 w 367093"/>
                  <a:gd name="connsiteY0" fmla="*/ 140251 h 140250"/>
                  <a:gd name="connsiteX1" fmla="*/ 39182 w 367093"/>
                  <a:gd name="connsiteY1" fmla="*/ 140251 h 140250"/>
                  <a:gd name="connsiteX2" fmla="*/ 30933 w 367093"/>
                  <a:gd name="connsiteY2" fmla="*/ 132002 h 140250"/>
                  <a:gd name="connsiteX3" fmla="*/ 8249 w 367093"/>
                  <a:gd name="connsiteY3" fmla="*/ 109318 h 140250"/>
                  <a:gd name="connsiteX4" fmla="*/ 0 w 367093"/>
                  <a:gd name="connsiteY4" fmla="*/ 101069 h 140250"/>
                  <a:gd name="connsiteX5" fmla="*/ 0 w 367093"/>
                  <a:gd name="connsiteY5" fmla="*/ 97584 h 140250"/>
                  <a:gd name="connsiteX6" fmla="*/ 8249 w 367093"/>
                  <a:gd name="connsiteY6" fmla="*/ 89335 h 140250"/>
                  <a:gd name="connsiteX7" fmla="*/ 15405 w 367093"/>
                  <a:gd name="connsiteY7" fmla="*/ 93480 h 140250"/>
                  <a:gd name="connsiteX8" fmla="*/ 46565 w 367093"/>
                  <a:gd name="connsiteY8" fmla="*/ 123753 h 140250"/>
                  <a:gd name="connsiteX9" fmla="*/ 320529 w 367093"/>
                  <a:gd name="connsiteY9" fmla="*/ 123753 h 140250"/>
                  <a:gd name="connsiteX10" fmla="*/ 350596 w 367093"/>
                  <a:gd name="connsiteY10" fmla="*/ 93686 h 140250"/>
                  <a:gd name="connsiteX11" fmla="*/ 350596 w 367093"/>
                  <a:gd name="connsiteY11" fmla="*/ 46565 h 140250"/>
                  <a:gd name="connsiteX12" fmla="*/ 320529 w 367093"/>
                  <a:gd name="connsiteY12" fmla="*/ 16498 h 140250"/>
                  <a:gd name="connsiteX13" fmla="*/ 235112 w 367093"/>
                  <a:gd name="connsiteY13" fmla="*/ 16498 h 140250"/>
                  <a:gd name="connsiteX14" fmla="*/ 226863 w 367093"/>
                  <a:gd name="connsiteY14" fmla="*/ 8249 h 140250"/>
                  <a:gd name="connsiteX15" fmla="*/ 235112 w 367093"/>
                  <a:gd name="connsiteY15" fmla="*/ 0 h 140250"/>
                  <a:gd name="connsiteX16" fmla="*/ 327911 w 367093"/>
                  <a:gd name="connsiteY16" fmla="*/ 0 h 140250"/>
                  <a:gd name="connsiteX17" fmla="*/ 336160 w 367093"/>
                  <a:gd name="connsiteY17" fmla="*/ 8249 h 140250"/>
                  <a:gd name="connsiteX18" fmla="*/ 358844 w 367093"/>
                  <a:gd name="connsiteY18" fmla="*/ 30933 h 140250"/>
                  <a:gd name="connsiteX19" fmla="*/ 367093 w 367093"/>
                  <a:gd name="connsiteY19" fmla="*/ 39182 h 140250"/>
                  <a:gd name="connsiteX20" fmla="*/ 367093 w 367093"/>
                  <a:gd name="connsiteY20" fmla="*/ 101048 h 140250"/>
                  <a:gd name="connsiteX21" fmla="*/ 358844 w 367093"/>
                  <a:gd name="connsiteY21" fmla="*/ 109297 h 140250"/>
                  <a:gd name="connsiteX22" fmla="*/ 336160 w 367093"/>
                  <a:gd name="connsiteY22" fmla="*/ 131981 h 140250"/>
                  <a:gd name="connsiteX23" fmla="*/ 327911 w 367093"/>
                  <a:gd name="connsiteY23" fmla="*/ 140230 h 140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7093" h="140250">
                    <a:moveTo>
                      <a:pt x="327891" y="140251"/>
                    </a:moveTo>
                    <a:lnTo>
                      <a:pt x="39182" y="140251"/>
                    </a:lnTo>
                    <a:cubicBezTo>
                      <a:pt x="34625" y="140251"/>
                      <a:pt x="30933" y="136559"/>
                      <a:pt x="30933" y="132002"/>
                    </a:cubicBezTo>
                    <a:cubicBezTo>
                      <a:pt x="30933" y="119484"/>
                      <a:pt x="20766" y="109318"/>
                      <a:pt x="8249" y="109318"/>
                    </a:cubicBezTo>
                    <a:cubicBezTo>
                      <a:pt x="3691" y="109318"/>
                      <a:pt x="0" y="105626"/>
                      <a:pt x="0" y="101069"/>
                    </a:cubicBezTo>
                    <a:lnTo>
                      <a:pt x="0" y="97584"/>
                    </a:lnTo>
                    <a:cubicBezTo>
                      <a:pt x="0" y="93026"/>
                      <a:pt x="3691" y="89335"/>
                      <a:pt x="8249" y="89335"/>
                    </a:cubicBezTo>
                    <a:cubicBezTo>
                      <a:pt x="11301" y="89335"/>
                      <a:pt x="13982" y="91005"/>
                      <a:pt x="15405" y="93480"/>
                    </a:cubicBezTo>
                    <a:cubicBezTo>
                      <a:pt x="30912" y="96346"/>
                      <a:pt x="43244" y="108390"/>
                      <a:pt x="46565" y="123753"/>
                    </a:cubicBezTo>
                    <a:lnTo>
                      <a:pt x="320529" y="123753"/>
                    </a:lnTo>
                    <a:cubicBezTo>
                      <a:pt x="323746" y="108761"/>
                      <a:pt x="335583" y="96924"/>
                      <a:pt x="350596" y="93686"/>
                    </a:cubicBezTo>
                    <a:lnTo>
                      <a:pt x="350596" y="46565"/>
                    </a:lnTo>
                    <a:cubicBezTo>
                      <a:pt x="335603" y="43348"/>
                      <a:pt x="323766" y="31511"/>
                      <a:pt x="320529" y="16498"/>
                    </a:cubicBezTo>
                    <a:lnTo>
                      <a:pt x="235112" y="16498"/>
                    </a:lnTo>
                    <a:cubicBezTo>
                      <a:pt x="230555" y="16498"/>
                      <a:pt x="226863" y="12806"/>
                      <a:pt x="226863" y="8249"/>
                    </a:cubicBezTo>
                    <a:cubicBezTo>
                      <a:pt x="226863" y="3691"/>
                      <a:pt x="230555" y="0"/>
                      <a:pt x="235112" y="0"/>
                    </a:cubicBezTo>
                    <a:lnTo>
                      <a:pt x="327911" y="0"/>
                    </a:lnTo>
                    <a:cubicBezTo>
                      <a:pt x="332469" y="0"/>
                      <a:pt x="336160" y="3691"/>
                      <a:pt x="336160" y="8249"/>
                    </a:cubicBezTo>
                    <a:cubicBezTo>
                      <a:pt x="336160" y="20766"/>
                      <a:pt x="346327" y="30933"/>
                      <a:pt x="358844" y="30933"/>
                    </a:cubicBezTo>
                    <a:cubicBezTo>
                      <a:pt x="363402" y="30933"/>
                      <a:pt x="367093" y="34625"/>
                      <a:pt x="367093" y="39182"/>
                    </a:cubicBezTo>
                    <a:lnTo>
                      <a:pt x="367093" y="101048"/>
                    </a:lnTo>
                    <a:cubicBezTo>
                      <a:pt x="367093" y="105606"/>
                      <a:pt x="363402" y="109297"/>
                      <a:pt x="358844" y="109297"/>
                    </a:cubicBezTo>
                    <a:cubicBezTo>
                      <a:pt x="346327" y="109297"/>
                      <a:pt x="336160" y="119464"/>
                      <a:pt x="336160" y="131981"/>
                    </a:cubicBezTo>
                    <a:cubicBezTo>
                      <a:pt x="336160" y="136539"/>
                      <a:pt x="332469" y="140230"/>
                      <a:pt x="327911" y="140230"/>
                    </a:cubicBezTo>
                    <a:close/>
                  </a:path>
                </a:pathLst>
              </a:custGeom>
              <a:grpFill/>
              <a:ln w="20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0" name="Forma Livre: Forma 179">
                <a:extLst>
                  <a:ext uri="{FF2B5EF4-FFF2-40B4-BE49-F238E27FC236}">
                    <a16:creationId xmlns:a16="http://schemas.microsoft.com/office/drawing/2014/main" id="{387577AA-7DAF-49A3-802E-91A06C771514}"/>
                  </a:ext>
                </a:extLst>
              </p:cNvPr>
              <p:cNvSpPr/>
              <p:nvPr/>
            </p:nvSpPr>
            <p:spPr>
              <a:xfrm>
                <a:off x="5512438" y="4133427"/>
                <a:ext cx="78014" cy="57999"/>
              </a:xfrm>
              <a:custGeom>
                <a:avLst/>
                <a:gdLst>
                  <a:gd name="connsiteX0" fmla="*/ 38853 w 78014"/>
                  <a:gd name="connsiteY0" fmla="*/ 57999 h 57999"/>
                  <a:gd name="connsiteX1" fmla="*/ 83 w 78014"/>
                  <a:gd name="connsiteY1" fmla="*/ 24447 h 57999"/>
                  <a:gd name="connsiteX2" fmla="*/ 7074 w 78014"/>
                  <a:gd name="connsiteY2" fmla="*/ 15105 h 57999"/>
                  <a:gd name="connsiteX3" fmla="*/ 16416 w 78014"/>
                  <a:gd name="connsiteY3" fmla="*/ 22096 h 57999"/>
                  <a:gd name="connsiteX4" fmla="*/ 38853 w 78014"/>
                  <a:gd name="connsiteY4" fmla="*/ 41501 h 57999"/>
                  <a:gd name="connsiteX5" fmla="*/ 61537 w 78014"/>
                  <a:gd name="connsiteY5" fmla="*/ 18817 h 57999"/>
                  <a:gd name="connsiteX6" fmla="*/ 60176 w 78014"/>
                  <a:gd name="connsiteY6" fmla="*/ 11084 h 57999"/>
                  <a:gd name="connsiteX7" fmla="*/ 65084 w 78014"/>
                  <a:gd name="connsiteY7" fmla="*/ 505 h 57999"/>
                  <a:gd name="connsiteX8" fmla="*/ 75663 w 78014"/>
                  <a:gd name="connsiteY8" fmla="*/ 5413 h 57999"/>
                  <a:gd name="connsiteX9" fmla="*/ 78014 w 78014"/>
                  <a:gd name="connsiteY9" fmla="*/ 18817 h 57999"/>
                  <a:gd name="connsiteX10" fmla="*/ 38832 w 78014"/>
                  <a:gd name="connsiteY10" fmla="*/ 57999 h 579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8014" h="57999">
                    <a:moveTo>
                      <a:pt x="38853" y="57999"/>
                    </a:moveTo>
                    <a:cubicBezTo>
                      <a:pt x="19489" y="57999"/>
                      <a:pt x="2826" y="43564"/>
                      <a:pt x="83" y="24447"/>
                    </a:cubicBezTo>
                    <a:cubicBezTo>
                      <a:pt x="-556" y="19931"/>
                      <a:pt x="2558" y="15765"/>
                      <a:pt x="7074" y="15105"/>
                    </a:cubicBezTo>
                    <a:cubicBezTo>
                      <a:pt x="11570" y="14466"/>
                      <a:pt x="15756" y="17580"/>
                      <a:pt x="16416" y="22096"/>
                    </a:cubicBezTo>
                    <a:cubicBezTo>
                      <a:pt x="18004" y="33170"/>
                      <a:pt x="27655" y="41501"/>
                      <a:pt x="38853" y="41501"/>
                    </a:cubicBezTo>
                    <a:cubicBezTo>
                      <a:pt x="51371" y="41501"/>
                      <a:pt x="61537" y="31335"/>
                      <a:pt x="61537" y="18817"/>
                    </a:cubicBezTo>
                    <a:cubicBezTo>
                      <a:pt x="61537" y="16136"/>
                      <a:pt x="61083" y="13538"/>
                      <a:pt x="60176" y="11084"/>
                    </a:cubicBezTo>
                    <a:cubicBezTo>
                      <a:pt x="58609" y="6815"/>
                      <a:pt x="60815" y="2072"/>
                      <a:pt x="65084" y="505"/>
                    </a:cubicBezTo>
                    <a:cubicBezTo>
                      <a:pt x="69353" y="-1063"/>
                      <a:pt x="74096" y="1144"/>
                      <a:pt x="75663" y="5413"/>
                    </a:cubicBezTo>
                    <a:cubicBezTo>
                      <a:pt x="77231" y="9682"/>
                      <a:pt x="78014" y="14198"/>
                      <a:pt x="78014" y="18817"/>
                    </a:cubicBezTo>
                    <a:cubicBezTo>
                      <a:pt x="78014" y="40429"/>
                      <a:pt x="60444" y="57999"/>
                      <a:pt x="38832" y="57999"/>
                    </a:cubicBezTo>
                    <a:close/>
                  </a:path>
                </a:pathLst>
              </a:custGeom>
              <a:grpFill/>
              <a:ln w="20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1" name="Forma Livre: Forma 180">
                <a:extLst>
                  <a:ext uri="{FF2B5EF4-FFF2-40B4-BE49-F238E27FC236}">
                    <a16:creationId xmlns:a16="http://schemas.microsoft.com/office/drawing/2014/main" id="{A67FD877-408B-448A-9C7A-7618350B6F2E}"/>
                  </a:ext>
                </a:extLst>
              </p:cNvPr>
              <p:cNvSpPr/>
              <p:nvPr/>
            </p:nvSpPr>
            <p:spPr>
              <a:xfrm>
                <a:off x="5635841" y="4143995"/>
                <a:ext cx="37119" cy="16497"/>
              </a:xfrm>
              <a:custGeom>
                <a:avLst/>
                <a:gdLst>
                  <a:gd name="connsiteX0" fmla="*/ 28871 w 37119"/>
                  <a:gd name="connsiteY0" fmla="*/ 16498 h 16497"/>
                  <a:gd name="connsiteX1" fmla="*/ 8249 w 37119"/>
                  <a:gd name="connsiteY1" fmla="*/ 16498 h 16497"/>
                  <a:gd name="connsiteX2" fmla="*/ 0 w 37119"/>
                  <a:gd name="connsiteY2" fmla="*/ 8249 h 16497"/>
                  <a:gd name="connsiteX3" fmla="*/ 8249 w 37119"/>
                  <a:gd name="connsiteY3" fmla="*/ 0 h 16497"/>
                  <a:gd name="connsiteX4" fmla="*/ 28871 w 37119"/>
                  <a:gd name="connsiteY4" fmla="*/ 0 h 16497"/>
                  <a:gd name="connsiteX5" fmla="*/ 37120 w 37119"/>
                  <a:gd name="connsiteY5" fmla="*/ 8249 h 16497"/>
                  <a:gd name="connsiteX6" fmla="*/ 28871 w 37119"/>
                  <a:gd name="connsiteY6" fmla="*/ 16498 h 164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7119" h="16497">
                    <a:moveTo>
                      <a:pt x="28871" y="16498"/>
                    </a:moveTo>
                    <a:lnTo>
                      <a:pt x="8249" y="16498"/>
                    </a:lnTo>
                    <a:cubicBezTo>
                      <a:pt x="3691" y="16498"/>
                      <a:pt x="0" y="12806"/>
                      <a:pt x="0" y="8249"/>
                    </a:cubicBezTo>
                    <a:cubicBezTo>
                      <a:pt x="0" y="3691"/>
                      <a:pt x="3691" y="0"/>
                      <a:pt x="8249" y="0"/>
                    </a:cubicBezTo>
                    <a:lnTo>
                      <a:pt x="28871" y="0"/>
                    </a:lnTo>
                    <a:cubicBezTo>
                      <a:pt x="33428" y="0"/>
                      <a:pt x="37120" y="3691"/>
                      <a:pt x="37120" y="8249"/>
                    </a:cubicBezTo>
                    <a:cubicBezTo>
                      <a:pt x="37120" y="12806"/>
                      <a:pt x="33428" y="16498"/>
                      <a:pt x="28871" y="16498"/>
                    </a:cubicBezTo>
                    <a:close/>
                  </a:path>
                </a:pathLst>
              </a:custGeom>
              <a:grpFill/>
              <a:ln w="20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2" name="Forma Livre: Forma 181">
                <a:extLst>
                  <a:ext uri="{FF2B5EF4-FFF2-40B4-BE49-F238E27FC236}">
                    <a16:creationId xmlns:a16="http://schemas.microsoft.com/office/drawing/2014/main" id="{32C1B0D0-F065-DEC9-E284-B6DD7DFF2B48}"/>
                  </a:ext>
                </a:extLst>
              </p:cNvPr>
              <p:cNvSpPr/>
              <p:nvPr/>
            </p:nvSpPr>
            <p:spPr>
              <a:xfrm>
                <a:off x="5429620" y="4143995"/>
                <a:ext cx="37119" cy="16497"/>
              </a:xfrm>
              <a:custGeom>
                <a:avLst/>
                <a:gdLst>
                  <a:gd name="connsiteX0" fmla="*/ 28871 w 37119"/>
                  <a:gd name="connsiteY0" fmla="*/ 16498 h 16497"/>
                  <a:gd name="connsiteX1" fmla="*/ 8249 w 37119"/>
                  <a:gd name="connsiteY1" fmla="*/ 16498 h 16497"/>
                  <a:gd name="connsiteX2" fmla="*/ 0 w 37119"/>
                  <a:gd name="connsiteY2" fmla="*/ 8249 h 16497"/>
                  <a:gd name="connsiteX3" fmla="*/ 8249 w 37119"/>
                  <a:gd name="connsiteY3" fmla="*/ 0 h 16497"/>
                  <a:gd name="connsiteX4" fmla="*/ 28871 w 37119"/>
                  <a:gd name="connsiteY4" fmla="*/ 0 h 16497"/>
                  <a:gd name="connsiteX5" fmla="*/ 37120 w 37119"/>
                  <a:gd name="connsiteY5" fmla="*/ 8249 h 16497"/>
                  <a:gd name="connsiteX6" fmla="*/ 28871 w 37119"/>
                  <a:gd name="connsiteY6" fmla="*/ 16498 h 164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7119" h="16497">
                    <a:moveTo>
                      <a:pt x="28871" y="16498"/>
                    </a:moveTo>
                    <a:lnTo>
                      <a:pt x="8249" y="16498"/>
                    </a:lnTo>
                    <a:cubicBezTo>
                      <a:pt x="3691" y="16498"/>
                      <a:pt x="0" y="12806"/>
                      <a:pt x="0" y="8249"/>
                    </a:cubicBezTo>
                    <a:cubicBezTo>
                      <a:pt x="0" y="3691"/>
                      <a:pt x="3691" y="0"/>
                      <a:pt x="8249" y="0"/>
                    </a:cubicBezTo>
                    <a:lnTo>
                      <a:pt x="28871" y="0"/>
                    </a:lnTo>
                    <a:cubicBezTo>
                      <a:pt x="33428" y="0"/>
                      <a:pt x="37120" y="3691"/>
                      <a:pt x="37120" y="8249"/>
                    </a:cubicBezTo>
                    <a:cubicBezTo>
                      <a:pt x="37120" y="12806"/>
                      <a:pt x="33428" y="16498"/>
                      <a:pt x="28871" y="16498"/>
                    </a:cubicBezTo>
                    <a:close/>
                  </a:path>
                </a:pathLst>
              </a:custGeom>
              <a:grpFill/>
              <a:ln w="20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grpSp>
        <p:nvGrpSpPr>
          <p:cNvPr id="183" name="Gráfico 10">
            <a:extLst>
              <a:ext uri="{FF2B5EF4-FFF2-40B4-BE49-F238E27FC236}">
                <a16:creationId xmlns:a16="http://schemas.microsoft.com/office/drawing/2014/main" id="{B6CB2FDF-060C-0F97-84BA-D2A70F427F8B}"/>
              </a:ext>
            </a:extLst>
          </p:cNvPr>
          <p:cNvGrpSpPr/>
          <p:nvPr/>
        </p:nvGrpSpPr>
        <p:grpSpPr>
          <a:xfrm>
            <a:off x="1816741" y="5405036"/>
            <a:ext cx="573179" cy="331222"/>
            <a:chOff x="2233201" y="4924920"/>
            <a:chExt cx="573179" cy="331222"/>
          </a:xfrm>
          <a:solidFill>
            <a:schemeClr val="tx1"/>
          </a:solidFill>
        </p:grpSpPr>
        <p:sp>
          <p:nvSpPr>
            <p:cNvPr id="184" name="Forma Livre: Forma 183">
              <a:extLst>
                <a:ext uri="{FF2B5EF4-FFF2-40B4-BE49-F238E27FC236}">
                  <a16:creationId xmlns:a16="http://schemas.microsoft.com/office/drawing/2014/main" id="{B02DD9D9-CA88-FF41-DDBE-83B25A951F98}"/>
                </a:ext>
              </a:extLst>
            </p:cNvPr>
            <p:cNvSpPr/>
            <p:nvPr/>
          </p:nvSpPr>
          <p:spPr>
            <a:xfrm>
              <a:off x="2233201" y="4997584"/>
              <a:ext cx="331210" cy="210159"/>
            </a:xfrm>
            <a:custGeom>
              <a:avLst/>
              <a:gdLst>
                <a:gd name="connsiteX0" fmla="*/ 298752 w 331210"/>
                <a:gd name="connsiteY0" fmla="*/ 210159 h 210159"/>
                <a:gd name="connsiteX1" fmla="*/ 32459 w 331210"/>
                <a:gd name="connsiteY1" fmla="*/ 210159 h 210159"/>
                <a:gd name="connsiteX2" fmla="*/ 0 w 331210"/>
                <a:gd name="connsiteY2" fmla="*/ 177700 h 210159"/>
                <a:gd name="connsiteX3" fmla="*/ 0 w 331210"/>
                <a:gd name="connsiteY3" fmla="*/ 32459 h 210159"/>
                <a:gd name="connsiteX4" fmla="*/ 32459 w 331210"/>
                <a:gd name="connsiteY4" fmla="*/ 0 h 210159"/>
                <a:gd name="connsiteX5" fmla="*/ 298752 w 331210"/>
                <a:gd name="connsiteY5" fmla="*/ 0 h 210159"/>
                <a:gd name="connsiteX6" fmla="*/ 331211 w 331210"/>
                <a:gd name="connsiteY6" fmla="*/ 32459 h 210159"/>
                <a:gd name="connsiteX7" fmla="*/ 331211 w 331210"/>
                <a:gd name="connsiteY7" fmla="*/ 177700 h 210159"/>
                <a:gd name="connsiteX8" fmla="*/ 298752 w 331210"/>
                <a:gd name="connsiteY8" fmla="*/ 210159 h 210159"/>
                <a:gd name="connsiteX9" fmla="*/ 32459 w 331210"/>
                <a:gd name="connsiteY9" fmla="*/ 16498 h 210159"/>
                <a:gd name="connsiteX10" fmla="*/ 16498 w 331210"/>
                <a:gd name="connsiteY10" fmla="*/ 32459 h 210159"/>
                <a:gd name="connsiteX11" fmla="*/ 16498 w 331210"/>
                <a:gd name="connsiteY11" fmla="*/ 177700 h 210159"/>
                <a:gd name="connsiteX12" fmla="*/ 32459 w 331210"/>
                <a:gd name="connsiteY12" fmla="*/ 193662 h 210159"/>
                <a:gd name="connsiteX13" fmla="*/ 298752 w 331210"/>
                <a:gd name="connsiteY13" fmla="*/ 193662 h 210159"/>
                <a:gd name="connsiteX14" fmla="*/ 314713 w 331210"/>
                <a:gd name="connsiteY14" fmla="*/ 177700 h 210159"/>
                <a:gd name="connsiteX15" fmla="*/ 314713 w 331210"/>
                <a:gd name="connsiteY15" fmla="*/ 32459 h 210159"/>
                <a:gd name="connsiteX16" fmla="*/ 298752 w 331210"/>
                <a:gd name="connsiteY16" fmla="*/ 16498 h 210159"/>
                <a:gd name="connsiteX17" fmla="*/ 32459 w 331210"/>
                <a:gd name="connsiteY17" fmla="*/ 16498 h 210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31210" h="210159">
                  <a:moveTo>
                    <a:pt x="298752" y="210159"/>
                  </a:moveTo>
                  <a:lnTo>
                    <a:pt x="32459" y="210159"/>
                  </a:lnTo>
                  <a:cubicBezTo>
                    <a:pt x="14559" y="210159"/>
                    <a:pt x="0" y="195600"/>
                    <a:pt x="0" y="177700"/>
                  </a:cubicBezTo>
                  <a:lnTo>
                    <a:pt x="0" y="32459"/>
                  </a:lnTo>
                  <a:cubicBezTo>
                    <a:pt x="0" y="14559"/>
                    <a:pt x="14559" y="0"/>
                    <a:pt x="32459" y="0"/>
                  </a:cubicBezTo>
                  <a:lnTo>
                    <a:pt x="298752" y="0"/>
                  </a:lnTo>
                  <a:cubicBezTo>
                    <a:pt x="316652" y="0"/>
                    <a:pt x="331211" y="14559"/>
                    <a:pt x="331211" y="32459"/>
                  </a:cubicBezTo>
                  <a:lnTo>
                    <a:pt x="331211" y="177700"/>
                  </a:lnTo>
                  <a:cubicBezTo>
                    <a:pt x="331211" y="195600"/>
                    <a:pt x="316652" y="210159"/>
                    <a:pt x="298752" y="210159"/>
                  </a:cubicBezTo>
                  <a:close/>
                  <a:moveTo>
                    <a:pt x="32459" y="16498"/>
                  </a:moveTo>
                  <a:cubicBezTo>
                    <a:pt x="23654" y="16498"/>
                    <a:pt x="16498" y="23653"/>
                    <a:pt x="16498" y="32459"/>
                  </a:cubicBezTo>
                  <a:lnTo>
                    <a:pt x="16498" y="177700"/>
                  </a:lnTo>
                  <a:cubicBezTo>
                    <a:pt x="16498" y="186506"/>
                    <a:pt x="23654" y="193662"/>
                    <a:pt x="32459" y="193662"/>
                  </a:cubicBezTo>
                  <a:lnTo>
                    <a:pt x="298752" y="193662"/>
                  </a:lnTo>
                  <a:cubicBezTo>
                    <a:pt x="307557" y="193662"/>
                    <a:pt x="314713" y="186506"/>
                    <a:pt x="314713" y="177700"/>
                  </a:cubicBezTo>
                  <a:lnTo>
                    <a:pt x="314713" y="32459"/>
                  </a:lnTo>
                  <a:cubicBezTo>
                    <a:pt x="314713" y="23653"/>
                    <a:pt x="307557" y="16498"/>
                    <a:pt x="298752" y="16498"/>
                  </a:cubicBezTo>
                  <a:lnTo>
                    <a:pt x="32459" y="16498"/>
                  </a:ln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85" name="Forma Livre: Forma 184">
              <a:extLst>
                <a:ext uri="{FF2B5EF4-FFF2-40B4-BE49-F238E27FC236}">
                  <a16:creationId xmlns:a16="http://schemas.microsoft.com/office/drawing/2014/main" id="{ECC0DF1F-256C-B365-A6D7-334198367603}"/>
                </a:ext>
              </a:extLst>
            </p:cNvPr>
            <p:cNvSpPr/>
            <p:nvPr/>
          </p:nvSpPr>
          <p:spPr>
            <a:xfrm>
              <a:off x="2233201" y="5070194"/>
              <a:ext cx="331210" cy="16497"/>
            </a:xfrm>
            <a:custGeom>
              <a:avLst/>
              <a:gdLst>
                <a:gd name="connsiteX0" fmla="*/ 322962 w 331210"/>
                <a:gd name="connsiteY0" fmla="*/ 16498 h 16497"/>
                <a:gd name="connsiteX1" fmla="*/ 8249 w 331210"/>
                <a:gd name="connsiteY1" fmla="*/ 16498 h 16497"/>
                <a:gd name="connsiteX2" fmla="*/ 0 w 331210"/>
                <a:gd name="connsiteY2" fmla="*/ 8249 h 16497"/>
                <a:gd name="connsiteX3" fmla="*/ 8249 w 331210"/>
                <a:gd name="connsiteY3" fmla="*/ 0 h 16497"/>
                <a:gd name="connsiteX4" fmla="*/ 322962 w 331210"/>
                <a:gd name="connsiteY4" fmla="*/ 0 h 16497"/>
                <a:gd name="connsiteX5" fmla="*/ 331211 w 331210"/>
                <a:gd name="connsiteY5" fmla="*/ 8249 h 16497"/>
                <a:gd name="connsiteX6" fmla="*/ 322962 w 331210"/>
                <a:gd name="connsiteY6" fmla="*/ 16498 h 16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1210" h="16497">
                  <a:moveTo>
                    <a:pt x="322962" y="16498"/>
                  </a:moveTo>
                  <a:lnTo>
                    <a:pt x="8249" y="16498"/>
                  </a:lnTo>
                  <a:cubicBezTo>
                    <a:pt x="3691" y="16498"/>
                    <a:pt x="0" y="12806"/>
                    <a:pt x="0" y="8249"/>
                  </a:cubicBezTo>
                  <a:cubicBezTo>
                    <a:pt x="0" y="3691"/>
                    <a:pt x="3691" y="0"/>
                    <a:pt x="8249" y="0"/>
                  </a:cubicBezTo>
                  <a:lnTo>
                    <a:pt x="322962" y="0"/>
                  </a:lnTo>
                  <a:cubicBezTo>
                    <a:pt x="327520" y="0"/>
                    <a:pt x="331211" y="3691"/>
                    <a:pt x="331211" y="8249"/>
                  </a:cubicBezTo>
                  <a:cubicBezTo>
                    <a:pt x="331211" y="12806"/>
                    <a:pt x="327520" y="16498"/>
                    <a:pt x="322962" y="16498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86" name="Forma Livre: Forma 185">
              <a:extLst>
                <a:ext uri="{FF2B5EF4-FFF2-40B4-BE49-F238E27FC236}">
                  <a16:creationId xmlns:a16="http://schemas.microsoft.com/office/drawing/2014/main" id="{B548E999-33C7-6DCC-9EA8-43B47341A890}"/>
                </a:ext>
              </a:extLst>
            </p:cNvPr>
            <p:cNvSpPr/>
            <p:nvPr/>
          </p:nvSpPr>
          <p:spPr>
            <a:xfrm>
              <a:off x="2281622" y="5118615"/>
              <a:ext cx="89128" cy="16497"/>
            </a:xfrm>
            <a:custGeom>
              <a:avLst/>
              <a:gdLst>
                <a:gd name="connsiteX0" fmla="*/ 80880 w 89128"/>
                <a:gd name="connsiteY0" fmla="*/ 16498 h 16497"/>
                <a:gd name="connsiteX1" fmla="*/ 8249 w 89128"/>
                <a:gd name="connsiteY1" fmla="*/ 16498 h 16497"/>
                <a:gd name="connsiteX2" fmla="*/ 0 w 89128"/>
                <a:gd name="connsiteY2" fmla="*/ 8249 h 16497"/>
                <a:gd name="connsiteX3" fmla="*/ 8249 w 89128"/>
                <a:gd name="connsiteY3" fmla="*/ 0 h 16497"/>
                <a:gd name="connsiteX4" fmla="*/ 80880 w 89128"/>
                <a:gd name="connsiteY4" fmla="*/ 0 h 16497"/>
                <a:gd name="connsiteX5" fmla="*/ 89129 w 89128"/>
                <a:gd name="connsiteY5" fmla="*/ 8249 h 16497"/>
                <a:gd name="connsiteX6" fmla="*/ 80880 w 89128"/>
                <a:gd name="connsiteY6" fmla="*/ 16498 h 16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128" h="16497">
                  <a:moveTo>
                    <a:pt x="80880" y="16498"/>
                  </a:moveTo>
                  <a:lnTo>
                    <a:pt x="8249" y="16498"/>
                  </a:lnTo>
                  <a:cubicBezTo>
                    <a:pt x="3691" y="16498"/>
                    <a:pt x="0" y="12806"/>
                    <a:pt x="0" y="8249"/>
                  </a:cubicBezTo>
                  <a:cubicBezTo>
                    <a:pt x="0" y="3691"/>
                    <a:pt x="3691" y="0"/>
                    <a:pt x="8249" y="0"/>
                  </a:cubicBezTo>
                  <a:lnTo>
                    <a:pt x="80880" y="0"/>
                  </a:lnTo>
                  <a:cubicBezTo>
                    <a:pt x="85437" y="0"/>
                    <a:pt x="89129" y="3691"/>
                    <a:pt x="89129" y="8249"/>
                  </a:cubicBezTo>
                  <a:cubicBezTo>
                    <a:pt x="89129" y="12806"/>
                    <a:pt x="85437" y="16498"/>
                    <a:pt x="80880" y="16498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87" name="Forma Livre: Forma 186">
              <a:extLst>
                <a:ext uri="{FF2B5EF4-FFF2-40B4-BE49-F238E27FC236}">
                  <a16:creationId xmlns:a16="http://schemas.microsoft.com/office/drawing/2014/main" id="{F1F427F7-52F7-A8DA-F68F-59B4229DD040}"/>
                </a:ext>
              </a:extLst>
            </p:cNvPr>
            <p:cNvSpPr/>
            <p:nvPr/>
          </p:nvSpPr>
          <p:spPr>
            <a:xfrm>
              <a:off x="2451073" y="5118615"/>
              <a:ext cx="40707" cy="16497"/>
            </a:xfrm>
            <a:custGeom>
              <a:avLst/>
              <a:gdLst>
                <a:gd name="connsiteX0" fmla="*/ 32459 w 40707"/>
                <a:gd name="connsiteY0" fmla="*/ 16498 h 16497"/>
                <a:gd name="connsiteX1" fmla="*/ 8249 w 40707"/>
                <a:gd name="connsiteY1" fmla="*/ 16498 h 16497"/>
                <a:gd name="connsiteX2" fmla="*/ 0 w 40707"/>
                <a:gd name="connsiteY2" fmla="*/ 8249 h 16497"/>
                <a:gd name="connsiteX3" fmla="*/ 8249 w 40707"/>
                <a:gd name="connsiteY3" fmla="*/ 0 h 16497"/>
                <a:gd name="connsiteX4" fmla="*/ 32459 w 40707"/>
                <a:gd name="connsiteY4" fmla="*/ 0 h 16497"/>
                <a:gd name="connsiteX5" fmla="*/ 40708 w 40707"/>
                <a:gd name="connsiteY5" fmla="*/ 8249 h 16497"/>
                <a:gd name="connsiteX6" fmla="*/ 32459 w 40707"/>
                <a:gd name="connsiteY6" fmla="*/ 16498 h 16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07" h="16497">
                  <a:moveTo>
                    <a:pt x="32459" y="16498"/>
                  </a:moveTo>
                  <a:lnTo>
                    <a:pt x="8249" y="16498"/>
                  </a:lnTo>
                  <a:cubicBezTo>
                    <a:pt x="3691" y="16498"/>
                    <a:pt x="0" y="12806"/>
                    <a:pt x="0" y="8249"/>
                  </a:cubicBezTo>
                  <a:cubicBezTo>
                    <a:pt x="0" y="3691"/>
                    <a:pt x="3691" y="0"/>
                    <a:pt x="8249" y="0"/>
                  </a:cubicBezTo>
                  <a:lnTo>
                    <a:pt x="32459" y="0"/>
                  </a:lnTo>
                  <a:cubicBezTo>
                    <a:pt x="37016" y="0"/>
                    <a:pt x="40708" y="3691"/>
                    <a:pt x="40708" y="8249"/>
                  </a:cubicBezTo>
                  <a:cubicBezTo>
                    <a:pt x="40708" y="12806"/>
                    <a:pt x="37016" y="16498"/>
                    <a:pt x="32459" y="16498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88" name="Forma Livre: Forma 187">
              <a:extLst>
                <a:ext uri="{FF2B5EF4-FFF2-40B4-BE49-F238E27FC236}">
                  <a16:creationId xmlns:a16="http://schemas.microsoft.com/office/drawing/2014/main" id="{01B0D5E7-9CCD-1728-FD66-E343A692DCD5}"/>
                </a:ext>
              </a:extLst>
            </p:cNvPr>
            <p:cNvSpPr/>
            <p:nvPr/>
          </p:nvSpPr>
          <p:spPr>
            <a:xfrm>
              <a:off x="2626308" y="5036011"/>
              <a:ext cx="34894" cy="109061"/>
            </a:xfrm>
            <a:custGeom>
              <a:avLst/>
              <a:gdLst>
                <a:gd name="connsiteX0" fmla="*/ 8240 w 34894"/>
                <a:gd name="connsiteY0" fmla="*/ 109061 h 109061"/>
                <a:gd name="connsiteX1" fmla="*/ 2528 w 34894"/>
                <a:gd name="connsiteY1" fmla="*/ 106752 h 109061"/>
                <a:gd name="connsiteX2" fmla="*/ 2301 w 34894"/>
                <a:gd name="connsiteY2" fmla="*/ 95080 h 109061"/>
                <a:gd name="connsiteX3" fmla="*/ 2301 w 34894"/>
                <a:gd name="connsiteY3" fmla="*/ 13973 h 109061"/>
                <a:gd name="connsiteX4" fmla="*/ 2528 w 34894"/>
                <a:gd name="connsiteY4" fmla="*/ 2301 h 109061"/>
                <a:gd name="connsiteX5" fmla="*/ 14200 w 34894"/>
                <a:gd name="connsiteY5" fmla="*/ 2528 h 109061"/>
                <a:gd name="connsiteX6" fmla="*/ 14200 w 34894"/>
                <a:gd name="connsiteY6" fmla="*/ 106525 h 109061"/>
                <a:gd name="connsiteX7" fmla="*/ 8261 w 34894"/>
                <a:gd name="connsiteY7" fmla="*/ 109061 h 109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4894" h="109061">
                  <a:moveTo>
                    <a:pt x="8240" y="109061"/>
                  </a:moveTo>
                  <a:cubicBezTo>
                    <a:pt x="6178" y="109061"/>
                    <a:pt x="4116" y="108298"/>
                    <a:pt x="2528" y="106752"/>
                  </a:cubicBezTo>
                  <a:cubicBezTo>
                    <a:pt x="-751" y="103597"/>
                    <a:pt x="-854" y="98379"/>
                    <a:pt x="2301" y="95080"/>
                  </a:cubicBezTo>
                  <a:cubicBezTo>
                    <a:pt x="23810" y="72725"/>
                    <a:pt x="23810" y="36327"/>
                    <a:pt x="2301" y="13973"/>
                  </a:cubicBezTo>
                  <a:cubicBezTo>
                    <a:pt x="-854" y="10694"/>
                    <a:pt x="-751" y="5477"/>
                    <a:pt x="2528" y="2301"/>
                  </a:cubicBezTo>
                  <a:cubicBezTo>
                    <a:pt x="5807" y="-854"/>
                    <a:pt x="11024" y="-751"/>
                    <a:pt x="14200" y="2528"/>
                  </a:cubicBezTo>
                  <a:cubicBezTo>
                    <a:pt x="41792" y="31193"/>
                    <a:pt x="41792" y="77840"/>
                    <a:pt x="14200" y="106525"/>
                  </a:cubicBezTo>
                  <a:cubicBezTo>
                    <a:pt x="12571" y="108216"/>
                    <a:pt x="10426" y="109061"/>
                    <a:pt x="8261" y="109061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89" name="Forma Livre: Forma 188">
              <a:extLst>
                <a:ext uri="{FF2B5EF4-FFF2-40B4-BE49-F238E27FC236}">
                  <a16:creationId xmlns:a16="http://schemas.microsoft.com/office/drawing/2014/main" id="{AEFF21FF-38E4-0175-6F79-F59FECE00293}"/>
                </a:ext>
              </a:extLst>
            </p:cNvPr>
            <p:cNvSpPr/>
            <p:nvPr/>
          </p:nvSpPr>
          <p:spPr>
            <a:xfrm>
              <a:off x="2676832" y="4980455"/>
              <a:ext cx="56949" cy="220173"/>
            </a:xfrm>
            <a:custGeom>
              <a:avLst/>
              <a:gdLst>
                <a:gd name="connsiteX0" fmla="*/ 8240 w 56949"/>
                <a:gd name="connsiteY0" fmla="*/ 220173 h 220173"/>
                <a:gd name="connsiteX1" fmla="*/ 2528 w 56949"/>
                <a:gd name="connsiteY1" fmla="*/ 217863 h 220173"/>
                <a:gd name="connsiteX2" fmla="*/ 2301 w 56949"/>
                <a:gd name="connsiteY2" fmla="*/ 206191 h 220173"/>
                <a:gd name="connsiteX3" fmla="*/ 2301 w 56949"/>
                <a:gd name="connsiteY3" fmla="*/ 13973 h 220173"/>
                <a:gd name="connsiteX4" fmla="*/ 2528 w 56949"/>
                <a:gd name="connsiteY4" fmla="*/ 2301 h 220173"/>
                <a:gd name="connsiteX5" fmla="*/ 14200 w 56949"/>
                <a:gd name="connsiteY5" fmla="*/ 2528 h 220173"/>
                <a:gd name="connsiteX6" fmla="*/ 14200 w 56949"/>
                <a:gd name="connsiteY6" fmla="*/ 217616 h 220173"/>
                <a:gd name="connsiteX7" fmla="*/ 8261 w 56949"/>
                <a:gd name="connsiteY7" fmla="*/ 220152 h 220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6949" h="220173">
                  <a:moveTo>
                    <a:pt x="8240" y="220173"/>
                  </a:moveTo>
                  <a:cubicBezTo>
                    <a:pt x="6178" y="220173"/>
                    <a:pt x="4116" y="219410"/>
                    <a:pt x="2528" y="217863"/>
                  </a:cubicBezTo>
                  <a:cubicBezTo>
                    <a:pt x="-751" y="214708"/>
                    <a:pt x="-854" y="209491"/>
                    <a:pt x="2301" y="206191"/>
                  </a:cubicBezTo>
                  <a:cubicBezTo>
                    <a:pt x="53237" y="153193"/>
                    <a:pt x="53237" y="66972"/>
                    <a:pt x="2301" y="13973"/>
                  </a:cubicBezTo>
                  <a:cubicBezTo>
                    <a:pt x="-854" y="10694"/>
                    <a:pt x="-751" y="5477"/>
                    <a:pt x="2528" y="2301"/>
                  </a:cubicBezTo>
                  <a:cubicBezTo>
                    <a:pt x="5807" y="-854"/>
                    <a:pt x="11024" y="-751"/>
                    <a:pt x="14200" y="2528"/>
                  </a:cubicBezTo>
                  <a:cubicBezTo>
                    <a:pt x="71199" y="61816"/>
                    <a:pt x="71199" y="158307"/>
                    <a:pt x="14200" y="217616"/>
                  </a:cubicBezTo>
                  <a:cubicBezTo>
                    <a:pt x="12571" y="219307"/>
                    <a:pt x="10426" y="220152"/>
                    <a:pt x="8261" y="220152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90" name="Forma Livre: Forma 189">
              <a:extLst>
                <a:ext uri="{FF2B5EF4-FFF2-40B4-BE49-F238E27FC236}">
                  <a16:creationId xmlns:a16="http://schemas.microsoft.com/office/drawing/2014/main" id="{63DBA184-76A3-0E16-1DF1-4BDBFD068302}"/>
                </a:ext>
              </a:extLst>
            </p:cNvPr>
            <p:cNvSpPr/>
            <p:nvPr/>
          </p:nvSpPr>
          <p:spPr>
            <a:xfrm>
              <a:off x="2727315" y="4924920"/>
              <a:ext cx="79066" cy="331222"/>
            </a:xfrm>
            <a:custGeom>
              <a:avLst/>
              <a:gdLst>
                <a:gd name="connsiteX0" fmla="*/ 8240 w 79066"/>
                <a:gd name="connsiteY0" fmla="*/ 331223 h 331222"/>
                <a:gd name="connsiteX1" fmla="*/ 2528 w 79066"/>
                <a:gd name="connsiteY1" fmla="*/ 328913 h 331222"/>
                <a:gd name="connsiteX2" fmla="*/ 2301 w 79066"/>
                <a:gd name="connsiteY2" fmla="*/ 317241 h 331222"/>
                <a:gd name="connsiteX3" fmla="*/ 2301 w 79066"/>
                <a:gd name="connsiteY3" fmla="*/ 13973 h 331222"/>
                <a:gd name="connsiteX4" fmla="*/ 2528 w 79066"/>
                <a:gd name="connsiteY4" fmla="*/ 2301 h 331222"/>
                <a:gd name="connsiteX5" fmla="*/ 14200 w 79066"/>
                <a:gd name="connsiteY5" fmla="*/ 2528 h 331222"/>
                <a:gd name="connsiteX6" fmla="*/ 14200 w 79066"/>
                <a:gd name="connsiteY6" fmla="*/ 328666 h 331222"/>
                <a:gd name="connsiteX7" fmla="*/ 8261 w 79066"/>
                <a:gd name="connsiteY7" fmla="*/ 331202 h 331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9066" h="331222">
                  <a:moveTo>
                    <a:pt x="8240" y="331223"/>
                  </a:moveTo>
                  <a:cubicBezTo>
                    <a:pt x="6178" y="331223"/>
                    <a:pt x="4116" y="330460"/>
                    <a:pt x="2528" y="328913"/>
                  </a:cubicBezTo>
                  <a:cubicBezTo>
                    <a:pt x="-751" y="325758"/>
                    <a:pt x="-854" y="320541"/>
                    <a:pt x="2301" y="317241"/>
                  </a:cubicBezTo>
                  <a:cubicBezTo>
                    <a:pt x="82727" y="233619"/>
                    <a:pt x="82727" y="97575"/>
                    <a:pt x="2301" y="13973"/>
                  </a:cubicBezTo>
                  <a:cubicBezTo>
                    <a:pt x="-854" y="10694"/>
                    <a:pt x="-751" y="5477"/>
                    <a:pt x="2528" y="2301"/>
                  </a:cubicBezTo>
                  <a:cubicBezTo>
                    <a:pt x="5807" y="-854"/>
                    <a:pt x="11024" y="-751"/>
                    <a:pt x="14200" y="2528"/>
                  </a:cubicBezTo>
                  <a:cubicBezTo>
                    <a:pt x="100689" y="92440"/>
                    <a:pt x="100689" y="238753"/>
                    <a:pt x="14200" y="328666"/>
                  </a:cubicBezTo>
                  <a:cubicBezTo>
                    <a:pt x="12571" y="330357"/>
                    <a:pt x="10426" y="331202"/>
                    <a:pt x="8261" y="331202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191" name="Gráfico 10">
            <a:extLst>
              <a:ext uri="{FF2B5EF4-FFF2-40B4-BE49-F238E27FC236}">
                <a16:creationId xmlns:a16="http://schemas.microsoft.com/office/drawing/2014/main" id="{0E7CD3D3-09F3-E22B-A6B5-E119D602944A}"/>
              </a:ext>
            </a:extLst>
          </p:cNvPr>
          <p:cNvGrpSpPr/>
          <p:nvPr/>
        </p:nvGrpSpPr>
        <p:grpSpPr>
          <a:xfrm>
            <a:off x="9755281" y="3259654"/>
            <a:ext cx="573195" cy="573313"/>
            <a:chOff x="4212919" y="5834984"/>
            <a:chExt cx="573195" cy="573313"/>
          </a:xfrm>
          <a:solidFill>
            <a:schemeClr val="tx1"/>
          </a:solidFill>
        </p:grpSpPr>
        <p:sp>
          <p:nvSpPr>
            <p:cNvPr id="192" name="Forma Livre: Forma 191">
              <a:extLst>
                <a:ext uri="{FF2B5EF4-FFF2-40B4-BE49-F238E27FC236}">
                  <a16:creationId xmlns:a16="http://schemas.microsoft.com/office/drawing/2014/main" id="{1ED62540-9A53-1D1D-580D-AA01195201EC}"/>
                </a:ext>
              </a:extLst>
            </p:cNvPr>
            <p:cNvSpPr/>
            <p:nvPr/>
          </p:nvSpPr>
          <p:spPr>
            <a:xfrm>
              <a:off x="4358181" y="5980246"/>
              <a:ext cx="258600" cy="307000"/>
            </a:xfrm>
            <a:custGeom>
              <a:avLst/>
              <a:gdLst>
                <a:gd name="connsiteX0" fmla="*/ 201911 w 258600"/>
                <a:gd name="connsiteY0" fmla="*/ 307001 h 307000"/>
                <a:gd name="connsiteX1" fmla="*/ 56670 w 258600"/>
                <a:gd name="connsiteY1" fmla="*/ 307001 h 307000"/>
                <a:gd name="connsiteX2" fmla="*/ 0 w 258600"/>
                <a:gd name="connsiteY2" fmla="*/ 250331 h 307000"/>
                <a:gd name="connsiteX3" fmla="*/ 0 w 258600"/>
                <a:gd name="connsiteY3" fmla="*/ 56669 h 307000"/>
                <a:gd name="connsiteX4" fmla="*/ 56670 w 258600"/>
                <a:gd name="connsiteY4" fmla="*/ 0 h 307000"/>
                <a:gd name="connsiteX5" fmla="*/ 201931 w 258600"/>
                <a:gd name="connsiteY5" fmla="*/ 0 h 307000"/>
                <a:gd name="connsiteX6" fmla="*/ 258601 w 258600"/>
                <a:gd name="connsiteY6" fmla="*/ 56669 h 307000"/>
                <a:gd name="connsiteX7" fmla="*/ 258601 w 258600"/>
                <a:gd name="connsiteY7" fmla="*/ 250331 h 307000"/>
                <a:gd name="connsiteX8" fmla="*/ 201931 w 258600"/>
                <a:gd name="connsiteY8" fmla="*/ 307001 h 307000"/>
                <a:gd name="connsiteX9" fmla="*/ 56670 w 258600"/>
                <a:gd name="connsiteY9" fmla="*/ 16498 h 307000"/>
                <a:gd name="connsiteX10" fmla="*/ 16498 w 258600"/>
                <a:gd name="connsiteY10" fmla="*/ 56669 h 307000"/>
                <a:gd name="connsiteX11" fmla="*/ 16498 w 258600"/>
                <a:gd name="connsiteY11" fmla="*/ 250331 h 307000"/>
                <a:gd name="connsiteX12" fmla="*/ 56670 w 258600"/>
                <a:gd name="connsiteY12" fmla="*/ 290503 h 307000"/>
                <a:gd name="connsiteX13" fmla="*/ 201911 w 258600"/>
                <a:gd name="connsiteY13" fmla="*/ 290503 h 307000"/>
                <a:gd name="connsiteX14" fmla="*/ 242082 w 258600"/>
                <a:gd name="connsiteY14" fmla="*/ 250331 h 307000"/>
                <a:gd name="connsiteX15" fmla="*/ 242082 w 258600"/>
                <a:gd name="connsiteY15" fmla="*/ 56669 h 307000"/>
                <a:gd name="connsiteX16" fmla="*/ 201911 w 258600"/>
                <a:gd name="connsiteY16" fmla="*/ 16498 h 307000"/>
                <a:gd name="connsiteX17" fmla="*/ 56649 w 258600"/>
                <a:gd name="connsiteY17" fmla="*/ 16498 h 30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58600" h="307000">
                  <a:moveTo>
                    <a:pt x="201911" y="307001"/>
                  </a:moveTo>
                  <a:lnTo>
                    <a:pt x="56670" y="307001"/>
                  </a:lnTo>
                  <a:cubicBezTo>
                    <a:pt x="25427" y="307001"/>
                    <a:pt x="0" y="281573"/>
                    <a:pt x="0" y="250331"/>
                  </a:cubicBezTo>
                  <a:lnTo>
                    <a:pt x="0" y="56669"/>
                  </a:lnTo>
                  <a:cubicBezTo>
                    <a:pt x="0" y="25427"/>
                    <a:pt x="25427" y="0"/>
                    <a:pt x="56670" y="0"/>
                  </a:cubicBezTo>
                  <a:lnTo>
                    <a:pt x="201931" y="0"/>
                  </a:lnTo>
                  <a:cubicBezTo>
                    <a:pt x="233174" y="0"/>
                    <a:pt x="258601" y="25427"/>
                    <a:pt x="258601" y="56669"/>
                  </a:cubicBezTo>
                  <a:lnTo>
                    <a:pt x="258601" y="250331"/>
                  </a:lnTo>
                  <a:cubicBezTo>
                    <a:pt x="258601" y="281573"/>
                    <a:pt x="233174" y="307001"/>
                    <a:pt x="201931" y="307001"/>
                  </a:cubicBezTo>
                  <a:close/>
                  <a:moveTo>
                    <a:pt x="56670" y="16498"/>
                  </a:moveTo>
                  <a:cubicBezTo>
                    <a:pt x="34522" y="16498"/>
                    <a:pt x="16498" y="34521"/>
                    <a:pt x="16498" y="56669"/>
                  </a:cubicBezTo>
                  <a:lnTo>
                    <a:pt x="16498" y="250331"/>
                  </a:lnTo>
                  <a:cubicBezTo>
                    <a:pt x="16498" y="272479"/>
                    <a:pt x="34522" y="290503"/>
                    <a:pt x="56670" y="290503"/>
                  </a:cubicBezTo>
                  <a:lnTo>
                    <a:pt x="201911" y="290503"/>
                  </a:lnTo>
                  <a:cubicBezTo>
                    <a:pt x="224059" y="290503"/>
                    <a:pt x="242082" y="272479"/>
                    <a:pt x="242082" y="250331"/>
                  </a:cubicBezTo>
                  <a:lnTo>
                    <a:pt x="242082" y="56669"/>
                  </a:lnTo>
                  <a:cubicBezTo>
                    <a:pt x="242082" y="34521"/>
                    <a:pt x="224059" y="16498"/>
                    <a:pt x="201911" y="16498"/>
                  </a:cubicBezTo>
                  <a:lnTo>
                    <a:pt x="56649" y="16498"/>
                  </a:ln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93" name="Forma Livre: Forma 192">
              <a:extLst>
                <a:ext uri="{FF2B5EF4-FFF2-40B4-BE49-F238E27FC236}">
                  <a16:creationId xmlns:a16="http://schemas.microsoft.com/office/drawing/2014/main" id="{8E79372C-AE2B-BE2D-ED0A-C66E128D33FF}"/>
                </a:ext>
              </a:extLst>
            </p:cNvPr>
            <p:cNvSpPr/>
            <p:nvPr/>
          </p:nvSpPr>
          <p:spPr>
            <a:xfrm>
              <a:off x="4309739" y="5980246"/>
              <a:ext cx="113339" cy="307000"/>
            </a:xfrm>
            <a:custGeom>
              <a:avLst/>
              <a:gdLst>
                <a:gd name="connsiteX0" fmla="*/ 105090 w 113339"/>
                <a:gd name="connsiteY0" fmla="*/ 307001 h 307000"/>
                <a:gd name="connsiteX1" fmla="*/ 56670 w 113339"/>
                <a:gd name="connsiteY1" fmla="*/ 307001 h 307000"/>
                <a:gd name="connsiteX2" fmla="*/ 0 w 113339"/>
                <a:gd name="connsiteY2" fmla="*/ 250331 h 307000"/>
                <a:gd name="connsiteX3" fmla="*/ 0 w 113339"/>
                <a:gd name="connsiteY3" fmla="*/ 56669 h 307000"/>
                <a:gd name="connsiteX4" fmla="*/ 56670 w 113339"/>
                <a:gd name="connsiteY4" fmla="*/ 0 h 307000"/>
                <a:gd name="connsiteX5" fmla="*/ 105090 w 113339"/>
                <a:gd name="connsiteY5" fmla="*/ 0 h 307000"/>
                <a:gd name="connsiteX6" fmla="*/ 113339 w 113339"/>
                <a:gd name="connsiteY6" fmla="*/ 8249 h 307000"/>
                <a:gd name="connsiteX7" fmla="*/ 105090 w 113339"/>
                <a:gd name="connsiteY7" fmla="*/ 16498 h 307000"/>
                <a:gd name="connsiteX8" fmla="*/ 56670 w 113339"/>
                <a:gd name="connsiteY8" fmla="*/ 16498 h 307000"/>
                <a:gd name="connsiteX9" fmla="*/ 16498 w 113339"/>
                <a:gd name="connsiteY9" fmla="*/ 56669 h 307000"/>
                <a:gd name="connsiteX10" fmla="*/ 16498 w 113339"/>
                <a:gd name="connsiteY10" fmla="*/ 250331 h 307000"/>
                <a:gd name="connsiteX11" fmla="*/ 56670 w 113339"/>
                <a:gd name="connsiteY11" fmla="*/ 290503 h 307000"/>
                <a:gd name="connsiteX12" fmla="*/ 105090 w 113339"/>
                <a:gd name="connsiteY12" fmla="*/ 290503 h 307000"/>
                <a:gd name="connsiteX13" fmla="*/ 113339 w 113339"/>
                <a:gd name="connsiteY13" fmla="*/ 298752 h 307000"/>
                <a:gd name="connsiteX14" fmla="*/ 105090 w 113339"/>
                <a:gd name="connsiteY14" fmla="*/ 307001 h 30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3339" h="307000">
                  <a:moveTo>
                    <a:pt x="105090" y="307001"/>
                  </a:moveTo>
                  <a:lnTo>
                    <a:pt x="56670" y="307001"/>
                  </a:lnTo>
                  <a:cubicBezTo>
                    <a:pt x="25427" y="307001"/>
                    <a:pt x="0" y="281573"/>
                    <a:pt x="0" y="250331"/>
                  </a:cubicBezTo>
                  <a:lnTo>
                    <a:pt x="0" y="56669"/>
                  </a:lnTo>
                  <a:cubicBezTo>
                    <a:pt x="0" y="25427"/>
                    <a:pt x="25427" y="0"/>
                    <a:pt x="56670" y="0"/>
                  </a:cubicBezTo>
                  <a:lnTo>
                    <a:pt x="105090" y="0"/>
                  </a:lnTo>
                  <a:cubicBezTo>
                    <a:pt x="109648" y="0"/>
                    <a:pt x="113339" y="3691"/>
                    <a:pt x="113339" y="8249"/>
                  </a:cubicBezTo>
                  <a:cubicBezTo>
                    <a:pt x="113339" y="12806"/>
                    <a:pt x="109648" y="16498"/>
                    <a:pt x="105090" y="16498"/>
                  </a:cubicBezTo>
                  <a:lnTo>
                    <a:pt x="56670" y="16498"/>
                  </a:lnTo>
                  <a:cubicBezTo>
                    <a:pt x="34521" y="16498"/>
                    <a:pt x="16498" y="34521"/>
                    <a:pt x="16498" y="56669"/>
                  </a:cubicBezTo>
                  <a:lnTo>
                    <a:pt x="16498" y="250331"/>
                  </a:lnTo>
                  <a:cubicBezTo>
                    <a:pt x="16498" y="272479"/>
                    <a:pt x="34521" y="290503"/>
                    <a:pt x="56670" y="290503"/>
                  </a:cubicBezTo>
                  <a:lnTo>
                    <a:pt x="105090" y="290503"/>
                  </a:lnTo>
                  <a:cubicBezTo>
                    <a:pt x="109648" y="290503"/>
                    <a:pt x="113339" y="294194"/>
                    <a:pt x="113339" y="298752"/>
                  </a:cubicBezTo>
                  <a:cubicBezTo>
                    <a:pt x="113339" y="303309"/>
                    <a:pt x="109648" y="307001"/>
                    <a:pt x="105090" y="307001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94" name="Forma Livre: Forma 193">
              <a:extLst>
                <a:ext uri="{FF2B5EF4-FFF2-40B4-BE49-F238E27FC236}">
                  <a16:creationId xmlns:a16="http://schemas.microsoft.com/office/drawing/2014/main" id="{739D9CB0-6164-5ADA-F334-C24749A0D307}"/>
                </a:ext>
              </a:extLst>
            </p:cNvPr>
            <p:cNvSpPr/>
            <p:nvPr/>
          </p:nvSpPr>
          <p:spPr>
            <a:xfrm>
              <a:off x="4479212" y="6052876"/>
              <a:ext cx="64925" cy="113338"/>
            </a:xfrm>
            <a:custGeom>
              <a:avLst/>
              <a:gdLst>
                <a:gd name="connsiteX0" fmla="*/ 8249 w 64925"/>
                <a:gd name="connsiteY0" fmla="*/ 113339 h 113338"/>
                <a:gd name="connsiteX1" fmla="*/ 5094 w 64925"/>
                <a:gd name="connsiteY1" fmla="*/ 112720 h 113338"/>
                <a:gd name="connsiteX2" fmla="*/ 0 w 64925"/>
                <a:gd name="connsiteY2" fmla="*/ 105090 h 113338"/>
                <a:gd name="connsiteX3" fmla="*/ 0 w 64925"/>
                <a:gd name="connsiteY3" fmla="*/ 8249 h 113338"/>
                <a:gd name="connsiteX4" fmla="*/ 8249 w 64925"/>
                <a:gd name="connsiteY4" fmla="*/ 0 h 113338"/>
                <a:gd name="connsiteX5" fmla="*/ 16498 w 64925"/>
                <a:gd name="connsiteY5" fmla="*/ 8249 h 113338"/>
                <a:gd name="connsiteX6" fmla="*/ 16498 w 64925"/>
                <a:gd name="connsiteY6" fmla="*/ 85169 h 113338"/>
                <a:gd name="connsiteX7" fmla="*/ 50833 w 64925"/>
                <a:gd name="connsiteY7" fmla="*/ 50833 h 113338"/>
                <a:gd name="connsiteX8" fmla="*/ 62505 w 64925"/>
                <a:gd name="connsiteY8" fmla="*/ 50833 h 113338"/>
                <a:gd name="connsiteX9" fmla="*/ 62505 w 64925"/>
                <a:gd name="connsiteY9" fmla="*/ 62505 h 113338"/>
                <a:gd name="connsiteX10" fmla="*/ 14085 w 64925"/>
                <a:gd name="connsiteY10" fmla="*/ 110926 h 113338"/>
                <a:gd name="connsiteX11" fmla="*/ 8249 w 64925"/>
                <a:gd name="connsiteY11" fmla="*/ 113339 h 11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4925" h="113338">
                  <a:moveTo>
                    <a:pt x="8249" y="113339"/>
                  </a:moveTo>
                  <a:cubicBezTo>
                    <a:pt x="7176" y="113339"/>
                    <a:pt x="6125" y="113133"/>
                    <a:pt x="5094" y="112720"/>
                  </a:cubicBezTo>
                  <a:cubicBezTo>
                    <a:pt x="2021" y="111441"/>
                    <a:pt x="0" y="108431"/>
                    <a:pt x="0" y="105090"/>
                  </a:cubicBezTo>
                  <a:lnTo>
                    <a:pt x="0" y="8249"/>
                  </a:lnTo>
                  <a:cubicBezTo>
                    <a:pt x="0" y="3691"/>
                    <a:pt x="3691" y="0"/>
                    <a:pt x="8249" y="0"/>
                  </a:cubicBezTo>
                  <a:cubicBezTo>
                    <a:pt x="12806" y="0"/>
                    <a:pt x="16498" y="3691"/>
                    <a:pt x="16498" y="8249"/>
                  </a:cubicBezTo>
                  <a:lnTo>
                    <a:pt x="16498" y="85169"/>
                  </a:lnTo>
                  <a:lnTo>
                    <a:pt x="50833" y="50833"/>
                  </a:lnTo>
                  <a:cubicBezTo>
                    <a:pt x="54050" y="47616"/>
                    <a:pt x="59268" y="47616"/>
                    <a:pt x="62505" y="50833"/>
                  </a:cubicBezTo>
                  <a:cubicBezTo>
                    <a:pt x="65743" y="54050"/>
                    <a:pt x="65722" y="59268"/>
                    <a:pt x="62505" y="62505"/>
                  </a:cubicBezTo>
                  <a:lnTo>
                    <a:pt x="14085" y="110926"/>
                  </a:lnTo>
                  <a:cubicBezTo>
                    <a:pt x="12497" y="112514"/>
                    <a:pt x="10394" y="113339"/>
                    <a:pt x="8249" y="113339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95" name="Forma Livre: Forma 194">
              <a:extLst>
                <a:ext uri="{FF2B5EF4-FFF2-40B4-BE49-F238E27FC236}">
                  <a16:creationId xmlns:a16="http://schemas.microsoft.com/office/drawing/2014/main" id="{3530D88D-A02F-D710-6656-6FF5905BED43}"/>
                </a:ext>
              </a:extLst>
            </p:cNvPr>
            <p:cNvSpPr/>
            <p:nvPr/>
          </p:nvSpPr>
          <p:spPr>
            <a:xfrm>
              <a:off x="4212919" y="5834984"/>
              <a:ext cx="185969" cy="573313"/>
            </a:xfrm>
            <a:custGeom>
              <a:avLst/>
              <a:gdLst>
                <a:gd name="connsiteX0" fmla="*/ 92985 w 185969"/>
                <a:gd name="connsiteY0" fmla="*/ 573314 h 573313"/>
                <a:gd name="connsiteX1" fmla="*/ 0 w 185969"/>
                <a:gd name="connsiteY1" fmla="*/ 480329 h 573313"/>
                <a:gd name="connsiteX2" fmla="*/ 0 w 185969"/>
                <a:gd name="connsiteY2" fmla="*/ 92985 h 573313"/>
                <a:gd name="connsiteX3" fmla="*/ 92985 w 185969"/>
                <a:gd name="connsiteY3" fmla="*/ 0 h 573313"/>
                <a:gd name="connsiteX4" fmla="*/ 185970 w 185969"/>
                <a:gd name="connsiteY4" fmla="*/ 92985 h 573313"/>
                <a:gd name="connsiteX5" fmla="*/ 185970 w 185969"/>
                <a:gd name="connsiteY5" fmla="*/ 153511 h 573313"/>
                <a:gd name="connsiteX6" fmla="*/ 177721 w 185969"/>
                <a:gd name="connsiteY6" fmla="*/ 161760 h 573313"/>
                <a:gd name="connsiteX7" fmla="*/ 169472 w 185969"/>
                <a:gd name="connsiteY7" fmla="*/ 153511 h 573313"/>
                <a:gd name="connsiteX8" fmla="*/ 169472 w 185969"/>
                <a:gd name="connsiteY8" fmla="*/ 92985 h 573313"/>
                <a:gd name="connsiteX9" fmla="*/ 92985 w 185969"/>
                <a:gd name="connsiteY9" fmla="*/ 16498 h 573313"/>
                <a:gd name="connsiteX10" fmla="*/ 16498 w 185969"/>
                <a:gd name="connsiteY10" fmla="*/ 92985 h 573313"/>
                <a:gd name="connsiteX11" fmla="*/ 16498 w 185969"/>
                <a:gd name="connsiteY11" fmla="*/ 480329 h 573313"/>
                <a:gd name="connsiteX12" fmla="*/ 92985 w 185969"/>
                <a:gd name="connsiteY12" fmla="*/ 556816 h 573313"/>
                <a:gd name="connsiteX13" fmla="*/ 169472 w 185969"/>
                <a:gd name="connsiteY13" fmla="*/ 480329 h 573313"/>
                <a:gd name="connsiteX14" fmla="*/ 169472 w 185969"/>
                <a:gd name="connsiteY14" fmla="*/ 444014 h 573313"/>
                <a:gd name="connsiteX15" fmla="*/ 177721 w 185969"/>
                <a:gd name="connsiteY15" fmla="*/ 435765 h 573313"/>
                <a:gd name="connsiteX16" fmla="*/ 185970 w 185969"/>
                <a:gd name="connsiteY16" fmla="*/ 444014 h 573313"/>
                <a:gd name="connsiteX17" fmla="*/ 185970 w 185969"/>
                <a:gd name="connsiteY17" fmla="*/ 480329 h 573313"/>
                <a:gd name="connsiteX18" fmla="*/ 92985 w 185969"/>
                <a:gd name="connsiteY18" fmla="*/ 573314 h 573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5969" h="573313">
                  <a:moveTo>
                    <a:pt x="92985" y="573314"/>
                  </a:moveTo>
                  <a:cubicBezTo>
                    <a:pt x="41718" y="573314"/>
                    <a:pt x="0" y="531596"/>
                    <a:pt x="0" y="480329"/>
                  </a:cubicBezTo>
                  <a:lnTo>
                    <a:pt x="0" y="92985"/>
                  </a:lnTo>
                  <a:cubicBezTo>
                    <a:pt x="0" y="41718"/>
                    <a:pt x="41718" y="0"/>
                    <a:pt x="92985" y="0"/>
                  </a:cubicBezTo>
                  <a:cubicBezTo>
                    <a:pt x="144251" y="0"/>
                    <a:pt x="185970" y="41718"/>
                    <a:pt x="185970" y="92985"/>
                  </a:cubicBezTo>
                  <a:lnTo>
                    <a:pt x="185970" y="153511"/>
                  </a:lnTo>
                  <a:cubicBezTo>
                    <a:pt x="185970" y="158068"/>
                    <a:pt x="182278" y="161760"/>
                    <a:pt x="177721" y="161760"/>
                  </a:cubicBezTo>
                  <a:cubicBezTo>
                    <a:pt x="173163" y="161760"/>
                    <a:pt x="169472" y="158068"/>
                    <a:pt x="169472" y="153511"/>
                  </a:cubicBezTo>
                  <a:lnTo>
                    <a:pt x="169472" y="92985"/>
                  </a:lnTo>
                  <a:cubicBezTo>
                    <a:pt x="169472" y="50813"/>
                    <a:pt x="135157" y="16498"/>
                    <a:pt x="92985" y="16498"/>
                  </a:cubicBezTo>
                  <a:cubicBezTo>
                    <a:pt x="50813" y="16498"/>
                    <a:pt x="16498" y="50813"/>
                    <a:pt x="16498" y="92985"/>
                  </a:cubicBezTo>
                  <a:lnTo>
                    <a:pt x="16498" y="480329"/>
                  </a:lnTo>
                  <a:cubicBezTo>
                    <a:pt x="16498" y="522501"/>
                    <a:pt x="50813" y="556816"/>
                    <a:pt x="92985" y="556816"/>
                  </a:cubicBezTo>
                  <a:cubicBezTo>
                    <a:pt x="135157" y="556816"/>
                    <a:pt x="169472" y="522501"/>
                    <a:pt x="169472" y="480329"/>
                  </a:cubicBezTo>
                  <a:lnTo>
                    <a:pt x="169472" y="444014"/>
                  </a:lnTo>
                  <a:cubicBezTo>
                    <a:pt x="169472" y="439456"/>
                    <a:pt x="173163" y="435765"/>
                    <a:pt x="177721" y="435765"/>
                  </a:cubicBezTo>
                  <a:cubicBezTo>
                    <a:pt x="182278" y="435765"/>
                    <a:pt x="185970" y="439456"/>
                    <a:pt x="185970" y="444014"/>
                  </a:cubicBezTo>
                  <a:lnTo>
                    <a:pt x="185970" y="480329"/>
                  </a:lnTo>
                  <a:cubicBezTo>
                    <a:pt x="185970" y="531596"/>
                    <a:pt x="144251" y="573314"/>
                    <a:pt x="92985" y="573314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96" name="Forma Livre: Forma 195">
              <a:extLst>
                <a:ext uri="{FF2B5EF4-FFF2-40B4-BE49-F238E27FC236}">
                  <a16:creationId xmlns:a16="http://schemas.microsoft.com/office/drawing/2014/main" id="{4F6C30B0-EC17-675B-1A6A-61382C07840F}"/>
                </a:ext>
              </a:extLst>
            </p:cNvPr>
            <p:cNvSpPr/>
            <p:nvPr/>
          </p:nvSpPr>
          <p:spPr>
            <a:xfrm>
              <a:off x="4297655" y="6270748"/>
              <a:ext cx="270685" cy="137549"/>
            </a:xfrm>
            <a:custGeom>
              <a:avLst/>
              <a:gdLst>
                <a:gd name="connsiteX0" fmla="*/ 177700 w 270685"/>
                <a:gd name="connsiteY0" fmla="*/ 137549 h 137549"/>
                <a:gd name="connsiteX1" fmla="*/ 8249 w 270685"/>
                <a:gd name="connsiteY1" fmla="*/ 137549 h 137549"/>
                <a:gd name="connsiteX2" fmla="*/ 0 w 270685"/>
                <a:gd name="connsiteY2" fmla="*/ 129300 h 137549"/>
                <a:gd name="connsiteX3" fmla="*/ 8249 w 270685"/>
                <a:gd name="connsiteY3" fmla="*/ 121051 h 137549"/>
                <a:gd name="connsiteX4" fmla="*/ 177700 w 270685"/>
                <a:gd name="connsiteY4" fmla="*/ 121051 h 137549"/>
                <a:gd name="connsiteX5" fmla="*/ 254188 w 270685"/>
                <a:gd name="connsiteY5" fmla="*/ 44564 h 137549"/>
                <a:gd name="connsiteX6" fmla="*/ 254188 w 270685"/>
                <a:gd name="connsiteY6" fmla="*/ 8249 h 137549"/>
                <a:gd name="connsiteX7" fmla="*/ 262436 w 270685"/>
                <a:gd name="connsiteY7" fmla="*/ 0 h 137549"/>
                <a:gd name="connsiteX8" fmla="*/ 270685 w 270685"/>
                <a:gd name="connsiteY8" fmla="*/ 8249 h 137549"/>
                <a:gd name="connsiteX9" fmla="*/ 270685 w 270685"/>
                <a:gd name="connsiteY9" fmla="*/ 44564 h 137549"/>
                <a:gd name="connsiteX10" fmla="*/ 177700 w 270685"/>
                <a:gd name="connsiteY10" fmla="*/ 137549 h 137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70685" h="137549">
                  <a:moveTo>
                    <a:pt x="177700" y="137549"/>
                  </a:moveTo>
                  <a:lnTo>
                    <a:pt x="8249" y="137549"/>
                  </a:lnTo>
                  <a:cubicBezTo>
                    <a:pt x="3691" y="137549"/>
                    <a:pt x="0" y="133858"/>
                    <a:pt x="0" y="129300"/>
                  </a:cubicBezTo>
                  <a:cubicBezTo>
                    <a:pt x="0" y="124743"/>
                    <a:pt x="3691" y="121051"/>
                    <a:pt x="8249" y="121051"/>
                  </a:cubicBezTo>
                  <a:lnTo>
                    <a:pt x="177700" y="121051"/>
                  </a:lnTo>
                  <a:cubicBezTo>
                    <a:pt x="219872" y="121051"/>
                    <a:pt x="254188" y="86736"/>
                    <a:pt x="254188" y="44564"/>
                  </a:cubicBezTo>
                  <a:lnTo>
                    <a:pt x="254188" y="8249"/>
                  </a:lnTo>
                  <a:cubicBezTo>
                    <a:pt x="254188" y="3691"/>
                    <a:pt x="257879" y="0"/>
                    <a:pt x="262436" y="0"/>
                  </a:cubicBezTo>
                  <a:cubicBezTo>
                    <a:pt x="266994" y="0"/>
                    <a:pt x="270685" y="3691"/>
                    <a:pt x="270685" y="8249"/>
                  </a:cubicBezTo>
                  <a:lnTo>
                    <a:pt x="270685" y="44564"/>
                  </a:lnTo>
                  <a:cubicBezTo>
                    <a:pt x="270685" y="95831"/>
                    <a:pt x="228967" y="137549"/>
                    <a:pt x="177700" y="137549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97" name="Forma Livre: Forma 196">
              <a:extLst>
                <a:ext uri="{FF2B5EF4-FFF2-40B4-BE49-F238E27FC236}">
                  <a16:creationId xmlns:a16="http://schemas.microsoft.com/office/drawing/2014/main" id="{2B2287C3-32B9-23C8-F0BC-353472C45131}"/>
                </a:ext>
              </a:extLst>
            </p:cNvPr>
            <p:cNvSpPr/>
            <p:nvPr/>
          </p:nvSpPr>
          <p:spPr>
            <a:xfrm>
              <a:off x="4297655" y="5834984"/>
              <a:ext cx="270685" cy="161759"/>
            </a:xfrm>
            <a:custGeom>
              <a:avLst/>
              <a:gdLst>
                <a:gd name="connsiteX0" fmla="*/ 262436 w 270685"/>
                <a:gd name="connsiteY0" fmla="*/ 161760 h 161759"/>
                <a:gd name="connsiteX1" fmla="*/ 254188 w 270685"/>
                <a:gd name="connsiteY1" fmla="*/ 153511 h 161759"/>
                <a:gd name="connsiteX2" fmla="*/ 254188 w 270685"/>
                <a:gd name="connsiteY2" fmla="*/ 92985 h 161759"/>
                <a:gd name="connsiteX3" fmla="*/ 177700 w 270685"/>
                <a:gd name="connsiteY3" fmla="*/ 16498 h 161759"/>
                <a:gd name="connsiteX4" fmla="*/ 8249 w 270685"/>
                <a:gd name="connsiteY4" fmla="*/ 16498 h 161759"/>
                <a:gd name="connsiteX5" fmla="*/ 0 w 270685"/>
                <a:gd name="connsiteY5" fmla="*/ 8249 h 161759"/>
                <a:gd name="connsiteX6" fmla="*/ 8249 w 270685"/>
                <a:gd name="connsiteY6" fmla="*/ 0 h 161759"/>
                <a:gd name="connsiteX7" fmla="*/ 177700 w 270685"/>
                <a:gd name="connsiteY7" fmla="*/ 0 h 161759"/>
                <a:gd name="connsiteX8" fmla="*/ 270685 w 270685"/>
                <a:gd name="connsiteY8" fmla="*/ 92985 h 161759"/>
                <a:gd name="connsiteX9" fmla="*/ 270685 w 270685"/>
                <a:gd name="connsiteY9" fmla="*/ 153511 h 161759"/>
                <a:gd name="connsiteX10" fmla="*/ 262436 w 270685"/>
                <a:gd name="connsiteY10" fmla="*/ 161760 h 161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70685" h="161759">
                  <a:moveTo>
                    <a:pt x="262436" y="161760"/>
                  </a:moveTo>
                  <a:cubicBezTo>
                    <a:pt x="257879" y="161760"/>
                    <a:pt x="254188" y="158068"/>
                    <a:pt x="254188" y="153511"/>
                  </a:cubicBezTo>
                  <a:lnTo>
                    <a:pt x="254188" y="92985"/>
                  </a:lnTo>
                  <a:cubicBezTo>
                    <a:pt x="254188" y="50813"/>
                    <a:pt x="219872" y="16498"/>
                    <a:pt x="177700" y="16498"/>
                  </a:cubicBezTo>
                  <a:lnTo>
                    <a:pt x="8249" y="16498"/>
                  </a:lnTo>
                  <a:cubicBezTo>
                    <a:pt x="3691" y="16498"/>
                    <a:pt x="0" y="12806"/>
                    <a:pt x="0" y="8249"/>
                  </a:cubicBezTo>
                  <a:cubicBezTo>
                    <a:pt x="0" y="3691"/>
                    <a:pt x="3691" y="0"/>
                    <a:pt x="8249" y="0"/>
                  </a:cubicBezTo>
                  <a:lnTo>
                    <a:pt x="177700" y="0"/>
                  </a:lnTo>
                  <a:cubicBezTo>
                    <a:pt x="228967" y="0"/>
                    <a:pt x="270685" y="41718"/>
                    <a:pt x="270685" y="92985"/>
                  </a:cubicBezTo>
                  <a:lnTo>
                    <a:pt x="270685" y="153511"/>
                  </a:lnTo>
                  <a:cubicBezTo>
                    <a:pt x="270685" y="158068"/>
                    <a:pt x="266994" y="161760"/>
                    <a:pt x="262436" y="161760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98" name="Forma Livre: Forma 197">
              <a:extLst>
                <a:ext uri="{FF2B5EF4-FFF2-40B4-BE49-F238E27FC236}">
                  <a16:creationId xmlns:a16="http://schemas.microsoft.com/office/drawing/2014/main" id="{69611FCA-EAD4-84DA-424F-B2CB642BF3D6}"/>
                </a:ext>
              </a:extLst>
            </p:cNvPr>
            <p:cNvSpPr/>
            <p:nvPr/>
          </p:nvSpPr>
          <p:spPr>
            <a:xfrm>
              <a:off x="4678083" y="6067098"/>
              <a:ext cx="35472" cy="109077"/>
            </a:xfrm>
            <a:custGeom>
              <a:avLst/>
              <a:gdLst>
                <a:gd name="connsiteX0" fmla="*/ 8256 w 35472"/>
                <a:gd name="connsiteY0" fmla="*/ 109078 h 109077"/>
                <a:gd name="connsiteX1" fmla="*/ 2441 w 35472"/>
                <a:gd name="connsiteY1" fmla="*/ 106686 h 109077"/>
                <a:gd name="connsiteX2" fmla="*/ 2400 w 35472"/>
                <a:gd name="connsiteY2" fmla="*/ 95014 h 109077"/>
                <a:gd name="connsiteX3" fmla="*/ 2400 w 35472"/>
                <a:gd name="connsiteY3" fmla="*/ 14072 h 109077"/>
                <a:gd name="connsiteX4" fmla="*/ 2441 w 35472"/>
                <a:gd name="connsiteY4" fmla="*/ 2400 h 109077"/>
                <a:gd name="connsiteX5" fmla="*/ 14113 w 35472"/>
                <a:gd name="connsiteY5" fmla="*/ 2441 h 109077"/>
                <a:gd name="connsiteX6" fmla="*/ 14113 w 35472"/>
                <a:gd name="connsiteY6" fmla="*/ 106603 h 109077"/>
                <a:gd name="connsiteX7" fmla="*/ 8256 w 35472"/>
                <a:gd name="connsiteY7" fmla="*/ 109037 h 1090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472" h="109077">
                  <a:moveTo>
                    <a:pt x="8256" y="109078"/>
                  </a:moveTo>
                  <a:cubicBezTo>
                    <a:pt x="6153" y="109078"/>
                    <a:pt x="4050" y="108274"/>
                    <a:pt x="2441" y="106686"/>
                  </a:cubicBezTo>
                  <a:cubicBezTo>
                    <a:pt x="-796" y="103469"/>
                    <a:pt x="-817" y="98251"/>
                    <a:pt x="2400" y="95014"/>
                  </a:cubicBezTo>
                  <a:cubicBezTo>
                    <a:pt x="24527" y="72701"/>
                    <a:pt x="24527" y="36385"/>
                    <a:pt x="2400" y="14072"/>
                  </a:cubicBezTo>
                  <a:cubicBezTo>
                    <a:pt x="-817" y="10834"/>
                    <a:pt x="-776" y="5617"/>
                    <a:pt x="2441" y="2400"/>
                  </a:cubicBezTo>
                  <a:cubicBezTo>
                    <a:pt x="5679" y="-817"/>
                    <a:pt x="10896" y="-796"/>
                    <a:pt x="14113" y="2441"/>
                  </a:cubicBezTo>
                  <a:cubicBezTo>
                    <a:pt x="42592" y="31168"/>
                    <a:pt x="42592" y="77897"/>
                    <a:pt x="14113" y="106603"/>
                  </a:cubicBezTo>
                  <a:cubicBezTo>
                    <a:pt x="12505" y="108232"/>
                    <a:pt x="10381" y="109037"/>
                    <a:pt x="8256" y="109037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199" name="Forma Livre: Forma 198">
              <a:extLst>
                <a:ext uri="{FF2B5EF4-FFF2-40B4-BE49-F238E27FC236}">
                  <a16:creationId xmlns:a16="http://schemas.microsoft.com/office/drawing/2014/main" id="{10C701EF-4CAC-40E6-DF67-A6F32CE24EDF}"/>
                </a:ext>
              </a:extLst>
            </p:cNvPr>
            <p:cNvSpPr/>
            <p:nvPr/>
          </p:nvSpPr>
          <p:spPr>
            <a:xfrm>
              <a:off x="4727895" y="6011581"/>
              <a:ext cx="58218" cy="220150"/>
            </a:xfrm>
            <a:custGeom>
              <a:avLst/>
              <a:gdLst>
                <a:gd name="connsiteX0" fmla="*/ 8267 w 58218"/>
                <a:gd name="connsiteY0" fmla="*/ 220151 h 220150"/>
                <a:gd name="connsiteX1" fmla="*/ 2452 w 58218"/>
                <a:gd name="connsiteY1" fmla="*/ 217759 h 220150"/>
                <a:gd name="connsiteX2" fmla="*/ 2390 w 58218"/>
                <a:gd name="connsiteY2" fmla="*/ 206087 h 220150"/>
                <a:gd name="connsiteX3" fmla="*/ 2390 w 58218"/>
                <a:gd name="connsiteY3" fmla="*/ 14054 h 220150"/>
                <a:gd name="connsiteX4" fmla="*/ 2452 w 58218"/>
                <a:gd name="connsiteY4" fmla="*/ 2382 h 220150"/>
                <a:gd name="connsiteX5" fmla="*/ 14124 w 58218"/>
                <a:gd name="connsiteY5" fmla="*/ 2444 h 220150"/>
                <a:gd name="connsiteX6" fmla="*/ 14124 w 58218"/>
                <a:gd name="connsiteY6" fmla="*/ 217697 h 220150"/>
                <a:gd name="connsiteX7" fmla="*/ 8267 w 58218"/>
                <a:gd name="connsiteY7" fmla="*/ 220130 h 220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8218" h="220150">
                  <a:moveTo>
                    <a:pt x="8267" y="220151"/>
                  </a:moveTo>
                  <a:cubicBezTo>
                    <a:pt x="6164" y="220151"/>
                    <a:pt x="4060" y="219347"/>
                    <a:pt x="2452" y="217759"/>
                  </a:cubicBezTo>
                  <a:cubicBezTo>
                    <a:pt x="-786" y="214562"/>
                    <a:pt x="-807" y="209324"/>
                    <a:pt x="2390" y="206087"/>
                  </a:cubicBezTo>
                  <a:cubicBezTo>
                    <a:pt x="54852" y="153150"/>
                    <a:pt x="54852" y="66991"/>
                    <a:pt x="2390" y="14054"/>
                  </a:cubicBezTo>
                  <a:cubicBezTo>
                    <a:pt x="-827" y="10816"/>
                    <a:pt x="-786" y="5599"/>
                    <a:pt x="2452" y="2382"/>
                  </a:cubicBezTo>
                  <a:cubicBezTo>
                    <a:pt x="5689" y="-815"/>
                    <a:pt x="10907" y="-794"/>
                    <a:pt x="14124" y="2444"/>
                  </a:cubicBezTo>
                  <a:cubicBezTo>
                    <a:pt x="72917" y="61794"/>
                    <a:pt x="72917" y="158347"/>
                    <a:pt x="14124" y="217697"/>
                  </a:cubicBezTo>
                  <a:cubicBezTo>
                    <a:pt x="12515" y="219326"/>
                    <a:pt x="10391" y="220130"/>
                    <a:pt x="8267" y="220130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200" name="Gráfico 10">
            <a:extLst>
              <a:ext uri="{FF2B5EF4-FFF2-40B4-BE49-F238E27FC236}">
                <a16:creationId xmlns:a16="http://schemas.microsoft.com/office/drawing/2014/main" id="{2B2F06F8-9FDA-2D95-20E6-0E91BB9A4589}"/>
              </a:ext>
            </a:extLst>
          </p:cNvPr>
          <p:cNvGrpSpPr/>
          <p:nvPr/>
        </p:nvGrpSpPr>
        <p:grpSpPr>
          <a:xfrm>
            <a:off x="6745413" y="5366489"/>
            <a:ext cx="614537" cy="408316"/>
            <a:chOff x="7161873" y="4886390"/>
            <a:chExt cx="614537" cy="408316"/>
          </a:xfrm>
          <a:solidFill>
            <a:schemeClr val="tx1"/>
          </a:solidFill>
        </p:grpSpPr>
        <p:sp>
          <p:nvSpPr>
            <p:cNvPr id="201" name="Forma Livre: Forma 200">
              <a:extLst>
                <a:ext uri="{FF2B5EF4-FFF2-40B4-BE49-F238E27FC236}">
                  <a16:creationId xmlns:a16="http://schemas.microsoft.com/office/drawing/2014/main" id="{DF5FA45B-BE61-5B95-FCBC-21110813B037}"/>
                </a:ext>
              </a:extLst>
            </p:cNvPr>
            <p:cNvSpPr/>
            <p:nvPr/>
          </p:nvSpPr>
          <p:spPr>
            <a:xfrm>
              <a:off x="7161873" y="4886390"/>
              <a:ext cx="614537" cy="408316"/>
            </a:xfrm>
            <a:custGeom>
              <a:avLst/>
              <a:gdLst>
                <a:gd name="connsiteX0" fmla="*/ 575355 w 614537"/>
                <a:gd name="connsiteY0" fmla="*/ 408317 h 408316"/>
                <a:gd name="connsiteX1" fmla="*/ 39182 w 614537"/>
                <a:gd name="connsiteY1" fmla="*/ 408317 h 408316"/>
                <a:gd name="connsiteX2" fmla="*/ 0 w 614537"/>
                <a:gd name="connsiteY2" fmla="*/ 369135 h 408316"/>
                <a:gd name="connsiteX3" fmla="*/ 0 w 614537"/>
                <a:gd name="connsiteY3" fmla="*/ 39182 h 408316"/>
                <a:gd name="connsiteX4" fmla="*/ 39182 w 614537"/>
                <a:gd name="connsiteY4" fmla="*/ 0 h 408316"/>
                <a:gd name="connsiteX5" fmla="*/ 575355 w 614537"/>
                <a:gd name="connsiteY5" fmla="*/ 0 h 408316"/>
                <a:gd name="connsiteX6" fmla="*/ 614537 w 614537"/>
                <a:gd name="connsiteY6" fmla="*/ 39182 h 408316"/>
                <a:gd name="connsiteX7" fmla="*/ 614537 w 614537"/>
                <a:gd name="connsiteY7" fmla="*/ 369135 h 408316"/>
                <a:gd name="connsiteX8" fmla="*/ 575355 w 614537"/>
                <a:gd name="connsiteY8" fmla="*/ 408317 h 408316"/>
                <a:gd name="connsiteX9" fmla="*/ 39182 w 614537"/>
                <a:gd name="connsiteY9" fmla="*/ 16498 h 408316"/>
                <a:gd name="connsiteX10" fmla="*/ 16498 w 614537"/>
                <a:gd name="connsiteY10" fmla="*/ 39182 h 408316"/>
                <a:gd name="connsiteX11" fmla="*/ 16498 w 614537"/>
                <a:gd name="connsiteY11" fmla="*/ 369135 h 408316"/>
                <a:gd name="connsiteX12" fmla="*/ 39182 w 614537"/>
                <a:gd name="connsiteY12" fmla="*/ 391819 h 408316"/>
                <a:gd name="connsiteX13" fmla="*/ 575355 w 614537"/>
                <a:gd name="connsiteY13" fmla="*/ 391819 h 408316"/>
                <a:gd name="connsiteX14" fmla="*/ 598040 w 614537"/>
                <a:gd name="connsiteY14" fmla="*/ 369135 h 408316"/>
                <a:gd name="connsiteX15" fmla="*/ 598040 w 614537"/>
                <a:gd name="connsiteY15" fmla="*/ 39182 h 408316"/>
                <a:gd name="connsiteX16" fmla="*/ 575355 w 614537"/>
                <a:gd name="connsiteY16" fmla="*/ 16498 h 408316"/>
                <a:gd name="connsiteX17" fmla="*/ 39182 w 614537"/>
                <a:gd name="connsiteY17" fmla="*/ 16498 h 408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14537" h="408316">
                  <a:moveTo>
                    <a:pt x="575355" y="408317"/>
                  </a:moveTo>
                  <a:lnTo>
                    <a:pt x="39182" y="408317"/>
                  </a:lnTo>
                  <a:cubicBezTo>
                    <a:pt x="17570" y="408317"/>
                    <a:pt x="0" y="390747"/>
                    <a:pt x="0" y="369135"/>
                  </a:cubicBezTo>
                  <a:lnTo>
                    <a:pt x="0" y="39182"/>
                  </a:lnTo>
                  <a:cubicBezTo>
                    <a:pt x="0" y="17570"/>
                    <a:pt x="17570" y="0"/>
                    <a:pt x="39182" y="0"/>
                  </a:cubicBezTo>
                  <a:lnTo>
                    <a:pt x="575355" y="0"/>
                  </a:lnTo>
                  <a:cubicBezTo>
                    <a:pt x="596967" y="0"/>
                    <a:pt x="614537" y="17570"/>
                    <a:pt x="614537" y="39182"/>
                  </a:cubicBezTo>
                  <a:lnTo>
                    <a:pt x="614537" y="369135"/>
                  </a:lnTo>
                  <a:cubicBezTo>
                    <a:pt x="614537" y="390747"/>
                    <a:pt x="596967" y="408317"/>
                    <a:pt x="575355" y="408317"/>
                  </a:cubicBezTo>
                  <a:close/>
                  <a:moveTo>
                    <a:pt x="39182" y="16498"/>
                  </a:moveTo>
                  <a:cubicBezTo>
                    <a:pt x="26664" y="16498"/>
                    <a:pt x="16498" y="26664"/>
                    <a:pt x="16498" y="39182"/>
                  </a:cubicBezTo>
                  <a:lnTo>
                    <a:pt x="16498" y="369135"/>
                  </a:lnTo>
                  <a:cubicBezTo>
                    <a:pt x="16498" y="381652"/>
                    <a:pt x="26664" y="391819"/>
                    <a:pt x="39182" y="391819"/>
                  </a:cubicBezTo>
                  <a:lnTo>
                    <a:pt x="575355" y="391819"/>
                  </a:lnTo>
                  <a:cubicBezTo>
                    <a:pt x="587873" y="391819"/>
                    <a:pt x="598040" y="381652"/>
                    <a:pt x="598040" y="369135"/>
                  </a:cubicBezTo>
                  <a:lnTo>
                    <a:pt x="598040" y="39182"/>
                  </a:lnTo>
                  <a:cubicBezTo>
                    <a:pt x="598040" y="26664"/>
                    <a:pt x="587873" y="16498"/>
                    <a:pt x="575355" y="16498"/>
                  </a:cubicBezTo>
                  <a:lnTo>
                    <a:pt x="39182" y="16498"/>
                  </a:ln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02" name="Forma Livre: Forma 201">
              <a:extLst>
                <a:ext uri="{FF2B5EF4-FFF2-40B4-BE49-F238E27FC236}">
                  <a16:creationId xmlns:a16="http://schemas.microsoft.com/office/drawing/2014/main" id="{294CCE3A-A6DF-3D4B-306B-B1A1CB7FD8FF}"/>
                </a:ext>
              </a:extLst>
            </p:cNvPr>
            <p:cNvSpPr/>
            <p:nvPr/>
          </p:nvSpPr>
          <p:spPr>
            <a:xfrm>
              <a:off x="7223740" y="5195720"/>
              <a:ext cx="37119" cy="16497"/>
            </a:xfrm>
            <a:custGeom>
              <a:avLst/>
              <a:gdLst>
                <a:gd name="connsiteX0" fmla="*/ 28871 w 37119"/>
                <a:gd name="connsiteY0" fmla="*/ 16498 h 16497"/>
                <a:gd name="connsiteX1" fmla="*/ 8249 w 37119"/>
                <a:gd name="connsiteY1" fmla="*/ 16498 h 16497"/>
                <a:gd name="connsiteX2" fmla="*/ 0 w 37119"/>
                <a:gd name="connsiteY2" fmla="*/ 8249 h 16497"/>
                <a:gd name="connsiteX3" fmla="*/ 8249 w 37119"/>
                <a:gd name="connsiteY3" fmla="*/ 0 h 16497"/>
                <a:gd name="connsiteX4" fmla="*/ 28871 w 37119"/>
                <a:gd name="connsiteY4" fmla="*/ 0 h 16497"/>
                <a:gd name="connsiteX5" fmla="*/ 37120 w 37119"/>
                <a:gd name="connsiteY5" fmla="*/ 8249 h 16497"/>
                <a:gd name="connsiteX6" fmla="*/ 28871 w 37119"/>
                <a:gd name="connsiteY6" fmla="*/ 16498 h 16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119" h="16497">
                  <a:moveTo>
                    <a:pt x="28871" y="16498"/>
                  </a:moveTo>
                  <a:lnTo>
                    <a:pt x="8249" y="16498"/>
                  </a:lnTo>
                  <a:cubicBezTo>
                    <a:pt x="3691" y="16498"/>
                    <a:pt x="0" y="12806"/>
                    <a:pt x="0" y="8249"/>
                  </a:cubicBezTo>
                  <a:cubicBezTo>
                    <a:pt x="0" y="3691"/>
                    <a:pt x="3691" y="0"/>
                    <a:pt x="8249" y="0"/>
                  </a:cubicBezTo>
                  <a:lnTo>
                    <a:pt x="28871" y="0"/>
                  </a:lnTo>
                  <a:cubicBezTo>
                    <a:pt x="33428" y="0"/>
                    <a:pt x="37120" y="3691"/>
                    <a:pt x="37120" y="8249"/>
                  </a:cubicBezTo>
                  <a:cubicBezTo>
                    <a:pt x="37120" y="12806"/>
                    <a:pt x="33428" y="16498"/>
                    <a:pt x="28871" y="16498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03" name="Forma Livre: Forma 202">
              <a:extLst>
                <a:ext uri="{FF2B5EF4-FFF2-40B4-BE49-F238E27FC236}">
                  <a16:creationId xmlns:a16="http://schemas.microsoft.com/office/drawing/2014/main" id="{EB2BBF3A-72AF-CE02-71B5-C5EF1768C2A0}"/>
                </a:ext>
              </a:extLst>
            </p:cNvPr>
            <p:cNvSpPr/>
            <p:nvPr/>
          </p:nvSpPr>
          <p:spPr>
            <a:xfrm>
              <a:off x="7285606" y="5195720"/>
              <a:ext cx="37119" cy="16497"/>
            </a:xfrm>
            <a:custGeom>
              <a:avLst/>
              <a:gdLst>
                <a:gd name="connsiteX0" fmla="*/ 28871 w 37119"/>
                <a:gd name="connsiteY0" fmla="*/ 16498 h 16497"/>
                <a:gd name="connsiteX1" fmla="*/ 8249 w 37119"/>
                <a:gd name="connsiteY1" fmla="*/ 16498 h 16497"/>
                <a:gd name="connsiteX2" fmla="*/ 0 w 37119"/>
                <a:gd name="connsiteY2" fmla="*/ 8249 h 16497"/>
                <a:gd name="connsiteX3" fmla="*/ 8249 w 37119"/>
                <a:gd name="connsiteY3" fmla="*/ 0 h 16497"/>
                <a:gd name="connsiteX4" fmla="*/ 28871 w 37119"/>
                <a:gd name="connsiteY4" fmla="*/ 0 h 16497"/>
                <a:gd name="connsiteX5" fmla="*/ 37120 w 37119"/>
                <a:gd name="connsiteY5" fmla="*/ 8249 h 16497"/>
                <a:gd name="connsiteX6" fmla="*/ 28871 w 37119"/>
                <a:gd name="connsiteY6" fmla="*/ 16498 h 16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119" h="16497">
                  <a:moveTo>
                    <a:pt x="28871" y="16498"/>
                  </a:moveTo>
                  <a:lnTo>
                    <a:pt x="8249" y="16498"/>
                  </a:lnTo>
                  <a:cubicBezTo>
                    <a:pt x="3691" y="16498"/>
                    <a:pt x="0" y="12806"/>
                    <a:pt x="0" y="8249"/>
                  </a:cubicBezTo>
                  <a:cubicBezTo>
                    <a:pt x="0" y="3691"/>
                    <a:pt x="3691" y="0"/>
                    <a:pt x="8249" y="0"/>
                  </a:cubicBezTo>
                  <a:lnTo>
                    <a:pt x="28871" y="0"/>
                  </a:lnTo>
                  <a:cubicBezTo>
                    <a:pt x="33428" y="0"/>
                    <a:pt x="37120" y="3691"/>
                    <a:pt x="37120" y="8249"/>
                  </a:cubicBezTo>
                  <a:cubicBezTo>
                    <a:pt x="37120" y="12806"/>
                    <a:pt x="33428" y="16498"/>
                    <a:pt x="28871" y="16498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04" name="Forma Livre: Forma 203">
              <a:extLst>
                <a:ext uri="{FF2B5EF4-FFF2-40B4-BE49-F238E27FC236}">
                  <a16:creationId xmlns:a16="http://schemas.microsoft.com/office/drawing/2014/main" id="{294EDBCA-DA84-529B-EA54-EBA533DE6CA1}"/>
                </a:ext>
              </a:extLst>
            </p:cNvPr>
            <p:cNvSpPr/>
            <p:nvPr/>
          </p:nvSpPr>
          <p:spPr>
            <a:xfrm>
              <a:off x="7347472" y="5195720"/>
              <a:ext cx="37119" cy="16497"/>
            </a:xfrm>
            <a:custGeom>
              <a:avLst/>
              <a:gdLst>
                <a:gd name="connsiteX0" fmla="*/ 28871 w 37119"/>
                <a:gd name="connsiteY0" fmla="*/ 16498 h 16497"/>
                <a:gd name="connsiteX1" fmla="*/ 8249 w 37119"/>
                <a:gd name="connsiteY1" fmla="*/ 16498 h 16497"/>
                <a:gd name="connsiteX2" fmla="*/ 0 w 37119"/>
                <a:gd name="connsiteY2" fmla="*/ 8249 h 16497"/>
                <a:gd name="connsiteX3" fmla="*/ 8249 w 37119"/>
                <a:gd name="connsiteY3" fmla="*/ 0 h 16497"/>
                <a:gd name="connsiteX4" fmla="*/ 28871 w 37119"/>
                <a:gd name="connsiteY4" fmla="*/ 0 h 16497"/>
                <a:gd name="connsiteX5" fmla="*/ 37120 w 37119"/>
                <a:gd name="connsiteY5" fmla="*/ 8249 h 16497"/>
                <a:gd name="connsiteX6" fmla="*/ 28871 w 37119"/>
                <a:gd name="connsiteY6" fmla="*/ 16498 h 16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119" h="16497">
                  <a:moveTo>
                    <a:pt x="28871" y="16498"/>
                  </a:moveTo>
                  <a:lnTo>
                    <a:pt x="8249" y="16498"/>
                  </a:lnTo>
                  <a:cubicBezTo>
                    <a:pt x="3691" y="16498"/>
                    <a:pt x="0" y="12806"/>
                    <a:pt x="0" y="8249"/>
                  </a:cubicBezTo>
                  <a:cubicBezTo>
                    <a:pt x="0" y="3691"/>
                    <a:pt x="3691" y="0"/>
                    <a:pt x="8249" y="0"/>
                  </a:cubicBezTo>
                  <a:lnTo>
                    <a:pt x="28871" y="0"/>
                  </a:lnTo>
                  <a:cubicBezTo>
                    <a:pt x="33428" y="0"/>
                    <a:pt x="37120" y="3691"/>
                    <a:pt x="37120" y="8249"/>
                  </a:cubicBezTo>
                  <a:cubicBezTo>
                    <a:pt x="37120" y="12806"/>
                    <a:pt x="33428" y="16498"/>
                    <a:pt x="28871" y="16498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05" name="Forma Livre: Forma 204">
              <a:extLst>
                <a:ext uri="{FF2B5EF4-FFF2-40B4-BE49-F238E27FC236}">
                  <a16:creationId xmlns:a16="http://schemas.microsoft.com/office/drawing/2014/main" id="{2D18D129-9F82-E7FB-299E-69784E76F91B}"/>
                </a:ext>
              </a:extLst>
            </p:cNvPr>
            <p:cNvSpPr/>
            <p:nvPr/>
          </p:nvSpPr>
          <p:spPr>
            <a:xfrm>
              <a:off x="7409338" y="5195720"/>
              <a:ext cx="37119" cy="16497"/>
            </a:xfrm>
            <a:custGeom>
              <a:avLst/>
              <a:gdLst>
                <a:gd name="connsiteX0" fmla="*/ 28871 w 37119"/>
                <a:gd name="connsiteY0" fmla="*/ 16498 h 16497"/>
                <a:gd name="connsiteX1" fmla="*/ 8249 w 37119"/>
                <a:gd name="connsiteY1" fmla="*/ 16498 h 16497"/>
                <a:gd name="connsiteX2" fmla="*/ 0 w 37119"/>
                <a:gd name="connsiteY2" fmla="*/ 8249 h 16497"/>
                <a:gd name="connsiteX3" fmla="*/ 8249 w 37119"/>
                <a:gd name="connsiteY3" fmla="*/ 0 h 16497"/>
                <a:gd name="connsiteX4" fmla="*/ 28871 w 37119"/>
                <a:gd name="connsiteY4" fmla="*/ 0 h 16497"/>
                <a:gd name="connsiteX5" fmla="*/ 37120 w 37119"/>
                <a:gd name="connsiteY5" fmla="*/ 8249 h 16497"/>
                <a:gd name="connsiteX6" fmla="*/ 28871 w 37119"/>
                <a:gd name="connsiteY6" fmla="*/ 16498 h 16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119" h="16497">
                  <a:moveTo>
                    <a:pt x="28871" y="16498"/>
                  </a:moveTo>
                  <a:lnTo>
                    <a:pt x="8249" y="16498"/>
                  </a:lnTo>
                  <a:cubicBezTo>
                    <a:pt x="3691" y="16498"/>
                    <a:pt x="0" y="12806"/>
                    <a:pt x="0" y="8249"/>
                  </a:cubicBezTo>
                  <a:cubicBezTo>
                    <a:pt x="0" y="3691"/>
                    <a:pt x="3691" y="0"/>
                    <a:pt x="8249" y="0"/>
                  </a:cubicBezTo>
                  <a:lnTo>
                    <a:pt x="28871" y="0"/>
                  </a:lnTo>
                  <a:cubicBezTo>
                    <a:pt x="33428" y="0"/>
                    <a:pt x="37120" y="3691"/>
                    <a:pt x="37120" y="8249"/>
                  </a:cubicBezTo>
                  <a:cubicBezTo>
                    <a:pt x="37120" y="12806"/>
                    <a:pt x="33428" y="16498"/>
                    <a:pt x="28871" y="16498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06" name="Forma Livre: Forma 205">
              <a:extLst>
                <a:ext uri="{FF2B5EF4-FFF2-40B4-BE49-F238E27FC236}">
                  <a16:creationId xmlns:a16="http://schemas.microsoft.com/office/drawing/2014/main" id="{06BDF587-DEBC-0A9D-9FE6-A4C9C9EF07AB}"/>
                </a:ext>
              </a:extLst>
            </p:cNvPr>
            <p:cNvSpPr/>
            <p:nvPr/>
          </p:nvSpPr>
          <p:spPr>
            <a:xfrm>
              <a:off x="7223740" y="4969909"/>
              <a:ext cx="202096" cy="140229"/>
            </a:xfrm>
            <a:custGeom>
              <a:avLst/>
              <a:gdLst>
                <a:gd name="connsiteX0" fmla="*/ 173225 w 202096"/>
                <a:gd name="connsiteY0" fmla="*/ 140230 h 140229"/>
                <a:gd name="connsiteX1" fmla="*/ 28871 w 202096"/>
                <a:gd name="connsiteY1" fmla="*/ 140230 h 140229"/>
                <a:gd name="connsiteX2" fmla="*/ 0 w 202096"/>
                <a:gd name="connsiteY2" fmla="*/ 111359 h 140229"/>
                <a:gd name="connsiteX3" fmla="*/ 0 w 202096"/>
                <a:gd name="connsiteY3" fmla="*/ 28871 h 140229"/>
                <a:gd name="connsiteX4" fmla="*/ 28871 w 202096"/>
                <a:gd name="connsiteY4" fmla="*/ 0 h 140229"/>
                <a:gd name="connsiteX5" fmla="*/ 173225 w 202096"/>
                <a:gd name="connsiteY5" fmla="*/ 0 h 140229"/>
                <a:gd name="connsiteX6" fmla="*/ 202096 w 202096"/>
                <a:gd name="connsiteY6" fmla="*/ 28871 h 140229"/>
                <a:gd name="connsiteX7" fmla="*/ 202096 w 202096"/>
                <a:gd name="connsiteY7" fmla="*/ 111359 h 140229"/>
                <a:gd name="connsiteX8" fmla="*/ 173225 w 202096"/>
                <a:gd name="connsiteY8" fmla="*/ 140230 h 140229"/>
                <a:gd name="connsiteX9" fmla="*/ 28871 w 202096"/>
                <a:gd name="connsiteY9" fmla="*/ 16498 h 140229"/>
                <a:gd name="connsiteX10" fmla="*/ 16498 w 202096"/>
                <a:gd name="connsiteY10" fmla="*/ 28871 h 140229"/>
                <a:gd name="connsiteX11" fmla="*/ 16498 w 202096"/>
                <a:gd name="connsiteY11" fmla="*/ 111359 h 140229"/>
                <a:gd name="connsiteX12" fmla="*/ 28871 w 202096"/>
                <a:gd name="connsiteY12" fmla="*/ 123732 h 140229"/>
                <a:gd name="connsiteX13" fmla="*/ 173225 w 202096"/>
                <a:gd name="connsiteY13" fmla="*/ 123732 h 140229"/>
                <a:gd name="connsiteX14" fmla="*/ 185599 w 202096"/>
                <a:gd name="connsiteY14" fmla="*/ 111359 h 140229"/>
                <a:gd name="connsiteX15" fmla="*/ 185599 w 202096"/>
                <a:gd name="connsiteY15" fmla="*/ 28871 h 140229"/>
                <a:gd name="connsiteX16" fmla="*/ 173225 w 202096"/>
                <a:gd name="connsiteY16" fmla="*/ 16498 h 140229"/>
                <a:gd name="connsiteX17" fmla="*/ 28871 w 202096"/>
                <a:gd name="connsiteY17" fmla="*/ 16498 h 140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02096" h="140229">
                  <a:moveTo>
                    <a:pt x="173225" y="140230"/>
                  </a:moveTo>
                  <a:lnTo>
                    <a:pt x="28871" y="140230"/>
                  </a:lnTo>
                  <a:cubicBezTo>
                    <a:pt x="12951" y="140230"/>
                    <a:pt x="0" y="127279"/>
                    <a:pt x="0" y="111359"/>
                  </a:cubicBezTo>
                  <a:lnTo>
                    <a:pt x="0" y="28871"/>
                  </a:lnTo>
                  <a:cubicBezTo>
                    <a:pt x="0" y="12951"/>
                    <a:pt x="12951" y="0"/>
                    <a:pt x="28871" y="0"/>
                  </a:cubicBezTo>
                  <a:lnTo>
                    <a:pt x="173225" y="0"/>
                  </a:lnTo>
                  <a:cubicBezTo>
                    <a:pt x="189145" y="0"/>
                    <a:pt x="202096" y="12951"/>
                    <a:pt x="202096" y="28871"/>
                  </a:cubicBezTo>
                  <a:lnTo>
                    <a:pt x="202096" y="111359"/>
                  </a:lnTo>
                  <a:cubicBezTo>
                    <a:pt x="202096" y="127279"/>
                    <a:pt x="189145" y="140230"/>
                    <a:pt x="173225" y="140230"/>
                  </a:cubicBezTo>
                  <a:close/>
                  <a:moveTo>
                    <a:pt x="28871" y="16498"/>
                  </a:moveTo>
                  <a:cubicBezTo>
                    <a:pt x="22045" y="16498"/>
                    <a:pt x="16498" y="22045"/>
                    <a:pt x="16498" y="28871"/>
                  </a:cubicBezTo>
                  <a:lnTo>
                    <a:pt x="16498" y="111359"/>
                  </a:lnTo>
                  <a:cubicBezTo>
                    <a:pt x="16498" y="118185"/>
                    <a:pt x="22045" y="123732"/>
                    <a:pt x="28871" y="123732"/>
                  </a:cubicBezTo>
                  <a:lnTo>
                    <a:pt x="173225" y="123732"/>
                  </a:lnTo>
                  <a:cubicBezTo>
                    <a:pt x="180051" y="123732"/>
                    <a:pt x="185599" y="118185"/>
                    <a:pt x="185599" y="111359"/>
                  </a:cubicBezTo>
                  <a:lnTo>
                    <a:pt x="185599" y="28871"/>
                  </a:lnTo>
                  <a:cubicBezTo>
                    <a:pt x="185599" y="22045"/>
                    <a:pt x="180051" y="16498"/>
                    <a:pt x="173225" y="16498"/>
                  </a:cubicBezTo>
                  <a:lnTo>
                    <a:pt x="28871" y="16498"/>
                  </a:ln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07" name="Forma Livre: Forma 206">
              <a:extLst>
                <a:ext uri="{FF2B5EF4-FFF2-40B4-BE49-F238E27FC236}">
                  <a16:creationId xmlns:a16="http://schemas.microsoft.com/office/drawing/2014/main" id="{510BC9F6-44E2-703B-A0E8-33650C6772D2}"/>
                </a:ext>
              </a:extLst>
            </p:cNvPr>
            <p:cNvSpPr/>
            <p:nvPr/>
          </p:nvSpPr>
          <p:spPr>
            <a:xfrm>
              <a:off x="7347472" y="4969909"/>
              <a:ext cx="16497" cy="140229"/>
            </a:xfrm>
            <a:custGeom>
              <a:avLst/>
              <a:gdLst>
                <a:gd name="connsiteX0" fmla="*/ 8249 w 16497"/>
                <a:gd name="connsiteY0" fmla="*/ 140230 h 140229"/>
                <a:gd name="connsiteX1" fmla="*/ 0 w 16497"/>
                <a:gd name="connsiteY1" fmla="*/ 131981 h 140229"/>
                <a:gd name="connsiteX2" fmla="*/ 0 w 16497"/>
                <a:gd name="connsiteY2" fmla="*/ 8249 h 140229"/>
                <a:gd name="connsiteX3" fmla="*/ 8249 w 16497"/>
                <a:gd name="connsiteY3" fmla="*/ 0 h 140229"/>
                <a:gd name="connsiteX4" fmla="*/ 16498 w 16497"/>
                <a:gd name="connsiteY4" fmla="*/ 8249 h 140229"/>
                <a:gd name="connsiteX5" fmla="*/ 16498 w 16497"/>
                <a:gd name="connsiteY5" fmla="*/ 131981 h 140229"/>
                <a:gd name="connsiteX6" fmla="*/ 8249 w 16497"/>
                <a:gd name="connsiteY6" fmla="*/ 140230 h 140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497" h="140229">
                  <a:moveTo>
                    <a:pt x="8249" y="140230"/>
                  </a:moveTo>
                  <a:cubicBezTo>
                    <a:pt x="3691" y="140230"/>
                    <a:pt x="0" y="136539"/>
                    <a:pt x="0" y="131981"/>
                  </a:cubicBezTo>
                  <a:lnTo>
                    <a:pt x="0" y="8249"/>
                  </a:lnTo>
                  <a:cubicBezTo>
                    <a:pt x="0" y="3691"/>
                    <a:pt x="3691" y="0"/>
                    <a:pt x="8249" y="0"/>
                  </a:cubicBezTo>
                  <a:cubicBezTo>
                    <a:pt x="12806" y="0"/>
                    <a:pt x="16498" y="3691"/>
                    <a:pt x="16498" y="8249"/>
                  </a:cubicBezTo>
                  <a:lnTo>
                    <a:pt x="16498" y="131981"/>
                  </a:lnTo>
                  <a:cubicBezTo>
                    <a:pt x="16498" y="136539"/>
                    <a:pt x="12806" y="140230"/>
                    <a:pt x="8249" y="140230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08" name="Forma Livre: Forma 207">
              <a:extLst>
                <a:ext uri="{FF2B5EF4-FFF2-40B4-BE49-F238E27FC236}">
                  <a16:creationId xmlns:a16="http://schemas.microsoft.com/office/drawing/2014/main" id="{DFDC7B91-5F69-9368-0653-8F9334ABBE5B}"/>
                </a:ext>
              </a:extLst>
            </p:cNvPr>
            <p:cNvSpPr/>
            <p:nvPr/>
          </p:nvSpPr>
          <p:spPr>
            <a:xfrm>
              <a:off x="7347472" y="5010122"/>
              <a:ext cx="78363" cy="16497"/>
            </a:xfrm>
            <a:custGeom>
              <a:avLst/>
              <a:gdLst>
                <a:gd name="connsiteX0" fmla="*/ 70115 w 78363"/>
                <a:gd name="connsiteY0" fmla="*/ 16498 h 16497"/>
                <a:gd name="connsiteX1" fmla="*/ 8249 w 78363"/>
                <a:gd name="connsiteY1" fmla="*/ 16498 h 16497"/>
                <a:gd name="connsiteX2" fmla="*/ 0 w 78363"/>
                <a:gd name="connsiteY2" fmla="*/ 8249 h 16497"/>
                <a:gd name="connsiteX3" fmla="*/ 8249 w 78363"/>
                <a:gd name="connsiteY3" fmla="*/ 0 h 16497"/>
                <a:gd name="connsiteX4" fmla="*/ 70115 w 78363"/>
                <a:gd name="connsiteY4" fmla="*/ 0 h 16497"/>
                <a:gd name="connsiteX5" fmla="*/ 78364 w 78363"/>
                <a:gd name="connsiteY5" fmla="*/ 8249 h 16497"/>
                <a:gd name="connsiteX6" fmla="*/ 70115 w 78363"/>
                <a:gd name="connsiteY6" fmla="*/ 16498 h 16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63" h="16497">
                  <a:moveTo>
                    <a:pt x="70115" y="16498"/>
                  </a:moveTo>
                  <a:lnTo>
                    <a:pt x="8249" y="16498"/>
                  </a:lnTo>
                  <a:cubicBezTo>
                    <a:pt x="3691" y="16498"/>
                    <a:pt x="0" y="12806"/>
                    <a:pt x="0" y="8249"/>
                  </a:cubicBezTo>
                  <a:cubicBezTo>
                    <a:pt x="0" y="3691"/>
                    <a:pt x="3691" y="0"/>
                    <a:pt x="8249" y="0"/>
                  </a:cubicBezTo>
                  <a:lnTo>
                    <a:pt x="70115" y="0"/>
                  </a:lnTo>
                  <a:cubicBezTo>
                    <a:pt x="74672" y="0"/>
                    <a:pt x="78364" y="3691"/>
                    <a:pt x="78364" y="8249"/>
                  </a:cubicBezTo>
                  <a:cubicBezTo>
                    <a:pt x="78364" y="12806"/>
                    <a:pt x="74672" y="16498"/>
                    <a:pt x="70115" y="16498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09" name="Forma Livre: Forma 208">
              <a:extLst>
                <a:ext uri="{FF2B5EF4-FFF2-40B4-BE49-F238E27FC236}">
                  <a16:creationId xmlns:a16="http://schemas.microsoft.com/office/drawing/2014/main" id="{97204AEC-F9D9-A267-542C-08B3D471E973}"/>
                </a:ext>
              </a:extLst>
            </p:cNvPr>
            <p:cNvSpPr/>
            <p:nvPr/>
          </p:nvSpPr>
          <p:spPr>
            <a:xfrm>
              <a:off x="7223740" y="5010122"/>
              <a:ext cx="78363" cy="100016"/>
            </a:xfrm>
            <a:custGeom>
              <a:avLst/>
              <a:gdLst>
                <a:gd name="connsiteX0" fmla="*/ 70115 w 78363"/>
                <a:gd name="connsiteY0" fmla="*/ 100017 h 100016"/>
                <a:gd name="connsiteX1" fmla="*/ 61866 w 78363"/>
                <a:gd name="connsiteY1" fmla="*/ 91768 h 100016"/>
                <a:gd name="connsiteX2" fmla="*/ 61866 w 78363"/>
                <a:gd name="connsiteY2" fmla="*/ 16498 h 100016"/>
                <a:gd name="connsiteX3" fmla="*/ 8249 w 78363"/>
                <a:gd name="connsiteY3" fmla="*/ 16498 h 100016"/>
                <a:gd name="connsiteX4" fmla="*/ 0 w 78363"/>
                <a:gd name="connsiteY4" fmla="*/ 8249 h 100016"/>
                <a:gd name="connsiteX5" fmla="*/ 8249 w 78363"/>
                <a:gd name="connsiteY5" fmla="*/ 0 h 100016"/>
                <a:gd name="connsiteX6" fmla="*/ 70115 w 78363"/>
                <a:gd name="connsiteY6" fmla="*/ 0 h 100016"/>
                <a:gd name="connsiteX7" fmla="*/ 78364 w 78363"/>
                <a:gd name="connsiteY7" fmla="*/ 8249 h 100016"/>
                <a:gd name="connsiteX8" fmla="*/ 78364 w 78363"/>
                <a:gd name="connsiteY8" fmla="*/ 91768 h 100016"/>
                <a:gd name="connsiteX9" fmla="*/ 70115 w 78363"/>
                <a:gd name="connsiteY9" fmla="*/ 100017 h 100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363" h="100016">
                  <a:moveTo>
                    <a:pt x="70115" y="100017"/>
                  </a:moveTo>
                  <a:cubicBezTo>
                    <a:pt x="65558" y="100017"/>
                    <a:pt x="61866" y="96326"/>
                    <a:pt x="61866" y="91768"/>
                  </a:cubicBezTo>
                  <a:lnTo>
                    <a:pt x="61866" y="16498"/>
                  </a:lnTo>
                  <a:lnTo>
                    <a:pt x="8249" y="16498"/>
                  </a:lnTo>
                  <a:cubicBezTo>
                    <a:pt x="3691" y="16498"/>
                    <a:pt x="0" y="12806"/>
                    <a:pt x="0" y="8249"/>
                  </a:cubicBezTo>
                  <a:cubicBezTo>
                    <a:pt x="0" y="3691"/>
                    <a:pt x="3691" y="0"/>
                    <a:pt x="8249" y="0"/>
                  </a:cubicBezTo>
                  <a:lnTo>
                    <a:pt x="70115" y="0"/>
                  </a:lnTo>
                  <a:cubicBezTo>
                    <a:pt x="74672" y="0"/>
                    <a:pt x="78364" y="3691"/>
                    <a:pt x="78364" y="8249"/>
                  </a:cubicBezTo>
                  <a:lnTo>
                    <a:pt x="78364" y="91768"/>
                  </a:lnTo>
                  <a:cubicBezTo>
                    <a:pt x="78364" y="96326"/>
                    <a:pt x="74672" y="100017"/>
                    <a:pt x="70115" y="100017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10" name="Forma Livre: Forma 209">
              <a:extLst>
                <a:ext uri="{FF2B5EF4-FFF2-40B4-BE49-F238E27FC236}">
                  <a16:creationId xmlns:a16="http://schemas.microsoft.com/office/drawing/2014/main" id="{2BF4DE90-A81A-B988-EF9E-EB24C2207452}"/>
                </a:ext>
              </a:extLst>
            </p:cNvPr>
            <p:cNvSpPr/>
            <p:nvPr/>
          </p:nvSpPr>
          <p:spPr>
            <a:xfrm>
              <a:off x="7347472" y="5051366"/>
              <a:ext cx="78363" cy="16497"/>
            </a:xfrm>
            <a:custGeom>
              <a:avLst/>
              <a:gdLst>
                <a:gd name="connsiteX0" fmla="*/ 70115 w 78363"/>
                <a:gd name="connsiteY0" fmla="*/ 16498 h 16497"/>
                <a:gd name="connsiteX1" fmla="*/ 8249 w 78363"/>
                <a:gd name="connsiteY1" fmla="*/ 16498 h 16497"/>
                <a:gd name="connsiteX2" fmla="*/ 0 w 78363"/>
                <a:gd name="connsiteY2" fmla="*/ 8249 h 16497"/>
                <a:gd name="connsiteX3" fmla="*/ 8249 w 78363"/>
                <a:gd name="connsiteY3" fmla="*/ 0 h 16497"/>
                <a:gd name="connsiteX4" fmla="*/ 70115 w 78363"/>
                <a:gd name="connsiteY4" fmla="*/ 0 h 16497"/>
                <a:gd name="connsiteX5" fmla="*/ 78364 w 78363"/>
                <a:gd name="connsiteY5" fmla="*/ 8249 h 16497"/>
                <a:gd name="connsiteX6" fmla="*/ 70115 w 78363"/>
                <a:gd name="connsiteY6" fmla="*/ 16498 h 16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63" h="16497">
                  <a:moveTo>
                    <a:pt x="70115" y="16498"/>
                  </a:moveTo>
                  <a:lnTo>
                    <a:pt x="8249" y="16498"/>
                  </a:lnTo>
                  <a:cubicBezTo>
                    <a:pt x="3691" y="16498"/>
                    <a:pt x="0" y="12806"/>
                    <a:pt x="0" y="8249"/>
                  </a:cubicBezTo>
                  <a:cubicBezTo>
                    <a:pt x="0" y="3691"/>
                    <a:pt x="3691" y="0"/>
                    <a:pt x="8249" y="0"/>
                  </a:cubicBezTo>
                  <a:lnTo>
                    <a:pt x="70115" y="0"/>
                  </a:lnTo>
                  <a:cubicBezTo>
                    <a:pt x="74672" y="0"/>
                    <a:pt x="78364" y="3691"/>
                    <a:pt x="78364" y="8249"/>
                  </a:cubicBezTo>
                  <a:cubicBezTo>
                    <a:pt x="78364" y="12806"/>
                    <a:pt x="74672" y="16498"/>
                    <a:pt x="70115" y="16498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11" name="Forma Livre: Forma 210">
              <a:extLst>
                <a:ext uri="{FF2B5EF4-FFF2-40B4-BE49-F238E27FC236}">
                  <a16:creationId xmlns:a16="http://schemas.microsoft.com/office/drawing/2014/main" id="{CF6C6079-F024-F655-88B4-2BA4519FF4EA}"/>
                </a:ext>
              </a:extLst>
            </p:cNvPr>
            <p:cNvSpPr/>
            <p:nvPr/>
          </p:nvSpPr>
          <p:spPr>
            <a:xfrm>
              <a:off x="7223740" y="5051366"/>
              <a:ext cx="78363" cy="16497"/>
            </a:xfrm>
            <a:custGeom>
              <a:avLst/>
              <a:gdLst>
                <a:gd name="connsiteX0" fmla="*/ 70115 w 78363"/>
                <a:gd name="connsiteY0" fmla="*/ 16498 h 16497"/>
                <a:gd name="connsiteX1" fmla="*/ 8249 w 78363"/>
                <a:gd name="connsiteY1" fmla="*/ 16498 h 16497"/>
                <a:gd name="connsiteX2" fmla="*/ 0 w 78363"/>
                <a:gd name="connsiteY2" fmla="*/ 8249 h 16497"/>
                <a:gd name="connsiteX3" fmla="*/ 8249 w 78363"/>
                <a:gd name="connsiteY3" fmla="*/ 0 h 16497"/>
                <a:gd name="connsiteX4" fmla="*/ 70115 w 78363"/>
                <a:gd name="connsiteY4" fmla="*/ 0 h 16497"/>
                <a:gd name="connsiteX5" fmla="*/ 78364 w 78363"/>
                <a:gd name="connsiteY5" fmla="*/ 8249 h 16497"/>
                <a:gd name="connsiteX6" fmla="*/ 70115 w 78363"/>
                <a:gd name="connsiteY6" fmla="*/ 16498 h 16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63" h="16497">
                  <a:moveTo>
                    <a:pt x="70115" y="16498"/>
                  </a:moveTo>
                  <a:lnTo>
                    <a:pt x="8249" y="16498"/>
                  </a:lnTo>
                  <a:cubicBezTo>
                    <a:pt x="3691" y="16498"/>
                    <a:pt x="0" y="12806"/>
                    <a:pt x="0" y="8249"/>
                  </a:cubicBezTo>
                  <a:cubicBezTo>
                    <a:pt x="0" y="3691"/>
                    <a:pt x="3691" y="0"/>
                    <a:pt x="8249" y="0"/>
                  </a:cubicBezTo>
                  <a:lnTo>
                    <a:pt x="70115" y="0"/>
                  </a:lnTo>
                  <a:cubicBezTo>
                    <a:pt x="74672" y="0"/>
                    <a:pt x="78364" y="3691"/>
                    <a:pt x="78364" y="8249"/>
                  </a:cubicBezTo>
                  <a:cubicBezTo>
                    <a:pt x="78364" y="12806"/>
                    <a:pt x="74672" y="16498"/>
                    <a:pt x="70115" y="16498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12" name="Forma Livre: Forma 211">
              <a:extLst>
                <a:ext uri="{FF2B5EF4-FFF2-40B4-BE49-F238E27FC236}">
                  <a16:creationId xmlns:a16="http://schemas.microsoft.com/office/drawing/2014/main" id="{4C3E03C1-EE3A-2C4D-1A12-7D1D1F0CA66A}"/>
                </a:ext>
              </a:extLst>
            </p:cNvPr>
            <p:cNvSpPr/>
            <p:nvPr/>
          </p:nvSpPr>
          <p:spPr>
            <a:xfrm>
              <a:off x="7585214" y="5002848"/>
              <a:ext cx="26091" cy="92937"/>
            </a:xfrm>
            <a:custGeom>
              <a:avLst/>
              <a:gdLst>
                <a:gd name="connsiteX0" fmla="*/ 8258 w 26091"/>
                <a:gd name="connsiteY0" fmla="*/ 92917 h 92937"/>
                <a:gd name="connsiteX1" fmla="*/ 4319 w 26091"/>
                <a:gd name="connsiteY1" fmla="*/ 91906 h 92937"/>
                <a:gd name="connsiteX2" fmla="*/ 999 w 26091"/>
                <a:gd name="connsiteY2" fmla="*/ 80729 h 92937"/>
                <a:gd name="connsiteX3" fmla="*/ 999 w 26091"/>
                <a:gd name="connsiteY3" fmla="*/ 12182 h 92937"/>
                <a:gd name="connsiteX4" fmla="*/ 4319 w 26091"/>
                <a:gd name="connsiteY4" fmla="*/ 1004 h 92937"/>
                <a:gd name="connsiteX5" fmla="*/ 15497 w 26091"/>
                <a:gd name="connsiteY5" fmla="*/ 4324 h 92937"/>
                <a:gd name="connsiteX6" fmla="*/ 15497 w 26091"/>
                <a:gd name="connsiteY6" fmla="*/ 88627 h 92937"/>
                <a:gd name="connsiteX7" fmla="*/ 8238 w 26091"/>
                <a:gd name="connsiteY7" fmla="*/ 92938 h 92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091" h="92937">
                  <a:moveTo>
                    <a:pt x="8258" y="92917"/>
                  </a:moveTo>
                  <a:cubicBezTo>
                    <a:pt x="6938" y="92917"/>
                    <a:pt x="5578" y="92587"/>
                    <a:pt x="4319" y="91906"/>
                  </a:cubicBezTo>
                  <a:cubicBezTo>
                    <a:pt x="319" y="89741"/>
                    <a:pt x="-1166" y="84730"/>
                    <a:pt x="999" y="80729"/>
                  </a:cubicBezTo>
                  <a:cubicBezTo>
                    <a:pt x="12486" y="59592"/>
                    <a:pt x="12486" y="33319"/>
                    <a:pt x="999" y="12182"/>
                  </a:cubicBezTo>
                  <a:cubicBezTo>
                    <a:pt x="-1166" y="8181"/>
                    <a:pt x="298" y="3170"/>
                    <a:pt x="4319" y="1004"/>
                  </a:cubicBezTo>
                  <a:cubicBezTo>
                    <a:pt x="8320" y="-1182"/>
                    <a:pt x="13331" y="324"/>
                    <a:pt x="15497" y="4324"/>
                  </a:cubicBezTo>
                  <a:cubicBezTo>
                    <a:pt x="29623" y="30329"/>
                    <a:pt x="29623" y="62623"/>
                    <a:pt x="15497" y="88627"/>
                  </a:cubicBezTo>
                  <a:cubicBezTo>
                    <a:pt x="14012" y="91370"/>
                    <a:pt x="11166" y="92938"/>
                    <a:pt x="8238" y="92938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13" name="Forma Livre: Forma 212">
              <a:extLst>
                <a:ext uri="{FF2B5EF4-FFF2-40B4-BE49-F238E27FC236}">
                  <a16:creationId xmlns:a16="http://schemas.microsoft.com/office/drawing/2014/main" id="{E7B955C6-C4DD-87E0-14C9-DD9A5913992D}"/>
                </a:ext>
              </a:extLst>
            </p:cNvPr>
            <p:cNvSpPr/>
            <p:nvPr/>
          </p:nvSpPr>
          <p:spPr>
            <a:xfrm>
              <a:off x="7674414" y="4948256"/>
              <a:ext cx="40120" cy="202116"/>
            </a:xfrm>
            <a:custGeom>
              <a:avLst/>
              <a:gdLst>
                <a:gd name="connsiteX0" fmla="*/ 8352 w 40120"/>
                <a:gd name="connsiteY0" fmla="*/ 202096 h 202116"/>
                <a:gd name="connsiteX1" fmla="*/ 0 w 40120"/>
                <a:gd name="connsiteY1" fmla="*/ 193847 h 202116"/>
                <a:gd name="connsiteX2" fmla="*/ 1753 w 40120"/>
                <a:gd name="connsiteY2" fmla="*/ 188712 h 202116"/>
                <a:gd name="connsiteX3" fmla="*/ 1567 w 40120"/>
                <a:gd name="connsiteY3" fmla="*/ 13033 h 202116"/>
                <a:gd name="connsiteX4" fmla="*/ 0 w 40120"/>
                <a:gd name="connsiteY4" fmla="*/ 8249 h 202116"/>
                <a:gd name="connsiteX5" fmla="*/ 8146 w 40120"/>
                <a:gd name="connsiteY5" fmla="*/ 0 h 202116"/>
                <a:gd name="connsiteX6" fmla="*/ 15590 w 40120"/>
                <a:gd name="connsiteY6" fmla="*/ 4289 h 202116"/>
                <a:gd name="connsiteX7" fmla="*/ 15590 w 40120"/>
                <a:gd name="connsiteY7" fmla="*/ 197828 h 202116"/>
                <a:gd name="connsiteX8" fmla="*/ 8352 w 40120"/>
                <a:gd name="connsiteY8" fmla="*/ 202117 h 202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120" h="202116">
                  <a:moveTo>
                    <a:pt x="8352" y="202096"/>
                  </a:moveTo>
                  <a:cubicBezTo>
                    <a:pt x="3794" y="202096"/>
                    <a:pt x="0" y="198405"/>
                    <a:pt x="0" y="193847"/>
                  </a:cubicBezTo>
                  <a:cubicBezTo>
                    <a:pt x="0" y="191909"/>
                    <a:pt x="660" y="190135"/>
                    <a:pt x="1753" y="188712"/>
                  </a:cubicBezTo>
                  <a:cubicBezTo>
                    <a:pt x="30995" y="134394"/>
                    <a:pt x="30933" y="67290"/>
                    <a:pt x="1567" y="13033"/>
                  </a:cubicBezTo>
                  <a:cubicBezTo>
                    <a:pt x="598" y="11693"/>
                    <a:pt x="0" y="10022"/>
                    <a:pt x="0" y="8249"/>
                  </a:cubicBezTo>
                  <a:cubicBezTo>
                    <a:pt x="0" y="3691"/>
                    <a:pt x="3588" y="0"/>
                    <a:pt x="8146" y="0"/>
                  </a:cubicBezTo>
                  <a:cubicBezTo>
                    <a:pt x="11156" y="0"/>
                    <a:pt x="14126" y="1650"/>
                    <a:pt x="15590" y="4289"/>
                  </a:cubicBezTo>
                  <a:cubicBezTo>
                    <a:pt x="48297" y="63970"/>
                    <a:pt x="48297" y="138127"/>
                    <a:pt x="15590" y="197828"/>
                  </a:cubicBezTo>
                  <a:cubicBezTo>
                    <a:pt x="14146" y="200467"/>
                    <a:pt x="11363" y="202117"/>
                    <a:pt x="8352" y="202117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14" name="Forma Livre: Forma 213">
              <a:extLst>
                <a:ext uri="{FF2B5EF4-FFF2-40B4-BE49-F238E27FC236}">
                  <a16:creationId xmlns:a16="http://schemas.microsoft.com/office/drawing/2014/main" id="{2A5A5ABB-6CBE-95E6-C228-A9745E5CC944}"/>
                </a:ext>
              </a:extLst>
            </p:cNvPr>
            <p:cNvSpPr/>
            <p:nvPr/>
          </p:nvSpPr>
          <p:spPr>
            <a:xfrm>
              <a:off x="7629770" y="4975562"/>
              <a:ext cx="33188" cy="147507"/>
            </a:xfrm>
            <a:custGeom>
              <a:avLst/>
              <a:gdLst>
                <a:gd name="connsiteX0" fmla="*/ 8246 w 33188"/>
                <a:gd name="connsiteY0" fmla="*/ 147486 h 147507"/>
                <a:gd name="connsiteX1" fmla="*/ 4266 w 33188"/>
                <a:gd name="connsiteY1" fmla="*/ 146455 h 147507"/>
                <a:gd name="connsiteX2" fmla="*/ 1028 w 33188"/>
                <a:gd name="connsiteY2" fmla="*/ 135257 h 147507"/>
                <a:gd name="connsiteX3" fmla="*/ 1028 w 33188"/>
                <a:gd name="connsiteY3" fmla="*/ 12226 h 147507"/>
                <a:gd name="connsiteX4" fmla="*/ 4266 w 33188"/>
                <a:gd name="connsiteY4" fmla="*/ 1029 h 147507"/>
                <a:gd name="connsiteX5" fmla="*/ 15464 w 33188"/>
                <a:gd name="connsiteY5" fmla="*/ 4266 h 147507"/>
                <a:gd name="connsiteX6" fmla="*/ 15464 w 33188"/>
                <a:gd name="connsiteY6" fmla="*/ 143238 h 147507"/>
                <a:gd name="connsiteX7" fmla="*/ 8225 w 33188"/>
                <a:gd name="connsiteY7" fmla="*/ 147507 h 147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188" h="147507">
                  <a:moveTo>
                    <a:pt x="8246" y="147486"/>
                  </a:moveTo>
                  <a:cubicBezTo>
                    <a:pt x="6906" y="147486"/>
                    <a:pt x="5524" y="147156"/>
                    <a:pt x="4266" y="146455"/>
                  </a:cubicBezTo>
                  <a:cubicBezTo>
                    <a:pt x="286" y="144249"/>
                    <a:pt x="-1178" y="139238"/>
                    <a:pt x="1028" y="135257"/>
                  </a:cubicBezTo>
                  <a:cubicBezTo>
                    <a:pt x="21960" y="97313"/>
                    <a:pt x="21960" y="50171"/>
                    <a:pt x="1028" y="12226"/>
                  </a:cubicBezTo>
                  <a:cubicBezTo>
                    <a:pt x="-1178" y="8246"/>
                    <a:pt x="286" y="3215"/>
                    <a:pt x="4266" y="1029"/>
                  </a:cubicBezTo>
                  <a:cubicBezTo>
                    <a:pt x="8246" y="-1178"/>
                    <a:pt x="13278" y="286"/>
                    <a:pt x="15464" y="4266"/>
                  </a:cubicBezTo>
                  <a:cubicBezTo>
                    <a:pt x="39097" y="47119"/>
                    <a:pt x="39097" y="100386"/>
                    <a:pt x="15464" y="143238"/>
                  </a:cubicBezTo>
                  <a:cubicBezTo>
                    <a:pt x="13958" y="145960"/>
                    <a:pt x="11134" y="147507"/>
                    <a:pt x="8225" y="147507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215" name="Gráfico 10">
            <a:extLst>
              <a:ext uri="{FF2B5EF4-FFF2-40B4-BE49-F238E27FC236}">
                <a16:creationId xmlns:a16="http://schemas.microsoft.com/office/drawing/2014/main" id="{7D135729-38CF-40B2-D6C3-F65F3643F172}"/>
              </a:ext>
            </a:extLst>
          </p:cNvPr>
          <p:cNvGrpSpPr/>
          <p:nvPr/>
        </p:nvGrpSpPr>
        <p:grpSpPr>
          <a:xfrm>
            <a:off x="8696775" y="4304013"/>
            <a:ext cx="573293" cy="524893"/>
            <a:chOff x="2233201" y="5859215"/>
            <a:chExt cx="573293" cy="524893"/>
          </a:xfrm>
          <a:solidFill>
            <a:schemeClr val="tx1"/>
          </a:solidFill>
        </p:grpSpPr>
        <p:sp>
          <p:nvSpPr>
            <p:cNvPr id="216" name="Forma Livre: Forma 215">
              <a:extLst>
                <a:ext uri="{FF2B5EF4-FFF2-40B4-BE49-F238E27FC236}">
                  <a16:creationId xmlns:a16="http://schemas.microsoft.com/office/drawing/2014/main" id="{56B59BD0-A4D9-43BD-F312-3309B008078B}"/>
                </a:ext>
              </a:extLst>
            </p:cNvPr>
            <p:cNvSpPr/>
            <p:nvPr/>
          </p:nvSpPr>
          <p:spPr>
            <a:xfrm>
              <a:off x="2305832" y="5859215"/>
              <a:ext cx="500662" cy="307000"/>
            </a:xfrm>
            <a:custGeom>
              <a:avLst/>
              <a:gdLst>
                <a:gd name="connsiteX0" fmla="*/ 456098 w 500662"/>
                <a:gd name="connsiteY0" fmla="*/ 307001 h 307000"/>
                <a:gd name="connsiteX1" fmla="*/ 106534 w 500662"/>
                <a:gd name="connsiteY1" fmla="*/ 307001 h 307000"/>
                <a:gd name="connsiteX2" fmla="*/ 98285 w 500662"/>
                <a:gd name="connsiteY2" fmla="*/ 298752 h 307000"/>
                <a:gd name="connsiteX3" fmla="*/ 106534 w 500662"/>
                <a:gd name="connsiteY3" fmla="*/ 290503 h 307000"/>
                <a:gd name="connsiteX4" fmla="*/ 456098 w 500662"/>
                <a:gd name="connsiteY4" fmla="*/ 290503 h 307000"/>
                <a:gd name="connsiteX5" fmla="*/ 484165 w 500662"/>
                <a:gd name="connsiteY5" fmla="*/ 262436 h 307000"/>
                <a:gd name="connsiteX6" fmla="*/ 484165 w 500662"/>
                <a:gd name="connsiteY6" fmla="*/ 44564 h 307000"/>
                <a:gd name="connsiteX7" fmla="*/ 456098 w 500662"/>
                <a:gd name="connsiteY7" fmla="*/ 16498 h 307000"/>
                <a:gd name="connsiteX8" fmla="*/ 44564 w 500662"/>
                <a:gd name="connsiteY8" fmla="*/ 16498 h 307000"/>
                <a:gd name="connsiteX9" fmla="*/ 16498 w 500662"/>
                <a:gd name="connsiteY9" fmla="*/ 44564 h 307000"/>
                <a:gd name="connsiteX10" fmla="*/ 16498 w 500662"/>
                <a:gd name="connsiteY10" fmla="*/ 262436 h 307000"/>
                <a:gd name="connsiteX11" fmla="*/ 35223 w 500662"/>
                <a:gd name="connsiteY11" fmla="*/ 288729 h 307000"/>
                <a:gd name="connsiteX12" fmla="*/ 40543 w 500662"/>
                <a:gd name="connsiteY12" fmla="*/ 299102 h 307000"/>
                <a:gd name="connsiteX13" fmla="*/ 30170 w 500662"/>
                <a:gd name="connsiteY13" fmla="*/ 304423 h 307000"/>
                <a:gd name="connsiteX14" fmla="*/ 0 w 500662"/>
                <a:gd name="connsiteY14" fmla="*/ 262436 h 307000"/>
                <a:gd name="connsiteX15" fmla="*/ 0 w 500662"/>
                <a:gd name="connsiteY15" fmla="*/ 44564 h 307000"/>
                <a:gd name="connsiteX16" fmla="*/ 44564 w 500662"/>
                <a:gd name="connsiteY16" fmla="*/ 0 h 307000"/>
                <a:gd name="connsiteX17" fmla="*/ 456098 w 500662"/>
                <a:gd name="connsiteY17" fmla="*/ 0 h 307000"/>
                <a:gd name="connsiteX18" fmla="*/ 500662 w 500662"/>
                <a:gd name="connsiteY18" fmla="*/ 44564 h 307000"/>
                <a:gd name="connsiteX19" fmla="*/ 500662 w 500662"/>
                <a:gd name="connsiteY19" fmla="*/ 262436 h 307000"/>
                <a:gd name="connsiteX20" fmla="*/ 456098 w 500662"/>
                <a:gd name="connsiteY20" fmla="*/ 307001 h 30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00662" h="307000">
                  <a:moveTo>
                    <a:pt x="456098" y="307001"/>
                  </a:moveTo>
                  <a:lnTo>
                    <a:pt x="106534" y="307001"/>
                  </a:lnTo>
                  <a:cubicBezTo>
                    <a:pt x="101976" y="307001"/>
                    <a:pt x="98285" y="303309"/>
                    <a:pt x="98285" y="298752"/>
                  </a:cubicBezTo>
                  <a:cubicBezTo>
                    <a:pt x="98285" y="294194"/>
                    <a:pt x="101976" y="290503"/>
                    <a:pt x="106534" y="290503"/>
                  </a:cubicBezTo>
                  <a:lnTo>
                    <a:pt x="456098" y="290503"/>
                  </a:lnTo>
                  <a:cubicBezTo>
                    <a:pt x="471565" y="290503"/>
                    <a:pt x="484165" y="277924"/>
                    <a:pt x="484165" y="262436"/>
                  </a:cubicBezTo>
                  <a:lnTo>
                    <a:pt x="484165" y="44564"/>
                  </a:lnTo>
                  <a:cubicBezTo>
                    <a:pt x="484165" y="29098"/>
                    <a:pt x="471585" y="16498"/>
                    <a:pt x="456098" y="16498"/>
                  </a:cubicBezTo>
                  <a:lnTo>
                    <a:pt x="44564" y="16498"/>
                  </a:lnTo>
                  <a:cubicBezTo>
                    <a:pt x="29098" y="16498"/>
                    <a:pt x="16498" y="29077"/>
                    <a:pt x="16498" y="44564"/>
                  </a:cubicBezTo>
                  <a:lnTo>
                    <a:pt x="16498" y="262436"/>
                  </a:lnTo>
                  <a:cubicBezTo>
                    <a:pt x="16498" y="274562"/>
                    <a:pt x="24025" y="285121"/>
                    <a:pt x="35223" y="288729"/>
                  </a:cubicBezTo>
                  <a:cubicBezTo>
                    <a:pt x="39553" y="290132"/>
                    <a:pt x="41945" y="294772"/>
                    <a:pt x="40543" y="299102"/>
                  </a:cubicBezTo>
                  <a:cubicBezTo>
                    <a:pt x="39141" y="303433"/>
                    <a:pt x="34501" y="305825"/>
                    <a:pt x="30170" y="304423"/>
                  </a:cubicBezTo>
                  <a:cubicBezTo>
                    <a:pt x="12126" y="298608"/>
                    <a:pt x="0" y="281739"/>
                    <a:pt x="0" y="262436"/>
                  </a:cubicBezTo>
                  <a:lnTo>
                    <a:pt x="0" y="44564"/>
                  </a:lnTo>
                  <a:cubicBezTo>
                    <a:pt x="0" y="19983"/>
                    <a:pt x="19983" y="0"/>
                    <a:pt x="44564" y="0"/>
                  </a:cubicBezTo>
                  <a:lnTo>
                    <a:pt x="456098" y="0"/>
                  </a:lnTo>
                  <a:cubicBezTo>
                    <a:pt x="480680" y="0"/>
                    <a:pt x="500662" y="19983"/>
                    <a:pt x="500662" y="44564"/>
                  </a:cubicBezTo>
                  <a:lnTo>
                    <a:pt x="500662" y="262436"/>
                  </a:lnTo>
                  <a:cubicBezTo>
                    <a:pt x="500662" y="287018"/>
                    <a:pt x="480680" y="307001"/>
                    <a:pt x="456098" y="307001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17" name="Forma Livre: Forma 216">
              <a:extLst>
                <a:ext uri="{FF2B5EF4-FFF2-40B4-BE49-F238E27FC236}">
                  <a16:creationId xmlns:a16="http://schemas.microsoft.com/office/drawing/2014/main" id="{3CD5020B-F4BA-FDAB-227E-20809D98325D}"/>
                </a:ext>
              </a:extLst>
            </p:cNvPr>
            <p:cNvSpPr/>
            <p:nvPr/>
          </p:nvSpPr>
          <p:spPr>
            <a:xfrm>
              <a:off x="2620552" y="5975439"/>
              <a:ext cx="23043" cy="50381"/>
            </a:xfrm>
            <a:custGeom>
              <a:avLst/>
              <a:gdLst>
                <a:gd name="connsiteX0" fmla="*/ 8242 w 23043"/>
                <a:gd name="connsiteY0" fmla="*/ 50360 h 50381"/>
                <a:gd name="connsiteX1" fmla="*/ 2592 w 23043"/>
                <a:gd name="connsiteY1" fmla="*/ 48113 h 50381"/>
                <a:gd name="connsiteX2" fmla="*/ 2241 w 23043"/>
                <a:gd name="connsiteY2" fmla="*/ 36461 h 50381"/>
                <a:gd name="connsiteX3" fmla="*/ 2241 w 23043"/>
                <a:gd name="connsiteY3" fmla="*/ 13900 h 50381"/>
                <a:gd name="connsiteX4" fmla="*/ 2592 w 23043"/>
                <a:gd name="connsiteY4" fmla="*/ 2249 h 50381"/>
                <a:gd name="connsiteX5" fmla="*/ 14243 w 23043"/>
                <a:gd name="connsiteY5" fmla="*/ 2600 h 50381"/>
                <a:gd name="connsiteX6" fmla="*/ 14243 w 23043"/>
                <a:gd name="connsiteY6" fmla="*/ 47783 h 50381"/>
                <a:gd name="connsiteX7" fmla="*/ 8242 w 23043"/>
                <a:gd name="connsiteY7" fmla="*/ 50381 h 50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3043" h="50381">
                  <a:moveTo>
                    <a:pt x="8242" y="50360"/>
                  </a:moveTo>
                  <a:cubicBezTo>
                    <a:pt x="6221" y="50360"/>
                    <a:pt x="4180" y="49618"/>
                    <a:pt x="2592" y="48113"/>
                  </a:cubicBezTo>
                  <a:cubicBezTo>
                    <a:pt x="-729" y="44999"/>
                    <a:pt x="-873" y="39761"/>
                    <a:pt x="2241" y="36461"/>
                  </a:cubicBezTo>
                  <a:cubicBezTo>
                    <a:pt x="8098" y="30233"/>
                    <a:pt x="8098" y="20108"/>
                    <a:pt x="2241" y="13900"/>
                  </a:cubicBezTo>
                  <a:cubicBezTo>
                    <a:pt x="-873" y="10580"/>
                    <a:pt x="-729" y="5363"/>
                    <a:pt x="2592" y="2249"/>
                  </a:cubicBezTo>
                  <a:cubicBezTo>
                    <a:pt x="5912" y="-885"/>
                    <a:pt x="11129" y="-721"/>
                    <a:pt x="14243" y="2600"/>
                  </a:cubicBezTo>
                  <a:cubicBezTo>
                    <a:pt x="25977" y="15055"/>
                    <a:pt x="25977" y="35327"/>
                    <a:pt x="14243" y="47783"/>
                  </a:cubicBezTo>
                  <a:cubicBezTo>
                    <a:pt x="12614" y="49515"/>
                    <a:pt x="10428" y="50381"/>
                    <a:pt x="8242" y="50381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18" name="Forma Livre: Forma 217">
              <a:extLst>
                <a:ext uri="{FF2B5EF4-FFF2-40B4-BE49-F238E27FC236}">
                  <a16:creationId xmlns:a16="http://schemas.microsoft.com/office/drawing/2014/main" id="{25F9ADFD-C23B-BFB7-B3CB-0C8409EF117F}"/>
                </a:ext>
              </a:extLst>
            </p:cNvPr>
            <p:cNvSpPr/>
            <p:nvPr/>
          </p:nvSpPr>
          <p:spPr>
            <a:xfrm>
              <a:off x="2652426" y="5941537"/>
              <a:ext cx="36244" cy="118165"/>
            </a:xfrm>
            <a:custGeom>
              <a:avLst/>
              <a:gdLst>
                <a:gd name="connsiteX0" fmla="*/ 8250 w 36244"/>
                <a:gd name="connsiteY0" fmla="*/ 118145 h 118165"/>
                <a:gd name="connsiteX1" fmla="*/ 2600 w 36244"/>
                <a:gd name="connsiteY1" fmla="*/ 115897 h 118165"/>
                <a:gd name="connsiteX2" fmla="*/ 2249 w 36244"/>
                <a:gd name="connsiteY2" fmla="*/ 104246 h 118165"/>
                <a:gd name="connsiteX3" fmla="*/ 2249 w 36244"/>
                <a:gd name="connsiteY3" fmla="*/ 13901 h 118165"/>
                <a:gd name="connsiteX4" fmla="*/ 2600 w 36244"/>
                <a:gd name="connsiteY4" fmla="*/ 2249 h 118165"/>
                <a:gd name="connsiteX5" fmla="*/ 14251 w 36244"/>
                <a:gd name="connsiteY5" fmla="*/ 2600 h 118165"/>
                <a:gd name="connsiteX6" fmla="*/ 14251 w 36244"/>
                <a:gd name="connsiteY6" fmla="*/ 115567 h 118165"/>
                <a:gd name="connsiteX7" fmla="*/ 8250 w 36244"/>
                <a:gd name="connsiteY7" fmla="*/ 118166 h 118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244" h="118165">
                  <a:moveTo>
                    <a:pt x="8250" y="118145"/>
                  </a:moveTo>
                  <a:cubicBezTo>
                    <a:pt x="6229" y="118145"/>
                    <a:pt x="4188" y="117403"/>
                    <a:pt x="2600" y="115897"/>
                  </a:cubicBezTo>
                  <a:cubicBezTo>
                    <a:pt x="-720" y="112783"/>
                    <a:pt x="-885" y="107545"/>
                    <a:pt x="2249" y="104246"/>
                  </a:cubicBezTo>
                  <a:cubicBezTo>
                    <a:pt x="25696" y="79334"/>
                    <a:pt x="25696" y="38812"/>
                    <a:pt x="2249" y="13901"/>
                  </a:cubicBezTo>
                  <a:cubicBezTo>
                    <a:pt x="-865" y="10580"/>
                    <a:pt x="-720" y="5363"/>
                    <a:pt x="2600" y="2249"/>
                  </a:cubicBezTo>
                  <a:cubicBezTo>
                    <a:pt x="5920" y="-886"/>
                    <a:pt x="11137" y="-720"/>
                    <a:pt x="14251" y="2600"/>
                  </a:cubicBezTo>
                  <a:cubicBezTo>
                    <a:pt x="43576" y="33739"/>
                    <a:pt x="43576" y="84428"/>
                    <a:pt x="14251" y="115567"/>
                  </a:cubicBezTo>
                  <a:cubicBezTo>
                    <a:pt x="12622" y="117300"/>
                    <a:pt x="10436" y="118166"/>
                    <a:pt x="8250" y="118166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19" name="Forma Livre: Forma 218">
              <a:extLst>
                <a:ext uri="{FF2B5EF4-FFF2-40B4-BE49-F238E27FC236}">
                  <a16:creationId xmlns:a16="http://schemas.microsoft.com/office/drawing/2014/main" id="{BCC03978-CD4B-98ED-14AC-0B6281012266}"/>
                </a:ext>
              </a:extLst>
            </p:cNvPr>
            <p:cNvSpPr/>
            <p:nvPr/>
          </p:nvSpPr>
          <p:spPr>
            <a:xfrm>
              <a:off x="2684349" y="5907642"/>
              <a:ext cx="49422" cy="185962"/>
            </a:xfrm>
            <a:custGeom>
              <a:avLst/>
              <a:gdLst>
                <a:gd name="connsiteX0" fmla="*/ 8250 w 49422"/>
                <a:gd name="connsiteY0" fmla="*/ 185942 h 185962"/>
                <a:gd name="connsiteX1" fmla="*/ 2600 w 49422"/>
                <a:gd name="connsiteY1" fmla="*/ 183695 h 185962"/>
                <a:gd name="connsiteX2" fmla="*/ 2249 w 49422"/>
                <a:gd name="connsiteY2" fmla="*/ 172043 h 185962"/>
                <a:gd name="connsiteX3" fmla="*/ 2249 w 49422"/>
                <a:gd name="connsiteY3" fmla="*/ 13892 h 185962"/>
                <a:gd name="connsiteX4" fmla="*/ 2600 w 49422"/>
                <a:gd name="connsiteY4" fmla="*/ 2241 h 185962"/>
                <a:gd name="connsiteX5" fmla="*/ 14251 w 49422"/>
                <a:gd name="connsiteY5" fmla="*/ 2592 h 185962"/>
                <a:gd name="connsiteX6" fmla="*/ 14251 w 49422"/>
                <a:gd name="connsiteY6" fmla="*/ 183365 h 185962"/>
                <a:gd name="connsiteX7" fmla="*/ 8250 w 49422"/>
                <a:gd name="connsiteY7" fmla="*/ 185963 h 185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9422" h="185962">
                  <a:moveTo>
                    <a:pt x="8250" y="185942"/>
                  </a:moveTo>
                  <a:cubicBezTo>
                    <a:pt x="6229" y="185942"/>
                    <a:pt x="4188" y="185200"/>
                    <a:pt x="2600" y="183695"/>
                  </a:cubicBezTo>
                  <a:cubicBezTo>
                    <a:pt x="-721" y="180581"/>
                    <a:pt x="-885" y="175363"/>
                    <a:pt x="2249" y="172043"/>
                  </a:cubicBezTo>
                  <a:cubicBezTo>
                    <a:pt x="43287" y="128448"/>
                    <a:pt x="43287" y="57487"/>
                    <a:pt x="2249" y="13892"/>
                  </a:cubicBezTo>
                  <a:cubicBezTo>
                    <a:pt x="-865" y="10572"/>
                    <a:pt x="-721" y="5355"/>
                    <a:pt x="2600" y="2241"/>
                  </a:cubicBezTo>
                  <a:cubicBezTo>
                    <a:pt x="5920" y="-873"/>
                    <a:pt x="11137" y="-729"/>
                    <a:pt x="14251" y="2592"/>
                  </a:cubicBezTo>
                  <a:cubicBezTo>
                    <a:pt x="61146" y="52435"/>
                    <a:pt x="61146" y="133521"/>
                    <a:pt x="14251" y="183365"/>
                  </a:cubicBezTo>
                  <a:cubicBezTo>
                    <a:pt x="12622" y="185097"/>
                    <a:pt x="10436" y="185963"/>
                    <a:pt x="8250" y="185963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20" name="Forma Livre: Forma 219">
              <a:extLst>
                <a:ext uri="{FF2B5EF4-FFF2-40B4-BE49-F238E27FC236}">
                  <a16:creationId xmlns:a16="http://schemas.microsoft.com/office/drawing/2014/main" id="{BF57B874-C89C-5621-369B-86833679E685}"/>
                </a:ext>
              </a:extLst>
            </p:cNvPr>
            <p:cNvSpPr/>
            <p:nvPr/>
          </p:nvSpPr>
          <p:spPr>
            <a:xfrm>
              <a:off x="2354232" y="5907614"/>
              <a:ext cx="113338" cy="89128"/>
            </a:xfrm>
            <a:custGeom>
              <a:avLst/>
              <a:gdLst>
                <a:gd name="connsiteX0" fmla="*/ 105090 w 113338"/>
                <a:gd name="connsiteY0" fmla="*/ 89129 h 89128"/>
                <a:gd name="connsiteX1" fmla="*/ 8249 w 113338"/>
                <a:gd name="connsiteY1" fmla="*/ 89129 h 89128"/>
                <a:gd name="connsiteX2" fmla="*/ 0 w 113338"/>
                <a:gd name="connsiteY2" fmla="*/ 80880 h 89128"/>
                <a:gd name="connsiteX3" fmla="*/ 0 w 113338"/>
                <a:gd name="connsiteY3" fmla="*/ 8249 h 89128"/>
                <a:gd name="connsiteX4" fmla="*/ 8249 w 113338"/>
                <a:gd name="connsiteY4" fmla="*/ 0 h 89128"/>
                <a:gd name="connsiteX5" fmla="*/ 105090 w 113338"/>
                <a:gd name="connsiteY5" fmla="*/ 0 h 89128"/>
                <a:gd name="connsiteX6" fmla="*/ 113339 w 113338"/>
                <a:gd name="connsiteY6" fmla="*/ 8249 h 89128"/>
                <a:gd name="connsiteX7" fmla="*/ 113339 w 113338"/>
                <a:gd name="connsiteY7" fmla="*/ 80880 h 89128"/>
                <a:gd name="connsiteX8" fmla="*/ 105090 w 113338"/>
                <a:gd name="connsiteY8" fmla="*/ 89129 h 89128"/>
                <a:gd name="connsiteX9" fmla="*/ 16498 w 113338"/>
                <a:gd name="connsiteY9" fmla="*/ 72631 h 89128"/>
                <a:gd name="connsiteX10" fmla="*/ 96841 w 113338"/>
                <a:gd name="connsiteY10" fmla="*/ 72631 h 89128"/>
                <a:gd name="connsiteX11" fmla="*/ 96841 w 113338"/>
                <a:gd name="connsiteY11" fmla="*/ 16498 h 89128"/>
                <a:gd name="connsiteX12" fmla="*/ 16498 w 113338"/>
                <a:gd name="connsiteY12" fmla="*/ 16498 h 89128"/>
                <a:gd name="connsiteX13" fmla="*/ 16498 w 113338"/>
                <a:gd name="connsiteY13" fmla="*/ 72631 h 89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338" h="89128">
                  <a:moveTo>
                    <a:pt x="105090" y="89129"/>
                  </a:moveTo>
                  <a:lnTo>
                    <a:pt x="8249" y="89129"/>
                  </a:lnTo>
                  <a:cubicBezTo>
                    <a:pt x="3691" y="89129"/>
                    <a:pt x="0" y="85437"/>
                    <a:pt x="0" y="80880"/>
                  </a:cubicBezTo>
                  <a:lnTo>
                    <a:pt x="0" y="8249"/>
                  </a:lnTo>
                  <a:cubicBezTo>
                    <a:pt x="0" y="3691"/>
                    <a:pt x="3691" y="0"/>
                    <a:pt x="8249" y="0"/>
                  </a:cubicBezTo>
                  <a:lnTo>
                    <a:pt x="105090" y="0"/>
                  </a:lnTo>
                  <a:cubicBezTo>
                    <a:pt x="109647" y="0"/>
                    <a:pt x="113339" y="3691"/>
                    <a:pt x="113339" y="8249"/>
                  </a:cubicBezTo>
                  <a:lnTo>
                    <a:pt x="113339" y="80880"/>
                  </a:lnTo>
                  <a:cubicBezTo>
                    <a:pt x="113339" y="85437"/>
                    <a:pt x="109647" y="89129"/>
                    <a:pt x="105090" y="89129"/>
                  </a:cubicBezTo>
                  <a:close/>
                  <a:moveTo>
                    <a:pt x="16498" y="72631"/>
                  </a:moveTo>
                  <a:lnTo>
                    <a:pt x="96841" y="72631"/>
                  </a:lnTo>
                  <a:lnTo>
                    <a:pt x="96841" y="16498"/>
                  </a:lnTo>
                  <a:lnTo>
                    <a:pt x="16498" y="16498"/>
                  </a:lnTo>
                  <a:lnTo>
                    <a:pt x="16498" y="72631"/>
                  </a:ln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21" name="Forma Livre: Forma 220">
              <a:extLst>
                <a:ext uri="{FF2B5EF4-FFF2-40B4-BE49-F238E27FC236}">
                  <a16:creationId xmlns:a16="http://schemas.microsoft.com/office/drawing/2014/main" id="{E2AC95C8-B124-7F21-24C3-B3838AB5CD66}"/>
                </a:ext>
              </a:extLst>
            </p:cNvPr>
            <p:cNvSpPr/>
            <p:nvPr/>
          </p:nvSpPr>
          <p:spPr>
            <a:xfrm>
              <a:off x="2233201" y="6049002"/>
              <a:ext cx="89126" cy="335085"/>
            </a:xfrm>
            <a:custGeom>
              <a:avLst/>
              <a:gdLst>
                <a:gd name="connsiteX0" fmla="*/ 32459 w 89126"/>
                <a:gd name="connsiteY0" fmla="*/ 335086 h 335085"/>
                <a:gd name="connsiteX1" fmla="*/ 24210 w 89126"/>
                <a:gd name="connsiteY1" fmla="*/ 326837 h 335085"/>
                <a:gd name="connsiteX2" fmla="*/ 24210 w 89126"/>
                <a:gd name="connsiteY2" fmla="*/ 303720 h 335085"/>
                <a:gd name="connsiteX3" fmla="*/ 0 w 89126"/>
                <a:gd name="connsiteY3" fmla="*/ 108965 h 335085"/>
                <a:gd name="connsiteX4" fmla="*/ 75312 w 89126"/>
                <a:gd name="connsiteY4" fmla="*/ 2163 h 335085"/>
                <a:gd name="connsiteX5" fmla="*/ 86963 w 89126"/>
                <a:gd name="connsiteY5" fmla="*/ 2679 h 335085"/>
                <a:gd name="connsiteX6" fmla="*/ 86448 w 89126"/>
                <a:gd name="connsiteY6" fmla="*/ 14330 h 335085"/>
                <a:gd name="connsiteX7" fmla="*/ 16498 w 89126"/>
                <a:gd name="connsiteY7" fmla="*/ 108965 h 335085"/>
                <a:gd name="connsiteX8" fmla="*/ 40419 w 89126"/>
                <a:gd name="connsiteY8" fmla="*/ 300441 h 335085"/>
                <a:gd name="connsiteX9" fmla="*/ 40708 w 89126"/>
                <a:gd name="connsiteY9" fmla="*/ 302627 h 335085"/>
                <a:gd name="connsiteX10" fmla="*/ 40708 w 89126"/>
                <a:gd name="connsiteY10" fmla="*/ 326837 h 335085"/>
                <a:gd name="connsiteX11" fmla="*/ 32459 w 89126"/>
                <a:gd name="connsiteY11" fmla="*/ 335086 h 3350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9126" h="335085">
                  <a:moveTo>
                    <a:pt x="32459" y="335086"/>
                  </a:moveTo>
                  <a:cubicBezTo>
                    <a:pt x="27902" y="335086"/>
                    <a:pt x="24210" y="331394"/>
                    <a:pt x="24210" y="326837"/>
                  </a:cubicBezTo>
                  <a:lnTo>
                    <a:pt x="24210" y="303720"/>
                  </a:lnTo>
                  <a:cubicBezTo>
                    <a:pt x="21406" y="293099"/>
                    <a:pt x="0" y="208487"/>
                    <a:pt x="0" y="108965"/>
                  </a:cubicBezTo>
                  <a:cubicBezTo>
                    <a:pt x="0" y="77681"/>
                    <a:pt x="40955" y="33612"/>
                    <a:pt x="75312" y="2163"/>
                  </a:cubicBezTo>
                  <a:cubicBezTo>
                    <a:pt x="78673" y="-910"/>
                    <a:pt x="83891" y="-683"/>
                    <a:pt x="86963" y="2679"/>
                  </a:cubicBezTo>
                  <a:cubicBezTo>
                    <a:pt x="90036" y="6040"/>
                    <a:pt x="89809" y="11257"/>
                    <a:pt x="86448" y="14330"/>
                  </a:cubicBezTo>
                  <a:cubicBezTo>
                    <a:pt x="41986" y="55038"/>
                    <a:pt x="16498" y="89518"/>
                    <a:pt x="16498" y="108965"/>
                  </a:cubicBezTo>
                  <a:cubicBezTo>
                    <a:pt x="16498" y="212549"/>
                    <a:pt x="40172" y="299575"/>
                    <a:pt x="40419" y="300441"/>
                  </a:cubicBezTo>
                  <a:cubicBezTo>
                    <a:pt x="40625" y="301163"/>
                    <a:pt x="40708" y="301905"/>
                    <a:pt x="40708" y="302627"/>
                  </a:cubicBezTo>
                  <a:lnTo>
                    <a:pt x="40708" y="326837"/>
                  </a:lnTo>
                  <a:cubicBezTo>
                    <a:pt x="40708" y="331394"/>
                    <a:pt x="37017" y="335086"/>
                    <a:pt x="32459" y="335086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22" name="Forma Livre: Forma 221">
              <a:extLst>
                <a:ext uri="{FF2B5EF4-FFF2-40B4-BE49-F238E27FC236}">
                  <a16:creationId xmlns:a16="http://schemas.microsoft.com/office/drawing/2014/main" id="{96FB651D-E255-22FC-5141-E9D8CFDBC16D}"/>
                </a:ext>
              </a:extLst>
            </p:cNvPr>
            <p:cNvSpPr/>
            <p:nvPr/>
          </p:nvSpPr>
          <p:spPr>
            <a:xfrm>
              <a:off x="2305809" y="6028660"/>
              <a:ext cx="132594" cy="355447"/>
            </a:xfrm>
            <a:custGeom>
              <a:avLst/>
              <a:gdLst>
                <a:gd name="connsiteX0" fmla="*/ 80883 w 132594"/>
                <a:gd name="connsiteY0" fmla="*/ 355427 h 355447"/>
                <a:gd name="connsiteX1" fmla="*/ 72634 w 132594"/>
                <a:gd name="connsiteY1" fmla="*/ 347178 h 355447"/>
                <a:gd name="connsiteX2" fmla="*/ 72634 w 132594"/>
                <a:gd name="connsiteY2" fmla="*/ 339074 h 355447"/>
                <a:gd name="connsiteX3" fmla="*/ 83378 w 132594"/>
                <a:gd name="connsiteY3" fmla="*/ 307275 h 355447"/>
                <a:gd name="connsiteX4" fmla="*/ 108949 w 132594"/>
                <a:gd name="connsiteY4" fmla="*/ 240171 h 355447"/>
                <a:gd name="connsiteX5" fmla="*/ 98597 w 132594"/>
                <a:gd name="connsiteY5" fmla="*/ 139432 h 355447"/>
                <a:gd name="connsiteX6" fmla="*/ 101299 w 132594"/>
                <a:gd name="connsiteY6" fmla="*/ 110664 h 355447"/>
                <a:gd name="connsiteX7" fmla="*/ 113651 w 132594"/>
                <a:gd name="connsiteY7" fmla="*/ 73008 h 355447"/>
                <a:gd name="connsiteX8" fmla="*/ 97154 w 132594"/>
                <a:gd name="connsiteY8" fmla="*/ 18958 h 355447"/>
                <a:gd name="connsiteX9" fmla="*/ 87379 w 132594"/>
                <a:gd name="connsiteY9" fmla="*/ 16793 h 355447"/>
                <a:gd name="connsiteX10" fmla="*/ 79542 w 132594"/>
                <a:gd name="connsiteY10" fmla="*/ 23020 h 355447"/>
                <a:gd name="connsiteX11" fmla="*/ 53352 w 132594"/>
                <a:gd name="connsiteY11" fmla="*/ 76411 h 355447"/>
                <a:gd name="connsiteX12" fmla="*/ 40690 w 132594"/>
                <a:gd name="connsiteY12" fmla="*/ 130977 h 355447"/>
                <a:gd name="connsiteX13" fmla="*/ 40690 w 132594"/>
                <a:gd name="connsiteY13" fmla="*/ 145165 h 355447"/>
                <a:gd name="connsiteX14" fmla="*/ 21471 w 132594"/>
                <a:gd name="connsiteY14" fmla="*/ 216084 h 355447"/>
                <a:gd name="connsiteX15" fmla="*/ 15366 w 132594"/>
                <a:gd name="connsiteY15" fmla="*/ 226539 h 355447"/>
                <a:gd name="connsiteX16" fmla="*/ 4086 w 132594"/>
                <a:gd name="connsiteY16" fmla="*/ 229488 h 355447"/>
                <a:gd name="connsiteX17" fmla="*/ 1137 w 132594"/>
                <a:gd name="connsiteY17" fmla="*/ 218208 h 355447"/>
                <a:gd name="connsiteX18" fmla="*/ 7241 w 132594"/>
                <a:gd name="connsiteY18" fmla="*/ 207753 h 355447"/>
                <a:gd name="connsiteX19" fmla="*/ 24213 w 132594"/>
                <a:gd name="connsiteY19" fmla="*/ 145165 h 355447"/>
                <a:gd name="connsiteX20" fmla="*/ 24213 w 132594"/>
                <a:gd name="connsiteY20" fmla="*/ 130977 h 355447"/>
                <a:gd name="connsiteX21" fmla="*/ 38566 w 132594"/>
                <a:gd name="connsiteY21" fmla="*/ 69152 h 355447"/>
                <a:gd name="connsiteX22" fmla="*/ 64756 w 132594"/>
                <a:gd name="connsiteY22" fmla="*/ 15761 h 355447"/>
                <a:gd name="connsiteX23" fmla="*/ 83687 w 132594"/>
                <a:gd name="connsiteY23" fmla="*/ 728 h 355447"/>
                <a:gd name="connsiteX24" fmla="*/ 107300 w 132594"/>
                <a:gd name="connsiteY24" fmla="*/ 5945 h 355447"/>
                <a:gd name="connsiteX25" fmla="*/ 129345 w 132594"/>
                <a:gd name="connsiteY25" fmla="*/ 78164 h 355447"/>
                <a:gd name="connsiteX26" fmla="*/ 116992 w 132594"/>
                <a:gd name="connsiteY26" fmla="*/ 115819 h 355447"/>
                <a:gd name="connsiteX27" fmla="*/ 114971 w 132594"/>
                <a:gd name="connsiteY27" fmla="*/ 137349 h 355447"/>
                <a:gd name="connsiteX28" fmla="*/ 125468 w 132594"/>
                <a:gd name="connsiteY28" fmla="*/ 240191 h 355447"/>
                <a:gd name="connsiteX29" fmla="*/ 96535 w 132594"/>
                <a:gd name="connsiteY29" fmla="*/ 317297 h 355447"/>
                <a:gd name="connsiteX30" fmla="*/ 89152 w 132594"/>
                <a:gd name="connsiteY30" fmla="*/ 339095 h 355447"/>
                <a:gd name="connsiteX31" fmla="*/ 89152 w 132594"/>
                <a:gd name="connsiteY31" fmla="*/ 347199 h 355447"/>
                <a:gd name="connsiteX32" fmla="*/ 80903 w 132594"/>
                <a:gd name="connsiteY32" fmla="*/ 355448 h 355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32594" h="355447">
                  <a:moveTo>
                    <a:pt x="80883" y="355427"/>
                  </a:moveTo>
                  <a:cubicBezTo>
                    <a:pt x="76325" y="355427"/>
                    <a:pt x="72634" y="351736"/>
                    <a:pt x="72634" y="347178"/>
                  </a:cubicBezTo>
                  <a:lnTo>
                    <a:pt x="72634" y="339074"/>
                  </a:lnTo>
                  <a:cubicBezTo>
                    <a:pt x="72634" y="327505"/>
                    <a:pt x="76346" y="316513"/>
                    <a:pt x="83378" y="307275"/>
                  </a:cubicBezTo>
                  <a:cubicBezTo>
                    <a:pt x="92926" y="294757"/>
                    <a:pt x="108949" y="269371"/>
                    <a:pt x="108949" y="240171"/>
                  </a:cubicBezTo>
                  <a:cubicBezTo>
                    <a:pt x="108949" y="222023"/>
                    <a:pt x="101711" y="163683"/>
                    <a:pt x="98597" y="139432"/>
                  </a:cubicBezTo>
                  <a:cubicBezTo>
                    <a:pt x="97360" y="129781"/>
                    <a:pt x="98288" y="119841"/>
                    <a:pt x="101299" y="110664"/>
                  </a:cubicBezTo>
                  <a:lnTo>
                    <a:pt x="113651" y="73008"/>
                  </a:lnTo>
                  <a:cubicBezTo>
                    <a:pt x="120085" y="53376"/>
                    <a:pt x="113466" y="31661"/>
                    <a:pt x="97154" y="18958"/>
                  </a:cubicBezTo>
                  <a:cubicBezTo>
                    <a:pt x="94370" y="16793"/>
                    <a:pt x="90823" y="16009"/>
                    <a:pt x="87379" y="16793"/>
                  </a:cubicBezTo>
                  <a:cubicBezTo>
                    <a:pt x="83955" y="17576"/>
                    <a:pt x="81089" y="19845"/>
                    <a:pt x="79542" y="23020"/>
                  </a:cubicBezTo>
                  <a:lnTo>
                    <a:pt x="53352" y="76411"/>
                  </a:lnTo>
                  <a:cubicBezTo>
                    <a:pt x="45062" y="93300"/>
                    <a:pt x="40690" y="112170"/>
                    <a:pt x="40690" y="130977"/>
                  </a:cubicBezTo>
                  <a:lnTo>
                    <a:pt x="40690" y="145165"/>
                  </a:lnTo>
                  <a:cubicBezTo>
                    <a:pt x="40690" y="170076"/>
                    <a:pt x="34050" y="194596"/>
                    <a:pt x="21471" y="216084"/>
                  </a:cubicBezTo>
                  <a:lnTo>
                    <a:pt x="15366" y="226539"/>
                  </a:lnTo>
                  <a:cubicBezTo>
                    <a:pt x="13057" y="230478"/>
                    <a:pt x="8004" y="231798"/>
                    <a:pt x="4086" y="229488"/>
                  </a:cubicBezTo>
                  <a:cubicBezTo>
                    <a:pt x="147" y="227179"/>
                    <a:pt x="-1172" y="222126"/>
                    <a:pt x="1137" y="218208"/>
                  </a:cubicBezTo>
                  <a:lnTo>
                    <a:pt x="7241" y="207753"/>
                  </a:lnTo>
                  <a:cubicBezTo>
                    <a:pt x="18336" y="188780"/>
                    <a:pt x="24213" y="167148"/>
                    <a:pt x="24213" y="145165"/>
                  </a:cubicBezTo>
                  <a:lnTo>
                    <a:pt x="24213" y="130977"/>
                  </a:lnTo>
                  <a:cubicBezTo>
                    <a:pt x="24213" y="109653"/>
                    <a:pt x="29183" y="88289"/>
                    <a:pt x="38566" y="69152"/>
                  </a:cubicBezTo>
                  <a:lnTo>
                    <a:pt x="64756" y="15761"/>
                  </a:lnTo>
                  <a:cubicBezTo>
                    <a:pt x="68509" y="8131"/>
                    <a:pt x="75397" y="2646"/>
                    <a:pt x="83687" y="728"/>
                  </a:cubicBezTo>
                  <a:cubicBezTo>
                    <a:pt x="91977" y="-1190"/>
                    <a:pt x="100577" y="728"/>
                    <a:pt x="107300" y="5945"/>
                  </a:cubicBezTo>
                  <a:cubicBezTo>
                    <a:pt x="129097" y="22897"/>
                    <a:pt x="137944" y="51912"/>
                    <a:pt x="129345" y="78164"/>
                  </a:cubicBezTo>
                  <a:lnTo>
                    <a:pt x="116992" y="115819"/>
                  </a:lnTo>
                  <a:cubicBezTo>
                    <a:pt x="114744" y="122687"/>
                    <a:pt x="114043" y="130131"/>
                    <a:pt x="114971" y="137349"/>
                  </a:cubicBezTo>
                  <a:cubicBezTo>
                    <a:pt x="118889" y="167849"/>
                    <a:pt x="125468" y="221776"/>
                    <a:pt x="125468" y="240191"/>
                  </a:cubicBezTo>
                  <a:cubicBezTo>
                    <a:pt x="125468" y="274259"/>
                    <a:pt x="107341" y="303130"/>
                    <a:pt x="96535" y="317297"/>
                  </a:cubicBezTo>
                  <a:cubicBezTo>
                    <a:pt x="91709" y="323628"/>
                    <a:pt x="89152" y="331155"/>
                    <a:pt x="89152" y="339095"/>
                  </a:cubicBezTo>
                  <a:lnTo>
                    <a:pt x="89152" y="347199"/>
                  </a:lnTo>
                  <a:cubicBezTo>
                    <a:pt x="89152" y="351756"/>
                    <a:pt x="85461" y="355448"/>
                    <a:pt x="80903" y="355448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23" name="Forma Livre: Forma 222">
              <a:extLst>
                <a:ext uri="{FF2B5EF4-FFF2-40B4-BE49-F238E27FC236}">
                  <a16:creationId xmlns:a16="http://schemas.microsoft.com/office/drawing/2014/main" id="{FCD179DD-53A8-3525-68F9-64B8C8E3FB79}"/>
                </a:ext>
              </a:extLst>
            </p:cNvPr>
            <p:cNvSpPr/>
            <p:nvPr/>
          </p:nvSpPr>
          <p:spPr>
            <a:xfrm>
              <a:off x="2408223" y="6149696"/>
              <a:ext cx="66682" cy="65908"/>
            </a:xfrm>
            <a:custGeom>
              <a:avLst/>
              <a:gdLst>
                <a:gd name="connsiteX0" fmla="*/ 42149 w 66682"/>
                <a:gd name="connsiteY0" fmla="*/ 65909 h 65908"/>
                <a:gd name="connsiteX1" fmla="*/ 36086 w 66682"/>
                <a:gd name="connsiteY1" fmla="*/ 65909 h 65908"/>
                <a:gd name="connsiteX2" fmla="*/ 2926 w 66682"/>
                <a:gd name="connsiteY2" fmla="*/ 53783 h 65908"/>
                <a:gd name="connsiteX3" fmla="*/ 1957 w 66682"/>
                <a:gd name="connsiteY3" fmla="*/ 42152 h 65908"/>
                <a:gd name="connsiteX4" fmla="*/ 13588 w 66682"/>
                <a:gd name="connsiteY4" fmla="*/ 41183 h 65908"/>
                <a:gd name="connsiteX5" fmla="*/ 36086 w 66682"/>
                <a:gd name="connsiteY5" fmla="*/ 49390 h 65908"/>
                <a:gd name="connsiteX6" fmla="*/ 42149 w 66682"/>
                <a:gd name="connsiteY6" fmla="*/ 49390 h 65908"/>
                <a:gd name="connsiteX7" fmla="*/ 48191 w 66682"/>
                <a:gd name="connsiteY7" fmla="*/ 46709 h 65908"/>
                <a:gd name="connsiteX8" fmla="*/ 50151 w 66682"/>
                <a:gd name="connsiteY8" fmla="*/ 40605 h 65908"/>
                <a:gd name="connsiteX9" fmla="*/ 46995 w 66682"/>
                <a:gd name="connsiteY9" fmla="*/ 9074 h 65908"/>
                <a:gd name="connsiteX10" fmla="*/ 54378 w 66682"/>
                <a:gd name="connsiteY10" fmla="*/ 42 h 65908"/>
                <a:gd name="connsiteX11" fmla="*/ 63410 w 66682"/>
                <a:gd name="connsiteY11" fmla="*/ 7424 h 65908"/>
                <a:gd name="connsiteX12" fmla="*/ 66545 w 66682"/>
                <a:gd name="connsiteY12" fmla="*/ 38894 h 65908"/>
                <a:gd name="connsiteX13" fmla="*/ 60255 w 66682"/>
                <a:gd name="connsiteY13" fmla="*/ 57928 h 65908"/>
                <a:gd name="connsiteX14" fmla="*/ 42108 w 66682"/>
                <a:gd name="connsiteY14" fmla="*/ 65888 h 65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6682" h="65908">
                  <a:moveTo>
                    <a:pt x="42149" y="65909"/>
                  </a:moveTo>
                  <a:lnTo>
                    <a:pt x="36086" y="65909"/>
                  </a:lnTo>
                  <a:cubicBezTo>
                    <a:pt x="23775" y="65909"/>
                    <a:pt x="12309" y="61722"/>
                    <a:pt x="2926" y="53783"/>
                  </a:cubicBezTo>
                  <a:cubicBezTo>
                    <a:pt x="-559" y="50834"/>
                    <a:pt x="-992" y="45637"/>
                    <a:pt x="1957" y="42152"/>
                  </a:cubicBezTo>
                  <a:cubicBezTo>
                    <a:pt x="4906" y="38667"/>
                    <a:pt x="10103" y="38234"/>
                    <a:pt x="13588" y="41183"/>
                  </a:cubicBezTo>
                  <a:cubicBezTo>
                    <a:pt x="19939" y="46565"/>
                    <a:pt x="27714" y="49390"/>
                    <a:pt x="36086" y="49390"/>
                  </a:cubicBezTo>
                  <a:lnTo>
                    <a:pt x="42149" y="49390"/>
                  </a:lnTo>
                  <a:cubicBezTo>
                    <a:pt x="44438" y="49390"/>
                    <a:pt x="46603" y="48442"/>
                    <a:pt x="48191" y="46709"/>
                  </a:cubicBezTo>
                  <a:cubicBezTo>
                    <a:pt x="49697" y="45101"/>
                    <a:pt x="50398" y="42874"/>
                    <a:pt x="50151" y="40605"/>
                  </a:cubicBezTo>
                  <a:lnTo>
                    <a:pt x="46995" y="9074"/>
                  </a:lnTo>
                  <a:cubicBezTo>
                    <a:pt x="46542" y="4537"/>
                    <a:pt x="49841" y="495"/>
                    <a:pt x="54378" y="42"/>
                  </a:cubicBezTo>
                  <a:cubicBezTo>
                    <a:pt x="58894" y="-412"/>
                    <a:pt x="62957" y="2888"/>
                    <a:pt x="63410" y="7424"/>
                  </a:cubicBezTo>
                  <a:lnTo>
                    <a:pt x="66545" y="38894"/>
                  </a:lnTo>
                  <a:cubicBezTo>
                    <a:pt x="67287" y="45864"/>
                    <a:pt x="64998" y="52813"/>
                    <a:pt x="60255" y="57928"/>
                  </a:cubicBezTo>
                  <a:cubicBezTo>
                    <a:pt x="55574" y="62980"/>
                    <a:pt x="48954" y="65888"/>
                    <a:pt x="42108" y="65888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224" name="Gráfico 10">
            <a:extLst>
              <a:ext uri="{FF2B5EF4-FFF2-40B4-BE49-F238E27FC236}">
                <a16:creationId xmlns:a16="http://schemas.microsoft.com/office/drawing/2014/main" id="{2E45620F-1840-F589-8770-82E01E987CE1}"/>
              </a:ext>
            </a:extLst>
          </p:cNvPr>
          <p:cNvGrpSpPr/>
          <p:nvPr/>
        </p:nvGrpSpPr>
        <p:grpSpPr>
          <a:xfrm>
            <a:off x="2930333" y="5283996"/>
            <a:ext cx="325828" cy="573303"/>
            <a:chOff x="3346793" y="4803891"/>
            <a:chExt cx="325828" cy="573303"/>
          </a:xfrm>
          <a:solidFill>
            <a:schemeClr val="tx1"/>
          </a:solidFill>
        </p:grpSpPr>
        <p:sp>
          <p:nvSpPr>
            <p:cNvPr id="225" name="Forma Livre: Forma 224">
              <a:extLst>
                <a:ext uri="{FF2B5EF4-FFF2-40B4-BE49-F238E27FC236}">
                  <a16:creationId xmlns:a16="http://schemas.microsoft.com/office/drawing/2014/main" id="{868D6135-7096-3D2B-9146-18559572AA6E}"/>
                </a:ext>
              </a:extLst>
            </p:cNvPr>
            <p:cNvSpPr/>
            <p:nvPr/>
          </p:nvSpPr>
          <p:spPr>
            <a:xfrm>
              <a:off x="3449903" y="4865768"/>
              <a:ext cx="37119" cy="16497"/>
            </a:xfrm>
            <a:custGeom>
              <a:avLst/>
              <a:gdLst>
                <a:gd name="connsiteX0" fmla="*/ 28871 w 37119"/>
                <a:gd name="connsiteY0" fmla="*/ 16498 h 16497"/>
                <a:gd name="connsiteX1" fmla="*/ 8249 w 37119"/>
                <a:gd name="connsiteY1" fmla="*/ 16498 h 16497"/>
                <a:gd name="connsiteX2" fmla="*/ 0 w 37119"/>
                <a:gd name="connsiteY2" fmla="*/ 8249 h 16497"/>
                <a:gd name="connsiteX3" fmla="*/ 8249 w 37119"/>
                <a:gd name="connsiteY3" fmla="*/ 0 h 16497"/>
                <a:gd name="connsiteX4" fmla="*/ 28871 w 37119"/>
                <a:gd name="connsiteY4" fmla="*/ 0 h 16497"/>
                <a:gd name="connsiteX5" fmla="*/ 37120 w 37119"/>
                <a:gd name="connsiteY5" fmla="*/ 8249 h 16497"/>
                <a:gd name="connsiteX6" fmla="*/ 28871 w 37119"/>
                <a:gd name="connsiteY6" fmla="*/ 16498 h 16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119" h="16497">
                  <a:moveTo>
                    <a:pt x="28871" y="16498"/>
                  </a:moveTo>
                  <a:lnTo>
                    <a:pt x="8249" y="16498"/>
                  </a:lnTo>
                  <a:cubicBezTo>
                    <a:pt x="3691" y="16498"/>
                    <a:pt x="0" y="12806"/>
                    <a:pt x="0" y="8249"/>
                  </a:cubicBezTo>
                  <a:cubicBezTo>
                    <a:pt x="0" y="3691"/>
                    <a:pt x="3691" y="0"/>
                    <a:pt x="8249" y="0"/>
                  </a:cubicBezTo>
                  <a:lnTo>
                    <a:pt x="28871" y="0"/>
                  </a:lnTo>
                  <a:cubicBezTo>
                    <a:pt x="33428" y="0"/>
                    <a:pt x="37120" y="3691"/>
                    <a:pt x="37120" y="8249"/>
                  </a:cubicBezTo>
                  <a:cubicBezTo>
                    <a:pt x="37120" y="12806"/>
                    <a:pt x="33428" y="16498"/>
                    <a:pt x="28871" y="16498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26" name="Forma Livre: Forma 225">
              <a:extLst>
                <a:ext uri="{FF2B5EF4-FFF2-40B4-BE49-F238E27FC236}">
                  <a16:creationId xmlns:a16="http://schemas.microsoft.com/office/drawing/2014/main" id="{4DC2B47C-34C9-A515-8E05-33B967A5E264}"/>
                </a:ext>
              </a:extLst>
            </p:cNvPr>
            <p:cNvSpPr/>
            <p:nvPr/>
          </p:nvSpPr>
          <p:spPr>
            <a:xfrm>
              <a:off x="3511769" y="4865768"/>
              <a:ext cx="57741" cy="16497"/>
            </a:xfrm>
            <a:custGeom>
              <a:avLst/>
              <a:gdLst>
                <a:gd name="connsiteX0" fmla="*/ 49493 w 57741"/>
                <a:gd name="connsiteY0" fmla="*/ 16498 h 16497"/>
                <a:gd name="connsiteX1" fmla="*/ 8249 w 57741"/>
                <a:gd name="connsiteY1" fmla="*/ 16498 h 16497"/>
                <a:gd name="connsiteX2" fmla="*/ 0 w 57741"/>
                <a:gd name="connsiteY2" fmla="*/ 8249 h 16497"/>
                <a:gd name="connsiteX3" fmla="*/ 8249 w 57741"/>
                <a:gd name="connsiteY3" fmla="*/ 0 h 16497"/>
                <a:gd name="connsiteX4" fmla="*/ 49493 w 57741"/>
                <a:gd name="connsiteY4" fmla="*/ 0 h 16497"/>
                <a:gd name="connsiteX5" fmla="*/ 57742 w 57741"/>
                <a:gd name="connsiteY5" fmla="*/ 8249 h 16497"/>
                <a:gd name="connsiteX6" fmla="*/ 49493 w 57741"/>
                <a:gd name="connsiteY6" fmla="*/ 16498 h 16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741" h="16497">
                  <a:moveTo>
                    <a:pt x="49493" y="16498"/>
                  </a:moveTo>
                  <a:lnTo>
                    <a:pt x="8249" y="16498"/>
                  </a:lnTo>
                  <a:cubicBezTo>
                    <a:pt x="3691" y="16498"/>
                    <a:pt x="0" y="12806"/>
                    <a:pt x="0" y="8249"/>
                  </a:cubicBezTo>
                  <a:cubicBezTo>
                    <a:pt x="0" y="3691"/>
                    <a:pt x="3691" y="0"/>
                    <a:pt x="8249" y="0"/>
                  </a:cubicBezTo>
                  <a:lnTo>
                    <a:pt x="49493" y="0"/>
                  </a:lnTo>
                  <a:cubicBezTo>
                    <a:pt x="54050" y="0"/>
                    <a:pt x="57742" y="3691"/>
                    <a:pt x="57742" y="8249"/>
                  </a:cubicBezTo>
                  <a:cubicBezTo>
                    <a:pt x="57742" y="12806"/>
                    <a:pt x="54050" y="16498"/>
                    <a:pt x="49493" y="16498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27" name="Forma Livre: Forma 226">
              <a:extLst>
                <a:ext uri="{FF2B5EF4-FFF2-40B4-BE49-F238E27FC236}">
                  <a16:creationId xmlns:a16="http://schemas.microsoft.com/office/drawing/2014/main" id="{83389C77-95D4-3E91-04C3-FD62E2437BF7}"/>
                </a:ext>
              </a:extLst>
            </p:cNvPr>
            <p:cNvSpPr/>
            <p:nvPr/>
          </p:nvSpPr>
          <p:spPr>
            <a:xfrm>
              <a:off x="3449903" y="4907012"/>
              <a:ext cx="37119" cy="16497"/>
            </a:xfrm>
            <a:custGeom>
              <a:avLst/>
              <a:gdLst>
                <a:gd name="connsiteX0" fmla="*/ 28871 w 37119"/>
                <a:gd name="connsiteY0" fmla="*/ 16498 h 16497"/>
                <a:gd name="connsiteX1" fmla="*/ 8249 w 37119"/>
                <a:gd name="connsiteY1" fmla="*/ 16498 h 16497"/>
                <a:gd name="connsiteX2" fmla="*/ 0 w 37119"/>
                <a:gd name="connsiteY2" fmla="*/ 8249 h 16497"/>
                <a:gd name="connsiteX3" fmla="*/ 8249 w 37119"/>
                <a:gd name="connsiteY3" fmla="*/ 0 h 16497"/>
                <a:gd name="connsiteX4" fmla="*/ 28871 w 37119"/>
                <a:gd name="connsiteY4" fmla="*/ 0 h 16497"/>
                <a:gd name="connsiteX5" fmla="*/ 37120 w 37119"/>
                <a:gd name="connsiteY5" fmla="*/ 8249 h 16497"/>
                <a:gd name="connsiteX6" fmla="*/ 28871 w 37119"/>
                <a:gd name="connsiteY6" fmla="*/ 16498 h 16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119" h="16497">
                  <a:moveTo>
                    <a:pt x="28871" y="16498"/>
                  </a:moveTo>
                  <a:lnTo>
                    <a:pt x="8249" y="16498"/>
                  </a:lnTo>
                  <a:cubicBezTo>
                    <a:pt x="3691" y="16498"/>
                    <a:pt x="0" y="12806"/>
                    <a:pt x="0" y="8249"/>
                  </a:cubicBezTo>
                  <a:cubicBezTo>
                    <a:pt x="0" y="3691"/>
                    <a:pt x="3691" y="0"/>
                    <a:pt x="8249" y="0"/>
                  </a:cubicBezTo>
                  <a:lnTo>
                    <a:pt x="28871" y="0"/>
                  </a:lnTo>
                  <a:cubicBezTo>
                    <a:pt x="33428" y="0"/>
                    <a:pt x="37120" y="3691"/>
                    <a:pt x="37120" y="8249"/>
                  </a:cubicBezTo>
                  <a:cubicBezTo>
                    <a:pt x="37120" y="12806"/>
                    <a:pt x="33428" y="16498"/>
                    <a:pt x="28871" y="16498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28" name="Forma Livre: Forma 227">
              <a:extLst>
                <a:ext uri="{FF2B5EF4-FFF2-40B4-BE49-F238E27FC236}">
                  <a16:creationId xmlns:a16="http://schemas.microsoft.com/office/drawing/2014/main" id="{9363BBD9-66C6-2E82-703C-CC611CFF7FB9}"/>
                </a:ext>
              </a:extLst>
            </p:cNvPr>
            <p:cNvSpPr/>
            <p:nvPr/>
          </p:nvSpPr>
          <p:spPr>
            <a:xfrm>
              <a:off x="3511769" y="4907012"/>
              <a:ext cx="57741" cy="16497"/>
            </a:xfrm>
            <a:custGeom>
              <a:avLst/>
              <a:gdLst>
                <a:gd name="connsiteX0" fmla="*/ 49493 w 57741"/>
                <a:gd name="connsiteY0" fmla="*/ 16498 h 16497"/>
                <a:gd name="connsiteX1" fmla="*/ 8249 w 57741"/>
                <a:gd name="connsiteY1" fmla="*/ 16498 h 16497"/>
                <a:gd name="connsiteX2" fmla="*/ 0 w 57741"/>
                <a:gd name="connsiteY2" fmla="*/ 8249 h 16497"/>
                <a:gd name="connsiteX3" fmla="*/ 8249 w 57741"/>
                <a:gd name="connsiteY3" fmla="*/ 0 h 16497"/>
                <a:gd name="connsiteX4" fmla="*/ 49493 w 57741"/>
                <a:gd name="connsiteY4" fmla="*/ 0 h 16497"/>
                <a:gd name="connsiteX5" fmla="*/ 57742 w 57741"/>
                <a:gd name="connsiteY5" fmla="*/ 8249 h 16497"/>
                <a:gd name="connsiteX6" fmla="*/ 49493 w 57741"/>
                <a:gd name="connsiteY6" fmla="*/ 16498 h 16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741" h="16497">
                  <a:moveTo>
                    <a:pt x="49493" y="16498"/>
                  </a:moveTo>
                  <a:lnTo>
                    <a:pt x="8249" y="16498"/>
                  </a:lnTo>
                  <a:cubicBezTo>
                    <a:pt x="3691" y="16498"/>
                    <a:pt x="0" y="12806"/>
                    <a:pt x="0" y="8249"/>
                  </a:cubicBezTo>
                  <a:cubicBezTo>
                    <a:pt x="0" y="3691"/>
                    <a:pt x="3691" y="0"/>
                    <a:pt x="8249" y="0"/>
                  </a:cubicBezTo>
                  <a:lnTo>
                    <a:pt x="49493" y="0"/>
                  </a:lnTo>
                  <a:cubicBezTo>
                    <a:pt x="54050" y="0"/>
                    <a:pt x="57742" y="3691"/>
                    <a:pt x="57742" y="8249"/>
                  </a:cubicBezTo>
                  <a:cubicBezTo>
                    <a:pt x="57742" y="12806"/>
                    <a:pt x="54050" y="16498"/>
                    <a:pt x="49493" y="16498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29" name="Forma Livre: Forma 228">
              <a:extLst>
                <a:ext uri="{FF2B5EF4-FFF2-40B4-BE49-F238E27FC236}">
                  <a16:creationId xmlns:a16="http://schemas.microsoft.com/office/drawing/2014/main" id="{793A4919-0A40-D9C9-907A-6932F7D27181}"/>
                </a:ext>
              </a:extLst>
            </p:cNvPr>
            <p:cNvSpPr/>
            <p:nvPr/>
          </p:nvSpPr>
          <p:spPr>
            <a:xfrm>
              <a:off x="3398348" y="5010122"/>
              <a:ext cx="222718" cy="109296"/>
            </a:xfrm>
            <a:custGeom>
              <a:avLst/>
              <a:gdLst>
                <a:gd name="connsiteX0" fmla="*/ 214469 w 222718"/>
                <a:gd name="connsiteY0" fmla="*/ 109297 h 109296"/>
                <a:gd name="connsiteX1" fmla="*/ 8249 w 222718"/>
                <a:gd name="connsiteY1" fmla="*/ 109297 h 109296"/>
                <a:gd name="connsiteX2" fmla="*/ 0 w 222718"/>
                <a:gd name="connsiteY2" fmla="*/ 101048 h 109296"/>
                <a:gd name="connsiteX3" fmla="*/ 0 w 222718"/>
                <a:gd name="connsiteY3" fmla="*/ 8249 h 109296"/>
                <a:gd name="connsiteX4" fmla="*/ 8249 w 222718"/>
                <a:gd name="connsiteY4" fmla="*/ 0 h 109296"/>
                <a:gd name="connsiteX5" fmla="*/ 214469 w 222718"/>
                <a:gd name="connsiteY5" fmla="*/ 0 h 109296"/>
                <a:gd name="connsiteX6" fmla="*/ 222718 w 222718"/>
                <a:gd name="connsiteY6" fmla="*/ 8249 h 109296"/>
                <a:gd name="connsiteX7" fmla="*/ 222718 w 222718"/>
                <a:gd name="connsiteY7" fmla="*/ 101048 h 109296"/>
                <a:gd name="connsiteX8" fmla="*/ 214469 w 222718"/>
                <a:gd name="connsiteY8" fmla="*/ 109297 h 109296"/>
                <a:gd name="connsiteX9" fmla="*/ 16498 w 222718"/>
                <a:gd name="connsiteY9" fmla="*/ 92799 h 109296"/>
                <a:gd name="connsiteX10" fmla="*/ 206221 w 222718"/>
                <a:gd name="connsiteY10" fmla="*/ 92799 h 109296"/>
                <a:gd name="connsiteX11" fmla="*/ 206221 w 222718"/>
                <a:gd name="connsiteY11" fmla="*/ 16498 h 109296"/>
                <a:gd name="connsiteX12" fmla="*/ 16498 w 222718"/>
                <a:gd name="connsiteY12" fmla="*/ 16498 h 109296"/>
                <a:gd name="connsiteX13" fmla="*/ 16498 w 222718"/>
                <a:gd name="connsiteY13" fmla="*/ 92799 h 109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2718" h="109296">
                  <a:moveTo>
                    <a:pt x="214469" y="109297"/>
                  </a:moveTo>
                  <a:lnTo>
                    <a:pt x="8249" y="109297"/>
                  </a:lnTo>
                  <a:cubicBezTo>
                    <a:pt x="3691" y="109297"/>
                    <a:pt x="0" y="105605"/>
                    <a:pt x="0" y="101048"/>
                  </a:cubicBezTo>
                  <a:lnTo>
                    <a:pt x="0" y="8249"/>
                  </a:lnTo>
                  <a:cubicBezTo>
                    <a:pt x="0" y="3691"/>
                    <a:pt x="3691" y="0"/>
                    <a:pt x="8249" y="0"/>
                  </a:cubicBezTo>
                  <a:lnTo>
                    <a:pt x="214469" y="0"/>
                  </a:lnTo>
                  <a:cubicBezTo>
                    <a:pt x="219027" y="0"/>
                    <a:pt x="222718" y="3691"/>
                    <a:pt x="222718" y="8249"/>
                  </a:cubicBezTo>
                  <a:lnTo>
                    <a:pt x="222718" y="101048"/>
                  </a:lnTo>
                  <a:cubicBezTo>
                    <a:pt x="222718" y="105605"/>
                    <a:pt x="219027" y="109297"/>
                    <a:pt x="214469" y="109297"/>
                  </a:cubicBezTo>
                  <a:close/>
                  <a:moveTo>
                    <a:pt x="16498" y="92799"/>
                  </a:moveTo>
                  <a:lnTo>
                    <a:pt x="206221" y="92799"/>
                  </a:lnTo>
                  <a:lnTo>
                    <a:pt x="206221" y="16498"/>
                  </a:lnTo>
                  <a:lnTo>
                    <a:pt x="16498" y="16498"/>
                  </a:lnTo>
                  <a:lnTo>
                    <a:pt x="16498" y="92799"/>
                  </a:ln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30" name="Forma Livre: Forma 229">
              <a:extLst>
                <a:ext uri="{FF2B5EF4-FFF2-40B4-BE49-F238E27FC236}">
                  <a16:creationId xmlns:a16="http://schemas.microsoft.com/office/drawing/2014/main" id="{C1030477-8D0F-5887-C39A-ECCADF5CE882}"/>
                </a:ext>
              </a:extLst>
            </p:cNvPr>
            <p:cNvSpPr/>
            <p:nvPr/>
          </p:nvSpPr>
          <p:spPr>
            <a:xfrm>
              <a:off x="3398348" y="5151074"/>
              <a:ext cx="63371" cy="50317"/>
            </a:xfrm>
            <a:custGeom>
              <a:avLst/>
              <a:gdLst>
                <a:gd name="connsiteX0" fmla="*/ 55123 w 63371"/>
                <a:gd name="connsiteY0" fmla="*/ 50318 h 50317"/>
                <a:gd name="connsiteX1" fmla="*/ 8249 w 63371"/>
                <a:gd name="connsiteY1" fmla="*/ 50318 h 50317"/>
                <a:gd name="connsiteX2" fmla="*/ 0 w 63371"/>
                <a:gd name="connsiteY2" fmla="*/ 42069 h 50317"/>
                <a:gd name="connsiteX3" fmla="*/ 0 w 63371"/>
                <a:gd name="connsiteY3" fmla="*/ 8249 h 50317"/>
                <a:gd name="connsiteX4" fmla="*/ 8249 w 63371"/>
                <a:gd name="connsiteY4" fmla="*/ 0 h 50317"/>
                <a:gd name="connsiteX5" fmla="*/ 55123 w 63371"/>
                <a:gd name="connsiteY5" fmla="*/ 0 h 50317"/>
                <a:gd name="connsiteX6" fmla="*/ 63372 w 63371"/>
                <a:gd name="connsiteY6" fmla="*/ 8249 h 50317"/>
                <a:gd name="connsiteX7" fmla="*/ 63372 w 63371"/>
                <a:gd name="connsiteY7" fmla="*/ 42069 h 50317"/>
                <a:gd name="connsiteX8" fmla="*/ 55123 w 63371"/>
                <a:gd name="connsiteY8" fmla="*/ 50318 h 50317"/>
                <a:gd name="connsiteX9" fmla="*/ 16498 w 63371"/>
                <a:gd name="connsiteY9" fmla="*/ 33820 h 50317"/>
                <a:gd name="connsiteX10" fmla="*/ 46874 w 63371"/>
                <a:gd name="connsiteY10" fmla="*/ 33820 h 50317"/>
                <a:gd name="connsiteX11" fmla="*/ 46874 w 63371"/>
                <a:gd name="connsiteY11" fmla="*/ 16498 h 50317"/>
                <a:gd name="connsiteX12" fmla="*/ 16498 w 63371"/>
                <a:gd name="connsiteY12" fmla="*/ 16498 h 50317"/>
                <a:gd name="connsiteX13" fmla="*/ 16498 w 63371"/>
                <a:gd name="connsiteY13" fmla="*/ 33820 h 503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3371" h="50317">
                  <a:moveTo>
                    <a:pt x="55123" y="50318"/>
                  </a:moveTo>
                  <a:lnTo>
                    <a:pt x="8249" y="50318"/>
                  </a:lnTo>
                  <a:cubicBezTo>
                    <a:pt x="3691" y="50318"/>
                    <a:pt x="0" y="46626"/>
                    <a:pt x="0" y="42069"/>
                  </a:cubicBezTo>
                  <a:lnTo>
                    <a:pt x="0" y="8249"/>
                  </a:lnTo>
                  <a:cubicBezTo>
                    <a:pt x="0" y="3691"/>
                    <a:pt x="3691" y="0"/>
                    <a:pt x="8249" y="0"/>
                  </a:cubicBezTo>
                  <a:lnTo>
                    <a:pt x="55123" y="0"/>
                  </a:lnTo>
                  <a:cubicBezTo>
                    <a:pt x="59680" y="0"/>
                    <a:pt x="63372" y="3691"/>
                    <a:pt x="63372" y="8249"/>
                  </a:cubicBezTo>
                  <a:lnTo>
                    <a:pt x="63372" y="42069"/>
                  </a:lnTo>
                  <a:cubicBezTo>
                    <a:pt x="63372" y="46626"/>
                    <a:pt x="59680" y="50318"/>
                    <a:pt x="55123" y="50318"/>
                  </a:cubicBezTo>
                  <a:close/>
                  <a:moveTo>
                    <a:pt x="16498" y="33820"/>
                  </a:moveTo>
                  <a:lnTo>
                    <a:pt x="46874" y="33820"/>
                  </a:lnTo>
                  <a:lnTo>
                    <a:pt x="46874" y="16498"/>
                  </a:lnTo>
                  <a:lnTo>
                    <a:pt x="16498" y="16498"/>
                  </a:lnTo>
                  <a:lnTo>
                    <a:pt x="16498" y="33820"/>
                  </a:ln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31" name="Forma Livre: Forma 230">
              <a:extLst>
                <a:ext uri="{FF2B5EF4-FFF2-40B4-BE49-F238E27FC236}">
                  <a16:creationId xmlns:a16="http://schemas.microsoft.com/office/drawing/2014/main" id="{E879D12D-AE82-FDE7-40FC-519DE8B31B98}"/>
                </a:ext>
              </a:extLst>
            </p:cNvPr>
            <p:cNvSpPr/>
            <p:nvPr/>
          </p:nvSpPr>
          <p:spPr>
            <a:xfrm>
              <a:off x="3478011" y="5151074"/>
              <a:ext cx="63371" cy="50317"/>
            </a:xfrm>
            <a:custGeom>
              <a:avLst/>
              <a:gdLst>
                <a:gd name="connsiteX0" fmla="*/ 55123 w 63371"/>
                <a:gd name="connsiteY0" fmla="*/ 50318 h 50317"/>
                <a:gd name="connsiteX1" fmla="*/ 8249 w 63371"/>
                <a:gd name="connsiteY1" fmla="*/ 50318 h 50317"/>
                <a:gd name="connsiteX2" fmla="*/ 0 w 63371"/>
                <a:gd name="connsiteY2" fmla="*/ 42069 h 50317"/>
                <a:gd name="connsiteX3" fmla="*/ 0 w 63371"/>
                <a:gd name="connsiteY3" fmla="*/ 8249 h 50317"/>
                <a:gd name="connsiteX4" fmla="*/ 8249 w 63371"/>
                <a:gd name="connsiteY4" fmla="*/ 0 h 50317"/>
                <a:gd name="connsiteX5" fmla="*/ 55123 w 63371"/>
                <a:gd name="connsiteY5" fmla="*/ 0 h 50317"/>
                <a:gd name="connsiteX6" fmla="*/ 63372 w 63371"/>
                <a:gd name="connsiteY6" fmla="*/ 8249 h 50317"/>
                <a:gd name="connsiteX7" fmla="*/ 63372 w 63371"/>
                <a:gd name="connsiteY7" fmla="*/ 42069 h 50317"/>
                <a:gd name="connsiteX8" fmla="*/ 55123 w 63371"/>
                <a:gd name="connsiteY8" fmla="*/ 50318 h 50317"/>
                <a:gd name="connsiteX9" fmla="*/ 16498 w 63371"/>
                <a:gd name="connsiteY9" fmla="*/ 33820 h 50317"/>
                <a:gd name="connsiteX10" fmla="*/ 46874 w 63371"/>
                <a:gd name="connsiteY10" fmla="*/ 33820 h 50317"/>
                <a:gd name="connsiteX11" fmla="*/ 46874 w 63371"/>
                <a:gd name="connsiteY11" fmla="*/ 16498 h 50317"/>
                <a:gd name="connsiteX12" fmla="*/ 16498 w 63371"/>
                <a:gd name="connsiteY12" fmla="*/ 16498 h 50317"/>
                <a:gd name="connsiteX13" fmla="*/ 16498 w 63371"/>
                <a:gd name="connsiteY13" fmla="*/ 33820 h 503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3371" h="50317">
                  <a:moveTo>
                    <a:pt x="55123" y="50318"/>
                  </a:moveTo>
                  <a:lnTo>
                    <a:pt x="8249" y="50318"/>
                  </a:lnTo>
                  <a:cubicBezTo>
                    <a:pt x="3691" y="50318"/>
                    <a:pt x="0" y="46626"/>
                    <a:pt x="0" y="42069"/>
                  </a:cubicBezTo>
                  <a:lnTo>
                    <a:pt x="0" y="8249"/>
                  </a:lnTo>
                  <a:cubicBezTo>
                    <a:pt x="0" y="3691"/>
                    <a:pt x="3691" y="0"/>
                    <a:pt x="8249" y="0"/>
                  </a:cubicBezTo>
                  <a:lnTo>
                    <a:pt x="55123" y="0"/>
                  </a:lnTo>
                  <a:cubicBezTo>
                    <a:pt x="59680" y="0"/>
                    <a:pt x="63372" y="3691"/>
                    <a:pt x="63372" y="8249"/>
                  </a:cubicBezTo>
                  <a:lnTo>
                    <a:pt x="63372" y="42069"/>
                  </a:lnTo>
                  <a:cubicBezTo>
                    <a:pt x="63372" y="46626"/>
                    <a:pt x="59680" y="50318"/>
                    <a:pt x="55123" y="50318"/>
                  </a:cubicBezTo>
                  <a:close/>
                  <a:moveTo>
                    <a:pt x="16498" y="33820"/>
                  </a:moveTo>
                  <a:lnTo>
                    <a:pt x="46874" y="33820"/>
                  </a:lnTo>
                  <a:lnTo>
                    <a:pt x="46874" y="16498"/>
                  </a:lnTo>
                  <a:lnTo>
                    <a:pt x="16498" y="16498"/>
                  </a:lnTo>
                  <a:lnTo>
                    <a:pt x="16498" y="33820"/>
                  </a:ln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32" name="Forma Livre: Forma 231">
              <a:extLst>
                <a:ext uri="{FF2B5EF4-FFF2-40B4-BE49-F238E27FC236}">
                  <a16:creationId xmlns:a16="http://schemas.microsoft.com/office/drawing/2014/main" id="{8F7C12FA-B5E2-528A-6187-7C15441A6AD2}"/>
                </a:ext>
              </a:extLst>
            </p:cNvPr>
            <p:cNvSpPr/>
            <p:nvPr/>
          </p:nvSpPr>
          <p:spPr>
            <a:xfrm>
              <a:off x="3557694" y="5151074"/>
              <a:ext cx="63371" cy="50317"/>
            </a:xfrm>
            <a:custGeom>
              <a:avLst/>
              <a:gdLst>
                <a:gd name="connsiteX0" fmla="*/ 55123 w 63371"/>
                <a:gd name="connsiteY0" fmla="*/ 50318 h 50317"/>
                <a:gd name="connsiteX1" fmla="*/ 8249 w 63371"/>
                <a:gd name="connsiteY1" fmla="*/ 50318 h 50317"/>
                <a:gd name="connsiteX2" fmla="*/ 0 w 63371"/>
                <a:gd name="connsiteY2" fmla="*/ 42069 h 50317"/>
                <a:gd name="connsiteX3" fmla="*/ 0 w 63371"/>
                <a:gd name="connsiteY3" fmla="*/ 8249 h 50317"/>
                <a:gd name="connsiteX4" fmla="*/ 8249 w 63371"/>
                <a:gd name="connsiteY4" fmla="*/ 0 h 50317"/>
                <a:gd name="connsiteX5" fmla="*/ 55123 w 63371"/>
                <a:gd name="connsiteY5" fmla="*/ 0 h 50317"/>
                <a:gd name="connsiteX6" fmla="*/ 63372 w 63371"/>
                <a:gd name="connsiteY6" fmla="*/ 8249 h 50317"/>
                <a:gd name="connsiteX7" fmla="*/ 63372 w 63371"/>
                <a:gd name="connsiteY7" fmla="*/ 42069 h 50317"/>
                <a:gd name="connsiteX8" fmla="*/ 55123 w 63371"/>
                <a:gd name="connsiteY8" fmla="*/ 50318 h 50317"/>
                <a:gd name="connsiteX9" fmla="*/ 16498 w 63371"/>
                <a:gd name="connsiteY9" fmla="*/ 33820 h 50317"/>
                <a:gd name="connsiteX10" fmla="*/ 46874 w 63371"/>
                <a:gd name="connsiteY10" fmla="*/ 33820 h 50317"/>
                <a:gd name="connsiteX11" fmla="*/ 46874 w 63371"/>
                <a:gd name="connsiteY11" fmla="*/ 16498 h 50317"/>
                <a:gd name="connsiteX12" fmla="*/ 16498 w 63371"/>
                <a:gd name="connsiteY12" fmla="*/ 16498 h 50317"/>
                <a:gd name="connsiteX13" fmla="*/ 16498 w 63371"/>
                <a:gd name="connsiteY13" fmla="*/ 33820 h 503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3371" h="50317">
                  <a:moveTo>
                    <a:pt x="55123" y="50318"/>
                  </a:moveTo>
                  <a:lnTo>
                    <a:pt x="8249" y="50318"/>
                  </a:lnTo>
                  <a:cubicBezTo>
                    <a:pt x="3691" y="50318"/>
                    <a:pt x="0" y="46626"/>
                    <a:pt x="0" y="42069"/>
                  </a:cubicBezTo>
                  <a:lnTo>
                    <a:pt x="0" y="8249"/>
                  </a:lnTo>
                  <a:cubicBezTo>
                    <a:pt x="0" y="3691"/>
                    <a:pt x="3691" y="0"/>
                    <a:pt x="8249" y="0"/>
                  </a:cubicBezTo>
                  <a:lnTo>
                    <a:pt x="55123" y="0"/>
                  </a:lnTo>
                  <a:cubicBezTo>
                    <a:pt x="59680" y="0"/>
                    <a:pt x="63372" y="3691"/>
                    <a:pt x="63372" y="8249"/>
                  </a:cubicBezTo>
                  <a:lnTo>
                    <a:pt x="63372" y="42069"/>
                  </a:lnTo>
                  <a:cubicBezTo>
                    <a:pt x="63372" y="46626"/>
                    <a:pt x="59680" y="50318"/>
                    <a:pt x="55123" y="50318"/>
                  </a:cubicBezTo>
                  <a:close/>
                  <a:moveTo>
                    <a:pt x="16498" y="33820"/>
                  </a:moveTo>
                  <a:lnTo>
                    <a:pt x="46874" y="33820"/>
                  </a:lnTo>
                  <a:lnTo>
                    <a:pt x="46874" y="16498"/>
                  </a:lnTo>
                  <a:lnTo>
                    <a:pt x="16498" y="16498"/>
                  </a:lnTo>
                  <a:lnTo>
                    <a:pt x="16498" y="33820"/>
                  </a:ln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33" name="Forma Livre: Forma 232">
              <a:extLst>
                <a:ext uri="{FF2B5EF4-FFF2-40B4-BE49-F238E27FC236}">
                  <a16:creationId xmlns:a16="http://schemas.microsoft.com/office/drawing/2014/main" id="{7190E793-AEF5-3216-C3E0-E7EE781C4CF8}"/>
                </a:ext>
              </a:extLst>
            </p:cNvPr>
            <p:cNvSpPr/>
            <p:nvPr/>
          </p:nvSpPr>
          <p:spPr>
            <a:xfrm>
              <a:off x="3398348" y="5215600"/>
              <a:ext cx="63371" cy="50317"/>
            </a:xfrm>
            <a:custGeom>
              <a:avLst/>
              <a:gdLst>
                <a:gd name="connsiteX0" fmla="*/ 55123 w 63371"/>
                <a:gd name="connsiteY0" fmla="*/ 50318 h 50317"/>
                <a:gd name="connsiteX1" fmla="*/ 8249 w 63371"/>
                <a:gd name="connsiteY1" fmla="*/ 50318 h 50317"/>
                <a:gd name="connsiteX2" fmla="*/ 0 w 63371"/>
                <a:gd name="connsiteY2" fmla="*/ 42069 h 50317"/>
                <a:gd name="connsiteX3" fmla="*/ 0 w 63371"/>
                <a:gd name="connsiteY3" fmla="*/ 8249 h 50317"/>
                <a:gd name="connsiteX4" fmla="*/ 8249 w 63371"/>
                <a:gd name="connsiteY4" fmla="*/ 0 h 50317"/>
                <a:gd name="connsiteX5" fmla="*/ 55123 w 63371"/>
                <a:gd name="connsiteY5" fmla="*/ 0 h 50317"/>
                <a:gd name="connsiteX6" fmla="*/ 63372 w 63371"/>
                <a:gd name="connsiteY6" fmla="*/ 8249 h 50317"/>
                <a:gd name="connsiteX7" fmla="*/ 63372 w 63371"/>
                <a:gd name="connsiteY7" fmla="*/ 42069 h 50317"/>
                <a:gd name="connsiteX8" fmla="*/ 55123 w 63371"/>
                <a:gd name="connsiteY8" fmla="*/ 50318 h 50317"/>
                <a:gd name="connsiteX9" fmla="*/ 16498 w 63371"/>
                <a:gd name="connsiteY9" fmla="*/ 33820 h 50317"/>
                <a:gd name="connsiteX10" fmla="*/ 46874 w 63371"/>
                <a:gd name="connsiteY10" fmla="*/ 33820 h 50317"/>
                <a:gd name="connsiteX11" fmla="*/ 46874 w 63371"/>
                <a:gd name="connsiteY11" fmla="*/ 16498 h 50317"/>
                <a:gd name="connsiteX12" fmla="*/ 16498 w 63371"/>
                <a:gd name="connsiteY12" fmla="*/ 16498 h 50317"/>
                <a:gd name="connsiteX13" fmla="*/ 16498 w 63371"/>
                <a:gd name="connsiteY13" fmla="*/ 33820 h 503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3371" h="50317">
                  <a:moveTo>
                    <a:pt x="55123" y="50318"/>
                  </a:moveTo>
                  <a:lnTo>
                    <a:pt x="8249" y="50318"/>
                  </a:lnTo>
                  <a:cubicBezTo>
                    <a:pt x="3691" y="50318"/>
                    <a:pt x="0" y="46626"/>
                    <a:pt x="0" y="42069"/>
                  </a:cubicBezTo>
                  <a:lnTo>
                    <a:pt x="0" y="8249"/>
                  </a:lnTo>
                  <a:cubicBezTo>
                    <a:pt x="0" y="3691"/>
                    <a:pt x="3691" y="0"/>
                    <a:pt x="8249" y="0"/>
                  </a:cubicBezTo>
                  <a:lnTo>
                    <a:pt x="55123" y="0"/>
                  </a:lnTo>
                  <a:cubicBezTo>
                    <a:pt x="59680" y="0"/>
                    <a:pt x="63372" y="3691"/>
                    <a:pt x="63372" y="8249"/>
                  </a:cubicBezTo>
                  <a:lnTo>
                    <a:pt x="63372" y="42069"/>
                  </a:lnTo>
                  <a:cubicBezTo>
                    <a:pt x="63372" y="46626"/>
                    <a:pt x="59680" y="50318"/>
                    <a:pt x="55123" y="50318"/>
                  </a:cubicBezTo>
                  <a:close/>
                  <a:moveTo>
                    <a:pt x="16498" y="33820"/>
                  </a:moveTo>
                  <a:lnTo>
                    <a:pt x="46874" y="33820"/>
                  </a:lnTo>
                  <a:lnTo>
                    <a:pt x="46874" y="16498"/>
                  </a:lnTo>
                  <a:lnTo>
                    <a:pt x="16498" y="16498"/>
                  </a:lnTo>
                  <a:lnTo>
                    <a:pt x="16498" y="33820"/>
                  </a:ln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34" name="Forma Livre: Forma 233">
              <a:extLst>
                <a:ext uri="{FF2B5EF4-FFF2-40B4-BE49-F238E27FC236}">
                  <a16:creationId xmlns:a16="http://schemas.microsoft.com/office/drawing/2014/main" id="{3D7843B9-F4C4-6139-E99B-A024D3DAFBFD}"/>
                </a:ext>
              </a:extLst>
            </p:cNvPr>
            <p:cNvSpPr/>
            <p:nvPr/>
          </p:nvSpPr>
          <p:spPr>
            <a:xfrm>
              <a:off x="3478011" y="5215600"/>
              <a:ext cx="63371" cy="50317"/>
            </a:xfrm>
            <a:custGeom>
              <a:avLst/>
              <a:gdLst>
                <a:gd name="connsiteX0" fmla="*/ 55123 w 63371"/>
                <a:gd name="connsiteY0" fmla="*/ 50318 h 50317"/>
                <a:gd name="connsiteX1" fmla="*/ 8249 w 63371"/>
                <a:gd name="connsiteY1" fmla="*/ 50318 h 50317"/>
                <a:gd name="connsiteX2" fmla="*/ 0 w 63371"/>
                <a:gd name="connsiteY2" fmla="*/ 42069 h 50317"/>
                <a:gd name="connsiteX3" fmla="*/ 0 w 63371"/>
                <a:gd name="connsiteY3" fmla="*/ 8249 h 50317"/>
                <a:gd name="connsiteX4" fmla="*/ 8249 w 63371"/>
                <a:gd name="connsiteY4" fmla="*/ 0 h 50317"/>
                <a:gd name="connsiteX5" fmla="*/ 55123 w 63371"/>
                <a:gd name="connsiteY5" fmla="*/ 0 h 50317"/>
                <a:gd name="connsiteX6" fmla="*/ 63372 w 63371"/>
                <a:gd name="connsiteY6" fmla="*/ 8249 h 50317"/>
                <a:gd name="connsiteX7" fmla="*/ 63372 w 63371"/>
                <a:gd name="connsiteY7" fmla="*/ 42069 h 50317"/>
                <a:gd name="connsiteX8" fmla="*/ 55123 w 63371"/>
                <a:gd name="connsiteY8" fmla="*/ 50318 h 50317"/>
                <a:gd name="connsiteX9" fmla="*/ 16498 w 63371"/>
                <a:gd name="connsiteY9" fmla="*/ 33820 h 50317"/>
                <a:gd name="connsiteX10" fmla="*/ 46874 w 63371"/>
                <a:gd name="connsiteY10" fmla="*/ 33820 h 50317"/>
                <a:gd name="connsiteX11" fmla="*/ 46874 w 63371"/>
                <a:gd name="connsiteY11" fmla="*/ 16498 h 50317"/>
                <a:gd name="connsiteX12" fmla="*/ 16498 w 63371"/>
                <a:gd name="connsiteY12" fmla="*/ 16498 h 50317"/>
                <a:gd name="connsiteX13" fmla="*/ 16498 w 63371"/>
                <a:gd name="connsiteY13" fmla="*/ 33820 h 503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3371" h="50317">
                  <a:moveTo>
                    <a:pt x="55123" y="50318"/>
                  </a:moveTo>
                  <a:lnTo>
                    <a:pt x="8249" y="50318"/>
                  </a:lnTo>
                  <a:cubicBezTo>
                    <a:pt x="3691" y="50318"/>
                    <a:pt x="0" y="46626"/>
                    <a:pt x="0" y="42069"/>
                  </a:cubicBezTo>
                  <a:lnTo>
                    <a:pt x="0" y="8249"/>
                  </a:lnTo>
                  <a:cubicBezTo>
                    <a:pt x="0" y="3691"/>
                    <a:pt x="3691" y="0"/>
                    <a:pt x="8249" y="0"/>
                  </a:cubicBezTo>
                  <a:lnTo>
                    <a:pt x="55123" y="0"/>
                  </a:lnTo>
                  <a:cubicBezTo>
                    <a:pt x="59680" y="0"/>
                    <a:pt x="63372" y="3691"/>
                    <a:pt x="63372" y="8249"/>
                  </a:cubicBezTo>
                  <a:lnTo>
                    <a:pt x="63372" y="42069"/>
                  </a:lnTo>
                  <a:cubicBezTo>
                    <a:pt x="63372" y="46626"/>
                    <a:pt x="59680" y="50318"/>
                    <a:pt x="55123" y="50318"/>
                  </a:cubicBezTo>
                  <a:close/>
                  <a:moveTo>
                    <a:pt x="16498" y="33820"/>
                  </a:moveTo>
                  <a:lnTo>
                    <a:pt x="46874" y="33820"/>
                  </a:lnTo>
                  <a:lnTo>
                    <a:pt x="46874" y="16498"/>
                  </a:lnTo>
                  <a:lnTo>
                    <a:pt x="16498" y="16498"/>
                  </a:lnTo>
                  <a:lnTo>
                    <a:pt x="16498" y="33820"/>
                  </a:ln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35" name="Forma Livre: Forma 234">
              <a:extLst>
                <a:ext uri="{FF2B5EF4-FFF2-40B4-BE49-F238E27FC236}">
                  <a16:creationId xmlns:a16="http://schemas.microsoft.com/office/drawing/2014/main" id="{6EC2B53A-31D5-40AC-579F-11546653EEA3}"/>
                </a:ext>
              </a:extLst>
            </p:cNvPr>
            <p:cNvSpPr/>
            <p:nvPr/>
          </p:nvSpPr>
          <p:spPr>
            <a:xfrm>
              <a:off x="3557694" y="5215600"/>
              <a:ext cx="63371" cy="50317"/>
            </a:xfrm>
            <a:custGeom>
              <a:avLst/>
              <a:gdLst>
                <a:gd name="connsiteX0" fmla="*/ 55123 w 63371"/>
                <a:gd name="connsiteY0" fmla="*/ 50318 h 50317"/>
                <a:gd name="connsiteX1" fmla="*/ 8249 w 63371"/>
                <a:gd name="connsiteY1" fmla="*/ 50318 h 50317"/>
                <a:gd name="connsiteX2" fmla="*/ 0 w 63371"/>
                <a:gd name="connsiteY2" fmla="*/ 42069 h 50317"/>
                <a:gd name="connsiteX3" fmla="*/ 0 w 63371"/>
                <a:gd name="connsiteY3" fmla="*/ 8249 h 50317"/>
                <a:gd name="connsiteX4" fmla="*/ 8249 w 63371"/>
                <a:gd name="connsiteY4" fmla="*/ 0 h 50317"/>
                <a:gd name="connsiteX5" fmla="*/ 55123 w 63371"/>
                <a:gd name="connsiteY5" fmla="*/ 0 h 50317"/>
                <a:gd name="connsiteX6" fmla="*/ 63372 w 63371"/>
                <a:gd name="connsiteY6" fmla="*/ 8249 h 50317"/>
                <a:gd name="connsiteX7" fmla="*/ 63372 w 63371"/>
                <a:gd name="connsiteY7" fmla="*/ 42069 h 50317"/>
                <a:gd name="connsiteX8" fmla="*/ 55123 w 63371"/>
                <a:gd name="connsiteY8" fmla="*/ 50318 h 50317"/>
                <a:gd name="connsiteX9" fmla="*/ 16498 w 63371"/>
                <a:gd name="connsiteY9" fmla="*/ 33820 h 50317"/>
                <a:gd name="connsiteX10" fmla="*/ 46874 w 63371"/>
                <a:gd name="connsiteY10" fmla="*/ 33820 h 50317"/>
                <a:gd name="connsiteX11" fmla="*/ 46874 w 63371"/>
                <a:gd name="connsiteY11" fmla="*/ 16498 h 50317"/>
                <a:gd name="connsiteX12" fmla="*/ 16498 w 63371"/>
                <a:gd name="connsiteY12" fmla="*/ 16498 h 50317"/>
                <a:gd name="connsiteX13" fmla="*/ 16498 w 63371"/>
                <a:gd name="connsiteY13" fmla="*/ 33820 h 503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3371" h="50317">
                  <a:moveTo>
                    <a:pt x="55123" y="50318"/>
                  </a:moveTo>
                  <a:lnTo>
                    <a:pt x="8249" y="50318"/>
                  </a:lnTo>
                  <a:cubicBezTo>
                    <a:pt x="3691" y="50318"/>
                    <a:pt x="0" y="46626"/>
                    <a:pt x="0" y="42069"/>
                  </a:cubicBezTo>
                  <a:lnTo>
                    <a:pt x="0" y="8249"/>
                  </a:lnTo>
                  <a:cubicBezTo>
                    <a:pt x="0" y="3691"/>
                    <a:pt x="3691" y="0"/>
                    <a:pt x="8249" y="0"/>
                  </a:cubicBezTo>
                  <a:lnTo>
                    <a:pt x="55123" y="0"/>
                  </a:lnTo>
                  <a:cubicBezTo>
                    <a:pt x="59680" y="0"/>
                    <a:pt x="63372" y="3691"/>
                    <a:pt x="63372" y="8249"/>
                  </a:cubicBezTo>
                  <a:lnTo>
                    <a:pt x="63372" y="42069"/>
                  </a:lnTo>
                  <a:cubicBezTo>
                    <a:pt x="63372" y="46626"/>
                    <a:pt x="59680" y="50318"/>
                    <a:pt x="55123" y="50318"/>
                  </a:cubicBezTo>
                  <a:close/>
                  <a:moveTo>
                    <a:pt x="16498" y="33820"/>
                  </a:moveTo>
                  <a:lnTo>
                    <a:pt x="46874" y="33820"/>
                  </a:lnTo>
                  <a:lnTo>
                    <a:pt x="46874" y="16498"/>
                  </a:lnTo>
                  <a:lnTo>
                    <a:pt x="16498" y="16498"/>
                  </a:lnTo>
                  <a:lnTo>
                    <a:pt x="16498" y="33820"/>
                  </a:ln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36" name="Forma Livre: Forma 235">
              <a:extLst>
                <a:ext uri="{FF2B5EF4-FFF2-40B4-BE49-F238E27FC236}">
                  <a16:creationId xmlns:a16="http://schemas.microsoft.com/office/drawing/2014/main" id="{701FCF35-977B-0AD6-213D-C445B1E88440}"/>
                </a:ext>
              </a:extLst>
            </p:cNvPr>
            <p:cNvSpPr/>
            <p:nvPr/>
          </p:nvSpPr>
          <p:spPr>
            <a:xfrm>
              <a:off x="3398348" y="5280147"/>
              <a:ext cx="63371" cy="50317"/>
            </a:xfrm>
            <a:custGeom>
              <a:avLst/>
              <a:gdLst>
                <a:gd name="connsiteX0" fmla="*/ 55123 w 63371"/>
                <a:gd name="connsiteY0" fmla="*/ 50318 h 50317"/>
                <a:gd name="connsiteX1" fmla="*/ 8249 w 63371"/>
                <a:gd name="connsiteY1" fmla="*/ 50318 h 50317"/>
                <a:gd name="connsiteX2" fmla="*/ 0 w 63371"/>
                <a:gd name="connsiteY2" fmla="*/ 42069 h 50317"/>
                <a:gd name="connsiteX3" fmla="*/ 0 w 63371"/>
                <a:gd name="connsiteY3" fmla="*/ 8249 h 50317"/>
                <a:gd name="connsiteX4" fmla="*/ 8249 w 63371"/>
                <a:gd name="connsiteY4" fmla="*/ 0 h 50317"/>
                <a:gd name="connsiteX5" fmla="*/ 55123 w 63371"/>
                <a:gd name="connsiteY5" fmla="*/ 0 h 50317"/>
                <a:gd name="connsiteX6" fmla="*/ 63372 w 63371"/>
                <a:gd name="connsiteY6" fmla="*/ 8249 h 50317"/>
                <a:gd name="connsiteX7" fmla="*/ 63372 w 63371"/>
                <a:gd name="connsiteY7" fmla="*/ 42069 h 50317"/>
                <a:gd name="connsiteX8" fmla="*/ 55123 w 63371"/>
                <a:gd name="connsiteY8" fmla="*/ 50318 h 50317"/>
                <a:gd name="connsiteX9" fmla="*/ 16498 w 63371"/>
                <a:gd name="connsiteY9" fmla="*/ 33820 h 50317"/>
                <a:gd name="connsiteX10" fmla="*/ 46874 w 63371"/>
                <a:gd name="connsiteY10" fmla="*/ 33820 h 50317"/>
                <a:gd name="connsiteX11" fmla="*/ 46874 w 63371"/>
                <a:gd name="connsiteY11" fmla="*/ 16498 h 50317"/>
                <a:gd name="connsiteX12" fmla="*/ 16498 w 63371"/>
                <a:gd name="connsiteY12" fmla="*/ 16498 h 50317"/>
                <a:gd name="connsiteX13" fmla="*/ 16498 w 63371"/>
                <a:gd name="connsiteY13" fmla="*/ 33820 h 503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3371" h="50317">
                  <a:moveTo>
                    <a:pt x="55123" y="50318"/>
                  </a:moveTo>
                  <a:lnTo>
                    <a:pt x="8249" y="50318"/>
                  </a:lnTo>
                  <a:cubicBezTo>
                    <a:pt x="3691" y="50318"/>
                    <a:pt x="0" y="46627"/>
                    <a:pt x="0" y="42069"/>
                  </a:cubicBezTo>
                  <a:lnTo>
                    <a:pt x="0" y="8249"/>
                  </a:lnTo>
                  <a:cubicBezTo>
                    <a:pt x="0" y="3691"/>
                    <a:pt x="3691" y="0"/>
                    <a:pt x="8249" y="0"/>
                  </a:cubicBezTo>
                  <a:lnTo>
                    <a:pt x="55123" y="0"/>
                  </a:lnTo>
                  <a:cubicBezTo>
                    <a:pt x="59680" y="0"/>
                    <a:pt x="63372" y="3691"/>
                    <a:pt x="63372" y="8249"/>
                  </a:cubicBezTo>
                  <a:lnTo>
                    <a:pt x="63372" y="42069"/>
                  </a:lnTo>
                  <a:cubicBezTo>
                    <a:pt x="63372" y="46627"/>
                    <a:pt x="59680" y="50318"/>
                    <a:pt x="55123" y="50318"/>
                  </a:cubicBezTo>
                  <a:close/>
                  <a:moveTo>
                    <a:pt x="16498" y="33820"/>
                  </a:moveTo>
                  <a:lnTo>
                    <a:pt x="46874" y="33820"/>
                  </a:lnTo>
                  <a:lnTo>
                    <a:pt x="46874" y="16498"/>
                  </a:lnTo>
                  <a:lnTo>
                    <a:pt x="16498" y="16498"/>
                  </a:lnTo>
                  <a:lnTo>
                    <a:pt x="16498" y="33820"/>
                  </a:ln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37" name="Forma Livre: Forma 236">
              <a:extLst>
                <a:ext uri="{FF2B5EF4-FFF2-40B4-BE49-F238E27FC236}">
                  <a16:creationId xmlns:a16="http://schemas.microsoft.com/office/drawing/2014/main" id="{DE7929B0-D044-7213-73D0-8DA4588B9729}"/>
                </a:ext>
              </a:extLst>
            </p:cNvPr>
            <p:cNvSpPr/>
            <p:nvPr/>
          </p:nvSpPr>
          <p:spPr>
            <a:xfrm>
              <a:off x="3478011" y="5280147"/>
              <a:ext cx="63371" cy="50317"/>
            </a:xfrm>
            <a:custGeom>
              <a:avLst/>
              <a:gdLst>
                <a:gd name="connsiteX0" fmla="*/ 55123 w 63371"/>
                <a:gd name="connsiteY0" fmla="*/ 50318 h 50317"/>
                <a:gd name="connsiteX1" fmla="*/ 8249 w 63371"/>
                <a:gd name="connsiteY1" fmla="*/ 50318 h 50317"/>
                <a:gd name="connsiteX2" fmla="*/ 0 w 63371"/>
                <a:gd name="connsiteY2" fmla="*/ 42069 h 50317"/>
                <a:gd name="connsiteX3" fmla="*/ 0 w 63371"/>
                <a:gd name="connsiteY3" fmla="*/ 8249 h 50317"/>
                <a:gd name="connsiteX4" fmla="*/ 8249 w 63371"/>
                <a:gd name="connsiteY4" fmla="*/ 0 h 50317"/>
                <a:gd name="connsiteX5" fmla="*/ 55123 w 63371"/>
                <a:gd name="connsiteY5" fmla="*/ 0 h 50317"/>
                <a:gd name="connsiteX6" fmla="*/ 63372 w 63371"/>
                <a:gd name="connsiteY6" fmla="*/ 8249 h 50317"/>
                <a:gd name="connsiteX7" fmla="*/ 63372 w 63371"/>
                <a:gd name="connsiteY7" fmla="*/ 42069 h 50317"/>
                <a:gd name="connsiteX8" fmla="*/ 55123 w 63371"/>
                <a:gd name="connsiteY8" fmla="*/ 50318 h 50317"/>
                <a:gd name="connsiteX9" fmla="*/ 16498 w 63371"/>
                <a:gd name="connsiteY9" fmla="*/ 33820 h 50317"/>
                <a:gd name="connsiteX10" fmla="*/ 46874 w 63371"/>
                <a:gd name="connsiteY10" fmla="*/ 33820 h 50317"/>
                <a:gd name="connsiteX11" fmla="*/ 46874 w 63371"/>
                <a:gd name="connsiteY11" fmla="*/ 16498 h 50317"/>
                <a:gd name="connsiteX12" fmla="*/ 16498 w 63371"/>
                <a:gd name="connsiteY12" fmla="*/ 16498 h 50317"/>
                <a:gd name="connsiteX13" fmla="*/ 16498 w 63371"/>
                <a:gd name="connsiteY13" fmla="*/ 33820 h 503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3371" h="50317">
                  <a:moveTo>
                    <a:pt x="55123" y="50318"/>
                  </a:moveTo>
                  <a:lnTo>
                    <a:pt x="8249" y="50318"/>
                  </a:lnTo>
                  <a:cubicBezTo>
                    <a:pt x="3691" y="50318"/>
                    <a:pt x="0" y="46627"/>
                    <a:pt x="0" y="42069"/>
                  </a:cubicBezTo>
                  <a:lnTo>
                    <a:pt x="0" y="8249"/>
                  </a:lnTo>
                  <a:cubicBezTo>
                    <a:pt x="0" y="3691"/>
                    <a:pt x="3691" y="0"/>
                    <a:pt x="8249" y="0"/>
                  </a:cubicBezTo>
                  <a:lnTo>
                    <a:pt x="55123" y="0"/>
                  </a:lnTo>
                  <a:cubicBezTo>
                    <a:pt x="59680" y="0"/>
                    <a:pt x="63372" y="3691"/>
                    <a:pt x="63372" y="8249"/>
                  </a:cubicBezTo>
                  <a:lnTo>
                    <a:pt x="63372" y="42069"/>
                  </a:lnTo>
                  <a:cubicBezTo>
                    <a:pt x="63372" y="46627"/>
                    <a:pt x="59680" y="50318"/>
                    <a:pt x="55123" y="50318"/>
                  </a:cubicBezTo>
                  <a:close/>
                  <a:moveTo>
                    <a:pt x="16498" y="33820"/>
                  </a:moveTo>
                  <a:lnTo>
                    <a:pt x="46874" y="33820"/>
                  </a:lnTo>
                  <a:lnTo>
                    <a:pt x="46874" y="16498"/>
                  </a:lnTo>
                  <a:lnTo>
                    <a:pt x="16498" y="16498"/>
                  </a:lnTo>
                  <a:lnTo>
                    <a:pt x="16498" y="33820"/>
                  </a:ln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38" name="Forma Livre: Forma 237">
              <a:extLst>
                <a:ext uri="{FF2B5EF4-FFF2-40B4-BE49-F238E27FC236}">
                  <a16:creationId xmlns:a16="http://schemas.microsoft.com/office/drawing/2014/main" id="{A1B5E373-4608-601E-7EEB-32B92C802329}"/>
                </a:ext>
              </a:extLst>
            </p:cNvPr>
            <p:cNvSpPr/>
            <p:nvPr/>
          </p:nvSpPr>
          <p:spPr>
            <a:xfrm>
              <a:off x="3557694" y="5280147"/>
              <a:ext cx="63371" cy="50317"/>
            </a:xfrm>
            <a:custGeom>
              <a:avLst/>
              <a:gdLst>
                <a:gd name="connsiteX0" fmla="*/ 55123 w 63371"/>
                <a:gd name="connsiteY0" fmla="*/ 50318 h 50317"/>
                <a:gd name="connsiteX1" fmla="*/ 8249 w 63371"/>
                <a:gd name="connsiteY1" fmla="*/ 50318 h 50317"/>
                <a:gd name="connsiteX2" fmla="*/ 0 w 63371"/>
                <a:gd name="connsiteY2" fmla="*/ 42069 h 50317"/>
                <a:gd name="connsiteX3" fmla="*/ 0 w 63371"/>
                <a:gd name="connsiteY3" fmla="*/ 8249 h 50317"/>
                <a:gd name="connsiteX4" fmla="*/ 8249 w 63371"/>
                <a:gd name="connsiteY4" fmla="*/ 0 h 50317"/>
                <a:gd name="connsiteX5" fmla="*/ 55123 w 63371"/>
                <a:gd name="connsiteY5" fmla="*/ 0 h 50317"/>
                <a:gd name="connsiteX6" fmla="*/ 63372 w 63371"/>
                <a:gd name="connsiteY6" fmla="*/ 8249 h 50317"/>
                <a:gd name="connsiteX7" fmla="*/ 63372 w 63371"/>
                <a:gd name="connsiteY7" fmla="*/ 42069 h 50317"/>
                <a:gd name="connsiteX8" fmla="*/ 55123 w 63371"/>
                <a:gd name="connsiteY8" fmla="*/ 50318 h 50317"/>
                <a:gd name="connsiteX9" fmla="*/ 16498 w 63371"/>
                <a:gd name="connsiteY9" fmla="*/ 33820 h 50317"/>
                <a:gd name="connsiteX10" fmla="*/ 46874 w 63371"/>
                <a:gd name="connsiteY10" fmla="*/ 33820 h 50317"/>
                <a:gd name="connsiteX11" fmla="*/ 46874 w 63371"/>
                <a:gd name="connsiteY11" fmla="*/ 16498 h 50317"/>
                <a:gd name="connsiteX12" fmla="*/ 16498 w 63371"/>
                <a:gd name="connsiteY12" fmla="*/ 16498 h 50317"/>
                <a:gd name="connsiteX13" fmla="*/ 16498 w 63371"/>
                <a:gd name="connsiteY13" fmla="*/ 33820 h 503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3371" h="50317">
                  <a:moveTo>
                    <a:pt x="55123" y="50318"/>
                  </a:moveTo>
                  <a:lnTo>
                    <a:pt x="8249" y="50318"/>
                  </a:lnTo>
                  <a:cubicBezTo>
                    <a:pt x="3691" y="50318"/>
                    <a:pt x="0" y="46627"/>
                    <a:pt x="0" y="42069"/>
                  </a:cubicBezTo>
                  <a:lnTo>
                    <a:pt x="0" y="8249"/>
                  </a:lnTo>
                  <a:cubicBezTo>
                    <a:pt x="0" y="3691"/>
                    <a:pt x="3691" y="0"/>
                    <a:pt x="8249" y="0"/>
                  </a:cubicBezTo>
                  <a:lnTo>
                    <a:pt x="55123" y="0"/>
                  </a:lnTo>
                  <a:cubicBezTo>
                    <a:pt x="59680" y="0"/>
                    <a:pt x="63372" y="3691"/>
                    <a:pt x="63372" y="8249"/>
                  </a:cubicBezTo>
                  <a:lnTo>
                    <a:pt x="63372" y="42069"/>
                  </a:lnTo>
                  <a:cubicBezTo>
                    <a:pt x="63372" y="46627"/>
                    <a:pt x="59680" y="50318"/>
                    <a:pt x="55123" y="50318"/>
                  </a:cubicBezTo>
                  <a:close/>
                  <a:moveTo>
                    <a:pt x="16498" y="33820"/>
                  </a:moveTo>
                  <a:lnTo>
                    <a:pt x="46874" y="33820"/>
                  </a:lnTo>
                  <a:lnTo>
                    <a:pt x="46874" y="16498"/>
                  </a:lnTo>
                  <a:lnTo>
                    <a:pt x="16498" y="16498"/>
                  </a:lnTo>
                  <a:lnTo>
                    <a:pt x="16498" y="33820"/>
                  </a:ln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39" name="Forma Livre: Forma 238">
              <a:extLst>
                <a:ext uri="{FF2B5EF4-FFF2-40B4-BE49-F238E27FC236}">
                  <a16:creationId xmlns:a16="http://schemas.microsoft.com/office/drawing/2014/main" id="{0678D162-7F55-1E91-033A-1A789A6FE384}"/>
                </a:ext>
              </a:extLst>
            </p:cNvPr>
            <p:cNvSpPr/>
            <p:nvPr/>
          </p:nvSpPr>
          <p:spPr>
            <a:xfrm>
              <a:off x="3388037" y="4968878"/>
              <a:ext cx="243340" cy="16497"/>
            </a:xfrm>
            <a:custGeom>
              <a:avLst/>
              <a:gdLst>
                <a:gd name="connsiteX0" fmla="*/ 235091 w 243340"/>
                <a:gd name="connsiteY0" fmla="*/ 16498 h 16497"/>
                <a:gd name="connsiteX1" fmla="*/ 8249 w 243340"/>
                <a:gd name="connsiteY1" fmla="*/ 16498 h 16497"/>
                <a:gd name="connsiteX2" fmla="*/ 0 w 243340"/>
                <a:gd name="connsiteY2" fmla="*/ 8249 h 16497"/>
                <a:gd name="connsiteX3" fmla="*/ 8249 w 243340"/>
                <a:gd name="connsiteY3" fmla="*/ 0 h 16497"/>
                <a:gd name="connsiteX4" fmla="*/ 235091 w 243340"/>
                <a:gd name="connsiteY4" fmla="*/ 0 h 16497"/>
                <a:gd name="connsiteX5" fmla="*/ 243340 w 243340"/>
                <a:gd name="connsiteY5" fmla="*/ 8249 h 16497"/>
                <a:gd name="connsiteX6" fmla="*/ 235091 w 243340"/>
                <a:gd name="connsiteY6" fmla="*/ 16498 h 16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3340" h="16497">
                  <a:moveTo>
                    <a:pt x="235091" y="16498"/>
                  </a:moveTo>
                  <a:lnTo>
                    <a:pt x="8249" y="16498"/>
                  </a:lnTo>
                  <a:cubicBezTo>
                    <a:pt x="3691" y="16498"/>
                    <a:pt x="0" y="12806"/>
                    <a:pt x="0" y="8249"/>
                  </a:cubicBezTo>
                  <a:cubicBezTo>
                    <a:pt x="0" y="3691"/>
                    <a:pt x="3691" y="0"/>
                    <a:pt x="8249" y="0"/>
                  </a:cubicBezTo>
                  <a:lnTo>
                    <a:pt x="235091" y="0"/>
                  </a:lnTo>
                  <a:cubicBezTo>
                    <a:pt x="239649" y="0"/>
                    <a:pt x="243340" y="3691"/>
                    <a:pt x="243340" y="8249"/>
                  </a:cubicBezTo>
                  <a:cubicBezTo>
                    <a:pt x="243340" y="12806"/>
                    <a:pt x="239649" y="16498"/>
                    <a:pt x="235091" y="16498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40" name="Forma Livre: Forma 239">
              <a:extLst>
                <a:ext uri="{FF2B5EF4-FFF2-40B4-BE49-F238E27FC236}">
                  <a16:creationId xmlns:a16="http://schemas.microsoft.com/office/drawing/2014/main" id="{D9D532E3-31A7-5B1C-3DBE-376E233D7D7B}"/>
                </a:ext>
              </a:extLst>
            </p:cNvPr>
            <p:cNvSpPr/>
            <p:nvPr/>
          </p:nvSpPr>
          <p:spPr>
            <a:xfrm>
              <a:off x="3346793" y="4907012"/>
              <a:ext cx="325828" cy="470182"/>
            </a:xfrm>
            <a:custGeom>
              <a:avLst/>
              <a:gdLst>
                <a:gd name="connsiteX0" fmla="*/ 286647 w 325828"/>
                <a:gd name="connsiteY0" fmla="*/ 470183 h 470182"/>
                <a:gd name="connsiteX1" fmla="*/ 39182 w 325828"/>
                <a:gd name="connsiteY1" fmla="*/ 470183 h 470182"/>
                <a:gd name="connsiteX2" fmla="*/ 0 w 325828"/>
                <a:gd name="connsiteY2" fmla="*/ 431001 h 470182"/>
                <a:gd name="connsiteX3" fmla="*/ 0 w 325828"/>
                <a:gd name="connsiteY3" fmla="*/ 39182 h 470182"/>
                <a:gd name="connsiteX4" fmla="*/ 39182 w 325828"/>
                <a:gd name="connsiteY4" fmla="*/ 0 h 470182"/>
                <a:gd name="connsiteX5" fmla="*/ 70115 w 325828"/>
                <a:gd name="connsiteY5" fmla="*/ 0 h 470182"/>
                <a:gd name="connsiteX6" fmla="*/ 78364 w 325828"/>
                <a:gd name="connsiteY6" fmla="*/ 8249 h 470182"/>
                <a:gd name="connsiteX7" fmla="*/ 70115 w 325828"/>
                <a:gd name="connsiteY7" fmla="*/ 16498 h 470182"/>
                <a:gd name="connsiteX8" fmla="*/ 39182 w 325828"/>
                <a:gd name="connsiteY8" fmla="*/ 16498 h 470182"/>
                <a:gd name="connsiteX9" fmla="*/ 16498 w 325828"/>
                <a:gd name="connsiteY9" fmla="*/ 39182 h 470182"/>
                <a:gd name="connsiteX10" fmla="*/ 16498 w 325828"/>
                <a:gd name="connsiteY10" fmla="*/ 431001 h 470182"/>
                <a:gd name="connsiteX11" fmla="*/ 39182 w 325828"/>
                <a:gd name="connsiteY11" fmla="*/ 453685 h 470182"/>
                <a:gd name="connsiteX12" fmla="*/ 286647 w 325828"/>
                <a:gd name="connsiteY12" fmla="*/ 453685 h 470182"/>
                <a:gd name="connsiteX13" fmla="*/ 309331 w 325828"/>
                <a:gd name="connsiteY13" fmla="*/ 431001 h 470182"/>
                <a:gd name="connsiteX14" fmla="*/ 309331 w 325828"/>
                <a:gd name="connsiteY14" fmla="*/ 39182 h 470182"/>
                <a:gd name="connsiteX15" fmla="*/ 286647 w 325828"/>
                <a:gd name="connsiteY15" fmla="*/ 16498 h 470182"/>
                <a:gd name="connsiteX16" fmla="*/ 255714 w 325828"/>
                <a:gd name="connsiteY16" fmla="*/ 16498 h 470182"/>
                <a:gd name="connsiteX17" fmla="*/ 247465 w 325828"/>
                <a:gd name="connsiteY17" fmla="*/ 8249 h 470182"/>
                <a:gd name="connsiteX18" fmla="*/ 255714 w 325828"/>
                <a:gd name="connsiteY18" fmla="*/ 0 h 470182"/>
                <a:gd name="connsiteX19" fmla="*/ 286647 w 325828"/>
                <a:gd name="connsiteY19" fmla="*/ 0 h 470182"/>
                <a:gd name="connsiteX20" fmla="*/ 325829 w 325828"/>
                <a:gd name="connsiteY20" fmla="*/ 39182 h 470182"/>
                <a:gd name="connsiteX21" fmla="*/ 325829 w 325828"/>
                <a:gd name="connsiteY21" fmla="*/ 431001 h 470182"/>
                <a:gd name="connsiteX22" fmla="*/ 286647 w 325828"/>
                <a:gd name="connsiteY22" fmla="*/ 470183 h 470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25828" h="470182">
                  <a:moveTo>
                    <a:pt x="286647" y="470183"/>
                  </a:moveTo>
                  <a:lnTo>
                    <a:pt x="39182" y="470183"/>
                  </a:lnTo>
                  <a:cubicBezTo>
                    <a:pt x="17570" y="470183"/>
                    <a:pt x="0" y="452613"/>
                    <a:pt x="0" y="431001"/>
                  </a:cubicBezTo>
                  <a:lnTo>
                    <a:pt x="0" y="39182"/>
                  </a:lnTo>
                  <a:cubicBezTo>
                    <a:pt x="0" y="17570"/>
                    <a:pt x="17570" y="0"/>
                    <a:pt x="39182" y="0"/>
                  </a:cubicBezTo>
                  <a:lnTo>
                    <a:pt x="70115" y="0"/>
                  </a:lnTo>
                  <a:cubicBezTo>
                    <a:pt x="74672" y="0"/>
                    <a:pt x="78364" y="3691"/>
                    <a:pt x="78364" y="8249"/>
                  </a:cubicBezTo>
                  <a:cubicBezTo>
                    <a:pt x="78364" y="12806"/>
                    <a:pt x="74672" y="16498"/>
                    <a:pt x="70115" y="16498"/>
                  </a:cubicBezTo>
                  <a:lnTo>
                    <a:pt x="39182" y="16498"/>
                  </a:lnTo>
                  <a:cubicBezTo>
                    <a:pt x="26664" y="16498"/>
                    <a:pt x="16498" y="26664"/>
                    <a:pt x="16498" y="39182"/>
                  </a:cubicBezTo>
                  <a:lnTo>
                    <a:pt x="16498" y="431001"/>
                  </a:lnTo>
                  <a:cubicBezTo>
                    <a:pt x="16498" y="443519"/>
                    <a:pt x="26664" y="453685"/>
                    <a:pt x="39182" y="453685"/>
                  </a:cubicBezTo>
                  <a:lnTo>
                    <a:pt x="286647" y="453685"/>
                  </a:lnTo>
                  <a:cubicBezTo>
                    <a:pt x="299164" y="453685"/>
                    <a:pt x="309331" y="443519"/>
                    <a:pt x="309331" y="431001"/>
                  </a:cubicBezTo>
                  <a:lnTo>
                    <a:pt x="309331" y="39182"/>
                  </a:lnTo>
                  <a:cubicBezTo>
                    <a:pt x="309331" y="26664"/>
                    <a:pt x="299164" y="16498"/>
                    <a:pt x="286647" y="16498"/>
                  </a:cubicBezTo>
                  <a:lnTo>
                    <a:pt x="255714" y="16498"/>
                  </a:lnTo>
                  <a:cubicBezTo>
                    <a:pt x="251156" y="16498"/>
                    <a:pt x="247465" y="12806"/>
                    <a:pt x="247465" y="8249"/>
                  </a:cubicBezTo>
                  <a:cubicBezTo>
                    <a:pt x="247465" y="3691"/>
                    <a:pt x="251156" y="0"/>
                    <a:pt x="255714" y="0"/>
                  </a:cubicBezTo>
                  <a:lnTo>
                    <a:pt x="286647" y="0"/>
                  </a:lnTo>
                  <a:cubicBezTo>
                    <a:pt x="308259" y="0"/>
                    <a:pt x="325829" y="17570"/>
                    <a:pt x="325829" y="39182"/>
                  </a:cubicBezTo>
                  <a:lnTo>
                    <a:pt x="325829" y="431001"/>
                  </a:lnTo>
                  <a:cubicBezTo>
                    <a:pt x="325829" y="452613"/>
                    <a:pt x="308259" y="470183"/>
                    <a:pt x="286647" y="470183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41" name="Forma Livre: Forma 240">
              <a:extLst>
                <a:ext uri="{FF2B5EF4-FFF2-40B4-BE49-F238E27FC236}">
                  <a16:creationId xmlns:a16="http://schemas.microsoft.com/office/drawing/2014/main" id="{6BAEBD05-8ADB-F3E3-97CE-C28604CAC28B}"/>
                </a:ext>
              </a:extLst>
            </p:cNvPr>
            <p:cNvSpPr/>
            <p:nvPr/>
          </p:nvSpPr>
          <p:spPr>
            <a:xfrm>
              <a:off x="3408659" y="4803891"/>
              <a:ext cx="202096" cy="181484"/>
            </a:xfrm>
            <a:custGeom>
              <a:avLst/>
              <a:gdLst>
                <a:gd name="connsiteX0" fmla="*/ 193847 w 202096"/>
                <a:gd name="connsiteY0" fmla="*/ 181484 h 181484"/>
                <a:gd name="connsiteX1" fmla="*/ 185599 w 202096"/>
                <a:gd name="connsiteY1" fmla="*/ 173236 h 181484"/>
                <a:gd name="connsiteX2" fmla="*/ 185599 w 202096"/>
                <a:gd name="connsiteY2" fmla="*/ 23664 h 181484"/>
                <a:gd name="connsiteX3" fmla="*/ 167492 w 202096"/>
                <a:gd name="connsiteY3" fmla="*/ 35728 h 181484"/>
                <a:gd name="connsiteX4" fmla="*/ 158336 w 202096"/>
                <a:gd name="connsiteY4" fmla="*/ 35728 h 181484"/>
                <a:gd name="connsiteX5" fmla="*/ 131981 w 202096"/>
                <a:gd name="connsiteY5" fmla="*/ 18158 h 181484"/>
                <a:gd name="connsiteX6" fmla="*/ 105626 w 202096"/>
                <a:gd name="connsiteY6" fmla="*/ 35748 h 181484"/>
                <a:gd name="connsiteX7" fmla="*/ 96470 w 202096"/>
                <a:gd name="connsiteY7" fmla="*/ 35748 h 181484"/>
                <a:gd name="connsiteX8" fmla="*/ 70115 w 202096"/>
                <a:gd name="connsiteY8" fmla="*/ 18158 h 181484"/>
                <a:gd name="connsiteX9" fmla="*/ 43760 w 202096"/>
                <a:gd name="connsiteY9" fmla="*/ 35728 h 181484"/>
                <a:gd name="connsiteX10" fmla="*/ 34604 w 202096"/>
                <a:gd name="connsiteY10" fmla="*/ 35728 h 181484"/>
                <a:gd name="connsiteX11" fmla="*/ 16498 w 202096"/>
                <a:gd name="connsiteY11" fmla="*/ 23664 h 181484"/>
                <a:gd name="connsiteX12" fmla="*/ 16498 w 202096"/>
                <a:gd name="connsiteY12" fmla="*/ 173236 h 181484"/>
                <a:gd name="connsiteX13" fmla="*/ 8249 w 202096"/>
                <a:gd name="connsiteY13" fmla="*/ 181484 h 181484"/>
                <a:gd name="connsiteX14" fmla="*/ 0 w 202096"/>
                <a:gd name="connsiteY14" fmla="*/ 173236 h 181484"/>
                <a:gd name="connsiteX15" fmla="*/ 0 w 202096"/>
                <a:gd name="connsiteY15" fmla="*/ 8259 h 181484"/>
                <a:gd name="connsiteX16" fmla="*/ 4351 w 202096"/>
                <a:gd name="connsiteY16" fmla="*/ 979 h 181484"/>
                <a:gd name="connsiteX17" fmla="*/ 12827 w 202096"/>
                <a:gd name="connsiteY17" fmla="*/ 1392 h 181484"/>
                <a:gd name="connsiteX18" fmla="*/ 39182 w 202096"/>
                <a:gd name="connsiteY18" fmla="*/ 18962 h 181484"/>
                <a:gd name="connsiteX19" fmla="*/ 65537 w 202096"/>
                <a:gd name="connsiteY19" fmla="*/ 1392 h 181484"/>
                <a:gd name="connsiteX20" fmla="*/ 74693 w 202096"/>
                <a:gd name="connsiteY20" fmla="*/ 1392 h 181484"/>
                <a:gd name="connsiteX21" fmla="*/ 101048 w 202096"/>
                <a:gd name="connsiteY21" fmla="*/ 18983 h 181484"/>
                <a:gd name="connsiteX22" fmla="*/ 127403 w 202096"/>
                <a:gd name="connsiteY22" fmla="*/ 1392 h 181484"/>
                <a:gd name="connsiteX23" fmla="*/ 136559 w 202096"/>
                <a:gd name="connsiteY23" fmla="*/ 1392 h 181484"/>
                <a:gd name="connsiteX24" fmla="*/ 162914 w 202096"/>
                <a:gd name="connsiteY24" fmla="*/ 18962 h 181484"/>
                <a:gd name="connsiteX25" fmla="*/ 189269 w 202096"/>
                <a:gd name="connsiteY25" fmla="*/ 1392 h 181484"/>
                <a:gd name="connsiteX26" fmla="*/ 197745 w 202096"/>
                <a:gd name="connsiteY26" fmla="*/ 979 h 181484"/>
                <a:gd name="connsiteX27" fmla="*/ 202096 w 202096"/>
                <a:gd name="connsiteY27" fmla="*/ 8259 h 181484"/>
                <a:gd name="connsiteX28" fmla="*/ 202096 w 202096"/>
                <a:gd name="connsiteY28" fmla="*/ 173236 h 181484"/>
                <a:gd name="connsiteX29" fmla="*/ 193847 w 202096"/>
                <a:gd name="connsiteY29" fmla="*/ 181484 h 181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02096" h="181484">
                  <a:moveTo>
                    <a:pt x="193847" y="181484"/>
                  </a:moveTo>
                  <a:cubicBezTo>
                    <a:pt x="189290" y="181484"/>
                    <a:pt x="185599" y="177793"/>
                    <a:pt x="185599" y="173236"/>
                  </a:cubicBezTo>
                  <a:lnTo>
                    <a:pt x="185599" y="23664"/>
                  </a:lnTo>
                  <a:lnTo>
                    <a:pt x="167492" y="35728"/>
                  </a:lnTo>
                  <a:cubicBezTo>
                    <a:pt x="164729" y="37584"/>
                    <a:pt x="161120" y="37584"/>
                    <a:pt x="158336" y="35728"/>
                  </a:cubicBezTo>
                  <a:lnTo>
                    <a:pt x="131981" y="18158"/>
                  </a:lnTo>
                  <a:lnTo>
                    <a:pt x="105626" y="35748"/>
                  </a:lnTo>
                  <a:cubicBezTo>
                    <a:pt x="102863" y="37604"/>
                    <a:pt x="99233" y="37604"/>
                    <a:pt x="96470" y="35748"/>
                  </a:cubicBezTo>
                  <a:lnTo>
                    <a:pt x="70115" y="18158"/>
                  </a:lnTo>
                  <a:lnTo>
                    <a:pt x="43760" y="35728"/>
                  </a:lnTo>
                  <a:cubicBezTo>
                    <a:pt x="40997" y="37584"/>
                    <a:pt x="37388" y="37584"/>
                    <a:pt x="34604" y="35728"/>
                  </a:cubicBezTo>
                  <a:lnTo>
                    <a:pt x="16498" y="23664"/>
                  </a:lnTo>
                  <a:lnTo>
                    <a:pt x="16498" y="173236"/>
                  </a:lnTo>
                  <a:cubicBezTo>
                    <a:pt x="16498" y="177793"/>
                    <a:pt x="12806" y="181484"/>
                    <a:pt x="8249" y="181484"/>
                  </a:cubicBezTo>
                  <a:cubicBezTo>
                    <a:pt x="3691" y="181484"/>
                    <a:pt x="0" y="177793"/>
                    <a:pt x="0" y="173236"/>
                  </a:cubicBezTo>
                  <a:lnTo>
                    <a:pt x="0" y="8259"/>
                  </a:lnTo>
                  <a:cubicBezTo>
                    <a:pt x="0" y="5207"/>
                    <a:pt x="1671" y="2423"/>
                    <a:pt x="4351" y="979"/>
                  </a:cubicBezTo>
                  <a:cubicBezTo>
                    <a:pt x="7032" y="-464"/>
                    <a:pt x="10290" y="-299"/>
                    <a:pt x="12827" y="1392"/>
                  </a:cubicBezTo>
                  <a:lnTo>
                    <a:pt x="39182" y="18962"/>
                  </a:lnTo>
                  <a:lnTo>
                    <a:pt x="65537" y="1392"/>
                  </a:lnTo>
                  <a:cubicBezTo>
                    <a:pt x="68300" y="-464"/>
                    <a:pt x="71930" y="-443"/>
                    <a:pt x="74693" y="1392"/>
                  </a:cubicBezTo>
                  <a:lnTo>
                    <a:pt x="101048" y="18983"/>
                  </a:lnTo>
                  <a:lnTo>
                    <a:pt x="127403" y="1392"/>
                  </a:lnTo>
                  <a:cubicBezTo>
                    <a:pt x="130166" y="-464"/>
                    <a:pt x="133775" y="-464"/>
                    <a:pt x="136559" y="1392"/>
                  </a:cubicBezTo>
                  <a:lnTo>
                    <a:pt x="162914" y="18962"/>
                  </a:lnTo>
                  <a:lnTo>
                    <a:pt x="189269" y="1392"/>
                  </a:lnTo>
                  <a:cubicBezTo>
                    <a:pt x="191806" y="-299"/>
                    <a:pt x="195043" y="-443"/>
                    <a:pt x="197745" y="979"/>
                  </a:cubicBezTo>
                  <a:cubicBezTo>
                    <a:pt x="200426" y="2423"/>
                    <a:pt x="202096" y="5207"/>
                    <a:pt x="202096" y="8259"/>
                  </a:cubicBezTo>
                  <a:lnTo>
                    <a:pt x="202096" y="173236"/>
                  </a:lnTo>
                  <a:cubicBezTo>
                    <a:pt x="202096" y="177793"/>
                    <a:pt x="198405" y="181484"/>
                    <a:pt x="193847" y="181484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242" name="Gráfico 10">
            <a:extLst>
              <a:ext uri="{FF2B5EF4-FFF2-40B4-BE49-F238E27FC236}">
                <a16:creationId xmlns:a16="http://schemas.microsoft.com/office/drawing/2014/main" id="{47F9106E-7F1E-40AA-EC93-AC4B52BF8BF9}"/>
              </a:ext>
            </a:extLst>
          </p:cNvPr>
          <p:cNvGrpSpPr/>
          <p:nvPr/>
        </p:nvGrpSpPr>
        <p:grpSpPr>
          <a:xfrm>
            <a:off x="7755894" y="5356632"/>
            <a:ext cx="573293" cy="428031"/>
            <a:chOff x="8172354" y="4876532"/>
            <a:chExt cx="573293" cy="428031"/>
          </a:xfrm>
          <a:solidFill>
            <a:schemeClr val="tx1"/>
          </a:solidFill>
        </p:grpSpPr>
        <p:sp>
          <p:nvSpPr>
            <p:cNvPr id="243" name="Forma Livre: Forma 242">
              <a:extLst>
                <a:ext uri="{FF2B5EF4-FFF2-40B4-BE49-F238E27FC236}">
                  <a16:creationId xmlns:a16="http://schemas.microsoft.com/office/drawing/2014/main" id="{68E633EA-9CD0-A19F-A01E-CAF0BF67CBE6}"/>
                </a:ext>
              </a:extLst>
            </p:cNvPr>
            <p:cNvSpPr/>
            <p:nvPr/>
          </p:nvSpPr>
          <p:spPr>
            <a:xfrm>
              <a:off x="8172354" y="5021773"/>
              <a:ext cx="452262" cy="282790"/>
            </a:xfrm>
            <a:custGeom>
              <a:avLst/>
              <a:gdLst>
                <a:gd name="connsiteX0" fmla="*/ 407698 w 452262"/>
                <a:gd name="connsiteY0" fmla="*/ 282790 h 282790"/>
                <a:gd name="connsiteX1" fmla="*/ 44564 w 452262"/>
                <a:gd name="connsiteY1" fmla="*/ 282790 h 282790"/>
                <a:gd name="connsiteX2" fmla="*/ 0 w 452262"/>
                <a:gd name="connsiteY2" fmla="*/ 238226 h 282790"/>
                <a:gd name="connsiteX3" fmla="*/ 0 w 452262"/>
                <a:gd name="connsiteY3" fmla="*/ 44564 h 282790"/>
                <a:gd name="connsiteX4" fmla="*/ 44564 w 452262"/>
                <a:gd name="connsiteY4" fmla="*/ 0 h 282790"/>
                <a:gd name="connsiteX5" fmla="*/ 407698 w 452262"/>
                <a:gd name="connsiteY5" fmla="*/ 0 h 282790"/>
                <a:gd name="connsiteX6" fmla="*/ 452263 w 452262"/>
                <a:gd name="connsiteY6" fmla="*/ 44564 h 282790"/>
                <a:gd name="connsiteX7" fmla="*/ 452263 w 452262"/>
                <a:gd name="connsiteY7" fmla="*/ 238226 h 282790"/>
                <a:gd name="connsiteX8" fmla="*/ 407698 w 452262"/>
                <a:gd name="connsiteY8" fmla="*/ 282790 h 282790"/>
                <a:gd name="connsiteX9" fmla="*/ 44564 w 452262"/>
                <a:gd name="connsiteY9" fmla="*/ 16498 h 282790"/>
                <a:gd name="connsiteX10" fmla="*/ 16498 w 452262"/>
                <a:gd name="connsiteY10" fmla="*/ 44564 h 282790"/>
                <a:gd name="connsiteX11" fmla="*/ 16498 w 452262"/>
                <a:gd name="connsiteY11" fmla="*/ 238226 h 282790"/>
                <a:gd name="connsiteX12" fmla="*/ 44564 w 452262"/>
                <a:gd name="connsiteY12" fmla="*/ 266293 h 282790"/>
                <a:gd name="connsiteX13" fmla="*/ 407698 w 452262"/>
                <a:gd name="connsiteY13" fmla="*/ 266293 h 282790"/>
                <a:gd name="connsiteX14" fmla="*/ 435765 w 452262"/>
                <a:gd name="connsiteY14" fmla="*/ 238226 h 282790"/>
                <a:gd name="connsiteX15" fmla="*/ 435765 w 452262"/>
                <a:gd name="connsiteY15" fmla="*/ 44564 h 282790"/>
                <a:gd name="connsiteX16" fmla="*/ 407698 w 452262"/>
                <a:gd name="connsiteY16" fmla="*/ 16498 h 282790"/>
                <a:gd name="connsiteX17" fmla="*/ 44564 w 452262"/>
                <a:gd name="connsiteY17" fmla="*/ 16498 h 282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52262" h="282790">
                  <a:moveTo>
                    <a:pt x="407698" y="282790"/>
                  </a:moveTo>
                  <a:lnTo>
                    <a:pt x="44564" y="282790"/>
                  </a:lnTo>
                  <a:cubicBezTo>
                    <a:pt x="19983" y="282790"/>
                    <a:pt x="0" y="262807"/>
                    <a:pt x="0" y="238226"/>
                  </a:cubicBezTo>
                  <a:lnTo>
                    <a:pt x="0" y="44564"/>
                  </a:lnTo>
                  <a:cubicBezTo>
                    <a:pt x="0" y="19983"/>
                    <a:pt x="19983" y="0"/>
                    <a:pt x="44564" y="0"/>
                  </a:cubicBezTo>
                  <a:lnTo>
                    <a:pt x="407698" y="0"/>
                  </a:lnTo>
                  <a:cubicBezTo>
                    <a:pt x="432280" y="0"/>
                    <a:pt x="452263" y="19983"/>
                    <a:pt x="452263" y="44564"/>
                  </a:cubicBezTo>
                  <a:lnTo>
                    <a:pt x="452263" y="238226"/>
                  </a:lnTo>
                  <a:cubicBezTo>
                    <a:pt x="452263" y="262807"/>
                    <a:pt x="432280" y="282790"/>
                    <a:pt x="407698" y="282790"/>
                  </a:cubicBezTo>
                  <a:close/>
                  <a:moveTo>
                    <a:pt x="44564" y="16498"/>
                  </a:moveTo>
                  <a:cubicBezTo>
                    <a:pt x="29098" y="16498"/>
                    <a:pt x="16498" y="29077"/>
                    <a:pt x="16498" y="44564"/>
                  </a:cubicBezTo>
                  <a:lnTo>
                    <a:pt x="16498" y="238226"/>
                  </a:lnTo>
                  <a:cubicBezTo>
                    <a:pt x="16498" y="253693"/>
                    <a:pt x="29077" y="266293"/>
                    <a:pt x="44564" y="266293"/>
                  </a:cubicBezTo>
                  <a:lnTo>
                    <a:pt x="407698" y="266293"/>
                  </a:lnTo>
                  <a:cubicBezTo>
                    <a:pt x="423165" y="266293"/>
                    <a:pt x="435765" y="253713"/>
                    <a:pt x="435765" y="238226"/>
                  </a:cubicBezTo>
                  <a:lnTo>
                    <a:pt x="435765" y="44564"/>
                  </a:lnTo>
                  <a:cubicBezTo>
                    <a:pt x="435765" y="29098"/>
                    <a:pt x="423165" y="16498"/>
                    <a:pt x="407698" y="16498"/>
                  </a:cubicBezTo>
                  <a:lnTo>
                    <a:pt x="44564" y="16498"/>
                  </a:ln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44" name="Forma Livre: Forma 243">
              <a:extLst>
                <a:ext uri="{FF2B5EF4-FFF2-40B4-BE49-F238E27FC236}">
                  <a16:creationId xmlns:a16="http://schemas.microsoft.com/office/drawing/2014/main" id="{C3B80A09-3F87-7BB3-8F2F-791CE8E1A376}"/>
                </a:ext>
              </a:extLst>
            </p:cNvPr>
            <p:cNvSpPr/>
            <p:nvPr/>
          </p:nvSpPr>
          <p:spPr>
            <a:xfrm>
              <a:off x="8172354" y="5094404"/>
              <a:ext cx="452241" cy="16497"/>
            </a:xfrm>
            <a:custGeom>
              <a:avLst/>
              <a:gdLst>
                <a:gd name="connsiteX0" fmla="*/ 443993 w 452241"/>
                <a:gd name="connsiteY0" fmla="*/ 16498 h 16497"/>
                <a:gd name="connsiteX1" fmla="*/ 8249 w 452241"/>
                <a:gd name="connsiteY1" fmla="*/ 16498 h 16497"/>
                <a:gd name="connsiteX2" fmla="*/ 0 w 452241"/>
                <a:gd name="connsiteY2" fmla="*/ 8249 h 16497"/>
                <a:gd name="connsiteX3" fmla="*/ 8249 w 452241"/>
                <a:gd name="connsiteY3" fmla="*/ 0 h 16497"/>
                <a:gd name="connsiteX4" fmla="*/ 443993 w 452241"/>
                <a:gd name="connsiteY4" fmla="*/ 0 h 16497"/>
                <a:gd name="connsiteX5" fmla="*/ 452242 w 452241"/>
                <a:gd name="connsiteY5" fmla="*/ 8249 h 16497"/>
                <a:gd name="connsiteX6" fmla="*/ 443993 w 452241"/>
                <a:gd name="connsiteY6" fmla="*/ 16498 h 16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2241" h="16497">
                  <a:moveTo>
                    <a:pt x="443993" y="16498"/>
                  </a:moveTo>
                  <a:lnTo>
                    <a:pt x="8249" y="16498"/>
                  </a:lnTo>
                  <a:cubicBezTo>
                    <a:pt x="3691" y="16498"/>
                    <a:pt x="0" y="12806"/>
                    <a:pt x="0" y="8249"/>
                  </a:cubicBezTo>
                  <a:cubicBezTo>
                    <a:pt x="0" y="3691"/>
                    <a:pt x="3691" y="0"/>
                    <a:pt x="8249" y="0"/>
                  </a:cubicBezTo>
                  <a:lnTo>
                    <a:pt x="443993" y="0"/>
                  </a:lnTo>
                  <a:cubicBezTo>
                    <a:pt x="448550" y="0"/>
                    <a:pt x="452242" y="3691"/>
                    <a:pt x="452242" y="8249"/>
                  </a:cubicBezTo>
                  <a:cubicBezTo>
                    <a:pt x="452242" y="12806"/>
                    <a:pt x="448550" y="16498"/>
                    <a:pt x="443993" y="16498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45" name="Forma Livre: Forma 244">
              <a:extLst>
                <a:ext uri="{FF2B5EF4-FFF2-40B4-BE49-F238E27FC236}">
                  <a16:creationId xmlns:a16="http://schemas.microsoft.com/office/drawing/2014/main" id="{58C8B824-DAEB-357A-6379-CAAC9AC1E50D}"/>
                </a:ext>
              </a:extLst>
            </p:cNvPr>
            <p:cNvSpPr/>
            <p:nvPr/>
          </p:nvSpPr>
          <p:spPr>
            <a:xfrm>
              <a:off x="8172354" y="5142825"/>
              <a:ext cx="452241" cy="16497"/>
            </a:xfrm>
            <a:custGeom>
              <a:avLst/>
              <a:gdLst>
                <a:gd name="connsiteX0" fmla="*/ 443993 w 452241"/>
                <a:gd name="connsiteY0" fmla="*/ 16498 h 16497"/>
                <a:gd name="connsiteX1" fmla="*/ 8249 w 452241"/>
                <a:gd name="connsiteY1" fmla="*/ 16498 h 16497"/>
                <a:gd name="connsiteX2" fmla="*/ 0 w 452241"/>
                <a:gd name="connsiteY2" fmla="*/ 8249 h 16497"/>
                <a:gd name="connsiteX3" fmla="*/ 8249 w 452241"/>
                <a:gd name="connsiteY3" fmla="*/ 0 h 16497"/>
                <a:gd name="connsiteX4" fmla="*/ 443993 w 452241"/>
                <a:gd name="connsiteY4" fmla="*/ 0 h 16497"/>
                <a:gd name="connsiteX5" fmla="*/ 452242 w 452241"/>
                <a:gd name="connsiteY5" fmla="*/ 8249 h 16497"/>
                <a:gd name="connsiteX6" fmla="*/ 443993 w 452241"/>
                <a:gd name="connsiteY6" fmla="*/ 16498 h 16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2241" h="16497">
                  <a:moveTo>
                    <a:pt x="443993" y="16498"/>
                  </a:moveTo>
                  <a:lnTo>
                    <a:pt x="8249" y="16498"/>
                  </a:lnTo>
                  <a:cubicBezTo>
                    <a:pt x="3691" y="16498"/>
                    <a:pt x="0" y="12806"/>
                    <a:pt x="0" y="8249"/>
                  </a:cubicBezTo>
                  <a:cubicBezTo>
                    <a:pt x="0" y="3691"/>
                    <a:pt x="3691" y="0"/>
                    <a:pt x="8249" y="0"/>
                  </a:cubicBezTo>
                  <a:lnTo>
                    <a:pt x="443993" y="0"/>
                  </a:lnTo>
                  <a:cubicBezTo>
                    <a:pt x="448550" y="0"/>
                    <a:pt x="452242" y="3691"/>
                    <a:pt x="452242" y="8249"/>
                  </a:cubicBezTo>
                  <a:cubicBezTo>
                    <a:pt x="452242" y="12806"/>
                    <a:pt x="448550" y="16498"/>
                    <a:pt x="443993" y="16498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46" name="Forma Livre: Forma 245">
              <a:extLst>
                <a:ext uri="{FF2B5EF4-FFF2-40B4-BE49-F238E27FC236}">
                  <a16:creationId xmlns:a16="http://schemas.microsoft.com/office/drawing/2014/main" id="{2A729BC8-C585-1DC5-C00C-F8C459951FB8}"/>
                </a:ext>
              </a:extLst>
            </p:cNvPr>
            <p:cNvSpPr/>
            <p:nvPr/>
          </p:nvSpPr>
          <p:spPr>
            <a:xfrm>
              <a:off x="8244964" y="5215456"/>
              <a:ext cx="89128" cy="16497"/>
            </a:xfrm>
            <a:custGeom>
              <a:avLst/>
              <a:gdLst>
                <a:gd name="connsiteX0" fmla="*/ 80880 w 89128"/>
                <a:gd name="connsiteY0" fmla="*/ 16498 h 16497"/>
                <a:gd name="connsiteX1" fmla="*/ 8249 w 89128"/>
                <a:gd name="connsiteY1" fmla="*/ 16498 h 16497"/>
                <a:gd name="connsiteX2" fmla="*/ 0 w 89128"/>
                <a:gd name="connsiteY2" fmla="*/ 8249 h 16497"/>
                <a:gd name="connsiteX3" fmla="*/ 8249 w 89128"/>
                <a:gd name="connsiteY3" fmla="*/ 0 h 16497"/>
                <a:gd name="connsiteX4" fmla="*/ 80880 w 89128"/>
                <a:gd name="connsiteY4" fmla="*/ 0 h 16497"/>
                <a:gd name="connsiteX5" fmla="*/ 89128 w 89128"/>
                <a:gd name="connsiteY5" fmla="*/ 8249 h 16497"/>
                <a:gd name="connsiteX6" fmla="*/ 80880 w 89128"/>
                <a:gd name="connsiteY6" fmla="*/ 16498 h 16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128" h="16497">
                  <a:moveTo>
                    <a:pt x="80880" y="16498"/>
                  </a:moveTo>
                  <a:lnTo>
                    <a:pt x="8249" y="16498"/>
                  </a:lnTo>
                  <a:cubicBezTo>
                    <a:pt x="3691" y="16498"/>
                    <a:pt x="0" y="12806"/>
                    <a:pt x="0" y="8249"/>
                  </a:cubicBezTo>
                  <a:cubicBezTo>
                    <a:pt x="0" y="3691"/>
                    <a:pt x="3691" y="0"/>
                    <a:pt x="8249" y="0"/>
                  </a:cubicBezTo>
                  <a:lnTo>
                    <a:pt x="80880" y="0"/>
                  </a:lnTo>
                  <a:cubicBezTo>
                    <a:pt x="85437" y="0"/>
                    <a:pt x="89128" y="3691"/>
                    <a:pt x="89128" y="8249"/>
                  </a:cubicBezTo>
                  <a:cubicBezTo>
                    <a:pt x="89128" y="12806"/>
                    <a:pt x="85437" y="16498"/>
                    <a:pt x="80880" y="16498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47" name="Forma Livre: Forma 246">
              <a:extLst>
                <a:ext uri="{FF2B5EF4-FFF2-40B4-BE49-F238E27FC236}">
                  <a16:creationId xmlns:a16="http://schemas.microsoft.com/office/drawing/2014/main" id="{1B2512E5-4CD0-7ED6-39BC-CFF378B912EA}"/>
                </a:ext>
              </a:extLst>
            </p:cNvPr>
            <p:cNvSpPr/>
            <p:nvPr/>
          </p:nvSpPr>
          <p:spPr>
            <a:xfrm>
              <a:off x="8390226" y="5215456"/>
              <a:ext cx="40707" cy="16497"/>
            </a:xfrm>
            <a:custGeom>
              <a:avLst/>
              <a:gdLst>
                <a:gd name="connsiteX0" fmla="*/ 32459 w 40707"/>
                <a:gd name="connsiteY0" fmla="*/ 16498 h 16497"/>
                <a:gd name="connsiteX1" fmla="*/ 8249 w 40707"/>
                <a:gd name="connsiteY1" fmla="*/ 16498 h 16497"/>
                <a:gd name="connsiteX2" fmla="*/ 0 w 40707"/>
                <a:gd name="connsiteY2" fmla="*/ 8249 h 16497"/>
                <a:gd name="connsiteX3" fmla="*/ 8249 w 40707"/>
                <a:gd name="connsiteY3" fmla="*/ 0 h 16497"/>
                <a:gd name="connsiteX4" fmla="*/ 32459 w 40707"/>
                <a:gd name="connsiteY4" fmla="*/ 0 h 16497"/>
                <a:gd name="connsiteX5" fmla="*/ 40708 w 40707"/>
                <a:gd name="connsiteY5" fmla="*/ 8249 h 16497"/>
                <a:gd name="connsiteX6" fmla="*/ 32459 w 40707"/>
                <a:gd name="connsiteY6" fmla="*/ 16498 h 16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07" h="16497">
                  <a:moveTo>
                    <a:pt x="32459" y="16498"/>
                  </a:moveTo>
                  <a:lnTo>
                    <a:pt x="8249" y="16498"/>
                  </a:lnTo>
                  <a:cubicBezTo>
                    <a:pt x="3691" y="16498"/>
                    <a:pt x="0" y="12806"/>
                    <a:pt x="0" y="8249"/>
                  </a:cubicBezTo>
                  <a:cubicBezTo>
                    <a:pt x="0" y="3691"/>
                    <a:pt x="3691" y="0"/>
                    <a:pt x="8249" y="0"/>
                  </a:cubicBezTo>
                  <a:lnTo>
                    <a:pt x="32459" y="0"/>
                  </a:lnTo>
                  <a:cubicBezTo>
                    <a:pt x="37017" y="0"/>
                    <a:pt x="40708" y="3691"/>
                    <a:pt x="40708" y="8249"/>
                  </a:cubicBezTo>
                  <a:cubicBezTo>
                    <a:pt x="40708" y="12806"/>
                    <a:pt x="37017" y="16498"/>
                    <a:pt x="32459" y="16498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48" name="Forma Livre: Forma 247">
              <a:extLst>
                <a:ext uri="{FF2B5EF4-FFF2-40B4-BE49-F238E27FC236}">
                  <a16:creationId xmlns:a16="http://schemas.microsoft.com/office/drawing/2014/main" id="{EFC6FA47-C32C-2BC2-936D-00C41FC3B1D9}"/>
                </a:ext>
              </a:extLst>
            </p:cNvPr>
            <p:cNvSpPr/>
            <p:nvPr/>
          </p:nvSpPr>
          <p:spPr>
            <a:xfrm>
              <a:off x="8595993" y="4876532"/>
              <a:ext cx="149654" cy="149633"/>
            </a:xfrm>
            <a:custGeom>
              <a:avLst/>
              <a:gdLst>
                <a:gd name="connsiteX0" fmla="*/ 141406 w 149654"/>
                <a:gd name="connsiteY0" fmla="*/ 149634 h 149633"/>
                <a:gd name="connsiteX1" fmla="*/ 133157 w 149654"/>
                <a:gd name="connsiteY1" fmla="*/ 141385 h 149633"/>
                <a:gd name="connsiteX2" fmla="*/ 8249 w 149654"/>
                <a:gd name="connsiteY2" fmla="*/ 16498 h 149633"/>
                <a:gd name="connsiteX3" fmla="*/ 0 w 149654"/>
                <a:gd name="connsiteY3" fmla="*/ 8249 h 149633"/>
                <a:gd name="connsiteX4" fmla="*/ 8249 w 149654"/>
                <a:gd name="connsiteY4" fmla="*/ 0 h 149633"/>
                <a:gd name="connsiteX5" fmla="*/ 149654 w 149654"/>
                <a:gd name="connsiteY5" fmla="*/ 141385 h 149633"/>
                <a:gd name="connsiteX6" fmla="*/ 141406 w 149654"/>
                <a:gd name="connsiteY6" fmla="*/ 149634 h 149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9654" h="149633">
                  <a:moveTo>
                    <a:pt x="141406" y="149634"/>
                  </a:moveTo>
                  <a:cubicBezTo>
                    <a:pt x="136848" y="149634"/>
                    <a:pt x="133157" y="145942"/>
                    <a:pt x="133157" y="141385"/>
                  </a:cubicBezTo>
                  <a:cubicBezTo>
                    <a:pt x="133157" y="72507"/>
                    <a:pt x="77127" y="16498"/>
                    <a:pt x="8249" y="16498"/>
                  </a:cubicBezTo>
                  <a:cubicBezTo>
                    <a:pt x="3691" y="16498"/>
                    <a:pt x="0" y="12806"/>
                    <a:pt x="0" y="8249"/>
                  </a:cubicBezTo>
                  <a:cubicBezTo>
                    <a:pt x="0" y="3691"/>
                    <a:pt x="3691" y="0"/>
                    <a:pt x="8249" y="0"/>
                  </a:cubicBezTo>
                  <a:cubicBezTo>
                    <a:pt x="86221" y="0"/>
                    <a:pt x="149654" y="63433"/>
                    <a:pt x="149654" y="141385"/>
                  </a:cubicBezTo>
                  <a:cubicBezTo>
                    <a:pt x="149654" y="145942"/>
                    <a:pt x="145963" y="149634"/>
                    <a:pt x="141406" y="149634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49" name="Forma Livre: Forma 248">
              <a:extLst>
                <a:ext uri="{FF2B5EF4-FFF2-40B4-BE49-F238E27FC236}">
                  <a16:creationId xmlns:a16="http://schemas.microsoft.com/office/drawing/2014/main" id="{4FF97164-44AE-0427-BD91-2EE621BD7DE0}"/>
                </a:ext>
              </a:extLst>
            </p:cNvPr>
            <p:cNvSpPr/>
            <p:nvPr/>
          </p:nvSpPr>
          <p:spPr>
            <a:xfrm>
              <a:off x="8595993" y="4949143"/>
              <a:ext cx="77023" cy="77023"/>
            </a:xfrm>
            <a:custGeom>
              <a:avLst/>
              <a:gdLst>
                <a:gd name="connsiteX0" fmla="*/ 68775 w 77023"/>
                <a:gd name="connsiteY0" fmla="*/ 77023 h 77023"/>
                <a:gd name="connsiteX1" fmla="*/ 60526 w 77023"/>
                <a:gd name="connsiteY1" fmla="*/ 68775 h 77023"/>
                <a:gd name="connsiteX2" fmla="*/ 8249 w 77023"/>
                <a:gd name="connsiteY2" fmla="*/ 16498 h 77023"/>
                <a:gd name="connsiteX3" fmla="*/ 0 w 77023"/>
                <a:gd name="connsiteY3" fmla="*/ 8249 h 77023"/>
                <a:gd name="connsiteX4" fmla="*/ 8249 w 77023"/>
                <a:gd name="connsiteY4" fmla="*/ 0 h 77023"/>
                <a:gd name="connsiteX5" fmla="*/ 77024 w 77023"/>
                <a:gd name="connsiteY5" fmla="*/ 68775 h 77023"/>
                <a:gd name="connsiteX6" fmla="*/ 68775 w 77023"/>
                <a:gd name="connsiteY6" fmla="*/ 77023 h 77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7023" h="77023">
                  <a:moveTo>
                    <a:pt x="68775" y="77023"/>
                  </a:moveTo>
                  <a:cubicBezTo>
                    <a:pt x="64217" y="77023"/>
                    <a:pt x="60526" y="73332"/>
                    <a:pt x="60526" y="68775"/>
                  </a:cubicBezTo>
                  <a:cubicBezTo>
                    <a:pt x="60526" y="39945"/>
                    <a:pt x="37078" y="16498"/>
                    <a:pt x="8249" y="16498"/>
                  </a:cubicBezTo>
                  <a:cubicBezTo>
                    <a:pt x="3691" y="16498"/>
                    <a:pt x="0" y="12806"/>
                    <a:pt x="0" y="8249"/>
                  </a:cubicBezTo>
                  <a:cubicBezTo>
                    <a:pt x="0" y="3691"/>
                    <a:pt x="3691" y="0"/>
                    <a:pt x="8249" y="0"/>
                  </a:cubicBezTo>
                  <a:cubicBezTo>
                    <a:pt x="46173" y="0"/>
                    <a:pt x="77024" y="30851"/>
                    <a:pt x="77024" y="68775"/>
                  </a:cubicBezTo>
                  <a:cubicBezTo>
                    <a:pt x="77024" y="73332"/>
                    <a:pt x="73332" y="77023"/>
                    <a:pt x="68775" y="77023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250" name="Gráfico 10">
            <a:extLst>
              <a:ext uri="{FF2B5EF4-FFF2-40B4-BE49-F238E27FC236}">
                <a16:creationId xmlns:a16="http://schemas.microsoft.com/office/drawing/2014/main" id="{31D26337-6192-1B46-D564-10FD05870901}"/>
              </a:ext>
            </a:extLst>
          </p:cNvPr>
          <p:cNvGrpSpPr/>
          <p:nvPr/>
        </p:nvGrpSpPr>
        <p:grpSpPr>
          <a:xfrm>
            <a:off x="9689237" y="4362301"/>
            <a:ext cx="614537" cy="408316"/>
            <a:chOff x="5182156" y="5917493"/>
            <a:chExt cx="614537" cy="408316"/>
          </a:xfrm>
          <a:solidFill>
            <a:schemeClr val="tx1"/>
          </a:solidFill>
        </p:grpSpPr>
        <p:sp>
          <p:nvSpPr>
            <p:cNvPr id="251" name="Forma Livre: Forma 250">
              <a:extLst>
                <a:ext uri="{FF2B5EF4-FFF2-40B4-BE49-F238E27FC236}">
                  <a16:creationId xmlns:a16="http://schemas.microsoft.com/office/drawing/2014/main" id="{52726F06-487F-ED18-E601-68997678F883}"/>
                </a:ext>
              </a:extLst>
            </p:cNvPr>
            <p:cNvSpPr/>
            <p:nvPr/>
          </p:nvSpPr>
          <p:spPr>
            <a:xfrm>
              <a:off x="5182156" y="5917493"/>
              <a:ext cx="160852" cy="305206"/>
            </a:xfrm>
            <a:custGeom>
              <a:avLst/>
              <a:gdLst>
                <a:gd name="connsiteX0" fmla="*/ 131981 w 160852"/>
                <a:gd name="connsiteY0" fmla="*/ 305206 h 305206"/>
                <a:gd name="connsiteX1" fmla="*/ 28871 w 160852"/>
                <a:gd name="connsiteY1" fmla="*/ 305206 h 305206"/>
                <a:gd name="connsiteX2" fmla="*/ 0 w 160852"/>
                <a:gd name="connsiteY2" fmla="*/ 276336 h 305206"/>
                <a:gd name="connsiteX3" fmla="*/ 0 w 160852"/>
                <a:gd name="connsiteY3" fmla="*/ 28871 h 305206"/>
                <a:gd name="connsiteX4" fmla="*/ 28871 w 160852"/>
                <a:gd name="connsiteY4" fmla="*/ 0 h 305206"/>
                <a:gd name="connsiteX5" fmla="*/ 131981 w 160852"/>
                <a:gd name="connsiteY5" fmla="*/ 0 h 305206"/>
                <a:gd name="connsiteX6" fmla="*/ 160852 w 160852"/>
                <a:gd name="connsiteY6" fmla="*/ 28871 h 305206"/>
                <a:gd name="connsiteX7" fmla="*/ 160852 w 160852"/>
                <a:gd name="connsiteY7" fmla="*/ 276336 h 305206"/>
                <a:gd name="connsiteX8" fmla="*/ 131981 w 160852"/>
                <a:gd name="connsiteY8" fmla="*/ 305206 h 305206"/>
                <a:gd name="connsiteX9" fmla="*/ 28871 w 160852"/>
                <a:gd name="connsiteY9" fmla="*/ 16498 h 305206"/>
                <a:gd name="connsiteX10" fmla="*/ 16498 w 160852"/>
                <a:gd name="connsiteY10" fmla="*/ 28871 h 305206"/>
                <a:gd name="connsiteX11" fmla="*/ 16498 w 160852"/>
                <a:gd name="connsiteY11" fmla="*/ 276336 h 305206"/>
                <a:gd name="connsiteX12" fmla="*/ 28871 w 160852"/>
                <a:gd name="connsiteY12" fmla="*/ 288709 h 305206"/>
                <a:gd name="connsiteX13" fmla="*/ 131981 w 160852"/>
                <a:gd name="connsiteY13" fmla="*/ 288709 h 305206"/>
                <a:gd name="connsiteX14" fmla="*/ 144354 w 160852"/>
                <a:gd name="connsiteY14" fmla="*/ 276336 h 305206"/>
                <a:gd name="connsiteX15" fmla="*/ 144354 w 160852"/>
                <a:gd name="connsiteY15" fmla="*/ 28871 h 305206"/>
                <a:gd name="connsiteX16" fmla="*/ 131981 w 160852"/>
                <a:gd name="connsiteY16" fmla="*/ 16498 h 305206"/>
                <a:gd name="connsiteX17" fmla="*/ 28871 w 160852"/>
                <a:gd name="connsiteY17" fmla="*/ 16498 h 3052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60852" h="305206">
                  <a:moveTo>
                    <a:pt x="131981" y="305206"/>
                  </a:moveTo>
                  <a:lnTo>
                    <a:pt x="28871" y="305206"/>
                  </a:lnTo>
                  <a:cubicBezTo>
                    <a:pt x="12951" y="305206"/>
                    <a:pt x="0" y="292256"/>
                    <a:pt x="0" y="276336"/>
                  </a:cubicBezTo>
                  <a:lnTo>
                    <a:pt x="0" y="28871"/>
                  </a:lnTo>
                  <a:cubicBezTo>
                    <a:pt x="0" y="12951"/>
                    <a:pt x="12951" y="0"/>
                    <a:pt x="28871" y="0"/>
                  </a:cubicBezTo>
                  <a:lnTo>
                    <a:pt x="131981" y="0"/>
                  </a:lnTo>
                  <a:cubicBezTo>
                    <a:pt x="147901" y="0"/>
                    <a:pt x="160852" y="12951"/>
                    <a:pt x="160852" y="28871"/>
                  </a:cubicBezTo>
                  <a:lnTo>
                    <a:pt x="160852" y="276336"/>
                  </a:lnTo>
                  <a:cubicBezTo>
                    <a:pt x="160852" y="292256"/>
                    <a:pt x="147901" y="305206"/>
                    <a:pt x="131981" y="305206"/>
                  </a:cubicBezTo>
                  <a:close/>
                  <a:moveTo>
                    <a:pt x="28871" y="16498"/>
                  </a:moveTo>
                  <a:cubicBezTo>
                    <a:pt x="22045" y="16498"/>
                    <a:pt x="16498" y="22045"/>
                    <a:pt x="16498" y="28871"/>
                  </a:cubicBezTo>
                  <a:lnTo>
                    <a:pt x="16498" y="276336"/>
                  </a:lnTo>
                  <a:cubicBezTo>
                    <a:pt x="16498" y="283162"/>
                    <a:pt x="22045" y="288709"/>
                    <a:pt x="28871" y="288709"/>
                  </a:cubicBezTo>
                  <a:lnTo>
                    <a:pt x="131981" y="288709"/>
                  </a:lnTo>
                  <a:cubicBezTo>
                    <a:pt x="138807" y="288709"/>
                    <a:pt x="144354" y="283162"/>
                    <a:pt x="144354" y="276336"/>
                  </a:cubicBezTo>
                  <a:lnTo>
                    <a:pt x="144354" y="28871"/>
                  </a:lnTo>
                  <a:cubicBezTo>
                    <a:pt x="144354" y="22045"/>
                    <a:pt x="138807" y="16498"/>
                    <a:pt x="131981" y="16498"/>
                  </a:cubicBezTo>
                  <a:lnTo>
                    <a:pt x="28871" y="16498"/>
                  </a:ln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52" name="Forma Livre: Forma 251">
              <a:extLst>
                <a:ext uri="{FF2B5EF4-FFF2-40B4-BE49-F238E27FC236}">
                  <a16:creationId xmlns:a16="http://schemas.microsoft.com/office/drawing/2014/main" id="{6256621A-39CC-CD03-ACDC-3A1E50062525}"/>
                </a:ext>
              </a:extLst>
            </p:cNvPr>
            <p:cNvSpPr/>
            <p:nvPr/>
          </p:nvSpPr>
          <p:spPr>
            <a:xfrm>
              <a:off x="5182156" y="6175268"/>
              <a:ext cx="160852" cy="16497"/>
            </a:xfrm>
            <a:custGeom>
              <a:avLst/>
              <a:gdLst>
                <a:gd name="connsiteX0" fmla="*/ 152603 w 160852"/>
                <a:gd name="connsiteY0" fmla="*/ 16498 h 16497"/>
                <a:gd name="connsiteX1" fmla="*/ 8249 w 160852"/>
                <a:gd name="connsiteY1" fmla="*/ 16498 h 16497"/>
                <a:gd name="connsiteX2" fmla="*/ 0 w 160852"/>
                <a:gd name="connsiteY2" fmla="*/ 8249 h 16497"/>
                <a:gd name="connsiteX3" fmla="*/ 8249 w 160852"/>
                <a:gd name="connsiteY3" fmla="*/ 0 h 16497"/>
                <a:gd name="connsiteX4" fmla="*/ 152603 w 160852"/>
                <a:gd name="connsiteY4" fmla="*/ 0 h 16497"/>
                <a:gd name="connsiteX5" fmla="*/ 160852 w 160852"/>
                <a:gd name="connsiteY5" fmla="*/ 8249 h 16497"/>
                <a:gd name="connsiteX6" fmla="*/ 152603 w 160852"/>
                <a:gd name="connsiteY6" fmla="*/ 16498 h 16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0852" h="16497">
                  <a:moveTo>
                    <a:pt x="152603" y="16498"/>
                  </a:moveTo>
                  <a:lnTo>
                    <a:pt x="8249" y="16498"/>
                  </a:lnTo>
                  <a:cubicBezTo>
                    <a:pt x="3691" y="16498"/>
                    <a:pt x="0" y="12806"/>
                    <a:pt x="0" y="8249"/>
                  </a:cubicBezTo>
                  <a:cubicBezTo>
                    <a:pt x="0" y="3691"/>
                    <a:pt x="3691" y="0"/>
                    <a:pt x="8249" y="0"/>
                  </a:cubicBezTo>
                  <a:lnTo>
                    <a:pt x="152603" y="0"/>
                  </a:lnTo>
                  <a:cubicBezTo>
                    <a:pt x="157161" y="0"/>
                    <a:pt x="160852" y="3691"/>
                    <a:pt x="160852" y="8249"/>
                  </a:cubicBezTo>
                  <a:cubicBezTo>
                    <a:pt x="160852" y="12806"/>
                    <a:pt x="157161" y="16498"/>
                    <a:pt x="152603" y="16498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53" name="Forma Livre: Forma 252">
              <a:extLst>
                <a:ext uri="{FF2B5EF4-FFF2-40B4-BE49-F238E27FC236}">
                  <a16:creationId xmlns:a16="http://schemas.microsoft.com/office/drawing/2014/main" id="{0E60DAA0-0C04-4F7B-160C-D5D7C1EDB88A}"/>
                </a:ext>
              </a:extLst>
            </p:cNvPr>
            <p:cNvSpPr/>
            <p:nvPr/>
          </p:nvSpPr>
          <p:spPr>
            <a:xfrm>
              <a:off x="5244022" y="5958737"/>
              <a:ext cx="37119" cy="16497"/>
            </a:xfrm>
            <a:custGeom>
              <a:avLst/>
              <a:gdLst>
                <a:gd name="connsiteX0" fmla="*/ 28871 w 37119"/>
                <a:gd name="connsiteY0" fmla="*/ 16498 h 16497"/>
                <a:gd name="connsiteX1" fmla="*/ 8249 w 37119"/>
                <a:gd name="connsiteY1" fmla="*/ 16498 h 16497"/>
                <a:gd name="connsiteX2" fmla="*/ 0 w 37119"/>
                <a:gd name="connsiteY2" fmla="*/ 8249 h 16497"/>
                <a:gd name="connsiteX3" fmla="*/ 8249 w 37119"/>
                <a:gd name="connsiteY3" fmla="*/ 0 h 16497"/>
                <a:gd name="connsiteX4" fmla="*/ 28871 w 37119"/>
                <a:gd name="connsiteY4" fmla="*/ 0 h 16497"/>
                <a:gd name="connsiteX5" fmla="*/ 37120 w 37119"/>
                <a:gd name="connsiteY5" fmla="*/ 8249 h 16497"/>
                <a:gd name="connsiteX6" fmla="*/ 28871 w 37119"/>
                <a:gd name="connsiteY6" fmla="*/ 16498 h 16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119" h="16497">
                  <a:moveTo>
                    <a:pt x="28871" y="16498"/>
                  </a:moveTo>
                  <a:lnTo>
                    <a:pt x="8249" y="16498"/>
                  </a:lnTo>
                  <a:cubicBezTo>
                    <a:pt x="3691" y="16498"/>
                    <a:pt x="0" y="12806"/>
                    <a:pt x="0" y="8249"/>
                  </a:cubicBezTo>
                  <a:cubicBezTo>
                    <a:pt x="0" y="3691"/>
                    <a:pt x="3691" y="0"/>
                    <a:pt x="8249" y="0"/>
                  </a:cubicBezTo>
                  <a:lnTo>
                    <a:pt x="28871" y="0"/>
                  </a:lnTo>
                  <a:cubicBezTo>
                    <a:pt x="33428" y="0"/>
                    <a:pt x="37120" y="3691"/>
                    <a:pt x="37120" y="8249"/>
                  </a:cubicBezTo>
                  <a:cubicBezTo>
                    <a:pt x="37120" y="12806"/>
                    <a:pt x="33428" y="16498"/>
                    <a:pt x="28871" y="16498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54" name="Forma Livre: Forma 253">
              <a:extLst>
                <a:ext uri="{FF2B5EF4-FFF2-40B4-BE49-F238E27FC236}">
                  <a16:creationId xmlns:a16="http://schemas.microsoft.com/office/drawing/2014/main" id="{12592285-A70C-5639-C54B-B895F97FF2A3}"/>
                </a:ext>
              </a:extLst>
            </p:cNvPr>
            <p:cNvSpPr/>
            <p:nvPr/>
          </p:nvSpPr>
          <p:spPr>
            <a:xfrm>
              <a:off x="5656463" y="6185579"/>
              <a:ext cx="37119" cy="16497"/>
            </a:xfrm>
            <a:custGeom>
              <a:avLst/>
              <a:gdLst>
                <a:gd name="connsiteX0" fmla="*/ 28871 w 37119"/>
                <a:gd name="connsiteY0" fmla="*/ 16498 h 16497"/>
                <a:gd name="connsiteX1" fmla="*/ 8249 w 37119"/>
                <a:gd name="connsiteY1" fmla="*/ 16498 h 16497"/>
                <a:gd name="connsiteX2" fmla="*/ 0 w 37119"/>
                <a:gd name="connsiteY2" fmla="*/ 8249 h 16497"/>
                <a:gd name="connsiteX3" fmla="*/ 8249 w 37119"/>
                <a:gd name="connsiteY3" fmla="*/ 0 h 16497"/>
                <a:gd name="connsiteX4" fmla="*/ 28871 w 37119"/>
                <a:gd name="connsiteY4" fmla="*/ 0 h 16497"/>
                <a:gd name="connsiteX5" fmla="*/ 37120 w 37119"/>
                <a:gd name="connsiteY5" fmla="*/ 8249 h 16497"/>
                <a:gd name="connsiteX6" fmla="*/ 28871 w 37119"/>
                <a:gd name="connsiteY6" fmla="*/ 16498 h 16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119" h="16497">
                  <a:moveTo>
                    <a:pt x="28871" y="16498"/>
                  </a:moveTo>
                  <a:lnTo>
                    <a:pt x="8249" y="16498"/>
                  </a:lnTo>
                  <a:cubicBezTo>
                    <a:pt x="3691" y="16498"/>
                    <a:pt x="0" y="12806"/>
                    <a:pt x="0" y="8249"/>
                  </a:cubicBezTo>
                  <a:cubicBezTo>
                    <a:pt x="0" y="3691"/>
                    <a:pt x="3691" y="0"/>
                    <a:pt x="8249" y="0"/>
                  </a:cubicBezTo>
                  <a:lnTo>
                    <a:pt x="28871" y="0"/>
                  </a:lnTo>
                  <a:cubicBezTo>
                    <a:pt x="33428" y="0"/>
                    <a:pt x="37120" y="3691"/>
                    <a:pt x="37120" y="8249"/>
                  </a:cubicBezTo>
                  <a:cubicBezTo>
                    <a:pt x="37120" y="12806"/>
                    <a:pt x="33428" y="16498"/>
                    <a:pt x="28871" y="16498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55" name="Forma Livre: Forma 254">
              <a:extLst>
                <a:ext uri="{FF2B5EF4-FFF2-40B4-BE49-F238E27FC236}">
                  <a16:creationId xmlns:a16="http://schemas.microsoft.com/office/drawing/2014/main" id="{8FB19BA2-8B34-89DE-069F-A7554845D016}"/>
                </a:ext>
              </a:extLst>
            </p:cNvPr>
            <p:cNvSpPr/>
            <p:nvPr/>
          </p:nvSpPr>
          <p:spPr>
            <a:xfrm>
              <a:off x="5718329" y="6185579"/>
              <a:ext cx="37119" cy="16497"/>
            </a:xfrm>
            <a:custGeom>
              <a:avLst/>
              <a:gdLst>
                <a:gd name="connsiteX0" fmla="*/ 28871 w 37119"/>
                <a:gd name="connsiteY0" fmla="*/ 16498 h 16497"/>
                <a:gd name="connsiteX1" fmla="*/ 8249 w 37119"/>
                <a:gd name="connsiteY1" fmla="*/ 16498 h 16497"/>
                <a:gd name="connsiteX2" fmla="*/ 0 w 37119"/>
                <a:gd name="connsiteY2" fmla="*/ 8249 h 16497"/>
                <a:gd name="connsiteX3" fmla="*/ 8249 w 37119"/>
                <a:gd name="connsiteY3" fmla="*/ 0 h 16497"/>
                <a:gd name="connsiteX4" fmla="*/ 28871 w 37119"/>
                <a:gd name="connsiteY4" fmla="*/ 0 h 16497"/>
                <a:gd name="connsiteX5" fmla="*/ 37120 w 37119"/>
                <a:gd name="connsiteY5" fmla="*/ 8249 h 16497"/>
                <a:gd name="connsiteX6" fmla="*/ 28871 w 37119"/>
                <a:gd name="connsiteY6" fmla="*/ 16498 h 16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119" h="16497">
                  <a:moveTo>
                    <a:pt x="28871" y="16498"/>
                  </a:moveTo>
                  <a:lnTo>
                    <a:pt x="8249" y="16498"/>
                  </a:lnTo>
                  <a:cubicBezTo>
                    <a:pt x="3691" y="16498"/>
                    <a:pt x="0" y="12806"/>
                    <a:pt x="0" y="8249"/>
                  </a:cubicBezTo>
                  <a:cubicBezTo>
                    <a:pt x="0" y="3691"/>
                    <a:pt x="3691" y="0"/>
                    <a:pt x="8249" y="0"/>
                  </a:cubicBezTo>
                  <a:lnTo>
                    <a:pt x="28871" y="0"/>
                  </a:lnTo>
                  <a:cubicBezTo>
                    <a:pt x="33428" y="0"/>
                    <a:pt x="37120" y="3691"/>
                    <a:pt x="37120" y="8249"/>
                  </a:cubicBezTo>
                  <a:cubicBezTo>
                    <a:pt x="37120" y="12806"/>
                    <a:pt x="33428" y="16498"/>
                    <a:pt x="28871" y="16498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56" name="Forma Livre: Forma 255">
              <a:extLst>
                <a:ext uri="{FF2B5EF4-FFF2-40B4-BE49-F238E27FC236}">
                  <a16:creationId xmlns:a16="http://schemas.microsoft.com/office/drawing/2014/main" id="{D2951970-0F45-E873-5161-0F2ACBCB581E}"/>
                </a:ext>
              </a:extLst>
            </p:cNvPr>
            <p:cNvSpPr/>
            <p:nvPr/>
          </p:nvSpPr>
          <p:spPr>
            <a:xfrm>
              <a:off x="5594597" y="6185579"/>
              <a:ext cx="37119" cy="16497"/>
            </a:xfrm>
            <a:custGeom>
              <a:avLst/>
              <a:gdLst>
                <a:gd name="connsiteX0" fmla="*/ 28871 w 37119"/>
                <a:gd name="connsiteY0" fmla="*/ 16498 h 16497"/>
                <a:gd name="connsiteX1" fmla="*/ 8249 w 37119"/>
                <a:gd name="connsiteY1" fmla="*/ 16498 h 16497"/>
                <a:gd name="connsiteX2" fmla="*/ 0 w 37119"/>
                <a:gd name="connsiteY2" fmla="*/ 8249 h 16497"/>
                <a:gd name="connsiteX3" fmla="*/ 8249 w 37119"/>
                <a:gd name="connsiteY3" fmla="*/ 0 h 16497"/>
                <a:gd name="connsiteX4" fmla="*/ 28871 w 37119"/>
                <a:gd name="connsiteY4" fmla="*/ 0 h 16497"/>
                <a:gd name="connsiteX5" fmla="*/ 37120 w 37119"/>
                <a:gd name="connsiteY5" fmla="*/ 8249 h 16497"/>
                <a:gd name="connsiteX6" fmla="*/ 28871 w 37119"/>
                <a:gd name="connsiteY6" fmla="*/ 16498 h 16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119" h="16497">
                  <a:moveTo>
                    <a:pt x="28871" y="16498"/>
                  </a:moveTo>
                  <a:lnTo>
                    <a:pt x="8249" y="16498"/>
                  </a:lnTo>
                  <a:cubicBezTo>
                    <a:pt x="3691" y="16498"/>
                    <a:pt x="0" y="12806"/>
                    <a:pt x="0" y="8249"/>
                  </a:cubicBezTo>
                  <a:cubicBezTo>
                    <a:pt x="0" y="3691"/>
                    <a:pt x="3691" y="0"/>
                    <a:pt x="8249" y="0"/>
                  </a:cubicBezTo>
                  <a:lnTo>
                    <a:pt x="28871" y="0"/>
                  </a:lnTo>
                  <a:cubicBezTo>
                    <a:pt x="33428" y="0"/>
                    <a:pt x="37120" y="3691"/>
                    <a:pt x="37120" y="8249"/>
                  </a:cubicBezTo>
                  <a:cubicBezTo>
                    <a:pt x="37120" y="12806"/>
                    <a:pt x="33428" y="16498"/>
                    <a:pt x="28871" y="16498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57" name="Forma Livre: Forma 256">
              <a:extLst>
                <a:ext uri="{FF2B5EF4-FFF2-40B4-BE49-F238E27FC236}">
                  <a16:creationId xmlns:a16="http://schemas.microsoft.com/office/drawing/2014/main" id="{22EA047A-E794-598C-7F27-9A85968EEFC7}"/>
                </a:ext>
              </a:extLst>
            </p:cNvPr>
            <p:cNvSpPr/>
            <p:nvPr/>
          </p:nvSpPr>
          <p:spPr>
            <a:xfrm>
              <a:off x="5656463" y="6226823"/>
              <a:ext cx="37119" cy="16497"/>
            </a:xfrm>
            <a:custGeom>
              <a:avLst/>
              <a:gdLst>
                <a:gd name="connsiteX0" fmla="*/ 28871 w 37119"/>
                <a:gd name="connsiteY0" fmla="*/ 16498 h 16497"/>
                <a:gd name="connsiteX1" fmla="*/ 8249 w 37119"/>
                <a:gd name="connsiteY1" fmla="*/ 16498 h 16497"/>
                <a:gd name="connsiteX2" fmla="*/ 0 w 37119"/>
                <a:gd name="connsiteY2" fmla="*/ 8249 h 16497"/>
                <a:gd name="connsiteX3" fmla="*/ 8249 w 37119"/>
                <a:gd name="connsiteY3" fmla="*/ 0 h 16497"/>
                <a:gd name="connsiteX4" fmla="*/ 28871 w 37119"/>
                <a:gd name="connsiteY4" fmla="*/ 0 h 16497"/>
                <a:gd name="connsiteX5" fmla="*/ 37120 w 37119"/>
                <a:gd name="connsiteY5" fmla="*/ 8249 h 16497"/>
                <a:gd name="connsiteX6" fmla="*/ 28871 w 37119"/>
                <a:gd name="connsiteY6" fmla="*/ 16498 h 16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119" h="16497">
                  <a:moveTo>
                    <a:pt x="28871" y="16498"/>
                  </a:moveTo>
                  <a:lnTo>
                    <a:pt x="8249" y="16498"/>
                  </a:lnTo>
                  <a:cubicBezTo>
                    <a:pt x="3691" y="16498"/>
                    <a:pt x="0" y="12806"/>
                    <a:pt x="0" y="8249"/>
                  </a:cubicBezTo>
                  <a:cubicBezTo>
                    <a:pt x="0" y="3691"/>
                    <a:pt x="3691" y="0"/>
                    <a:pt x="8249" y="0"/>
                  </a:cubicBezTo>
                  <a:lnTo>
                    <a:pt x="28871" y="0"/>
                  </a:lnTo>
                  <a:cubicBezTo>
                    <a:pt x="33428" y="0"/>
                    <a:pt x="37120" y="3691"/>
                    <a:pt x="37120" y="8249"/>
                  </a:cubicBezTo>
                  <a:cubicBezTo>
                    <a:pt x="37120" y="12806"/>
                    <a:pt x="33428" y="16498"/>
                    <a:pt x="28871" y="16498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58" name="Forma Livre: Forma 257">
              <a:extLst>
                <a:ext uri="{FF2B5EF4-FFF2-40B4-BE49-F238E27FC236}">
                  <a16:creationId xmlns:a16="http://schemas.microsoft.com/office/drawing/2014/main" id="{C59BD983-8410-758B-90C5-F60B71143B9F}"/>
                </a:ext>
              </a:extLst>
            </p:cNvPr>
            <p:cNvSpPr/>
            <p:nvPr/>
          </p:nvSpPr>
          <p:spPr>
            <a:xfrm>
              <a:off x="5718329" y="6226823"/>
              <a:ext cx="37119" cy="16497"/>
            </a:xfrm>
            <a:custGeom>
              <a:avLst/>
              <a:gdLst>
                <a:gd name="connsiteX0" fmla="*/ 28871 w 37119"/>
                <a:gd name="connsiteY0" fmla="*/ 16498 h 16497"/>
                <a:gd name="connsiteX1" fmla="*/ 8249 w 37119"/>
                <a:gd name="connsiteY1" fmla="*/ 16498 h 16497"/>
                <a:gd name="connsiteX2" fmla="*/ 0 w 37119"/>
                <a:gd name="connsiteY2" fmla="*/ 8249 h 16497"/>
                <a:gd name="connsiteX3" fmla="*/ 8249 w 37119"/>
                <a:gd name="connsiteY3" fmla="*/ 0 h 16497"/>
                <a:gd name="connsiteX4" fmla="*/ 28871 w 37119"/>
                <a:gd name="connsiteY4" fmla="*/ 0 h 16497"/>
                <a:gd name="connsiteX5" fmla="*/ 37120 w 37119"/>
                <a:gd name="connsiteY5" fmla="*/ 8249 h 16497"/>
                <a:gd name="connsiteX6" fmla="*/ 28871 w 37119"/>
                <a:gd name="connsiteY6" fmla="*/ 16498 h 16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119" h="16497">
                  <a:moveTo>
                    <a:pt x="28871" y="16498"/>
                  </a:moveTo>
                  <a:lnTo>
                    <a:pt x="8249" y="16498"/>
                  </a:lnTo>
                  <a:cubicBezTo>
                    <a:pt x="3691" y="16498"/>
                    <a:pt x="0" y="12806"/>
                    <a:pt x="0" y="8249"/>
                  </a:cubicBezTo>
                  <a:cubicBezTo>
                    <a:pt x="0" y="3691"/>
                    <a:pt x="3691" y="0"/>
                    <a:pt x="8249" y="0"/>
                  </a:cubicBezTo>
                  <a:lnTo>
                    <a:pt x="28871" y="0"/>
                  </a:lnTo>
                  <a:cubicBezTo>
                    <a:pt x="33428" y="0"/>
                    <a:pt x="37120" y="3691"/>
                    <a:pt x="37120" y="8249"/>
                  </a:cubicBezTo>
                  <a:cubicBezTo>
                    <a:pt x="37120" y="12806"/>
                    <a:pt x="33428" y="16498"/>
                    <a:pt x="28871" y="16498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59" name="Forma Livre: Forma 258">
              <a:extLst>
                <a:ext uri="{FF2B5EF4-FFF2-40B4-BE49-F238E27FC236}">
                  <a16:creationId xmlns:a16="http://schemas.microsoft.com/office/drawing/2014/main" id="{45CD2CDD-616A-8426-56F1-13811600B7A9}"/>
                </a:ext>
              </a:extLst>
            </p:cNvPr>
            <p:cNvSpPr/>
            <p:nvPr/>
          </p:nvSpPr>
          <p:spPr>
            <a:xfrm>
              <a:off x="5594597" y="6226823"/>
              <a:ext cx="37119" cy="16497"/>
            </a:xfrm>
            <a:custGeom>
              <a:avLst/>
              <a:gdLst>
                <a:gd name="connsiteX0" fmla="*/ 28871 w 37119"/>
                <a:gd name="connsiteY0" fmla="*/ 16498 h 16497"/>
                <a:gd name="connsiteX1" fmla="*/ 8249 w 37119"/>
                <a:gd name="connsiteY1" fmla="*/ 16498 h 16497"/>
                <a:gd name="connsiteX2" fmla="*/ 0 w 37119"/>
                <a:gd name="connsiteY2" fmla="*/ 8249 h 16497"/>
                <a:gd name="connsiteX3" fmla="*/ 8249 w 37119"/>
                <a:gd name="connsiteY3" fmla="*/ 0 h 16497"/>
                <a:gd name="connsiteX4" fmla="*/ 28871 w 37119"/>
                <a:gd name="connsiteY4" fmla="*/ 0 h 16497"/>
                <a:gd name="connsiteX5" fmla="*/ 37120 w 37119"/>
                <a:gd name="connsiteY5" fmla="*/ 8249 h 16497"/>
                <a:gd name="connsiteX6" fmla="*/ 28871 w 37119"/>
                <a:gd name="connsiteY6" fmla="*/ 16498 h 16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119" h="16497">
                  <a:moveTo>
                    <a:pt x="28871" y="16498"/>
                  </a:moveTo>
                  <a:lnTo>
                    <a:pt x="8249" y="16498"/>
                  </a:lnTo>
                  <a:cubicBezTo>
                    <a:pt x="3691" y="16498"/>
                    <a:pt x="0" y="12806"/>
                    <a:pt x="0" y="8249"/>
                  </a:cubicBezTo>
                  <a:cubicBezTo>
                    <a:pt x="0" y="3691"/>
                    <a:pt x="3691" y="0"/>
                    <a:pt x="8249" y="0"/>
                  </a:cubicBezTo>
                  <a:lnTo>
                    <a:pt x="28871" y="0"/>
                  </a:lnTo>
                  <a:cubicBezTo>
                    <a:pt x="33428" y="0"/>
                    <a:pt x="37120" y="3691"/>
                    <a:pt x="37120" y="8249"/>
                  </a:cubicBezTo>
                  <a:cubicBezTo>
                    <a:pt x="37120" y="12806"/>
                    <a:pt x="33428" y="16498"/>
                    <a:pt x="28871" y="16498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60" name="Forma Livre: Forma 259">
              <a:extLst>
                <a:ext uri="{FF2B5EF4-FFF2-40B4-BE49-F238E27FC236}">
                  <a16:creationId xmlns:a16="http://schemas.microsoft.com/office/drawing/2014/main" id="{5471208B-FBC0-6E55-51D6-DF925D92ABE8}"/>
                </a:ext>
              </a:extLst>
            </p:cNvPr>
            <p:cNvSpPr/>
            <p:nvPr/>
          </p:nvSpPr>
          <p:spPr>
            <a:xfrm>
              <a:off x="5656463" y="6268068"/>
              <a:ext cx="37119" cy="16497"/>
            </a:xfrm>
            <a:custGeom>
              <a:avLst/>
              <a:gdLst>
                <a:gd name="connsiteX0" fmla="*/ 28871 w 37119"/>
                <a:gd name="connsiteY0" fmla="*/ 16498 h 16497"/>
                <a:gd name="connsiteX1" fmla="*/ 8249 w 37119"/>
                <a:gd name="connsiteY1" fmla="*/ 16498 h 16497"/>
                <a:gd name="connsiteX2" fmla="*/ 0 w 37119"/>
                <a:gd name="connsiteY2" fmla="*/ 8249 h 16497"/>
                <a:gd name="connsiteX3" fmla="*/ 8249 w 37119"/>
                <a:gd name="connsiteY3" fmla="*/ 0 h 16497"/>
                <a:gd name="connsiteX4" fmla="*/ 28871 w 37119"/>
                <a:gd name="connsiteY4" fmla="*/ 0 h 16497"/>
                <a:gd name="connsiteX5" fmla="*/ 37120 w 37119"/>
                <a:gd name="connsiteY5" fmla="*/ 8249 h 16497"/>
                <a:gd name="connsiteX6" fmla="*/ 28871 w 37119"/>
                <a:gd name="connsiteY6" fmla="*/ 16498 h 16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119" h="16497">
                  <a:moveTo>
                    <a:pt x="28871" y="16498"/>
                  </a:moveTo>
                  <a:lnTo>
                    <a:pt x="8249" y="16498"/>
                  </a:lnTo>
                  <a:cubicBezTo>
                    <a:pt x="3691" y="16498"/>
                    <a:pt x="0" y="12806"/>
                    <a:pt x="0" y="8249"/>
                  </a:cubicBezTo>
                  <a:cubicBezTo>
                    <a:pt x="0" y="3691"/>
                    <a:pt x="3691" y="0"/>
                    <a:pt x="8249" y="0"/>
                  </a:cubicBezTo>
                  <a:lnTo>
                    <a:pt x="28871" y="0"/>
                  </a:lnTo>
                  <a:cubicBezTo>
                    <a:pt x="33428" y="0"/>
                    <a:pt x="37120" y="3691"/>
                    <a:pt x="37120" y="8249"/>
                  </a:cubicBezTo>
                  <a:cubicBezTo>
                    <a:pt x="37120" y="12806"/>
                    <a:pt x="33428" y="16498"/>
                    <a:pt x="28871" y="16498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61" name="Forma Livre: Forma 260">
              <a:extLst>
                <a:ext uri="{FF2B5EF4-FFF2-40B4-BE49-F238E27FC236}">
                  <a16:creationId xmlns:a16="http://schemas.microsoft.com/office/drawing/2014/main" id="{34026A13-13A1-555E-7D5F-375EA5F98AE8}"/>
                </a:ext>
              </a:extLst>
            </p:cNvPr>
            <p:cNvSpPr/>
            <p:nvPr/>
          </p:nvSpPr>
          <p:spPr>
            <a:xfrm>
              <a:off x="5718329" y="6268068"/>
              <a:ext cx="37119" cy="16497"/>
            </a:xfrm>
            <a:custGeom>
              <a:avLst/>
              <a:gdLst>
                <a:gd name="connsiteX0" fmla="*/ 28871 w 37119"/>
                <a:gd name="connsiteY0" fmla="*/ 16498 h 16497"/>
                <a:gd name="connsiteX1" fmla="*/ 8249 w 37119"/>
                <a:gd name="connsiteY1" fmla="*/ 16498 h 16497"/>
                <a:gd name="connsiteX2" fmla="*/ 0 w 37119"/>
                <a:gd name="connsiteY2" fmla="*/ 8249 h 16497"/>
                <a:gd name="connsiteX3" fmla="*/ 8249 w 37119"/>
                <a:gd name="connsiteY3" fmla="*/ 0 h 16497"/>
                <a:gd name="connsiteX4" fmla="*/ 28871 w 37119"/>
                <a:gd name="connsiteY4" fmla="*/ 0 h 16497"/>
                <a:gd name="connsiteX5" fmla="*/ 37120 w 37119"/>
                <a:gd name="connsiteY5" fmla="*/ 8249 h 16497"/>
                <a:gd name="connsiteX6" fmla="*/ 28871 w 37119"/>
                <a:gd name="connsiteY6" fmla="*/ 16498 h 16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119" h="16497">
                  <a:moveTo>
                    <a:pt x="28871" y="16498"/>
                  </a:moveTo>
                  <a:lnTo>
                    <a:pt x="8249" y="16498"/>
                  </a:lnTo>
                  <a:cubicBezTo>
                    <a:pt x="3691" y="16498"/>
                    <a:pt x="0" y="12806"/>
                    <a:pt x="0" y="8249"/>
                  </a:cubicBezTo>
                  <a:cubicBezTo>
                    <a:pt x="0" y="3691"/>
                    <a:pt x="3691" y="0"/>
                    <a:pt x="8249" y="0"/>
                  </a:cubicBezTo>
                  <a:lnTo>
                    <a:pt x="28871" y="0"/>
                  </a:lnTo>
                  <a:cubicBezTo>
                    <a:pt x="33428" y="0"/>
                    <a:pt x="37120" y="3691"/>
                    <a:pt x="37120" y="8249"/>
                  </a:cubicBezTo>
                  <a:cubicBezTo>
                    <a:pt x="37120" y="12806"/>
                    <a:pt x="33428" y="16498"/>
                    <a:pt x="28871" y="16498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62" name="Forma Livre: Forma 261">
              <a:extLst>
                <a:ext uri="{FF2B5EF4-FFF2-40B4-BE49-F238E27FC236}">
                  <a16:creationId xmlns:a16="http://schemas.microsoft.com/office/drawing/2014/main" id="{AD3B0264-5B06-89B2-1DE8-49D9F194A27E}"/>
                </a:ext>
              </a:extLst>
            </p:cNvPr>
            <p:cNvSpPr/>
            <p:nvPr/>
          </p:nvSpPr>
          <p:spPr>
            <a:xfrm>
              <a:off x="5594597" y="6268068"/>
              <a:ext cx="37119" cy="16497"/>
            </a:xfrm>
            <a:custGeom>
              <a:avLst/>
              <a:gdLst>
                <a:gd name="connsiteX0" fmla="*/ 28871 w 37119"/>
                <a:gd name="connsiteY0" fmla="*/ 16498 h 16497"/>
                <a:gd name="connsiteX1" fmla="*/ 8249 w 37119"/>
                <a:gd name="connsiteY1" fmla="*/ 16498 h 16497"/>
                <a:gd name="connsiteX2" fmla="*/ 0 w 37119"/>
                <a:gd name="connsiteY2" fmla="*/ 8249 h 16497"/>
                <a:gd name="connsiteX3" fmla="*/ 8249 w 37119"/>
                <a:gd name="connsiteY3" fmla="*/ 0 h 16497"/>
                <a:gd name="connsiteX4" fmla="*/ 28871 w 37119"/>
                <a:gd name="connsiteY4" fmla="*/ 0 h 16497"/>
                <a:gd name="connsiteX5" fmla="*/ 37120 w 37119"/>
                <a:gd name="connsiteY5" fmla="*/ 8249 h 16497"/>
                <a:gd name="connsiteX6" fmla="*/ 28871 w 37119"/>
                <a:gd name="connsiteY6" fmla="*/ 16498 h 16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119" h="16497">
                  <a:moveTo>
                    <a:pt x="28871" y="16498"/>
                  </a:moveTo>
                  <a:lnTo>
                    <a:pt x="8249" y="16498"/>
                  </a:lnTo>
                  <a:cubicBezTo>
                    <a:pt x="3691" y="16498"/>
                    <a:pt x="0" y="12806"/>
                    <a:pt x="0" y="8249"/>
                  </a:cubicBezTo>
                  <a:cubicBezTo>
                    <a:pt x="0" y="3691"/>
                    <a:pt x="3691" y="0"/>
                    <a:pt x="8249" y="0"/>
                  </a:cubicBezTo>
                  <a:lnTo>
                    <a:pt x="28871" y="0"/>
                  </a:lnTo>
                  <a:cubicBezTo>
                    <a:pt x="33428" y="0"/>
                    <a:pt x="37120" y="3691"/>
                    <a:pt x="37120" y="8249"/>
                  </a:cubicBezTo>
                  <a:cubicBezTo>
                    <a:pt x="37120" y="12806"/>
                    <a:pt x="33428" y="16498"/>
                    <a:pt x="28871" y="16498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63" name="Forma Livre: Forma 262">
              <a:extLst>
                <a:ext uri="{FF2B5EF4-FFF2-40B4-BE49-F238E27FC236}">
                  <a16:creationId xmlns:a16="http://schemas.microsoft.com/office/drawing/2014/main" id="{DC204C84-9C93-B51C-D6C9-1955D859E2B8}"/>
                </a:ext>
              </a:extLst>
            </p:cNvPr>
            <p:cNvSpPr/>
            <p:nvPr/>
          </p:nvSpPr>
          <p:spPr>
            <a:xfrm>
              <a:off x="5594597" y="6082469"/>
              <a:ext cx="160852" cy="78363"/>
            </a:xfrm>
            <a:custGeom>
              <a:avLst/>
              <a:gdLst>
                <a:gd name="connsiteX0" fmla="*/ 152603 w 160852"/>
                <a:gd name="connsiteY0" fmla="*/ 78364 h 78363"/>
                <a:gd name="connsiteX1" fmla="*/ 8249 w 160852"/>
                <a:gd name="connsiteY1" fmla="*/ 78364 h 78363"/>
                <a:gd name="connsiteX2" fmla="*/ 0 w 160852"/>
                <a:gd name="connsiteY2" fmla="*/ 70115 h 78363"/>
                <a:gd name="connsiteX3" fmla="*/ 0 w 160852"/>
                <a:gd name="connsiteY3" fmla="*/ 8249 h 78363"/>
                <a:gd name="connsiteX4" fmla="*/ 8249 w 160852"/>
                <a:gd name="connsiteY4" fmla="*/ 0 h 78363"/>
                <a:gd name="connsiteX5" fmla="*/ 152603 w 160852"/>
                <a:gd name="connsiteY5" fmla="*/ 0 h 78363"/>
                <a:gd name="connsiteX6" fmla="*/ 160852 w 160852"/>
                <a:gd name="connsiteY6" fmla="*/ 8249 h 78363"/>
                <a:gd name="connsiteX7" fmla="*/ 160852 w 160852"/>
                <a:gd name="connsiteY7" fmla="*/ 70115 h 78363"/>
                <a:gd name="connsiteX8" fmla="*/ 152603 w 160852"/>
                <a:gd name="connsiteY8" fmla="*/ 78364 h 78363"/>
                <a:gd name="connsiteX9" fmla="*/ 16498 w 160852"/>
                <a:gd name="connsiteY9" fmla="*/ 61866 h 78363"/>
                <a:gd name="connsiteX10" fmla="*/ 144354 w 160852"/>
                <a:gd name="connsiteY10" fmla="*/ 61866 h 78363"/>
                <a:gd name="connsiteX11" fmla="*/ 144354 w 160852"/>
                <a:gd name="connsiteY11" fmla="*/ 16498 h 78363"/>
                <a:gd name="connsiteX12" fmla="*/ 16498 w 160852"/>
                <a:gd name="connsiteY12" fmla="*/ 16498 h 78363"/>
                <a:gd name="connsiteX13" fmla="*/ 16498 w 160852"/>
                <a:gd name="connsiteY13" fmla="*/ 61866 h 78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0852" h="78363">
                  <a:moveTo>
                    <a:pt x="152603" y="78364"/>
                  </a:moveTo>
                  <a:lnTo>
                    <a:pt x="8249" y="78364"/>
                  </a:lnTo>
                  <a:cubicBezTo>
                    <a:pt x="3691" y="78364"/>
                    <a:pt x="0" y="74672"/>
                    <a:pt x="0" y="70115"/>
                  </a:cubicBezTo>
                  <a:lnTo>
                    <a:pt x="0" y="8249"/>
                  </a:lnTo>
                  <a:cubicBezTo>
                    <a:pt x="0" y="3691"/>
                    <a:pt x="3691" y="0"/>
                    <a:pt x="8249" y="0"/>
                  </a:cubicBezTo>
                  <a:lnTo>
                    <a:pt x="152603" y="0"/>
                  </a:lnTo>
                  <a:cubicBezTo>
                    <a:pt x="157161" y="0"/>
                    <a:pt x="160852" y="3691"/>
                    <a:pt x="160852" y="8249"/>
                  </a:cubicBezTo>
                  <a:lnTo>
                    <a:pt x="160852" y="70115"/>
                  </a:lnTo>
                  <a:cubicBezTo>
                    <a:pt x="160852" y="74672"/>
                    <a:pt x="157161" y="78364"/>
                    <a:pt x="152603" y="78364"/>
                  </a:cubicBezTo>
                  <a:close/>
                  <a:moveTo>
                    <a:pt x="16498" y="61866"/>
                  </a:moveTo>
                  <a:lnTo>
                    <a:pt x="144354" y="61866"/>
                  </a:lnTo>
                  <a:lnTo>
                    <a:pt x="144354" y="16498"/>
                  </a:lnTo>
                  <a:lnTo>
                    <a:pt x="16498" y="16498"/>
                  </a:lnTo>
                  <a:lnTo>
                    <a:pt x="16498" y="61866"/>
                  </a:ln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64" name="Forma Livre: Forma 263">
              <a:extLst>
                <a:ext uri="{FF2B5EF4-FFF2-40B4-BE49-F238E27FC236}">
                  <a16:creationId xmlns:a16="http://schemas.microsoft.com/office/drawing/2014/main" id="{37FE3723-CB29-59A3-7805-6821A76E3723}"/>
                </a:ext>
              </a:extLst>
            </p:cNvPr>
            <p:cNvSpPr/>
            <p:nvPr/>
          </p:nvSpPr>
          <p:spPr>
            <a:xfrm>
              <a:off x="5553353" y="5979359"/>
              <a:ext cx="243340" cy="346450"/>
            </a:xfrm>
            <a:custGeom>
              <a:avLst/>
              <a:gdLst>
                <a:gd name="connsiteX0" fmla="*/ 214469 w 243340"/>
                <a:gd name="connsiteY0" fmla="*/ 346451 h 346450"/>
                <a:gd name="connsiteX1" fmla="*/ 28871 w 243340"/>
                <a:gd name="connsiteY1" fmla="*/ 346451 h 346450"/>
                <a:gd name="connsiteX2" fmla="*/ 0 w 243340"/>
                <a:gd name="connsiteY2" fmla="*/ 317580 h 346450"/>
                <a:gd name="connsiteX3" fmla="*/ 0 w 243340"/>
                <a:gd name="connsiteY3" fmla="*/ 28871 h 346450"/>
                <a:gd name="connsiteX4" fmla="*/ 28871 w 243340"/>
                <a:gd name="connsiteY4" fmla="*/ 0 h 346450"/>
                <a:gd name="connsiteX5" fmla="*/ 37120 w 243340"/>
                <a:gd name="connsiteY5" fmla="*/ 8249 h 346450"/>
                <a:gd name="connsiteX6" fmla="*/ 28871 w 243340"/>
                <a:gd name="connsiteY6" fmla="*/ 16498 h 346450"/>
                <a:gd name="connsiteX7" fmla="*/ 16498 w 243340"/>
                <a:gd name="connsiteY7" fmla="*/ 28871 h 346450"/>
                <a:gd name="connsiteX8" fmla="*/ 16498 w 243340"/>
                <a:gd name="connsiteY8" fmla="*/ 317580 h 346450"/>
                <a:gd name="connsiteX9" fmla="*/ 28871 w 243340"/>
                <a:gd name="connsiteY9" fmla="*/ 329953 h 346450"/>
                <a:gd name="connsiteX10" fmla="*/ 214469 w 243340"/>
                <a:gd name="connsiteY10" fmla="*/ 329953 h 346450"/>
                <a:gd name="connsiteX11" fmla="*/ 226843 w 243340"/>
                <a:gd name="connsiteY11" fmla="*/ 317580 h 346450"/>
                <a:gd name="connsiteX12" fmla="*/ 226843 w 243340"/>
                <a:gd name="connsiteY12" fmla="*/ 28871 h 346450"/>
                <a:gd name="connsiteX13" fmla="*/ 214469 w 243340"/>
                <a:gd name="connsiteY13" fmla="*/ 16498 h 346450"/>
                <a:gd name="connsiteX14" fmla="*/ 206221 w 243340"/>
                <a:gd name="connsiteY14" fmla="*/ 8249 h 346450"/>
                <a:gd name="connsiteX15" fmla="*/ 214469 w 243340"/>
                <a:gd name="connsiteY15" fmla="*/ 0 h 346450"/>
                <a:gd name="connsiteX16" fmla="*/ 243340 w 243340"/>
                <a:gd name="connsiteY16" fmla="*/ 28871 h 346450"/>
                <a:gd name="connsiteX17" fmla="*/ 243340 w 243340"/>
                <a:gd name="connsiteY17" fmla="*/ 317580 h 346450"/>
                <a:gd name="connsiteX18" fmla="*/ 214469 w 243340"/>
                <a:gd name="connsiteY18" fmla="*/ 346451 h 346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43340" h="346450">
                  <a:moveTo>
                    <a:pt x="214469" y="346451"/>
                  </a:moveTo>
                  <a:lnTo>
                    <a:pt x="28871" y="346451"/>
                  </a:lnTo>
                  <a:cubicBezTo>
                    <a:pt x="12951" y="346451"/>
                    <a:pt x="0" y="333500"/>
                    <a:pt x="0" y="317580"/>
                  </a:cubicBezTo>
                  <a:lnTo>
                    <a:pt x="0" y="28871"/>
                  </a:lnTo>
                  <a:cubicBezTo>
                    <a:pt x="0" y="12951"/>
                    <a:pt x="12951" y="0"/>
                    <a:pt x="28871" y="0"/>
                  </a:cubicBezTo>
                  <a:cubicBezTo>
                    <a:pt x="33428" y="0"/>
                    <a:pt x="37120" y="3691"/>
                    <a:pt x="37120" y="8249"/>
                  </a:cubicBezTo>
                  <a:cubicBezTo>
                    <a:pt x="37120" y="12806"/>
                    <a:pt x="33428" y="16498"/>
                    <a:pt x="28871" y="16498"/>
                  </a:cubicBezTo>
                  <a:cubicBezTo>
                    <a:pt x="22045" y="16498"/>
                    <a:pt x="16498" y="22045"/>
                    <a:pt x="16498" y="28871"/>
                  </a:cubicBezTo>
                  <a:lnTo>
                    <a:pt x="16498" y="317580"/>
                  </a:lnTo>
                  <a:cubicBezTo>
                    <a:pt x="16498" y="324406"/>
                    <a:pt x="22045" y="329953"/>
                    <a:pt x="28871" y="329953"/>
                  </a:cubicBezTo>
                  <a:lnTo>
                    <a:pt x="214469" y="329953"/>
                  </a:lnTo>
                  <a:cubicBezTo>
                    <a:pt x="221295" y="329953"/>
                    <a:pt x="226843" y="324406"/>
                    <a:pt x="226843" y="317580"/>
                  </a:cubicBezTo>
                  <a:lnTo>
                    <a:pt x="226843" y="28871"/>
                  </a:lnTo>
                  <a:cubicBezTo>
                    <a:pt x="226843" y="22045"/>
                    <a:pt x="221295" y="16498"/>
                    <a:pt x="214469" y="16498"/>
                  </a:cubicBezTo>
                  <a:cubicBezTo>
                    <a:pt x="209912" y="16498"/>
                    <a:pt x="206221" y="12806"/>
                    <a:pt x="206221" y="8249"/>
                  </a:cubicBezTo>
                  <a:cubicBezTo>
                    <a:pt x="206221" y="3691"/>
                    <a:pt x="209912" y="0"/>
                    <a:pt x="214469" y="0"/>
                  </a:cubicBezTo>
                  <a:cubicBezTo>
                    <a:pt x="230390" y="0"/>
                    <a:pt x="243340" y="12951"/>
                    <a:pt x="243340" y="28871"/>
                  </a:cubicBezTo>
                  <a:lnTo>
                    <a:pt x="243340" y="317580"/>
                  </a:lnTo>
                  <a:cubicBezTo>
                    <a:pt x="243340" y="333500"/>
                    <a:pt x="230390" y="346451"/>
                    <a:pt x="214469" y="346451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65" name="Forma Livre: Forma 264">
              <a:extLst>
                <a:ext uri="{FF2B5EF4-FFF2-40B4-BE49-F238E27FC236}">
                  <a16:creationId xmlns:a16="http://schemas.microsoft.com/office/drawing/2014/main" id="{7DEECD1A-06B4-9D5C-78F4-5D5F0977DEAA}"/>
                </a:ext>
              </a:extLst>
            </p:cNvPr>
            <p:cNvSpPr/>
            <p:nvPr/>
          </p:nvSpPr>
          <p:spPr>
            <a:xfrm>
              <a:off x="5594597" y="6041225"/>
              <a:ext cx="160852" cy="16497"/>
            </a:xfrm>
            <a:custGeom>
              <a:avLst/>
              <a:gdLst>
                <a:gd name="connsiteX0" fmla="*/ 152603 w 160852"/>
                <a:gd name="connsiteY0" fmla="*/ 16498 h 16497"/>
                <a:gd name="connsiteX1" fmla="*/ 8249 w 160852"/>
                <a:gd name="connsiteY1" fmla="*/ 16498 h 16497"/>
                <a:gd name="connsiteX2" fmla="*/ 0 w 160852"/>
                <a:gd name="connsiteY2" fmla="*/ 8249 h 16497"/>
                <a:gd name="connsiteX3" fmla="*/ 8249 w 160852"/>
                <a:gd name="connsiteY3" fmla="*/ 0 h 16497"/>
                <a:gd name="connsiteX4" fmla="*/ 152603 w 160852"/>
                <a:gd name="connsiteY4" fmla="*/ 0 h 16497"/>
                <a:gd name="connsiteX5" fmla="*/ 160852 w 160852"/>
                <a:gd name="connsiteY5" fmla="*/ 8249 h 16497"/>
                <a:gd name="connsiteX6" fmla="*/ 152603 w 160852"/>
                <a:gd name="connsiteY6" fmla="*/ 16498 h 16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0852" h="16497">
                  <a:moveTo>
                    <a:pt x="152603" y="16498"/>
                  </a:moveTo>
                  <a:lnTo>
                    <a:pt x="8249" y="16498"/>
                  </a:lnTo>
                  <a:cubicBezTo>
                    <a:pt x="3691" y="16498"/>
                    <a:pt x="0" y="12806"/>
                    <a:pt x="0" y="8249"/>
                  </a:cubicBezTo>
                  <a:cubicBezTo>
                    <a:pt x="0" y="3691"/>
                    <a:pt x="3691" y="0"/>
                    <a:pt x="8249" y="0"/>
                  </a:cubicBezTo>
                  <a:lnTo>
                    <a:pt x="152603" y="0"/>
                  </a:lnTo>
                  <a:cubicBezTo>
                    <a:pt x="157161" y="0"/>
                    <a:pt x="160852" y="3691"/>
                    <a:pt x="160852" y="8249"/>
                  </a:cubicBezTo>
                  <a:cubicBezTo>
                    <a:pt x="160852" y="12806"/>
                    <a:pt x="157161" y="16498"/>
                    <a:pt x="152603" y="16498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66" name="Forma Livre: Forma 265">
              <a:extLst>
                <a:ext uri="{FF2B5EF4-FFF2-40B4-BE49-F238E27FC236}">
                  <a16:creationId xmlns:a16="http://schemas.microsoft.com/office/drawing/2014/main" id="{C2412974-31C3-B79B-C036-748BCB479791}"/>
                </a:ext>
              </a:extLst>
            </p:cNvPr>
            <p:cNvSpPr/>
            <p:nvPr/>
          </p:nvSpPr>
          <p:spPr>
            <a:xfrm>
              <a:off x="5615219" y="5917493"/>
              <a:ext cx="119607" cy="140229"/>
            </a:xfrm>
            <a:custGeom>
              <a:avLst/>
              <a:gdLst>
                <a:gd name="connsiteX0" fmla="*/ 111359 w 119607"/>
                <a:gd name="connsiteY0" fmla="*/ 140230 h 140229"/>
                <a:gd name="connsiteX1" fmla="*/ 103110 w 119607"/>
                <a:gd name="connsiteY1" fmla="*/ 131981 h 140229"/>
                <a:gd name="connsiteX2" fmla="*/ 103110 w 119607"/>
                <a:gd name="connsiteY2" fmla="*/ 16498 h 140229"/>
                <a:gd name="connsiteX3" fmla="*/ 16498 w 119607"/>
                <a:gd name="connsiteY3" fmla="*/ 16498 h 140229"/>
                <a:gd name="connsiteX4" fmla="*/ 16498 w 119607"/>
                <a:gd name="connsiteY4" fmla="*/ 131981 h 140229"/>
                <a:gd name="connsiteX5" fmla="*/ 8249 w 119607"/>
                <a:gd name="connsiteY5" fmla="*/ 140230 h 140229"/>
                <a:gd name="connsiteX6" fmla="*/ 0 w 119607"/>
                <a:gd name="connsiteY6" fmla="*/ 131981 h 140229"/>
                <a:gd name="connsiteX7" fmla="*/ 0 w 119607"/>
                <a:gd name="connsiteY7" fmla="*/ 8249 h 140229"/>
                <a:gd name="connsiteX8" fmla="*/ 8249 w 119607"/>
                <a:gd name="connsiteY8" fmla="*/ 0 h 140229"/>
                <a:gd name="connsiteX9" fmla="*/ 111359 w 119607"/>
                <a:gd name="connsiteY9" fmla="*/ 0 h 140229"/>
                <a:gd name="connsiteX10" fmla="*/ 119608 w 119607"/>
                <a:gd name="connsiteY10" fmla="*/ 8249 h 140229"/>
                <a:gd name="connsiteX11" fmla="*/ 119608 w 119607"/>
                <a:gd name="connsiteY11" fmla="*/ 131981 h 140229"/>
                <a:gd name="connsiteX12" fmla="*/ 111359 w 119607"/>
                <a:gd name="connsiteY12" fmla="*/ 140230 h 140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9607" h="140229">
                  <a:moveTo>
                    <a:pt x="111359" y="140230"/>
                  </a:moveTo>
                  <a:cubicBezTo>
                    <a:pt x="106802" y="140230"/>
                    <a:pt x="103110" y="136539"/>
                    <a:pt x="103110" y="131981"/>
                  </a:cubicBezTo>
                  <a:lnTo>
                    <a:pt x="103110" y="16498"/>
                  </a:lnTo>
                  <a:lnTo>
                    <a:pt x="16498" y="16498"/>
                  </a:lnTo>
                  <a:lnTo>
                    <a:pt x="16498" y="131981"/>
                  </a:lnTo>
                  <a:cubicBezTo>
                    <a:pt x="16498" y="136539"/>
                    <a:pt x="12806" y="140230"/>
                    <a:pt x="8249" y="140230"/>
                  </a:cubicBezTo>
                  <a:cubicBezTo>
                    <a:pt x="3691" y="140230"/>
                    <a:pt x="0" y="136539"/>
                    <a:pt x="0" y="131981"/>
                  </a:cubicBezTo>
                  <a:lnTo>
                    <a:pt x="0" y="8249"/>
                  </a:lnTo>
                  <a:cubicBezTo>
                    <a:pt x="0" y="3691"/>
                    <a:pt x="3691" y="0"/>
                    <a:pt x="8249" y="0"/>
                  </a:cubicBezTo>
                  <a:lnTo>
                    <a:pt x="111359" y="0"/>
                  </a:lnTo>
                  <a:cubicBezTo>
                    <a:pt x="115917" y="0"/>
                    <a:pt x="119608" y="3691"/>
                    <a:pt x="119608" y="8249"/>
                  </a:cubicBezTo>
                  <a:lnTo>
                    <a:pt x="119608" y="131981"/>
                  </a:lnTo>
                  <a:cubicBezTo>
                    <a:pt x="119608" y="136539"/>
                    <a:pt x="115917" y="140230"/>
                    <a:pt x="111359" y="140230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grpSp>
          <p:nvGrpSpPr>
            <p:cNvPr id="267" name="Gráfico 10">
              <a:extLst>
                <a:ext uri="{FF2B5EF4-FFF2-40B4-BE49-F238E27FC236}">
                  <a16:creationId xmlns:a16="http://schemas.microsoft.com/office/drawing/2014/main" id="{E25935D2-E5E2-5E7D-1417-2B74380874BD}"/>
                </a:ext>
              </a:extLst>
            </p:cNvPr>
            <p:cNvGrpSpPr/>
            <p:nvPr/>
          </p:nvGrpSpPr>
          <p:grpSpPr>
            <a:xfrm>
              <a:off x="5388373" y="5917497"/>
              <a:ext cx="78356" cy="147505"/>
              <a:chOff x="5388373" y="5917497"/>
              <a:chExt cx="78356" cy="147505"/>
            </a:xfrm>
            <a:grpFill/>
          </p:grpSpPr>
          <p:sp>
            <p:nvSpPr>
              <p:cNvPr id="271" name="Forma Livre: Forma 270">
                <a:extLst>
                  <a:ext uri="{FF2B5EF4-FFF2-40B4-BE49-F238E27FC236}">
                    <a16:creationId xmlns:a16="http://schemas.microsoft.com/office/drawing/2014/main" id="{508159A5-B186-BEDD-0DCA-8B5C07B0CE31}"/>
                  </a:ext>
                </a:extLst>
              </p:cNvPr>
              <p:cNvSpPr/>
              <p:nvPr/>
            </p:nvSpPr>
            <p:spPr>
              <a:xfrm>
                <a:off x="5388373" y="5944772"/>
                <a:ext cx="26178" cy="92926"/>
              </a:xfrm>
              <a:custGeom>
                <a:avLst/>
                <a:gdLst>
                  <a:gd name="connsiteX0" fmla="*/ 8252 w 26178"/>
                  <a:gd name="connsiteY0" fmla="*/ 92927 h 92926"/>
                  <a:gd name="connsiteX1" fmla="*/ 4293 w 26178"/>
                  <a:gd name="connsiteY1" fmla="*/ 91916 h 92926"/>
                  <a:gd name="connsiteX2" fmla="*/ 1014 w 26178"/>
                  <a:gd name="connsiteY2" fmla="*/ 80718 h 92926"/>
                  <a:gd name="connsiteX3" fmla="*/ 1014 w 26178"/>
                  <a:gd name="connsiteY3" fmla="*/ 12212 h 92926"/>
                  <a:gd name="connsiteX4" fmla="*/ 4293 w 26178"/>
                  <a:gd name="connsiteY4" fmla="*/ 1014 h 92926"/>
                  <a:gd name="connsiteX5" fmla="*/ 15491 w 26178"/>
                  <a:gd name="connsiteY5" fmla="*/ 4293 h 92926"/>
                  <a:gd name="connsiteX6" fmla="*/ 15491 w 26178"/>
                  <a:gd name="connsiteY6" fmla="*/ 88637 h 92926"/>
                  <a:gd name="connsiteX7" fmla="*/ 8252 w 26178"/>
                  <a:gd name="connsiteY7" fmla="*/ 92927 h 929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6178" h="92926">
                    <a:moveTo>
                      <a:pt x="8252" y="92927"/>
                    </a:moveTo>
                    <a:cubicBezTo>
                      <a:pt x="6912" y="92927"/>
                      <a:pt x="5551" y="92597"/>
                      <a:pt x="4293" y="91916"/>
                    </a:cubicBezTo>
                    <a:cubicBezTo>
                      <a:pt x="292" y="89730"/>
                      <a:pt x="-1172" y="84719"/>
                      <a:pt x="1014" y="80718"/>
                    </a:cubicBezTo>
                    <a:cubicBezTo>
                      <a:pt x="12583" y="59581"/>
                      <a:pt x="12583" y="33349"/>
                      <a:pt x="1014" y="12212"/>
                    </a:cubicBezTo>
                    <a:cubicBezTo>
                      <a:pt x="-1172" y="8211"/>
                      <a:pt x="292" y="3200"/>
                      <a:pt x="4293" y="1014"/>
                    </a:cubicBezTo>
                    <a:cubicBezTo>
                      <a:pt x="8294" y="-1172"/>
                      <a:pt x="13305" y="292"/>
                      <a:pt x="15491" y="4293"/>
                    </a:cubicBezTo>
                    <a:cubicBezTo>
                      <a:pt x="29741" y="30318"/>
                      <a:pt x="29741" y="62633"/>
                      <a:pt x="15491" y="88637"/>
                    </a:cubicBezTo>
                    <a:cubicBezTo>
                      <a:pt x="13985" y="91380"/>
                      <a:pt x="11160" y="92927"/>
                      <a:pt x="8252" y="92927"/>
                    </a:cubicBezTo>
                    <a:close/>
                  </a:path>
                </a:pathLst>
              </a:custGeom>
              <a:grpFill/>
              <a:ln w="20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72" name="Forma Livre: Forma 271">
                <a:extLst>
                  <a:ext uri="{FF2B5EF4-FFF2-40B4-BE49-F238E27FC236}">
                    <a16:creationId xmlns:a16="http://schemas.microsoft.com/office/drawing/2014/main" id="{5BAB0C4C-D3A5-9D67-AFF5-C22424E96C0E}"/>
                  </a:ext>
                </a:extLst>
              </p:cNvPr>
              <p:cNvSpPr/>
              <p:nvPr/>
            </p:nvSpPr>
            <p:spPr>
              <a:xfrm>
                <a:off x="5433357" y="5917497"/>
                <a:ext cx="33372" cy="147505"/>
              </a:xfrm>
              <a:custGeom>
                <a:avLst/>
                <a:gdLst>
                  <a:gd name="connsiteX0" fmla="*/ 8245 w 33372"/>
                  <a:gd name="connsiteY0" fmla="*/ 147505 h 147505"/>
                  <a:gd name="connsiteX1" fmla="*/ 4244 w 33372"/>
                  <a:gd name="connsiteY1" fmla="*/ 146454 h 147505"/>
                  <a:gd name="connsiteX2" fmla="*/ 1048 w 33372"/>
                  <a:gd name="connsiteY2" fmla="*/ 135235 h 147505"/>
                  <a:gd name="connsiteX3" fmla="*/ 1048 w 33372"/>
                  <a:gd name="connsiteY3" fmla="*/ 12266 h 147505"/>
                  <a:gd name="connsiteX4" fmla="*/ 4244 w 33372"/>
                  <a:gd name="connsiteY4" fmla="*/ 1048 h 147505"/>
                  <a:gd name="connsiteX5" fmla="*/ 15463 w 33372"/>
                  <a:gd name="connsiteY5" fmla="*/ 4244 h 147505"/>
                  <a:gd name="connsiteX6" fmla="*/ 15463 w 33372"/>
                  <a:gd name="connsiteY6" fmla="*/ 143278 h 147505"/>
                  <a:gd name="connsiteX7" fmla="*/ 8245 w 33372"/>
                  <a:gd name="connsiteY7" fmla="*/ 147505 h 1475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3372" h="147505">
                    <a:moveTo>
                      <a:pt x="8245" y="147505"/>
                    </a:moveTo>
                    <a:cubicBezTo>
                      <a:pt x="6884" y="147505"/>
                      <a:pt x="5502" y="147175"/>
                      <a:pt x="4244" y="146454"/>
                    </a:cubicBezTo>
                    <a:cubicBezTo>
                      <a:pt x="264" y="144247"/>
                      <a:pt x="-1159" y="139215"/>
                      <a:pt x="1048" y="135235"/>
                    </a:cubicBezTo>
                    <a:cubicBezTo>
                      <a:pt x="22165" y="97311"/>
                      <a:pt x="22165" y="50190"/>
                      <a:pt x="1048" y="12266"/>
                    </a:cubicBezTo>
                    <a:cubicBezTo>
                      <a:pt x="-1180" y="8286"/>
                      <a:pt x="264" y="3254"/>
                      <a:pt x="4244" y="1048"/>
                    </a:cubicBezTo>
                    <a:cubicBezTo>
                      <a:pt x="8224" y="-1180"/>
                      <a:pt x="13256" y="264"/>
                      <a:pt x="15463" y="4244"/>
                    </a:cubicBezTo>
                    <a:cubicBezTo>
                      <a:pt x="39343" y="47117"/>
                      <a:pt x="39343" y="100405"/>
                      <a:pt x="15463" y="143278"/>
                    </a:cubicBezTo>
                    <a:cubicBezTo>
                      <a:pt x="13957" y="145979"/>
                      <a:pt x="11152" y="147505"/>
                      <a:pt x="8245" y="147505"/>
                    </a:cubicBezTo>
                    <a:close/>
                  </a:path>
                </a:pathLst>
              </a:custGeom>
              <a:grpFill/>
              <a:ln w="20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268" name="Gráfico 10">
              <a:extLst>
                <a:ext uri="{FF2B5EF4-FFF2-40B4-BE49-F238E27FC236}">
                  <a16:creationId xmlns:a16="http://schemas.microsoft.com/office/drawing/2014/main" id="{34205300-F4CB-CE8B-1345-B12FD34C5E69}"/>
                </a:ext>
              </a:extLst>
            </p:cNvPr>
            <p:cNvGrpSpPr/>
            <p:nvPr/>
          </p:nvGrpSpPr>
          <p:grpSpPr>
            <a:xfrm>
              <a:off x="5429631" y="6178313"/>
              <a:ext cx="78357" cy="147496"/>
              <a:chOff x="5429631" y="6178313"/>
              <a:chExt cx="78357" cy="147496"/>
            </a:xfrm>
            <a:grpFill/>
          </p:grpSpPr>
          <p:sp>
            <p:nvSpPr>
              <p:cNvPr id="269" name="Forma Livre: Forma 268">
                <a:extLst>
                  <a:ext uri="{FF2B5EF4-FFF2-40B4-BE49-F238E27FC236}">
                    <a16:creationId xmlns:a16="http://schemas.microsoft.com/office/drawing/2014/main" id="{BDEE86D3-0137-A03C-8925-5B38C516AB7D}"/>
                  </a:ext>
                </a:extLst>
              </p:cNvPr>
              <p:cNvSpPr/>
              <p:nvPr/>
            </p:nvSpPr>
            <p:spPr>
              <a:xfrm>
                <a:off x="5481810" y="6205600"/>
                <a:ext cx="26178" cy="92926"/>
              </a:xfrm>
              <a:custGeom>
                <a:avLst/>
                <a:gdLst>
                  <a:gd name="connsiteX0" fmla="*/ 17926 w 26178"/>
                  <a:gd name="connsiteY0" fmla="*/ 92927 h 92926"/>
                  <a:gd name="connsiteX1" fmla="*/ 10687 w 26178"/>
                  <a:gd name="connsiteY1" fmla="*/ 88637 h 92926"/>
                  <a:gd name="connsiteX2" fmla="*/ 10687 w 26178"/>
                  <a:gd name="connsiteY2" fmla="*/ 4293 h 92926"/>
                  <a:gd name="connsiteX3" fmla="*/ 21885 w 26178"/>
                  <a:gd name="connsiteY3" fmla="*/ 1014 h 92926"/>
                  <a:gd name="connsiteX4" fmla="*/ 25164 w 26178"/>
                  <a:gd name="connsiteY4" fmla="*/ 12212 h 92926"/>
                  <a:gd name="connsiteX5" fmla="*/ 25164 w 26178"/>
                  <a:gd name="connsiteY5" fmla="*/ 80718 h 92926"/>
                  <a:gd name="connsiteX6" fmla="*/ 21885 w 26178"/>
                  <a:gd name="connsiteY6" fmla="*/ 91916 h 92926"/>
                  <a:gd name="connsiteX7" fmla="*/ 17926 w 26178"/>
                  <a:gd name="connsiteY7" fmla="*/ 92927 h 929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6178" h="92926">
                    <a:moveTo>
                      <a:pt x="17926" y="92927"/>
                    </a:moveTo>
                    <a:cubicBezTo>
                      <a:pt x="14997" y="92927"/>
                      <a:pt x="12172" y="91380"/>
                      <a:pt x="10687" y="88637"/>
                    </a:cubicBezTo>
                    <a:cubicBezTo>
                      <a:pt x="-3562" y="62612"/>
                      <a:pt x="-3562" y="30297"/>
                      <a:pt x="10687" y="4293"/>
                    </a:cubicBezTo>
                    <a:cubicBezTo>
                      <a:pt x="12873" y="292"/>
                      <a:pt x="17884" y="-1172"/>
                      <a:pt x="21885" y="1014"/>
                    </a:cubicBezTo>
                    <a:cubicBezTo>
                      <a:pt x="25886" y="3200"/>
                      <a:pt x="27350" y="8211"/>
                      <a:pt x="25164" y="12212"/>
                    </a:cubicBezTo>
                    <a:cubicBezTo>
                      <a:pt x="13595" y="33349"/>
                      <a:pt x="13595" y="59581"/>
                      <a:pt x="25164" y="80718"/>
                    </a:cubicBezTo>
                    <a:cubicBezTo>
                      <a:pt x="27350" y="84719"/>
                      <a:pt x="25886" y="89730"/>
                      <a:pt x="21885" y="91916"/>
                    </a:cubicBezTo>
                    <a:cubicBezTo>
                      <a:pt x="20627" y="92597"/>
                      <a:pt x="19266" y="92927"/>
                      <a:pt x="17926" y="92927"/>
                    </a:cubicBezTo>
                    <a:close/>
                  </a:path>
                </a:pathLst>
              </a:custGeom>
              <a:grpFill/>
              <a:ln w="20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70" name="Forma Livre: Forma 269">
                <a:extLst>
                  <a:ext uri="{FF2B5EF4-FFF2-40B4-BE49-F238E27FC236}">
                    <a16:creationId xmlns:a16="http://schemas.microsoft.com/office/drawing/2014/main" id="{3EDEC6C4-2178-59CA-CF0A-A7430FC72E42}"/>
                  </a:ext>
                </a:extLst>
              </p:cNvPr>
              <p:cNvSpPr/>
              <p:nvPr/>
            </p:nvSpPr>
            <p:spPr>
              <a:xfrm>
                <a:off x="5429631" y="6178313"/>
                <a:ext cx="33372" cy="147496"/>
              </a:xfrm>
              <a:custGeom>
                <a:avLst/>
                <a:gdLst>
                  <a:gd name="connsiteX0" fmla="*/ 25128 w 33372"/>
                  <a:gd name="connsiteY0" fmla="*/ 147496 h 147496"/>
                  <a:gd name="connsiteX1" fmla="*/ 17910 w 33372"/>
                  <a:gd name="connsiteY1" fmla="*/ 143269 h 147496"/>
                  <a:gd name="connsiteX2" fmla="*/ 17910 w 33372"/>
                  <a:gd name="connsiteY2" fmla="*/ 4235 h 147496"/>
                  <a:gd name="connsiteX3" fmla="*/ 29129 w 33372"/>
                  <a:gd name="connsiteY3" fmla="*/ 1038 h 147496"/>
                  <a:gd name="connsiteX4" fmla="*/ 32325 w 33372"/>
                  <a:gd name="connsiteY4" fmla="*/ 12257 h 147496"/>
                  <a:gd name="connsiteX5" fmla="*/ 32325 w 33372"/>
                  <a:gd name="connsiteY5" fmla="*/ 135226 h 147496"/>
                  <a:gd name="connsiteX6" fmla="*/ 29129 w 33372"/>
                  <a:gd name="connsiteY6" fmla="*/ 146445 h 147496"/>
                  <a:gd name="connsiteX7" fmla="*/ 25128 w 33372"/>
                  <a:gd name="connsiteY7" fmla="*/ 147496 h 1474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3372" h="147496">
                    <a:moveTo>
                      <a:pt x="25128" y="147496"/>
                    </a:moveTo>
                    <a:cubicBezTo>
                      <a:pt x="22241" y="147496"/>
                      <a:pt x="19416" y="145970"/>
                      <a:pt x="17910" y="143269"/>
                    </a:cubicBezTo>
                    <a:cubicBezTo>
                      <a:pt x="-5970" y="100396"/>
                      <a:pt x="-5970" y="47108"/>
                      <a:pt x="17910" y="4235"/>
                    </a:cubicBezTo>
                    <a:cubicBezTo>
                      <a:pt x="20138" y="255"/>
                      <a:pt x="25149" y="-1168"/>
                      <a:pt x="29129" y="1038"/>
                    </a:cubicBezTo>
                    <a:cubicBezTo>
                      <a:pt x="33109" y="3245"/>
                      <a:pt x="34532" y="8277"/>
                      <a:pt x="32325" y="12257"/>
                    </a:cubicBezTo>
                    <a:cubicBezTo>
                      <a:pt x="11208" y="50181"/>
                      <a:pt x="11208" y="97302"/>
                      <a:pt x="32325" y="135226"/>
                    </a:cubicBezTo>
                    <a:cubicBezTo>
                      <a:pt x="34552" y="139206"/>
                      <a:pt x="33109" y="144238"/>
                      <a:pt x="29129" y="146445"/>
                    </a:cubicBezTo>
                    <a:cubicBezTo>
                      <a:pt x="27850" y="147146"/>
                      <a:pt x="26489" y="147496"/>
                      <a:pt x="25128" y="147496"/>
                    </a:cubicBezTo>
                    <a:close/>
                  </a:path>
                </a:pathLst>
              </a:custGeom>
              <a:grpFill/>
              <a:ln w="20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grpSp>
        <p:nvGrpSpPr>
          <p:cNvPr id="273" name="Gráfico 10">
            <a:extLst>
              <a:ext uri="{FF2B5EF4-FFF2-40B4-BE49-F238E27FC236}">
                <a16:creationId xmlns:a16="http://schemas.microsoft.com/office/drawing/2014/main" id="{A3DB493E-9717-CE7C-600C-6302B58B0E98}"/>
              </a:ext>
            </a:extLst>
          </p:cNvPr>
          <p:cNvGrpSpPr/>
          <p:nvPr/>
        </p:nvGrpSpPr>
        <p:grpSpPr>
          <a:xfrm>
            <a:off x="8709930" y="5366489"/>
            <a:ext cx="614537" cy="408316"/>
            <a:chOff x="3202438" y="5917493"/>
            <a:chExt cx="614537" cy="408316"/>
          </a:xfrm>
          <a:solidFill>
            <a:schemeClr val="tx1"/>
          </a:solidFill>
        </p:grpSpPr>
        <p:sp>
          <p:nvSpPr>
            <p:cNvPr id="274" name="Forma Livre: Forma 273">
              <a:extLst>
                <a:ext uri="{FF2B5EF4-FFF2-40B4-BE49-F238E27FC236}">
                  <a16:creationId xmlns:a16="http://schemas.microsoft.com/office/drawing/2014/main" id="{912E9DDC-26EE-A743-54CF-AD4361A375E5}"/>
                </a:ext>
              </a:extLst>
            </p:cNvPr>
            <p:cNvSpPr/>
            <p:nvPr/>
          </p:nvSpPr>
          <p:spPr>
            <a:xfrm>
              <a:off x="3202438" y="5917493"/>
              <a:ext cx="614537" cy="408316"/>
            </a:xfrm>
            <a:custGeom>
              <a:avLst/>
              <a:gdLst>
                <a:gd name="connsiteX0" fmla="*/ 307269 w 614537"/>
                <a:gd name="connsiteY0" fmla="*/ 408317 h 408316"/>
                <a:gd name="connsiteX1" fmla="*/ 91294 w 614537"/>
                <a:gd name="connsiteY1" fmla="*/ 349585 h 408316"/>
                <a:gd name="connsiteX2" fmla="*/ 0 w 614537"/>
                <a:gd name="connsiteY2" fmla="*/ 204158 h 408316"/>
                <a:gd name="connsiteX3" fmla="*/ 91294 w 614537"/>
                <a:gd name="connsiteY3" fmla="*/ 58732 h 408316"/>
                <a:gd name="connsiteX4" fmla="*/ 307269 w 614537"/>
                <a:gd name="connsiteY4" fmla="*/ 0 h 408316"/>
                <a:gd name="connsiteX5" fmla="*/ 523243 w 614537"/>
                <a:gd name="connsiteY5" fmla="*/ 58732 h 408316"/>
                <a:gd name="connsiteX6" fmla="*/ 614537 w 614537"/>
                <a:gd name="connsiteY6" fmla="*/ 204158 h 408316"/>
                <a:gd name="connsiteX7" fmla="*/ 523243 w 614537"/>
                <a:gd name="connsiteY7" fmla="*/ 349585 h 408316"/>
                <a:gd name="connsiteX8" fmla="*/ 307269 w 614537"/>
                <a:gd name="connsiteY8" fmla="*/ 408317 h 408316"/>
                <a:gd name="connsiteX9" fmla="*/ 307269 w 614537"/>
                <a:gd name="connsiteY9" fmla="*/ 16498 h 408316"/>
                <a:gd name="connsiteX10" fmla="*/ 16498 w 614537"/>
                <a:gd name="connsiteY10" fmla="*/ 204158 h 408316"/>
                <a:gd name="connsiteX11" fmla="*/ 307269 w 614537"/>
                <a:gd name="connsiteY11" fmla="*/ 391819 h 408316"/>
                <a:gd name="connsiteX12" fmla="*/ 598040 w 614537"/>
                <a:gd name="connsiteY12" fmla="*/ 204158 h 408316"/>
                <a:gd name="connsiteX13" fmla="*/ 307269 w 614537"/>
                <a:gd name="connsiteY13" fmla="*/ 16498 h 408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14537" h="408316">
                  <a:moveTo>
                    <a:pt x="307269" y="408317"/>
                  </a:moveTo>
                  <a:cubicBezTo>
                    <a:pt x="225812" y="408317"/>
                    <a:pt x="149118" y="387468"/>
                    <a:pt x="91294" y="349585"/>
                  </a:cubicBezTo>
                  <a:cubicBezTo>
                    <a:pt x="32418" y="311001"/>
                    <a:pt x="0" y="259364"/>
                    <a:pt x="0" y="204158"/>
                  </a:cubicBezTo>
                  <a:cubicBezTo>
                    <a:pt x="0" y="148953"/>
                    <a:pt x="32418" y="97315"/>
                    <a:pt x="91294" y="58732"/>
                  </a:cubicBezTo>
                  <a:cubicBezTo>
                    <a:pt x="149097" y="20849"/>
                    <a:pt x="225791" y="0"/>
                    <a:pt x="307269" y="0"/>
                  </a:cubicBezTo>
                  <a:cubicBezTo>
                    <a:pt x="388746" y="0"/>
                    <a:pt x="465419" y="20849"/>
                    <a:pt x="523243" y="58732"/>
                  </a:cubicBezTo>
                  <a:cubicBezTo>
                    <a:pt x="582120" y="97315"/>
                    <a:pt x="614537" y="148953"/>
                    <a:pt x="614537" y="204158"/>
                  </a:cubicBezTo>
                  <a:cubicBezTo>
                    <a:pt x="614537" y="259364"/>
                    <a:pt x="582120" y="311001"/>
                    <a:pt x="523243" y="349585"/>
                  </a:cubicBezTo>
                  <a:cubicBezTo>
                    <a:pt x="465440" y="387468"/>
                    <a:pt x="388746" y="408317"/>
                    <a:pt x="307269" y="408317"/>
                  </a:cubicBezTo>
                  <a:close/>
                  <a:moveTo>
                    <a:pt x="307269" y="16498"/>
                  </a:moveTo>
                  <a:cubicBezTo>
                    <a:pt x="146932" y="16498"/>
                    <a:pt x="16498" y="100677"/>
                    <a:pt x="16498" y="204158"/>
                  </a:cubicBezTo>
                  <a:cubicBezTo>
                    <a:pt x="16498" y="307640"/>
                    <a:pt x="146932" y="391819"/>
                    <a:pt x="307269" y="391819"/>
                  </a:cubicBezTo>
                  <a:cubicBezTo>
                    <a:pt x="467605" y="391819"/>
                    <a:pt x="598040" y="307640"/>
                    <a:pt x="598040" y="204158"/>
                  </a:cubicBezTo>
                  <a:cubicBezTo>
                    <a:pt x="598040" y="100677"/>
                    <a:pt x="467605" y="16498"/>
                    <a:pt x="307269" y="16498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75" name="Forma Livre: Forma 274">
              <a:extLst>
                <a:ext uri="{FF2B5EF4-FFF2-40B4-BE49-F238E27FC236}">
                  <a16:creationId xmlns:a16="http://schemas.microsoft.com/office/drawing/2014/main" id="{7F039AA1-CC40-118C-DD1E-BB9CCE2BE267}"/>
                </a:ext>
              </a:extLst>
            </p:cNvPr>
            <p:cNvSpPr/>
            <p:nvPr/>
          </p:nvSpPr>
          <p:spPr>
            <a:xfrm>
              <a:off x="3605157" y="6075191"/>
              <a:ext cx="26091" cy="92941"/>
            </a:xfrm>
            <a:custGeom>
              <a:avLst/>
              <a:gdLst>
                <a:gd name="connsiteX0" fmla="*/ 8258 w 26091"/>
                <a:gd name="connsiteY0" fmla="*/ 92921 h 92941"/>
                <a:gd name="connsiteX1" fmla="*/ 4320 w 26091"/>
                <a:gd name="connsiteY1" fmla="*/ 91911 h 92941"/>
                <a:gd name="connsiteX2" fmla="*/ 999 w 26091"/>
                <a:gd name="connsiteY2" fmla="*/ 80733 h 92941"/>
                <a:gd name="connsiteX3" fmla="*/ 999 w 26091"/>
                <a:gd name="connsiteY3" fmla="*/ 12186 h 92941"/>
                <a:gd name="connsiteX4" fmla="*/ 4320 w 26091"/>
                <a:gd name="connsiteY4" fmla="*/ 1008 h 92941"/>
                <a:gd name="connsiteX5" fmla="*/ 15497 w 26091"/>
                <a:gd name="connsiteY5" fmla="*/ 4329 h 92941"/>
                <a:gd name="connsiteX6" fmla="*/ 15497 w 26091"/>
                <a:gd name="connsiteY6" fmla="*/ 88632 h 92941"/>
                <a:gd name="connsiteX7" fmla="*/ 8238 w 26091"/>
                <a:gd name="connsiteY7" fmla="*/ 92942 h 92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091" h="92941">
                  <a:moveTo>
                    <a:pt x="8258" y="92921"/>
                  </a:moveTo>
                  <a:cubicBezTo>
                    <a:pt x="6918" y="92921"/>
                    <a:pt x="5577" y="92591"/>
                    <a:pt x="4320" y="91911"/>
                  </a:cubicBezTo>
                  <a:cubicBezTo>
                    <a:pt x="319" y="89745"/>
                    <a:pt x="-1166" y="84734"/>
                    <a:pt x="999" y="80733"/>
                  </a:cubicBezTo>
                  <a:cubicBezTo>
                    <a:pt x="12486" y="59596"/>
                    <a:pt x="12486" y="33323"/>
                    <a:pt x="999" y="12186"/>
                  </a:cubicBezTo>
                  <a:cubicBezTo>
                    <a:pt x="-1166" y="8185"/>
                    <a:pt x="298" y="3174"/>
                    <a:pt x="4320" y="1008"/>
                  </a:cubicBezTo>
                  <a:cubicBezTo>
                    <a:pt x="8320" y="-1177"/>
                    <a:pt x="13331" y="307"/>
                    <a:pt x="15497" y="4329"/>
                  </a:cubicBezTo>
                  <a:cubicBezTo>
                    <a:pt x="29623" y="30333"/>
                    <a:pt x="29623" y="62627"/>
                    <a:pt x="15497" y="88632"/>
                  </a:cubicBezTo>
                  <a:cubicBezTo>
                    <a:pt x="13991" y="91374"/>
                    <a:pt x="11166" y="92942"/>
                    <a:pt x="8238" y="92942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76" name="Forma Livre: Forma 275">
              <a:extLst>
                <a:ext uri="{FF2B5EF4-FFF2-40B4-BE49-F238E27FC236}">
                  <a16:creationId xmlns:a16="http://schemas.microsoft.com/office/drawing/2014/main" id="{D4F69EC9-1A09-35FF-7273-CE71594F0AEA}"/>
                </a:ext>
              </a:extLst>
            </p:cNvPr>
            <p:cNvSpPr/>
            <p:nvPr/>
          </p:nvSpPr>
          <p:spPr>
            <a:xfrm>
              <a:off x="3694357" y="6020603"/>
              <a:ext cx="40120" cy="202116"/>
            </a:xfrm>
            <a:custGeom>
              <a:avLst/>
              <a:gdLst>
                <a:gd name="connsiteX0" fmla="*/ 8352 w 40120"/>
                <a:gd name="connsiteY0" fmla="*/ 202096 h 202116"/>
                <a:gd name="connsiteX1" fmla="*/ 0 w 40120"/>
                <a:gd name="connsiteY1" fmla="*/ 193847 h 202116"/>
                <a:gd name="connsiteX2" fmla="*/ 1753 w 40120"/>
                <a:gd name="connsiteY2" fmla="*/ 188712 h 202116"/>
                <a:gd name="connsiteX3" fmla="*/ 1567 w 40120"/>
                <a:gd name="connsiteY3" fmla="*/ 13033 h 202116"/>
                <a:gd name="connsiteX4" fmla="*/ 0 w 40120"/>
                <a:gd name="connsiteY4" fmla="*/ 8249 h 202116"/>
                <a:gd name="connsiteX5" fmla="*/ 8146 w 40120"/>
                <a:gd name="connsiteY5" fmla="*/ 0 h 202116"/>
                <a:gd name="connsiteX6" fmla="*/ 15590 w 40120"/>
                <a:gd name="connsiteY6" fmla="*/ 4289 h 202116"/>
                <a:gd name="connsiteX7" fmla="*/ 15590 w 40120"/>
                <a:gd name="connsiteY7" fmla="*/ 197828 h 202116"/>
                <a:gd name="connsiteX8" fmla="*/ 8352 w 40120"/>
                <a:gd name="connsiteY8" fmla="*/ 202117 h 202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120" h="202116">
                  <a:moveTo>
                    <a:pt x="8352" y="202096"/>
                  </a:moveTo>
                  <a:cubicBezTo>
                    <a:pt x="3794" y="202096"/>
                    <a:pt x="0" y="198405"/>
                    <a:pt x="0" y="193847"/>
                  </a:cubicBezTo>
                  <a:cubicBezTo>
                    <a:pt x="0" y="191909"/>
                    <a:pt x="660" y="190135"/>
                    <a:pt x="1753" y="188712"/>
                  </a:cubicBezTo>
                  <a:cubicBezTo>
                    <a:pt x="30995" y="134394"/>
                    <a:pt x="30933" y="67290"/>
                    <a:pt x="1567" y="13033"/>
                  </a:cubicBezTo>
                  <a:cubicBezTo>
                    <a:pt x="577" y="11693"/>
                    <a:pt x="0" y="10022"/>
                    <a:pt x="0" y="8249"/>
                  </a:cubicBezTo>
                  <a:cubicBezTo>
                    <a:pt x="0" y="3691"/>
                    <a:pt x="3588" y="0"/>
                    <a:pt x="8146" y="0"/>
                  </a:cubicBezTo>
                  <a:cubicBezTo>
                    <a:pt x="11156" y="0"/>
                    <a:pt x="14126" y="1650"/>
                    <a:pt x="15590" y="4289"/>
                  </a:cubicBezTo>
                  <a:cubicBezTo>
                    <a:pt x="48297" y="63970"/>
                    <a:pt x="48297" y="138127"/>
                    <a:pt x="15590" y="197828"/>
                  </a:cubicBezTo>
                  <a:cubicBezTo>
                    <a:pt x="14147" y="200467"/>
                    <a:pt x="11363" y="202117"/>
                    <a:pt x="8352" y="202117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77" name="Forma Livre: Forma 276">
              <a:extLst>
                <a:ext uri="{FF2B5EF4-FFF2-40B4-BE49-F238E27FC236}">
                  <a16:creationId xmlns:a16="http://schemas.microsoft.com/office/drawing/2014/main" id="{69A72B31-FC2A-6830-6920-B376838745DA}"/>
                </a:ext>
              </a:extLst>
            </p:cNvPr>
            <p:cNvSpPr/>
            <p:nvPr/>
          </p:nvSpPr>
          <p:spPr>
            <a:xfrm>
              <a:off x="3649712" y="6047909"/>
              <a:ext cx="33188" cy="147507"/>
            </a:xfrm>
            <a:custGeom>
              <a:avLst/>
              <a:gdLst>
                <a:gd name="connsiteX0" fmla="*/ 8246 w 33188"/>
                <a:gd name="connsiteY0" fmla="*/ 147486 h 147507"/>
                <a:gd name="connsiteX1" fmla="*/ 4266 w 33188"/>
                <a:gd name="connsiteY1" fmla="*/ 146455 h 147507"/>
                <a:gd name="connsiteX2" fmla="*/ 1029 w 33188"/>
                <a:gd name="connsiteY2" fmla="*/ 135257 h 147507"/>
                <a:gd name="connsiteX3" fmla="*/ 1029 w 33188"/>
                <a:gd name="connsiteY3" fmla="*/ 12226 h 147507"/>
                <a:gd name="connsiteX4" fmla="*/ 4266 w 33188"/>
                <a:gd name="connsiteY4" fmla="*/ 1029 h 147507"/>
                <a:gd name="connsiteX5" fmla="*/ 15464 w 33188"/>
                <a:gd name="connsiteY5" fmla="*/ 4266 h 147507"/>
                <a:gd name="connsiteX6" fmla="*/ 15464 w 33188"/>
                <a:gd name="connsiteY6" fmla="*/ 143238 h 147507"/>
                <a:gd name="connsiteX7" fmla="*/ 8226 w 33188"/>
                <a:gd name="connsiteY7" fmla="*/ 147507 h 147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188" h="147507">
                  <a:moveTo>
                    <a:pt x="8246" y="147486"/>
                  </a:moveTo>
                  <a:cubicBezTo>
                    <a:pt x="6906" y="147486"/>
                    <a:pt x="5524" y="147156"/>
                    <a:pt x="4266" y="146455"/>
                  </a:cubicBezTo>
                  <a:cubicBezTo>
                    <a:pt x="286" y="144249"/>
                    <a:pt x="-1178" y="139238"/>
                    <a:pt x="1029" y="135257"/>
                  </a:cubicBezTo>
                  <a:cubicBezTo>
                    <a:pt x="21960" y="97313"/>
                    <a:pt x="21960" y="50171"/>
                    <a:pt x="1029" y="12226"/>
                  </a:cubicBezTo>
                  <a:cubicBezTo>
                    <a:pt x="-1178" y="8246"/>
                    <a:pt x="286" y="3215"/>
                    <a:pt x="4266" y="1029"/>
                  </a:cubicBezTo>
                  <a:cubicBezTo>
                    <a:pt x="8267" y="-1178"/>
                    <a:pt x="13278" y="286"/>
                    <a:pt x="15464" y="4266"/>
                  </a:cubicBezTo>
                  <a:cubicBezTo>
                    <a:pt x="39097" y="47119"/>
                    <a:pt x="39097" y="100386"/>
                    <a:pt x="15464" y="143238"/>
                  </a:cubicBezTo>
                  <a:cubicBezTo>
                    <a:pt x="13959" y="145960"/>
                    <a:pt x="11134" y="147507"/>
                    <a:pt x="8226" y="147507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78" name="Forma Livre: Forma 277">
              <a:extLst>
                <a:ext uri="{FF2B5EF4-FFF2-40B4-BE49-F238E27FC236}">
                  <a16:creationId xmlns:a16="http://schemas.microsoft.com/office/drawing/2014/main" id="{941EF86B-0394-AD6A-0271-5442F08359D2}"/>
                </a:ext>
              </a:extLst>
            </p:cNvPr>
            <p:cNvSpPr/>
            <p:nvPr/>
          </p:nvSpPr>
          <p:spPr>
            <a:xfrm>
              <a:off x="3284926" y="6041204"/>
              <a:ext cx="98985" cy="160872"/>
            </a:xfrm>
            <a:custGeom>
              <a:avLst/>
              <a:gdLst>
                <a:gd name="connsiteX0" fmla="*/ 90737 w 98985"/>
                <a:gd name="connsiteY0" fmla="*/ 160873 h 160872"/>
                <a:gd name="connsiteX1" fmla="*/ 83581 w 98985"/>
                <a:gd name="connsiteY1" fmla="*/ 156707 h 160872"/>
                <a:gd name="connsiteX2" fmla="*/ 16498 w 98985"/>
                <a:gd name="connsiteY2" fmla="*/ 39326 h 160872"/>
                <a:gd name="connsiteX3" fmla="*/ 16498 w 98985"/>
                <a:gd name="connsiteY3" fmla="*/ 152624 h 160872"/>
                <a:gd name="connsiteX4" fmla="*/ 8249 w 98985"/>
                <a:gd name="connsiteY4" fmla="*/ 160873 h 160872"/>
                <a:gd name="connsiteX5" fmla="*/ 0 w 98985"/>
                <a:gd name="connsiteY5" fmla="*/ 152624 h 160872"/>
                <a:gd name="connsiteX6" fmla="*/ 0 w 98985"/>
                <a:gd name="connsiteY6" fmla="*/ 8269 h 160872"/>
                <a:gd name="connsiteX7" fmla="*/ 6125 w 98985"/>
                <a:gd name="connsiteY7" fmla="*/ 289 h 160872"/>
                <a:gd name="connsiteX8" fmla="*/ 15405 w 98985"/>
                <a:gd name="connsiteY8" fmla="*/ 4166 h 160872"/>
                <a:gd name="connsiteX9" fmla="*/ 82488 w 98985"/>
                <a:gd name="connsiteY9" fmla="*/ 121547 h 160872"/>
                <a:gd name="connsiteX10" fmla="*/ 82488 w 98985"/>
                <a:gd name="connsiteY10" fmla="*/ 8249 h 160872"/>
                <a:gd name="connsiteX11" fmla="*/ 90737 w 98985"/>
                <a:gd name="connsiteY11" fmla="*/ 0 h 160872"/>
                <a:gd name="connsiteX12" fmla="*/ 98986 w 98985"/>
                <a:gd name="connsiteY12" fmla="*/ 8249 h 160872"/>
                <a:gd name="connsiteX13" fmla="*/ 98986 w 98985"/>
                <a:gd name="connsiteY13" fmla="*/ 152603 h 160872"/>
                <a:gd name="connsiteX14" fmla="*/ 92861 w 98985"/>
                <a:gd name="connsiteY14" fmla="*/ 160584 h 160872"/>
                <a:gd name="connsiteX15" fmla="*/ 90737 w 98985"/>
                <a:gd name="connsiteY15" fmla="*/ 160852 h 16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8985" h="160872">
                  <a:moveTo>
                    <a:pt x="90737" y="160873"/>
                  </a:moveTo>
                  <a:cubicBezTo>
                    <a:pt x="87829" y="160873"/>
                    <a:pt x="85066" y="159326"/>
                    <a:pt x="83581" y="156707"/>
                  </a:cubicBezTo>
                  <a:lnTo>
                    <a:pt x="16498" y="39326"/>
                  </a:lnTo>
                  <a:lnTo>
                    <a:pt x="16498" y="152624"/>
                  </a:lnTo>
                  <a:cubicBezTo>
                    <a:pt x="16498" y="157181"/>
                    <a:pt x="12806" y="160873"/>
                    <a:pt x="8249" y="160873"/>
                  </a:cubicBezTo>
                  <a:cubicBezTo>
                    <a:pt x="3691" y="160873"/>
                    <a:pt x="0" y="157181"/>
                    <a:pt x="0" y="152624"/>
                  </a:cubicBezTo>
                  <a:lnTo>
                    <a:pt x="0" y="8269"/>
                  </a:lnTo>
                  <a:cubicBezTo>
                    <a:pt x="0" y="4537"/>
                    <a:pt x="2516" y="1258"/>
                    <a:pt x="6125" y="289"/>
                  </a:cubicBezTo>
                  <a:cubicBezTo>
                    <a:pt x="9734" y="-680"/>
                    <a:pt x="13549" y="928"/>
                    <a:pt x="15405" y="4166"/>
                  </a:cubicBezTo>
                  <a:lnTo>
                    <a:pt x="82488" y="121547"/>
                  </a:lnTo>
                  <a:lnTo>
                    <a:pt x="82488" y="8249"/>
                  </a:lnTo>
                  <a:cubicBezTo>
                    <a:pt x="82488" y="3691"/>
                    <a:pt x="86180" y="0"/>
                    <a:pt x="90737" y="0"/>
                  </a:cubicBezTo>
                  <a:cubicBezTo>
                    <a:pt x="95294" y="0"/>
                    <a:pt x="98986" y="3691"/>
                    <a:pt x="98986" y="8249"/>
                  </a:cubicBezTo>
                  <a:lnTo>
                    <a:pt x="98986" y="152603"/>
                  </a:lnTo>
                  <a:cubicBezTo>
                    <a:pt x="98986" y="156336"/>
                    <a:pt x="96470" y="159615"/>
                    <a:pt x="92861" y="160584"/>
                  </a:cubicBezTo>
                  <a:cubicBezTo>
                    <a:pt x="92160" y="160769"/>
                    <a:pt x="91438" y="160852"/>
                    <a:pt x="90737" y="160852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79" name="Forma Livre: Forma 278">
              <a:extLst>
                <a:ext uri="{FF2B5EF4-FFF2-40B4-BE49-F238E27FC236}">
                  <a16:creationId xmlns:a16="http://schemas.microsoft.com/office/drawing/2014/main" id="{01FE87B6-E85F-33CE-BFBB-E59F1703BF15}"/>
                </a:ext>
              </a:extLst>
            </p:cNvPr>
            <p:cNvSpPr/>
            <p:nvPr/>
          </p:nvSpPr>
          <p:spPr>
            <a:xfrm>
              <a:off x="3408659" y="6041225"/>
              <a:ext cx="78363" cy="160852"/>
            </a:xfrm>
            <a:custGeom>
              <a:avLst/>
              <a:gdLst>
                <a:gd name="connsiteX0" fmla="*/ 8249 w 78363"/>
                <a:gd name="connsiteY0" fmla="*/ 160852 h 160852"/>
                <a:gd name="connsiteX1" fmla="*/ 0 w 78363"/>
                <a:gd name="connsiteY1" fmla="*/ 152603 h 160852"/>
                <a:gd name="connsiteX2" fmla="*/ 0 w 78363"/>
                <a:gd name="connsiteY2" fmla="*/ 8249 h 160852"/>
                <a:gd name="connsiteX3" fmla="*/ 8249 w 78363"/>
                <a:gd name="connsiteY3" fmla="*/ 0 h 160852"/>
                <a:gd name="connsiteX4" fmla="*/ 70115 w 78363"/>
                <a:gd name="connsiteY4" fmla="*/ 0 h 160852"/>
                <a:gd name="connsiteX5" fmla="*/ 78364 w 78363"/>
                <a:gd name="connsiteY5" fmla="*/ 8249 h 160852"/>
                <a:gd name="connsiteX6" fmla="*/ 70115 w 78363"/>
                <a:gd name="connsiteY6" fmla="*/ 16498 h 160852"/>
                <a:gd name="connsiteX7" fmla="*/ 16498 w 78363"/>
                <a:gd name="connsiteY7" fmla="*/ 16498 h 160852"/>
                <a:gd name="connsiteX8" fmla="*/ 16498 w 78363"/>
                <a:gd name="connsiteY8" fmla="*/ 152603 h 160852"/>
                <a:gd name="connsiteX9" fmla="*/ 8249 w 78363"/>
                <a:gd name="connsiteY9" fmla="*/ 160852 h 160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363" h="160852">
                  <a:moveTo>
                    <a:pt x="8249" y="160852"/>
                  </a:moveTo>
                  <a:cubicBezTo>
                    <a:pt x="3691" y="160852"/>
                    <a:pt x="0" y="157161"/>
                    <a:pt x="0" y="152603"/>
                  </a:cubicBezTo>
                  <a:lnTo>
                    <a:pt x="0" y="8249"/>
                  </a:lnTo>
                  <a:cubicBezTo>
                    <a:pt x="0" y="3691"/>
                    <a:pt x="3691" y="0"/>
                    <a:pt x="8249" y="0"/>
                  </a:cubicBezTo>
                  <a:lnTo>
                    <a:pt x="70115" y="0"/>
                  </a:lnTo>
                  <a:cubicBezTo>
                    <a:pt x="74672" y="0"/>
                    <a:pt x="78364" y="3691"/>
                    <a:pt x="78364" y="8249"/>
                  </a:cubicBezTo>
                  <a:cubicBezTo>
                    <a:pt x="78364" y="12806"/>
                    <a:pt x="74672" y="16498"/>
                    <a:pt x="70115" y="16498"/>
                  </a:cubicBezTo>
                  <a:lnTo>
                    <a:pt x="16498" y="16498"/>
                  </a:lnTo>
                  <a:lnTo>
                    <a:pt x="16498" y="152603"/>
                  </a:lnTo>
                  <a:cubicBezTo>
                    <a:pt x="16498" y="157161"/>
                    <a:pt x="12806" y="160852"/>
                    <a:pt x="8249" y="160852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80" name="Forma Livre: Forma 279">
              <a:extLst>
                <a:ext uri="{FF2B5EF4-FFF2-40B4-BE49-F238E27FC236}">
                  <a16:creationId xmlns:a16="http://schemas.microsoft.com/office/drawing/2014/main" id="{058CF377-DD8F-807E-2830-DAE4573F5894}"/>
                </a:ext>
              </a:extLst>
            </p:cNvPr>
            <p:cNvSpPr/>
            <p:nvPr/>
          </p:nvSpPr>
          <p:spPr>
            <a:xfrm>
              <a:off x="3408659" y="6123713"/>
              <a:ext cx="57741" cy="16497"/>
            </a:xfrm>
            <a:custGeom>
              <a:avLst/>
              <a:gdLst>
                <a:gd name="connsiteX0" fmla="*/ 49493 w 57741"/>
                <a:gd name="connsiteY0" fmla="*/ 16498 h 16497"/>
                <a:gd name="connsiteX1" fmla="*/ 8249 w 57741"/>
                <a:gd name="connsiteY1" fmla="*/ 16498 h 16497"/>
                <a:gd name="connsiteX2" fmla="*/ 0 w 57741"/>
                <a:gd name="connsiteY2" fmla="*/ 8249 h 16497"/>
                <a:gd name="connsiteX3" fmla="*/ 8249 w 57741"/>
                <a:gd name="connsiteY3" fmla="*/ 0 h 16497"/>
                <a:gd name="connsiteX4" fmla="*/ 49493 w 57741"/>
                <a:gd name="connsiteY4" fmla="*/ 0 h 16497"/>
                <a:gd name="connsiteX5" fmla="*/ 57742 w 57741"/>
                <a:gd name="connsiteY5" fmla="*/ 8249 h 16497"/>
                <a:gd name="connsiteX6" fmla="*/ 49493 w 57741"/>
                <a:gd name="connsiteY6" fmla="*/ 16498 h 16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741" h="16497">
                  <a:moveTo>
                    <a:pt x="49493" y="16498"/>
                  </a:moveTo>
                  <a:lnTo>
                    <a:pt x="8249" y="16498"/>
                  </a:lnTo>
                  <a:cubicBezTo>
                    <a:pt x="3691" y="16498"/>
                    <a:pt x="0" y="12806"/>
                    <a:pt x="0" y="8249"/>
                  </a:cubicBezTo>
                  <a:cubicBezTo>
                    <a:pt x="0" y="3691"/>
                    <a:pt x="3691" y="0"/>
                    <a:pt x="8249" y="0"/>
                  </a:cubicBezTo>
                  <a:lnTo>
                    <a:pt x="49493" y="0"/>
                  </a:lnTo>
                  <a:cubicBezTo>
                    <a:pt x="54050" y="0"/>
                    <a:pt x="57742" y="3691"/>
                    <a:pt x="57742" y="8249"/>
                  </a:cubicBezTo>
                  <a:cubicBezTo>
                    <a:pt x="57742" y="12806"/>
                    <a:pt x="54050" y="16498"/>
                    <a:pt x="49493" y="16498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81" name="Forma Livre: Forma 280">
              <a:extLst>
                <a:ext uri="{FF2B5EF4-FFF2-40B4-BE49-F238E27FC236}">
                  <a16:creationId xmlns:a16="http://schemas.microsoft.com/office/drawing/2014/main" id="{6473E920-345E-946E-D63B-AF2626C87AEE}"/>
                </a:ext>
              </a:extLst>
            </p:cNvPr>
            <p:cNvSpPr/>
            <p:nvPr/>
          </p:nvSpPr>
          <p:spPr>
            <a:xfrm>
              <a:off x="3491147" y="6041225"/>
              <a:ext cx="78363" cy="160852"/>
            </a:xfrm>
            <a:custGeom>
              <a:avLst/>
              <a:gdLst>
                <a:gd name="connsiteX0" fmla="*/ 39182 w 78363"/>
                <a:gd name="connsiteY0" fmla="*/ 160852 h 160852"/>
                <a:gd name="connsiteX1" fmla="*/ 0 w 78363"/>
                <a:gd name="connsiteY1" fmla="*/ 121670 h 160852"/>
                <a:gd name="connsiteX2" fmla="*/ 0 w 78363"/>
                <a:gd name="connsiteY2" fmla="*/ 39182 h 160852"/>
                <a:gd name="connsiteX3" fmla="*/ 39182 w 78363"/>
                <a:gd name="connsiteY3" fmla="*/ 0 h 160852"/>
                <a:gd name="connsiteX4" fmla="*/ 78364 w 78363"/>
                <a:gd name="connsiteY4" fmla="*/ 39182 h 160852"/>
                <a:gd name="connsiteX5" fmla="*/ 70115 w 78363"/>
                <a:gd name="connsiteY5" fmla="*/ 47431 h 160852"/>
                <a:gd name="connsiteX6" fmla="*/ 61866 w 78363"/>
                <a:gd name="connsiteY6" fmla="*/ 39182 h 160852"/>
                <a:gd name="connsiteX7" fmla="*/ 39182 w 78363"/>
                <a:gd name="connsiteY7" fmla="*/ 16498 h 160852"/>
                <a:gd name="connsiteX8" fmla="*/ 16498 w 78363"/>
                <a:gd name="connsiteY8" fmla="*/ 39182 h 160852"/>
                <a:gd name="connsiteX9" fmla="*/ 16498 w 78363"/>
                <a:gd name="connsiteY9" fmla="*/ 121670 h 160852"/>
                <a:gd name="connsiteX10" fmla="*/ 39182 w 78363"/>
                <a:gd name="connsiteY10" fmla="*/ 144354 h 160852"/>
                <a:gd name="connsiteX11" fmla="*/ 61866 w 78363"/>
                <a:gd name="connsiteY11" fmla="*/ 121670 h 160852"/>
                <a:gd name="connsiteX12" fmla="*/ 70115 w 78363"/>
                <a:gd name="connsiteY12" fmla="*/ 113421 h 160852"/>
                <a:gd name="connsiteX13" fmla="*/ 78364 w 78363"/>
                <a:gd name="connsiteY13" fmla="*/ 121670 h 160852"/>
                <a:gd name="connsiteX14" fmla="*/ 39182 w 78363"/>
                <a:gd name="connsiteY14" fmla="*/ 160852 h 160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8363" h="160852">
                  <a:moveTo>
                    <a:pt x="39182" y="160852"/>
                  </a:moveTo>
                  <a:cubicBezTo>
                    <a:pt x="17570" y="160852"/>
                    <a:pt x="0" y="143282"/>
                    <a:pt x="0" y="121670"/>
                  </a:cubicBezTo>
                  <a:lnTo>
                    <a:pt x="0" y="39182"/>
                  </a:lnTo>
                  <a:cubicBezTo>
                    <a:pt x="0" y="17570"/>
                    <a:pt x="17570" y="0"/>
                    <a:pt x="39182" y="0"/>
                  </a:cubicBezTo>
                  <a:cubicBezTo>
                    <a:pt x="60794" y="0"/>
                    <a:pt x="78364" y="17570"/>
                    <a:pt x="78364" y="39182"/>
                  </a:cubicBezTo>
                  <a:cubicBezTo>
                    <a:pt x="78364" y="43739"/>
                    <a:pt x="74672" y="47431"/>
                    <a:pt x="70115" y="47431"/>
                  </a:cubicBezTo>
                  <a:cubicBezTo>
                    <a:pt x="65558" y="47431"/>
                    <a:pt x="61866" y="43739"/>
                    <a:pt x="61866" y="39182"/>
                  </a:cubicBezTo>
                  <a:cubicBezTo>
                    <a:pt x="61866" y="26664"/>
                    <a:pt x="51699" y="16498"/>
                    <a:pt x="39182" y="16498"/>
                  </a:cubicBezTo>
                  <a:cubicBezTo>
                    <a:pt x="26664" y="16498"/>
                    <a:pt x="16498" y="26664"/>
                    <a:pt x="16498" y="39182"/>
                  </a:cubicBezTo>
                  <a:lnTo>
                    <a:pt x="16498" y="121670"/>
                  </a:lnTo>
                  <a:cubicBezTo>
                    <a:pt x="16498" y="134188"/>
                    <a:pt x="26664" y="144354"/>
                    <a:pt x="39182" y="144354"/>
                  </a:cubicBezTo>
                  <a:cubicBezTo>
                    <a:pt x="51699" y="144354"/>
                    <a:pt x="61866" y="134188"/>
                    <a:pt x="61866" y="121670"/>
                  </a:cubicBezTo>
                  <a:cubicBezTo>
                    <a:pt x="61866" y="117113"/>
                    <a:pt x="65558" y="113421"/>
                    <a:pt x="70115" y="113421"/>
                  </a:cubicBezTo>
                  <a:cubicBezTo>
                    <a:pt x="74672" y="113421"/>
                    <a:pt x="78364" y="117113"/>
                    <a:pt x="78364" y="121670"/>
                  </a:cubicBezTo>
                  <a:cubicBezTo>
                    <a:pt x="78364" y="143282"/>
                    <a:pt x="60794" y="160852"/>
                    <a:pt x="39182" y="160852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282" name="Gráfico 10">
            <a:extLst>
              <a:ext uri="{FF2B5EF4-FFF2-40B4-BE49-F238E27FC236}">
                <a16:creationId xmlns:a16="http://schemas.microsoft.com/office/drawing/2014/main" id="{2E30D813-5044-F259-31F5-B6BEB24AAC48}"/>
              </a:ext>
            </a:extLst>
          </p:cNvPr>
          <p:cNvGrpSpPr/>
          <p:nvPr/>
        </p:nvGrpSpPr>
        <p:grpSpPr>
          <a:xfrm>
            <a:off x="9680171" y="5304623"/>
            <a:ext cx="532049" cy="532049"/>
            <a:chOff x="6213259" y="5855626"/>
            <a:chExt cx="532049" cy="532049"/>
          </a:xfrm>
          <a:solidFill>
            <a:schemeClr val="tx1"/>
          </a:solidFill>
        </p:grpSpPr>
        <p:sp>
          <p:nvSpPr>
            <p:cNvPr id="283" name="Forma Livre: Forma 282">
              <a:extLst>
                <a:ext uri="{FF2B5EF4-FFF2-40B4-BE49-F238E27FC236}">
                  <a16:creationId xmlns:a16="http://schemas.microsoft.com/office/drawing/2014/main" id="{317BA775-E484-3446-DE17-8721610281BF}"/>
                </a:ext>
              </a:extLst>
            </p:cNvPr>
            <p:cNvSpPr/>
            <p:nvPr/>
          </p:nvSpPr>
          <p:spPr>
            <a:xfrm>
              <a:off x="6213259" y="5855626"/>
              <a:ext cx="532049" cy="532049"/>
            </a:xfrm>
            <a:custGeom>
              <a:avLst/>
              <a:gdLst>
                <a:gd name="connsiteX0" fmla="*/ 266025 w 532049"/>
                <a:gd name="connsiteY0" fmla="*/ 532049 h 532049"/>
                <a:gd name="connsiteX1" fmla="*/ 0 w 532049"/>
                <a:gd name="connsiteY1" fmla="*/ 266025 h 532049"/>
                <a:gd name="connsiteX2" fmla="*/ 266025 w 532049"/>
                <a:gd name="connsiteY2" fmla="*/ 0 h 532049"/>
                <a:gd name="connsiteX3" fmla="*/ 532049 w 532049"/>
                <a:gd name="connsiteY3" fmla="*/ 266025 h 532049"/>
                <a:gd name="connsiteX4" fmla="*/ 266025 w 532049"/>
                <a:gd name="connsiteY4" fmla="*/ 532049 h 532049"/>
                <a:gd name="connsiteX5" fmla="*/ 266025 w 532049"/>
                <a:gd name="connsiteY5" fmla="*/ 16498 h 532049"/>
                <a:gd name="connsiteX6" fmla="*/ 16498 w 532049"/>
                <a:gd name="connsiteY6" fmla="*/ 266025 h 532049"/>
                <a:gd name="connsiteX7" fmla="*/ 266025 w 532049"/>
                <a:gd name="connsiteY7" fmla="*/ 515551 h 532049"/>
                <a:gd name="connsiteX8" fmla="*/ 515551 w 532049"/>
                <a:gd name="connsiteY8" fmla="*/ 266025 h 532049"/>
                <a:gd name="connsiteX9" fmla="*/ 266025 w 532049"/>
                <a:gd name="connsiteY9" fmla="*/ 16498 h 532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2049" h="532049">
                  <a:moveTo>
                    <a:pt x="266025" y="532049"/>
                  </a:moveTo>
                  <a:cubicBezTo>
                    <a:pt x="119340" y="532049"/>
                    <a:pt x="0" y="412709"/>
                    <a:pt x="0" y="266025"/>
                  </a:cubicBezTo>
                  <a:cubicBezTo>
                    <a:pt x="0" y="119340"/>
                    <a:pt x="119340" y="0"/>
                    <a:pt x="266025" y="0"/>
                  </a:cubicBezTo>
                  <a:cubicBezTo>
                    <a:pt x="412709" y="0"/>
                    <a:pt x="532049" y="119340"/>
                    <a:pt x="532049" y="266025"/>
                  </a:cubicBezTo>
                  <a:cubicBezTo>
                    <a:pt x="532049" y="412709"/>
                    <a:pt x="412709" y="532049"/>
                    <a:pt x="266025" y="532049"/>
                  </a:cubicBezTo>
                  <a:close/>
                  <a:moveTo>
                    <a:pt x="266025" y="16498"/>
                  </a:moveTo>
                  <a:cubicBezTo>
                    <a:pt x="128434" y="16498"/>
                    <a:pt x="16498" y="128434"/>
                    <a:pt x="16498" y="266025"/>
                  </a:cubicBezTo>
                  <a:cubicBezTo>
                    <a:pt x="16498" y="403615"/>
                    <a:pt x="128434" y="515551"/>
                    <a:pt x="266025" y="515551"/>
                  </a:cubicBezTo>
                  <a:cubicBezTo>
                    <a:pt x="403615" y="515551"/>
                    <a:pt x="515551" y="403615"/>
                    <a:pt x="515551" y="266025"/>
                  </a:cubicBezTo>
                  <a:cubicBezTo>
                    <a:pt x="515551" y="128434"/>
                    <a:pt x="403615" y="16498"/>
                    <a:pt x="266025" y="16498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grpSp>
          <p:nvGrpSpPr>
            <p:cNvPr id="284" name="Gráfico 10">
              <a:extLst>
                <a:ext uri="{FF2B5EF4-FFF2-40B4-BE49-F238E27FC236}">
                  <a16:creationId xmlns:a16="http://schemas.microsoft.com/office/drawing/2014/main" id="{718D236B-FAD7-4E45-D165-1231E24048C1}"/>
                </a:ext>
              </a:extLst>
            </p:cNvPr>
            <p:cNvGrpSpPr/>
            <p:nvPr/>
          </p:nvGrpSpPr>
          <p:grpSpPr>
            <a:xfrm>
              <a:off x="6398857" y="5958737"/>
              <a:ext cx="160852" cy="325828"/>
              <a:chOff x="6398857" y="5958737"/>
              <a:chExt cx="160852" cy="325828"/>
            </a:xfrm>
            <a:grpFill/>
          </p:grpSpPr>
          <p:sp>
            <p:nvSpPr>
              <p:cNvPr id="285" name="Forma Livre: Forma 284">
                <a:extLst>
                  <a:ext uri="{FF2B5EF4-FFF2-40B4-BE49-F238E27FC236}">
                    <a16:creationId xmlns:a16="http://schemas.microsoft.com/office/drawing/2014/main" id="{33E059C6-DA54-5606-9C0C-BEDCB8C55CE7}"/>
                  </a:ext>
                </a:extLst>
              </p:cNvPr>
              <p:cNvSpPr/>
              <p:nvPr/>
            </p:nvSpPr>
            <p:spPr>
              <a:xfrm>
                <a:off x="6398857" y="5989670"/>
                <a:ext cx="160852" cy="263962"/>
              </a:xfrm>
              <a:custGeom>
                <a:avLst/>
                <a:gdLst>
                  <a:gd name="connsiteX0" fmla="*/ 80426 w 160852"/>
                  <a:gd name="connsiteY0" fmla="*/ 263962 h 263962"/>
                  <a:gd name="connsiteX1" fmla="*/ 0 w 160852"/>
                  <a:gd name="connsiteY1" fmla="*/ 193847 h 263962"/>
                  <a:gd name="connsiteX2" fmla="*/ 8249 w 160852"/>
                  <a:gd name="connsiteY2" fmla="*/ 185599 h 263962"/>
                  <a:gd name="connsiteX3" fmla="*/ 16498 w 160852"/>
                  <a:gd name="connsiteY3" fmla="*/ 193847 h 263962"/>
                  <a:gd name="connsiteX4" fmla="*/ 80426 w 160852"/>
                  <a:gd name="connsiteY4" fmla="*/ 247465 h 263962"/>
                  <a:gd name="connsiteX5" fmla="*/ 144354 w 160852"/>
                  <a:gd name="connsiteY5" fmla="*/ 193847 h 263962"/>
                  <a:gd name="connsiteX6" fmla="*/ 80426 w 160852"/>
                  <a:gd name="connsiteY6" fmla="*/ 140230 h 263962"/>
                  <a:gd name="connsiteX7" fmla="*/ 0 w 160852"/>
                  <a:gd name="connsiteY7" fmla="*/ 70115 h 263962"/>
                  <a:gd name="connsiteX8" fmla="*/ 80426 w 160852"/>
                  <a:gd name="connsiteY8" fmla="*/ 0 h 263962"/>
                  <a:gd name="connsiteX9" fmla="*/ 160852 w 160852"/>
                  <a:gd name="connsiteY9" fmla="*/ 70115 h 263962"/>
                  <a:gd name="connsiteX10" fmla="*/ 152603 w 160852"/>
                  <a:gd name="connsiteY10" fmla="*/ 78364 h 263962"/>
                  <a:gd name="connsiteX11" fmla="*/ 144354 w 160852"/>
                  <a:gd name="connsiteY11" fmla="*/ 70115 h 263962"/>
                  <a:gd name="connsiteX12" fmla="*/ 80426 w 160852"/>
                  <a:gd name="connsiteY12" fmla="*/ 16498 h 263962"/>
                  <a:gd name="connsiteX13" fmla="*/ 16498 w 160852"/>
                  <a:gd name="connsiteY13" fmla="*/ 70115 h 263962"/>
                  <a:gd name="connsiteX14" fmla="*/ 80426 w 160852"/>
                  <a:gd name="connsiteY14" fmla="*/ 123732 h 263962"/>
                  <a:gd name="connsiteX15" fmla="*/ 160852 w 160852"/>
                  <a:gd name="connsiteY15" fmla="*/ 193847 h 263962"/>
                  <a:gd name="connsiteX16" fmla="*/ 80426 w 160852"/>
                  <a:gd name="connsiteY16" fmla="*/ 263962 h 263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60852" h="263962">
                    <a:moveTo>
                      <a:pt x="80426" y="263962"/>
                    </a:moveTo>
                    <a:cubicBezTo>
                      <a:pt x="36089" y="263962"/>
                      <a:pt x="0" y="232514"/>
                      <a:pt x="0" y="193847"/>
                    </a:cubicBezTo>
                    <a:cubicBezTo>
                      <a:pt x="0" y="189290"/>
                      <a:pt x="3691" y="185599"/>
                      <a:pt x="8249" y="185599"/>
                    </a:cubicBezTo>
                    <a:cubicBezTo>
                      <a:pt x="12806" y="185599"/>
                      <a:pt x="16498" y="189290"/>
                      <a:pt x="16498" y="193847"/>
                    </a:cubicBezTo>
                    <a:cubicBezTo>
                      <a:pt x="16498" y="223419"/>
                      <a:pt x="45183" y="247465"/>
                      <a:pt x="80426" y="247465"/>
                    </a:cubicBezTo>
                    <a:cubicBezTo>
                      <a:pt x="115669" y="247465"/>
                      <a:pt x="144354" y="223419"/>
                      <a:pt x="144354" y="193847"/>
                    </a:cubicBezTo>
                    <a:cubicBezTo>
                      <a:pt x="144354" y="164275"/>
                      <a:pt x="115669" y="140230"/>
                      <a:pt x="80426" y="140230"/>
                    </a:cubicBezTo>
                    <a:cubicBezTo>
                      <a:pt x="36089" y="140230"/>
                      <a:pt x="0" y="108781"/>
                      <a:pt x="0" y="70115"/>
                    </a:cubicBezTo>
                    <a:cubicBezTo>
                      <a:pt x="0" y="31449"/>
                      <a:pt x="36089" y="0"/>
                      <a:pt x="80426" y="0"/>
                    </a:cubicBezTo>
                    <a:cubicBezTo>
                      <a:pt x="124763" y="0"/>
                      <a:pt x="160852" y="31449"/>
                      <a:pt x="160852" y="70115"/>
                    </a:cubicBezTo>
                    <a:cubicBezTo>
                      <a:pt x="160852" y="74672"/>
                      <a:pt x="157161" y="78364"/>
                      <a:pt x="152603" y="78364"/>
                    </a:cubicBezTo>
                    <a:cubicBezTo>
                      <a:pt x="148046" y="78364"/>
                      <a:pt x="144354" y="74672"/>
                      <a:pt x="144354" y="70115"/>
                    </a:cubicBezTo>
                    <a:cubicBezTo>
                      <a:pt x="144354" y="40543"/>
                      <a:pt x="115669" y="16498"/>
                      <a:pt x="80426" y="16498"/>
                    </a:cubicBezTo>
                    <a:cubicBezTo>
                      <a:pt x="45183" y="16498"/>
                      <a:pt x="16498" y="40543"/>
                      <a:pt x="16498" y="70115"/>
                    </a:cubicBezTo>
                    <a:cubicBezTo>
                      <a:pt x="16498" y="99687"/>
                      <a:pt x="45183" y="123732"/>
                      <a:pt x="80426" y="123732"/>
                    </a:cubicBezTo>
                    <a:cubicBezTo>
                      <a:pt x="124763" y="123732"/>
                      <a:pt x="160852" y="155181"/>
                      <a:pt x="160852" y="193847"/>
                    </a:cubicBezTo>
                    <a:cubicBezTo>
                      <a:pt x="160852" y="232514"/>
                      <a:pt x="124763" y="263962"/>
                      <a:pt x="80426" y="263962"/>
                    </a:cubicBezTo>
                    <a:close/>
                  </a:path>
                </a:pathLst>
              </a:custGeom>
              <a:grpFill/>
              <a:ln w="20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86" name="Forma Livre: Forma 285">
                <a:extLst>
                  <a:ext uri="{FF2B5EF4-FFF2-40B4-BE49-F238E27FC236}">
                    <a16:creationId xmlns:a16="http://schemas.microsoft.com/office/drawing/2014/main" id="{B094F207-35F5-8C90-8C47-B79C8FFEC1F4}"/>
                  </a:ext>
                </a:extLst>
              </p:cNvPr>
              <p:cNvSpPr/>
              <p:nvPr/>
            </p:nvSpPr>
            <p:spPr>
              <a:xfrm>
                <a:off x="6471034" y="5958737"/>
                <a:ext cx="16497" cy="68052"/>
              </a:xfrm>
              <a:custGeom>
                <a:avLst/>
                <a:gdLst>
                  <a:gd name="connsiteX0" fmla="*/ 8249 w 16497"/>
                  <a:gd name="connsiteY0" fmla="*/ 68053 h 68052"/>
                  <a:gd name="connsiteX1" fmla="*/ 0 w 16497"/>
                  <a:gd name="connsiteY1" fmla="*/ 59804 h 68052"/>
                  <a:gd name="connsiteX2" fmla="*/ 0 w 16497"/>
                  <a:gd name="connsiteY2" fmla="*/ 8249 h 68052"/>
                  <a:gd name="connsiteX3" fmla="*/ 8249 w 16497"/>
                  <a:gd name="connsiteY3" fmla="*/ 0 h 68052"/>
                  <a:gd name="connsiteX4" fmla="*/ 16498 w 16497"/>
                  <a:gd name="connsiteY4" fmla="*/ 8249 h 68052"/>
                  <a:gd name="connsiteX5" fmla="*/ 16498 w 16497"/>
                  <a:gd name="connsiteY5" fmla="*/ 59804 h 68052"/>
                  <a:gd name="connsiteX6" fmla="*/ 8249 w 16497"/>
                  <a:gd name="connsiteY6" fmla="*/ 68053 h 68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497" h="68052">
                    <a:moveTo>
                      <a:pt x="8249" y="68053"/>
                    </a:moveTo>
                    <a:cubicBezTo>
                      <a:pt x="3691" y="68053"/>
                      <a:pt x="0" y="64361"/>
                      <a:pt x="0" y="59804"/>
                    </a:cubicBezTo>
                    <a:lnTo>
                      <a:pt x="0" y="8249"/>
                    </a:lnTo>
                    <a:cubicBezTo>
                      <a:pt x="0" y="3691"/>
                      <a:pt x="3691" y="0"/>
                      <a:pt x="8249" y="0"/>
                    </a:cubicBezTo>
                    <a:cubicBezTo>
                      <a:pt x="12806" y="0"/>
                      <a:pt x="16498" y="3691"/>
                      <a:pt x="16498" y="8249"/>
                    </a:cubicBezTo>
                    <a:lnTo>
                      <a:pt x="16498" y="59804"/>
                    </a:lnTo>
                    <a:cubicBezTo>
                      <a:pt x="16498" y="64361"/>
                      <a:pt x="12806" y="68053"/>
                      <a:pt x="8249" y="68053"/>
                    </a:cubicBezTo>
                    <a:close/>
                  </a:path>
                </a:pathLst>
              </a:custGeom>
              <a:grpFill/>
              <a:ln w="20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87" name="Forma Livre: Forma 286">
                <a:extLst>
                  <a:ext uri="{FF2B5EF4-FFF2-40B4-BE49-F238E27FC236}">
                    <a16:creationId xmlns:a16="http://schemas.microsoft.com/office/drawing/2014/main" id="{830200B6-9C1C-0E41-9110-E40397EFA9DE}"/>
                  </a:ext>
                </a:extLst>
              </p:cNvPr>
              <p:cNvSpPr/>
              <p:nvPr/>
            </p:nvSpPr>
            <p:spPr>
              <a:xfrm>
                <a:off x="6471034" y="6010292"/>
                <a:ext cx="16497" cy="274273"/>
              </a:xfrm>
              <a:custGeom>
                <a:avLst/>
                <a:gdLst>
                  <a:gd name="connsiteX0" fmla="*/ 8249 w 16497"/>
                  <a:gd name="connsiteY0" fmla="*/ 274273 h 274273"/>
                  <a:gd name="connsiteX1" fmla="*/ 0 w 16497"/>
                  <a:gd name="connsiteY1" fmla="*/ 266025 h 274273"/>
                  <a:gd name="connsiteX2" fmla="*/ 0 w 16497"/>
                  <a:gd name="connsiteY2" fmla="*/ 8249 h 274273"/>
                  <a:gd name="connsiteX3" fmla="*/ 8249 w 16497"/>
                  <a:gd name="connsiteY3" fmla="*/ 0 h 274273"/>
                  <a:gd name="connsiteX4" fmla="*/ 16498 w 16497"/>
                  <a:gd name="connsiteY4" fmla="*/ 8249 h 274273"/>
                  <a:gd name="connsiteX5" fmla="*/ 16498 w 16497"/>
                  <a:gd name="connsiteY5" fmla="*/ 266025 h 274273"/>
                  <a:gd name="connsiteX6" fmla="*/ 8249 w 16497"/>
                  <a:gd name="connsiteY6" fmla="*/ 274273 h 2742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497" h="274273">
                    <a:moveTo>
                      <a:pt x="8249" y="274273"/>
                    </a:moveTo>
                    <a:cubicBezTo>
                      <a:pt x="3691" y="274273"/>
                      <a:pt x="0" y="270582"/>
                      <a:pt x="0" y="266025"/>
                    </a:cubicBezTo>
                    <a:lnTo>
                      <a:pt x="0" y="8249"/>
                    </a:lnTo>
                    <a:cubicBezTo>
                      <a:pt x="0" y="3691"/>
                      <a:pt x="3691" y="0"/>
                      <a:pt x="8249" y="0"/>
                    </a:cubicBezTo>
                    <a:cubicBezTo>
                      <a:pt x="12806" y="0"/>
                      <a:pt x="16498" y="3691"/>
                      <a:pt x="16498" y="8249"/>
                    </a:cubicBezTo>
                    <a:lnTo>
                      <a:pt x="16498" y="266025"/>
                    </a:lnTo>
                    <a:cubicBezTo>
                      <a:pt x="16498" y="270582"/>
                      <a:pt x="12806" y="274273"/>
                      <a:pt x="8249" y="274273"/>
                    </a:cubicBezTo>
                    <a:close/>
                  </a:path>
                </a:pathLst>
              </a:custGeom>
              <a:grpFill/>
              <a:ln w="20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grpSp>
        <p:nvGrpSpPr>
          <p:cNvPr id="288" name="Gráfico 10">
            <a:extLst>
              <a:ext uri="{FF2B5EF4-FFF2-40B4-BE49-F238E27FC236}">
                <a16:creationId xmlns:a16="http://schemas.microsoft.com/office/drawing/2014/main" id="{2C652994-42CD-85B9-756E-CCD31BF03037}"/>
              </a:ext>
            </a:extLst>
          </p:cNvPr>
          <p:cNvGrpSpPr/>
          <p:nvPr/>
        </p:nvGrpSpPr>
        <p:grpSpPr>
          <a:xfrm>
            <a:off x="10662985" y="3280286"/>
            <a:ext cx="532049" cy="532049"/>
            <a:chOff x="7203117" y="5855626"/>
            <a:chExt cx="532049" cy="532049"/>
          </a:xfrm>
          <a:solidFill>
            <a:schemeClr val="tx1"/>
          </a:solidFill>
        </p:grpSpPr>
        <p:sp>
          <p:nvSpPr>
            <p:cNvPr id="289" name="Forma Livre: Forma 288">
              <a:extLst>
                <a:ext uri="{FF2B5EF4-FFF2-40B4-BE49-F238E27FC236}">
                  <a16:creationId xmlns:a16="http://schemas.microsoft.com/office/drawing/2014/main" id="{2C45D071-0A65-3DF3-8541-18680F59CEF4}"/>
                </a:ext>
              </a:extLst>
            </p:cNvPr>
            <p:cNvSpPr/>
            <p:nvPr/>
          </p:nvSpPr>
          <p:spPr>
            <a:xfrm>
              <a:off x="7203117" y="5855626"/>
              <a:ext cx="532049" cy="532049"/>
            </a:xfrm>
            <a:custGeom>
              <a:avLst/>
              <a:gdLst>
                <a:gd name="connsiteX0" fmla="*/ 266025 w 532049"/>
                <a:gd name="connsiteY0" fmla="*/ 532049 h 532049"/>
                <a:gd name="connsiteX1" fmla="*/ 0 w 532049"/>
                <a:gd name="connsiteY1" fmla="*/ 266025 h 532049"/>
                <a:gd name="connsiteX2" fmla="*/ 266025 w 532049"/>
                <a:gd name="connsiteY2" fmla="*/ 0 h 532049"/>
                <a:gd name="connsiteX3" fmla="*/ 532049 w 532049"/>
                <a:gd name="connsiteY3" fmla="*/ 266025 h 532049"/>
                <a:gd name="connsiteX4" fmla="*/ 266025 w 532049"/>
                <a:gd name="connsiteY4" fmla="*/ 532049 h 532049"/>
                <a:gd name="connsiteX5" fmla="*/ 266025 w 532049"/>
                <a:gd name="connsiteY5" fmla="*/ 16498 h 532049"/>
                <a:gd name="connsiteX6" fmla="*/ 16498 w 532049"/>
                <a:gd name="connsiteY6" fmla="*/ 266025 h 532049"/>
                <a:gd name="connsiteX7" fmla="*/ 266025 w 532049"/>
                <a:gd name="connsiteY7" fmla="*/ 515551 h 532049"/>
                <a:gd name="connsiteX8" fmla="*/ 515551 w 532049"/>
                <a:gd name="connsiteY8" fmla="*/ 266025 h 532049"/>
                <a:gd name="connsiteX9" fmla="*/ 266025 w 532049"/>
                <a:gd name="connsiteY9" fmla="*/ 16498 h 532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2049" h="532049">
                  <a:moveTo>
                    <a:pt x="266025" y="532049"/>
                  </a:moveTo>
                  <a:cubicBezTo>
                    <a:pt x="119340" y="532049"/>
                    <a:pt x="0" y="412709"/>
                    <a:pt x="0" y="266025"/>
                  </a:cubicBezTo>
                  <a:cubicBezTo>
                    <a:pt x="0" y="119340"/>
                    <a:pt x="119340" y="0"/>
                    <a:pt x="266025" y="0"/>
                  </a:cubicBezTo>
                  <a:cubicBezTo>
                    <a:pt x="412709" y="0"/>
                    <a:pt x="532049" y="119340"/>
                    <a:pt x="532049" y="266025"/>
                  </a:cubicBezTo>
                  <a:cubicBezTo>
                    <a:pt x="532049" y="412709"/>
                    <a:pt x="412709" y="532049"/>
                    <a:pt x="266025" y="532049"/>
                  </a:cubicBezTo>
                  <a:close/>
                  <a:moveTo>
                    <a:pt x="266025" y="16498"/>
                  </a:moveTo>
                  <a:cubicBezTo>
                    <a:pt x="128434" y="16498"/>
                    <a:pt x="16498" y="128434"/>
                    <a:pt x="16498" y="266025"/>
                  </a:cubicBezTo>
                  <a:cubicBezTo>
                    <a:pt x="16498" y="403615"/>
                    <a:pt x="128434" y="515551"/>
                    <a:pt x="266025" y="515551"/>
                  </a:cubicBezTo>
                  <a:cubicBezTo>
                    <a:pt x="403615" y="515551"/>
                    <a:pt x="515551" y="403615"/>
                    <a:pt x="515551" y="266025"/>
                  </a:cubicBezTo>
                  <a:cubicBezTo>
                    <a:pt x="515551" y="128434"/>
                    <a:pt x="403615" y="16498"/>
                    <a:pt x="266025" y="16498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0" name="Forma Livre: Forma 289">
              <a:extLst>
                <a:ext uri="{FF2B5EF4-FFF2-40B4-BE49-F238E27FC236}">
                  <a16:creationId xmlns:a16="http://schemas.microsoft.com/office/drawing/2014/main" id="{8F3527C6-0BF4-AC02-8A8F-122113B9D553}"/>
                </a:ext>
              </a:extLst>
            </p:cNvPr>
            <p:cNvSpPr/>
            <p:nvPr/>
          </p:nvSpPr>
          <p:spPr>
            <a:xfrm>
              <a:off x="7337161" y="5979359"/>
              <a:ext cx="245320" cy="284605"/>
            </a:xfrm>
            <a:custGeom>
              <a:avLst/>
              <a:gdLst>
                <a:gd name="connsiteX0" fmla="*/ 142292 w 245320"/>
                <a:gd name="connsiteY0" fmla="*/ 284584 h 284605"/>
                <a:gd name="connsiteX1" fmla="*/ 41677 w 245320"/>
                <a:gd name="connsiteY1" fmla="*/ 242907 h 284605"/>
                <a:gd name="connsiteX2" fmla="*/ 0 w 245320"/>
                <a:gd name="connsiteY2" fmla="*/ 142292 h 284605"/>
                <a:gd name="connsiteX3" fmla="*/ 41677 w 245320"/>
                <a:gd name="connsiteY3" fmla="*/ 41677 h 284605"/>
                <a:gd name="connsiteX4" fmla="*/ 142272 w 245320"/>
                <a:gd name="connsiteY4" fmla="*/ 0 h 284605"/>
                <a:gd name="connsiteX5" fmla="*/ 142272 w 245320"/>
                <a:gd name="connsiteY5" fmla="*/ 0 h 284605"/>
                <a:gd name="connsiteX6" fmla="*/ 242887 w 245320"/>
                <a:gd name="connsiteY6" fmla="*/ 41698 h 284605"/>
                <a:gd name="connsiteX7" fmla="*/ 242887 w 245320"/>
                <a:gd name="connsiteY7" fmla="*/ 53370 h 284605"/>
                <a:gd name="connsiteX8" fmla="*/ 231215 w 245320"/>
                <a:gd name="connsiteY8" fmla="*/ 53370 h 284605"/>
                <a:gd name="connsiteX9" fmla="*/ 142272 w 245320"/>
                <a:gd name="connsiteY9" fmla="*/ 16518 h 284605"/>
                <a:gd name="connsiteX10" fmla="*/ 142272 w 245320"/>
                <a:gd name="connsiteY10" fmla="*/ 16518 h 284605"/>
                <a:gd name="connsiteX11" fmla="*/ 53350 w 245320"/>
                <a:gd name="connsiteY11" fmla="*/ 53349 h 284605"/>
                <a:gd name="connsiteX12" fmla="*/ 16498 w 245320"/>
                <a:gd name="connsiteY12" fmla="*/ 142313 h 284605"/>
                <a:gd name="connsiteX13" fmla="*/ 53350 w 245320"/>
                <a:gd name="connsiteY13" fmla="*/ 231256 h 284605"/>
                <a:gd name="connsiteX14" fmla="*/ 142292 w 245320"/>
                <a:gd name="connsiteY14" fmla="*/ 268107 h 284605"/>
                <a:gd name="connsiteX15" fmla="*/ 231235 w 245320"/>
                <a:gd name="connsiteY15" fmla="*/ 231256 h 284605"/>
                <a:gd name="connsiteX16" fmla="*/ 242907 w 245320"/>
                <a:gd name="connsiteY16" fmla="*/ 231256 h 284605"/>
                <a:gd name="connsiteX17" fmla="*/ 242907 w 245320"/>
                <a:gd name="connsiteY17" fmla="*/ 242928 h 284605"/>
                <a:gd name="connsiteX18" fmla="*/ 142292 w 245320"/>
                <a:gd name="connsiteY18" fmla="*/ 284605 h 2846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45320" h="284605">
                  <a:moveTo>
                    <a:pt x="142292" y="284584"/>
                  </a:moveTo>
                  <a:cubicBezTo>
                    <a:pt x="104286" y="284584"/>
                    <a:pt x="68568" y="269778"/>
                    <a:pt x="41677" y="242907"/>
                  </a:cubicBezTo>
                  <a:cubicBezTo>
                    <a:pt x="14786" y="216037"/>
                    <a:pt x="0" y="180299"/>
                    <a:pt x="0" y="142292"/>
                  </a:cubicBezTo>
                  <a:cubicBezTo>
                    <a:pt x="0" y="104286"/>
                    <a:pt x="14806" y="68548"/>
                    <a:pt x="41677" y="41677"/>
                  </a:cubicBezTo>
                  <a:cubicBezTo>
                    <a:pt x="68548" y="14807"/>
                    <a:pt x="104265" y="0"/>
                    <a:pt x="142272" y="0"/>
                  </a:cubicBezTo>
                  <a:lnTo>
                    <a:pt x="142272" y="0"/>
                  </a:lnTo>
                  <a:cubicBezTo>
                    <a:pt x="180278" y="0"/>
                    <a:pt x="216016" y="14807"/>
                    <a:pt x="242887" y="41698"/>
                  </a:cubicBezTo>
                  <a:cubicBezTo>
                    <a:pt x="246104" y="44915"/>
                    <a:pt x="246104" y="50153"/>
                    <a:pt x="242887" y="53370"/>
                  </a:cubicBezTo>
                  <a:cubicBezTo>
                    <a:pt x="239670" y="56587"/>
                    <a:pt x="234431" y="56587"/>
                    <a:pt x="231215" y="53370"/>
                  </a:cubicBezTo>
                  <a:cubicBezTo>
                    <a:pt x="207458" y="29613"/>
                    <a:pt x="175865" y="16518"/>
                    <a:pt x="142272" y="16518"/>
                  </a:cubicBezTo>
                  <a:lnTo>
                    <a:pt x="142272" y="16518"/>
                  </a:lnTo>
                  <a:cubicBezTo>
                    <a:pt x="108678" y="16518"/>
                    <a:pt x="77106" y="29593"/>
                    <a:pt x="53350" y="53349"/>
                  </a:cubicBezTo>
                  <a:cubicBezTo>
                    <a:pt x="29593" y="77106"/>
                    <a:pt x="16498" y="108699"/>
                    <a:pt x="16498" y="142313"/>
                  </a:cubicBezTo>
                  <a:cubicBezTo>
                    <a:pt x="16498" y="175927"/>
                    <a:pt x="29593" y="207499"/>
                    <a:pt x="53350" y="231256"/>
                  </a:cubicBezTo>
                  <a:cubicBezTo>
                    <a:pt x="77106" y="255033"/>
                    <a:pt x="108699" y="268107"/>
                    <a:pt x="142292" y="268107"/>
                  </a:cubicBezTo>
                  <a:cubicBezTo>
                    <a:pt x="175886" y="268107"/>
                    <a:pt x="207479" y="255012"/>
                    <a:pt x="231235" y="231256"/>
                  </a:cubicBezTo>
                  <a:cubicBezTo>
                    <a:pt x="234452" y="228039"/>
                    <a:pt x="239670" y="228039"/>
                    <a:pt x="242907" y="231256"/>
                  </a:cubicBezTo>
                  <a:cubicBezTo>
                    <a:pt x="246124" y="234473"/>
                    <a:pt x="246124" y="239690"/>
                    <a:pt x="242907" y="242928"/>
                  </a:cubicBezTo>
                  <a:cubicBezTo>
                    <a:pt x="216037" y="269819"/>
                    <a:pt x="180299" y="284605"/>
                    <a:pt x="142292" y="284605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1" name="Forma Livre: Forma 290">
              <a:extLst>
                <a:ext uri="{FF2B5EF4-FFF2-40B4-BE49-F238E27FC236}">
                  <a16:creationId xmlns:a16="http://schemas.microsoft.com/office/drawing/2014/main" id="{D5EAC1D2-55BB-3BB3-6EA9-FEF1CAAC637D}"/>
                </a:ext>
              </a:extLst>
            </p:cNvPr>
            <p:cNvSpPr/>
            <p:nvPr/>
          </p:nvSpPr>
          <p:spPr>
            <a:xfrm>
              <a:off x="7316539" y="6082469"/>
              <a:ext cx="202096" cy="16497"/>
            </a:xfrm>
            <a:custGeom>
              <a:avLst/>
              <a:gdLst>
                <a:gd name="connsiteX0" fmla="*/ 193847 w 202096"/>
                <a:gd name="connsiteY0" fmla="*/ 16498 h 16497"/>
                <a:gd name="connsiteX1" fmla="*/ 8249 w 202096"/>
                <a:gd name="connsiteY1" fmla="*/ 16498 h 16497"/>
                <a:gd name="connsiteX2" fmla="*/ 0 w 202096"/>
                <a:gd name="connsiteY2" fmla="*/ 8249 h 16497"/>
                <a:gd name="connsiteX3" fmla="*/ 8249 w 202096"/>
                <a:gd name="connsiteY3" fmla="*/ 0 h 16497"/>
                <a:gd name="connsiteX4" fmla="*/ 193847 w 202096"/>
                <a:gd name="connsiteY4" fmla="*/ 0 h 16497"/>
                <a:gd name="connsiteX5" fmla="*/ 202096 w 202096"/>
                <a:gd name="connsiteY5" fmla="*/ 8249 h 16497"/>
                <a:gd name="connsiteX6" fmla="*/ 193847 w 202096"/>
                <a:gd name="connsiteY6" fmla="*/ 16498 h 16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2096" h="16497">
                  <a:moveTo>
                    <a:pt x="193847" y="16498"/>
                  </a:moveTo>
                  <a:lnTo>
                    <a:pt x="8249" y="16498"/>
                  </a:lnTo>
                  <a:cubicBezTo>
                    <a:pt x="3691" y="16498"/>
                    <a:pt x="0" y="12806"/>
                    <a:pt x="0" y="8249"/>
                  </a:cubicBezTo>
                  <a:cubicBezTo>
                    <a:pt x="0" y="3691"/>
                    <a:pt x="3691" y="0"/>
                    <a:pt x="8249" y="0"/>
                  </a:cubicBezTo>
                  <a:lnTo>
                    <a:pt x="193847" y="0"/>
                  </a:lnTo>
                  <a:cubicBezTo>
                    <a:pt x="198405" y="0"/>
                    <a:pt x="202096" y="3691"/>
                    <a:pt x="202096" y="8249"/>
                  </a:cubicBezTo>
                  <a:cubicBezTo>
                    <a:pt x="202096" y="12806"/>
                    <a:pt x="198405" y="16498"/>
                    <a:pt x="193847" y="16498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2" name="Forma Livre: Forma 291">
              <a:extLst>
                <a:ext uri="{FF2B5EF4-FFF2-40B4-BE49-F238E27FC236}">
                  <a16:creationId xmlns:a16="http://schemas.microsoft.com/office/drawing/2014/main" id="{FDB27D62-B469-F480-49E0-18BB795137E6}"/>
                </a:ext>
              </a:extLst>
            </p:cNvPr>
            <p:cNvSpPr/>
            <p:nvPr/>
          </p:nvSpPr>
          <p:spPr>
            <a:xfrm>
              <a:off x="7316539" y="6144335"/>
              <a:ext cx="202096" cy="16497"/>
            </a:xfrm>
            <a:custGeom>
              <a:avLst/>
              <a:gdLst>
                <a:gd name="connsiteX0" fmla="*/ 193847 w 202096"/>
                <a:gd name="connsiteY0" fmla="*/ 16498 h 16497"/>
                <a:gd name="connsiteX1" fmla="*/ 8249 w 202096"/>
                <a:gd name="connsiteY1" fmla="*/ 16498 h 16497"/>
                <a:gd name="connsiteX2" fmla="*/ 0 w 202096"/>
                <a:gd name="connsiteY2" fmla="*/ 8249 h 16497"/>
                <a:gd name="connsiteX3" fmla="*/ 8249 w 202096"/>
                <a:gd name="connsiteY3" fmla="*/ 0 h 16497"/>
                <a:gd name="connsiteX4" fmla="*/ 193847 w 202096"/>
                <a:gd name="connsiteY4" fmla="*/ 0 h 16497"/>
                <a:gd name="connsiteX5" fmla="*/ 202096 w 202096"/>
                <a:gd name="connsiteY5" fmla="*/ 8249 h 16497"/>
                <a:gd name="connsiteX6" fmla="*/ 193847 w 202096"/>
                <a:gd name="connsiteY6" fmla="*/ 16498 h 16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2096" h="16497">
                  <a:moveTo>
                    <a:pt x="193847" y="16498"/>
                  </a:moveTo>
                  <a:lnTo>
                    <a:pt x="8249" y="16498"/>
                  </a:lnTo>
                  <a:cubicBezTo>
                    <a:pt x="3691" y="16498"/>
                    <a:pt x="0" y="12806"/>
                    <a:pt x="0" y="8249"/>
                  </a:cubicBezTo>
                  <a:cubicBezTo>
                    <a:pt x="0" y="3691"/>
                    <a:pt x="3691" y="0"/>
                    <a:pt x="8249" y="0"/>
                  </a:cubicBezTo>
                  <a:lnTo>
                    <a:pt x="193847" y="0"/>
                  </a:lnTo>
                  <a:cubicBezTo>
                    <a:pt x="198405" y="0"/>
                    <a:pt x="202096" y="3691"/>
                    <a:pt x="202096" y="8249"/>
                  </a:cubicBezTo>
                  <a:cubicBezTo>
                    <a:pt x="202096" y="12806"/>
                    <a:pt x="198405" y="16498"/>
                    <a:pt x="193847" y="16498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293" name="Gráfico 10">
            <a:extLst>
              <a:ext uri="{FF2B5EF4-FFF2-40B4-BE49-F238E27FC236}">
                <a16:creationId xmlns:a16="http://schemas.microsoft.com/office/drawing/2014/main" id="{942DC61E-BA87-E316-58D4-A285CB822CB3}"/>
              </a:ext>
            </a:extLst>
          </p:cNvPr>
          <p:cNvGrpSpPr/>
          <p:nvPr/>
        </p:nvGrpSpPr>
        <p:grpSpPr>
          <a:xfrm>
            <a:off x="10665134" y="4300435"/>
            <a:ext cx="532049" cy="532049"/>
            <a:chOff x="8192976" y="5855626"/>
            <a:chExt cx="532049" cy="532049"/>
          </a:xfrm>
          <a:solidFill>
            <a:schemeClr val="tx1"/>
          </a:solidFill>
        </p:grpSpPr>
        <p:sp>
          <p:nvSpPr>
            <p:cNvPr id="294" name="Forma Livre: Forma 293">
              <a:extLst>
                <a:ext uri="{FF2B5EF4-FFF2-40B4-BE49-F238E27FC236}">
                  <a16:creationId xmlns:a16="http://schemas.microsoft.com/office/drawing/2014/main" id="{60D52B22-3733-A3DA-C36F-D198498303B3}"/>
                </a:ext>
              </a:extLst>
            </p:cNvPr>
            <p:cNvSpPr/>
            <p:nvPr/>
          </p:nvSpPr>
          <p:spPr>
            <a:xfrm>
              <a:off x="8192976" y="5855626"/>
              <a:ext cx="532049" cy="532049"/>
            </a:xfrm>
            <a:custGeom>
              <a:avLst/>
              <a:gdLst>
                <a:gd name="connsiteX0" fmla="*/ 266025 w 532049"/>
                <a:gd name="connsiteY0" fmla="*/ 532049 h 532049"/>
                <a:gd name="connsiteX1" fmla="*/ 0 w 532049"/>
                <a:gd name="connsiteY1" fmla="*/ 266025 h 532049"/>
                <a:gd name="connsiteX2" fmla="*/ 266025 w 532049"/>
                <a:gd name="connsiteY2" fmla="*/ 0 h 532049"/>
                <a:gd name="connsiteX3" fmla="*/ 532049 w 532049"/>
                <a:gd name="connsiteY3" fmla="*/ 266025 h 532049"/>
                <a:gd name="connsiteX4" fmla="*/ 266025 w 532049"/>
                <a:gd name="connsiteY4" fmla="*/ 532049 h 532049"/>
                <a:gd name="connsiteX5" fmla="*/ 266025 w 532049"/>
                <a:gd name="connsiteY5" fmla="*/ 16498 h 532049"/>
                <a:gd name="connsiteX6" fmla="*/ 16498 w 532049"/>
                <a:gd name="connsiteY6" fmla="*/ 266025 h 532049"/>
                <a:gd name="connsiteX7" fmla="*/ 266025 w 532049"/>
                <a:gd name="connsiteY7" fmla="*/ 515551 h 532049"/>
                <a:gd name="connsiteX8" fmla="*/ 515551 w 532049"/>
                <a:gd name="connsiteY8" fmla="*/ 266025 h 532049"/>
                <a:gd name="connsiteX9" fmla="*/ 266025 w 532049"/>
                <a:gd name="connsiteY9" fmla="*/ 16498 h 532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2049" h="532049">
                  <a:moveTo>
                    <a:pt x="266025" y="532049"/>
                  </a:moveTo>
                  <a:cubicBezTo>
                    <a:pt x="119340" y="532049"/>
                    <a:pt x="0" y="412709"/>
                    <a:pt x="0" y="266025"/>
                  </a:cubicBezTo>
                  <a:cubicBezTo>
                    <a:pt x="0" y="119340"/>
                    <a:pt x="119340" y="0"/>
                    <a:pt x="266025" y="0"/>
                  </a:cubicBezTo>
                  <a:cubicBezTo>
                    <a:pt x="412709" y="0"/>
                    <a:pt x="532049" y="119340"/>
                    <a:pt x="532049" y="266025"/>
                  </a:cubicBezTo>
                  <a:cubicBezTo>
                    <a:pt x="532049" y="412709"/>
                    <a:pt x="412709" y="532049"/>
                    <a:pt x="266025" y="532049"/>
                  </a:cubicBezTo>
                  <a:close/>
                  <a:moveTo>
                    <a:pt x="266025" y="16498"/>
                  </a:moveTo>
                  <a:cubicBezTo>
                    <a:pt x="128434" y="16498"/>
                    <a:pt x="16498" y="128434"/>
                    <a:pt x="16498" y="266025"/>
                  </a:cubicBezTo>
                  <a:cubicBezTo>
                    <a:pt x="16498" y="403615"/>
                    <a:pt x="128434" y="515551"/>
                    <a:pt x="266025" y="515551"/>
                  </a:cubicBezTo>
                  <a:cubicBezTo>
                    <a:pt x="403615" y="515551"/>
                    <a:pt x="515551" y="403615"/>
                    <a:pt x="515551" y="266025"/>
                  </a:cubicBezTo>
                  <a:cubicBezTo>
                    <a:pt x="515551" y="128434"/>
                    <a:pt x="403615" y="16498"/>
                    <a:pt x="266025" y="16498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5" name="Forma Livre: Forma 294">
              <a:extLst>
                <a:ext uri="{FF2B5EF4-FFF2-40B4-BE49-F238E27FC236}">
                  <a16:creationId xmlns:a16="http://schemas.microsoft.com/office/drawing/2014/main" id="{72FD3A7B-D52A-BC38-6D76-FA34E85227C4}"/>
                </a:ext>
              </a:extLst>
            </p:cNvPr>
            <p:cNvSpPr/>
            <p:nvPr/>
          </p:nvSpPr>
          <p:spPr>
            <a:xfrm>
              <a:off x="8337331" y="6010292"/>
              <a:ext cx="222718" cy="119607"/>
            </a:xfrm>
            <a:custGeom>
              <a:avLst/>
              <a:gdLst>
                <a:gd name="connsiteX0" fmla="*/ 162914 w 222718"/>
                <a:gd name="connsiteY0" fmla="*/ 119608 h 119607"/>
                <a:gd name="connsiteX1" fmla="*/ 154665 w 222718"/>
                <a:gd name="connsiteY1" fmla="*/ 111359 h 119607"/>
                <a:gd name="connsiteX2" fmla="*/ 162914 w 222718"/>
                <a:gd name="connsiteY2" fmla="*/ 103110 h 119607"/>
                <a:gd name="connsiteX3" fmla="*/ 206221 w 222718"/>
                <a:gd name="connsiteY3" fmla="*/ 59804 h 119607"/>
                <a:gd name="connsiteX4" fmla="*/ 162914 w 222718"/>
                <a:gd name="connsiteY4" fmla="*/ 16498 h 119607"/>
                <a:gd name="connsiteX5" fmla="*/ 8249 w 222718"/>
                <a:gd name="connsiteY5" fmla="*/ 16498 h 119607"/>
                <a:gd name="connsiteX6" fmla="*/ 0 w 222718"/>
                <a:gd name="connsiteY6" fmla="*/ 8249 h 119607"/>
                <a:gd name="connsiteX7" fmla="*/ 8249 w 222718"/>
                <a:gd name="connsiteY7" fmla="*/ 0 h 119607"/>
                <a:gd name="connsiteX8" fmla="*/ 162914 w 222718"/>
                <a:gd name="connsiteY8" fmla="*/ 0 h 119607"/>
                <a:gd name="connsiteX9" fmla="*/ 222718 w 222718"/>
                <a:gd name="connsiteY9" fmla="*/ 59804 h 119607"/>
                <a:gd name="connsiteX10" fmla="*/ 162914 w 222718"/>
                <a:gd name="connsiteY10" fmla="*/ 119608 h 119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2718" h="119607">
                  <a:moveTo>
                    <a:pt x="162914" y="119608"/>
                  </a:moveTo>
                  <a:cubicBezTo>
                    <a:pt x="158357" y="119608"/>
                    <a:pt x="154665" y="115917"/>
                    <a:pt x="154665" y="111359"/>
                  </a:cubicBezTo>
                  <a:cubicBezTo>
                    <a:pt x="154665" y="106802"/>
                    <a:pt x="158357" y="103110"/>
                    <a:pt x="162914" y="103110"/>
                  </a:cubicBezTo>
                  <a:cubicBezTo>
                    <a:pt x="186795" y="103110"/>
                    <a:pt x="206221" y="83684"/>
                    <a:pt x="206221" y="59804"/>
                  </a:cubicBezTo>
                  <a:cubicBezTo>
                    <a:pt x="206221" y="35924"/>
                    <a:pt x="186795" y="16498"/>
                    <a:pt x="162914" y="16498"/>
                  </a:cubicBezTo>
                  <a:lnTo>
                    <a:pt x="8249" y="16498"/>
                  </a:lnTo>
                  <a:cubicBezTo>
                    <a:pt x="3691" y="16498"/>
                    <a:pt x="0" y="12806"/>
                    <a:pt x="0" y="8249"/>
                  </a:cubicBezTo>
                  <a:cubicBezTo>
                    <a:pt x="0" y="3691"/>
                    <a:pt x="3691" y="0"/>
                    <a:pt x="8249" y="0"/>
                  </a:cubicBezTo>
                  <a:lnTo>
                    <a:pt x="162914" y="0"/>
                  </a:lnTo>
                  <a:cubicBezTo>
                    <a:pt x="195889" y="0"/>
                    <a:pt x="222718" y="26829"/>
                    <a:pt x="222718" y="59804"/>
                  </a:cubicBezTo>
                  <a:cubicBezTo>
                    <a:pt x="222718" y="92779"/>
                    <a:pt x="195889" y="119608"/>
                    <a:pt x="162914" y="119608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6" name="Forma Livre: Forma 295">
              <a:extLst>
                <a:ext uri="{FF2B5EF4-FFF2-40B4-BE49-F238E27FC236}">
                  <a16:creationId xmlns:a16="http://schemas.microsoft.com/office/drawing/2014/main" id="{D9BD69D9-FE68-FBA5-26EE-F9CBBBA4186E}"/>
                </a:ext>
              </a:extLst>
            </p:cNvPr>
            <p:cNvSpPr/>
            <p:nvPr/>
          </p:nvSpPr>
          <p:spPr>
            <a:xfrm>
              <a:off x="8337331" y="6113402"/>
              <a:ext cx="243340" cy="119607"/>
            </a:xfrm>
            <a:custGeom>
              <a:avLst/>
              <a:gdLst>
                <a:gd name="connsiteX0" fmla="*/ 183536 w 243340"/>
                <a:gd name="connsiteY0" fmla="*/ 119608 h 119607"/>
                <a:gd name="connsiteX1" fmla="*/ 8249 w 243340"/>
                <a:gd name="connsiteY1" fmla="*/ 119608 h 119607"/>
                <a:gd name="connsiteX2" fmla="*/ 0 w 243340"/>
                <a:gd name="connsiteY2" fmla="*/ 111359 h 119607"/>
                <a:gd name="connsiteX3" fmla="*/ 8249 w 243340"/>
                <a:gd name="connsiteY3" fmla="*/ 103110 h 119607"/>
                <a:gd name="connsiteX4" fmla="*/ 183536 w 243340"/>
                <a:gd name="connsiteY4" fmla="*/ 103110 h 119607"/>
                <a:gd name="connsiteX5" fmla="*/ 226843 w 243340"/>
                <a:gd name="connsiteY5" fmla="*/ 59804 h 119607"/>
                <a:gd name="connsiteX6" fmla="*/ 183536 w 243340"/>
                <a:gd name="connsiteY6" fmla="*/ 16498 h 119607"/>
                <a:gd name="connsiteX7" fmla="*/ 49493 w 243340"/>
                <a:gd name="connsiteY7" fmla="*/ 16498 h 119607"/>
                <a:gd name="connsiteX8" fmla="*/ 41244 w 243340"/>
                <a:gd name="connsiteY8" fmla="*/ 8249 h 119607"/>
                <a:gd name="connsiteX9" fmla="*/ 49493 w 243340"/>
                <a:gd name="connsiteY9" fmla="*/ 0 h 119607"/>
                <a:gd name="connsiteX10" fmla="*/ 183536 w 243340"/>
                <a:gd name="connsiteY10" fmla="*/ 0 h 119607"/>
                <a:gd name="connsiteX11" fmla="*/ 243340 w 243340"/>
                <a:gd name="connsiteY11" fmla="*/ 59804 h 119607"/>
                <a:gd name="connsiteX12" fmla="*/ 183536 w 243340"/>
                <a:gd name="connsiteY12" fmla="*/ 119608 h 119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43340" h="119607">
                  <a:moveTo>
                    <a:pt x="183536" y="119608"/>
                  </a:moveTo>
                  <a:lnTo>
                    <a:pt x="8249" y="119608"/>
                  </a:lnTo>
                  <a:cubicBezTo>
                    <a:pt x="3691" y="119608"/>
                    <a:pt x="0" y="115917"/>
                    <a:pt x="0" y="111359"/>
                  </a:cubicBezTo>
                  <a:cubicBezTo>
                    <a:pt x="0" y="106802"/>
                    <a:pt x="3691" y="103110"/>
                    <a:pt x="8249" y="103110"/>
                  </a:cubicBezTo>
                  <a:lnTo>
                    <a:pt x="183536" y="103110"/>
                  </a:lnTo>
                  <a:cubicBezTo>
                    <a:pt x="207417" y="103110"/>
                    <a:pt x="226843" y="83684"/>
                    <a:pt x="226843" y="59804"/>
                  </a:cubicBezTo>
                  <a:cubicBezTo>
                    <a:pt x="226843" y="35924"/>
                    <a:pt x="207417" y="16498"/>
                    <a:pt x="183536" y="16498"/>
                  </a:cubicBezTo>
                  <a:lnTo>
                    <a:pt x="49493" y="16498"/>
                  </a:lnTo>
                  <a:cubicBezTo>
                    <a:pt x="44936" y="16498"/>
                    <a:pt x="41244" y="12806"/>
                    <a:pt x="41244" y="8249"/>
                  </a:cubicBezTo>
                  <a:cubicBezTo>
                    <a:pt x="41244" y="3691"/>
                    <a:pt x="44936" y="0"/>
                    <a:pt x="49493" y="0"/>
                  </a:cubicBezTo>
                  <a:lnTo>
                    <a:pt x="183536" y="0"/>
                  </a:lnTo>
                  <a:cubicBezTo>
                    <a:pt x="216511" y="0"/>
                    <a:pt x="243340" y="26829"/>
                    <a:pt x="243340" y="59804"/>
                  </a:cubicBezTo>
                  <a:cubicBezTo>
                    <a:pt x="243340" y="92779"/>
                    <a:pt x="216511" y="119608"/>
                    <a:pt x="183536" y="119608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7" name="Forma Livre: Forma 296">
              <a:extLst>
                <a:ext uri="{FF2B5EF4-FFF2-40B4-BE49-F238E27FC236}">
                  <a16:creationId xmlns:a16="http://schemas.microsoft.com/office/drawing/2014/main" id="{C781B633-DD87-6271-D784-EBDFDFCE1A73}"/>
                </a:ext>
              </a:extLst>
            </p:cNvPr>
            <p:cNvSpPr/>
            <p:nvPr/>
          </p:nvSpPr>
          <p:spPr>
            <a:xfrm>
              <a:off x="8378554" y="6010292"/>
              <a:ext cx="16497" cy="222718"/>
            </a:xfrm>
            <a:custGeom>
              <a:avLst/>
              <a:gdLst>
                <a:gd name="connsiteX0" fmla="*/ 8249 w 16497"/>
                <a:gd name="connsiteY0" fmla="*/ 222718 h 222718"/>
                <a:gd name="connsiteX1" fmla="*/ 0 w 16497"/>
                <a:gd name="connsiteY1" fmla="*/ 214469 h 222718"/>
                <a:gd name="connsiteX2" fmla="*/ 0 w 16497"/>
                <a:gd name="connsiteY2" fmla="*/ 8249 h 222718"/>
                <a:gd name="connsiteX3" fmla="*/ 8249 w 16497"/>
                <a:gd name="connsiteY3" fmla="*/ 0 h 222718"/>
                <a:gd name="connsiteX4" fmla="*/ 16498 w 16497"/>
                <a:gd name="connsiteY4" fmla="*/ 8249 h 222718"/>
                <a:gd name="connsiteX5" fmla="*/ 16498 w 16497"/>
                <a:gd name="connsiteY5" fmla="*/ 214469 h 222718"/>
                <a:gd name="connsiteX6" fmla="*/ 8249 w 16497"/>
                <a:gd name="connsiteY6" fmla="*/ 222718 h 222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497" h="222718">
                  <a:moveTo>
                    <a:pt x="8249" y="222718"/>
                  </a:moveTo>
                  <a:cubicBezTo>
                    <a:pt x="3691" y="222718"/>
                    <a:pt x="0" y="219027"/>
                    <a:pt x="0" y="214469"/>
                  </a:cubicBezTo>
                  <a:lnTo>
                    <a:pt x="0" y="8249"/>
                  </a:lnTo>
                  <a:cubicBezTo>
                    <a:pt x="0" y="3691"/>
                    <a:pt x="3691" y="0"/>
                    <a:pt x="8249" y="0"/>
                  </a:cubicBezTo>
                  <a:cubicBezTo>
                    <a:pt x="12806" y="0"/>
                    <a:pt x="16498" y="3691"/>
                    <a:pt x="16498" y="8249"/>
                  </a:cubicBezTo>
                  <a:lnTo>
                    <a:pt x="16498" y="214469"/>
                  </a:lnTo>
                  <a:cubicBezTo>
                    <a:pt x="16498" y="219027"/>
                    <a:pt x="12806" y="222718"/>
                    <a:pt x="8249" y="222718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8" name="Forma Livre: Forma 297">
              <a:extLst>
                <a:ext uri="{FF2B5EF4-FFF2-40B4-BE49-F238E27FC236}">
                  <a16:creationId xmlns:a16="http://schemas.microsoft.com/office/drawing/2014/main" id="{AAD78E19-9E02-246E-21F3-4184ED0A1FF5}"/>
                </a:ext>
              </a:extLst>
            </p:cNvPr>
            <p:cNvSpPr/>
            <p:nvPr/>
          </p:nvSpPr>
          <p:spPr>
            <a:xfrm>
              <a:off x="8419819" y="5948426"/>
              <a:ext cx="16497" cy="78363"/>
            </a:xfrm>
            <a:custGeom>
              <a:avLst/>
              <a:gdLst>
                <a:gd name="connsiteX0" fmla="*/ 8249 w 16497"/>
                <a:gd name="connsiteY0" fmla="*/ 78364 h 78363"/>
                <a:gd name="connsiteX1" fmla="*/ 0 w 16497"/>
                <a:gd name="connsiteY1" fmla="*/ 70115 h 78363"/>
                <a:gd name="connsiteX2" fmla="*/ 0 w 16497"/>
                <a:gd name="connsiteY2" fmla="*/ 8249 h 78363"/>
                <a:gd name="connsiteX3" fmla="*/ 8249 w 16497"/>
                <a:gd name="connsiteY3" fmla="*/ 0 h 78363"/>
                <a:gd name="connsiteX4" fmla="*/ 16498 w 16497"/>
                <a:gd name="connsiteY4" fmla="*/ 8249 h 78363"/>
                <a:gd name="connsiteX5" fmla="*/ 16498 w 16497"/>
                <a:gd name="connsiteY5" fmla="*/ 70115 h 78363"/>
                <a:gd name="connsiteX6" fmla="*/ 8249 w 16497"/>
                <a:gd name="connsiteY6" fmla="*/ 78364 h 78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497" h="78363">
                  <a:moveTo>
                    <a:pt x="8249" y="78364"/>
                  </a:moveTo>
                  <a:cubicBezTo>
                    <a:pt x="3691" y="78364"/>
                    <a:pt x="0" y="74672"/>
                    <a:pt x="0" y="70115"/>
                  </a:cubicBezTo>
                  <a:lnTo>
                    <a:pt x="0" y="8249"/>
                  </a:lnTo>
                  <a:cubicBezTo>
                    <a:pt x="0" y="3691"/>
                    <a:pt x="3691" y="0"/>
                    <a:pt x="8249" y="0"/>
                  </a:cubicBezTo>
                  <a:cubicBezTo>
                    <a:pt x="12806" y="0"/>
                    <a:pt x="16498" y="3691"/>
                    <a:pt x="16498" y="8249"/>
                  </a:cubicBezTo>
                  <a:lnTo>
                    <a:pt x="16498" y="70115"/>
                  </a:lnTo>
                  <a:cubicBezTo>
                    <a:pt x="16498" y="74672"/>
                    <a:pt x="12806" y="78364"/>
                    <a:pt x="8249" y="78364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9" name="Forma Livre: Forma 298">
              <a:extLst>
                <a:ext uri="{FF2B5EF4-FFF2-40B4-BE49-F238E27FC236}">
                  <a16:creationId xmlns:a16="http://schemas.microsoft.com/office/drawing/2014/main" id="{1AF605AC-F13F-F471-9010-3FE064D005BC}"/>
                </a:ext>
              </a:extLst>
            </p:cNvPr>
            <p:cNvSpPr/>
            <p:nvPr/>
          </p:nvSpPr>
          <p:spPr>
            <a:xfrm>
              <a:off x="8481685" y="5948426"/>
              <a:ext cx="16497" cy="78363"/>
            </a:xfrm>
            <a:custGeom>
              <a:avLst/>
              <a:gdLst>
                <a:gd name="connsiteX0" fmla="*/ 8249 w 16497"/>
                <a:gd name="connsiteY0" fmla="*/ 78364 h 78363"/>
                <a:gd name="connsiteX1" fmla="*/ 0 w 16497"/>
                <a:gd name="connsiteY1" fmla="*/ 70115 h 78363"/>
                <a:gd name="connsiteX2" fmla="*/ 0 w 16497"/>
                <a:gd name="connsiteY2" fmla="*/ 8249 h 78363"/>
                <a:gd name="connsiteX3" fmla="*/ 8249 w 16497"/>
                <a:gd name="connsiteY3" fmla="*/ 0 h 78363"/>
                <a:gd name="connsiteX4" fmla="*/ 16498 w 16497"/>
                <a:gd name="connsiteY4" fmla="*/ 8249 h 78363"/>
                <a:gd name="connsiteX5" fmla="*/ 16498 w 16497"/>
                <a:gd name="connsiteY5" fmla="*/ 70115 h 78363"/>
                <a:gd name="connsiteX6" fmla="*/ 8249 w 16497"/>
                <a:gd name="connsiteY6" fmla="*/ 78364 h 78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497" h="78363">
                  <a:moveTo>
                    <a:pt x="8249" y="78364"/>
                  </a:moveTo>
                  <a:cubicBezTo>
                    <a:pt x="3691" y="78364"/>
                    <a:pt x="0" y="74672"/>
                    <a:pt x="0" y="70115"/>
                  </a:cubicBezTo>
                  <a:lnTo>
                    <a:pt x="0" y="8249"/>
                  </a:lnTo>
                  <a:cubicBezTo>
                    <a:pt x="0" y="3691"/>
                    <a:pt x="3691" y="0"/>
                    <a:pt x="8249" y="0"/>
                  </a:cubicBezTo>
                  <a:cubicBezTo>
                    <a:pt x="12806" y="0"/>
                    <a:pt x="16498" y="3691"/>
                    <a:pt x="16498" y="8249"/>
                  </a:cubicBezTo>
                  <a:lnTo>
                    <a:pt x="16498" y="70115"/>
                  </a:lnTo>
                  <a:cubicBezTo>
                    <a:pt x="16498" y="74672"/>
                    <a:pt x="12806" y="78364"/>
                    <a:pt x="8249" y="78364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00" name="Forma Livre: Forma 299">
              <a:extLst>
                <a:ext uri="{FF2B5EF4-FFF2-40B4-BE49-F238E27FC236}">
                  <a16:creationId xmlns:a16="http://schemas.microsoft.com/office/drawing/2014/main" id="{D0E416E7-8646-9FE8-5FD1-870ED6A7E837}"/>
                </a:ext>
              </a:extLst>
            </p:cNvPr>
            <p:cNvSpPr/>
            <p:nvPr/>
          </p:nvSpPr>
          <p:spPr>
            <a:xfrm>
              <a:off x="8419819" y="6216512"/>
              <a:ext cx="16497" cy="78363"/>
            </a:xfrm>
            <a:custGeom>
              <a:avLst/>
              <a:gdLst>
                <a:gd name="connsiteX0" fmla="*/ 8249 w 16497"/>
                <a:gd name="connsiteY0" fmla="*/ 78364 h 78363"/>
                <a:gd name="connsiteX1" fmla="*/ 0 w 16497"/>
                <a:gd name="connsiteY1" fmla="*/ 70115 h 78363"/>
                <a:gd name="connsiteX2" fmla="*/ 0 w 16497"/>
                <a:gd name="connsiteY2" fmla="*/ 8249 h 78363"/>
                <a:gd name="connsiteX3" fmla="*/ 8249 w 16497"/>
                <a:gd name="connsiteY3" fmla="*/ 0 h 78363"/>
                <a:gd name="connsiteX4" fmla="*/ 16498 w 16497"/>
                <a:gd name="connsiteY4" fmla="*/ 8249 h 78363"/>
                <a:gd name="connsiteX5" fmla="*/ 16498 w 16497"/>
                <a:gd name="connsiteY5" fmla="*/ 70115 h 78363"/>
                <a:gd name="connsiteX6" fmla="*/ 8249 w 16497"/>
                <a:gd name="connsiteY6" fmla="*/ 78364 h 78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497" h="78363">
                  <a:moveTo>
                    <a:pt x="8249" y="78364"/>
                  </a:moveTo>
                  <a:cubicBezTo>
                    <a:pt x="3691" y="78364"/>
                    <a:pt x="0" y="74672"/>
                    <a:pt x="0" y="70115"/>
                  </a:cubicBezTo>
                  <a:lnTo>
                    <a:pt x="0" y="8249"/>
                  </a:lnTo>
                  <a:cubicBezTo>
                    <a:pt x="0" y="3691"/>
                    <a:pt x="3691" y="0"/>
                    <a:pt x="8249" y="0"/>
                  </a:cubicBezTo>
                  <a:cubicBezTo>
                    <a:pt x="12806" y="0"/>
                    <a:pt x="16498" y="3691"/>
                    <a:pt x="16498" y="8249"/>
                  </a:cubicBezTo>
                  <a:lnTo>
                    <a:pt x="16498" y="70115"/>
                  </a:lnTo>
                  <a:cubicBezTo>
                    <a:pt x="16498" y="74672"/>
                    <a:pt x="12806" y="78364"/>
                    <a:pt x="8249" y="78364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01" name="Forma Livre: Forma 300">
              <a:extLst>
                <a:ext uri="{FF2B5EF4-FFF2-40B4-BE49-F238E27FC236}">
                  <a16:creationId xmlns:a16="http://schemas.microsoft.com/office/drawing/2014/main" id="{137ED33C-E137-7911-CD1E-00DB1762C50C}"/>
                </a:ext>
              </a:extLst>
            </p:cNvPr>
            <p:cNvSpPr/>
            <p:nvPr/>
          </p:nvSpPr>
          <p:spPr>
            <a:xfrm>
              <a:off x="8481685" y="6216512"/>
              <a:ext cx="16497" cy="78363"/>
            </a:xfrm>
            <a:custGeom>
              <a:avLst/>
              <a:gdLst>
                <a:gd name="connsiteX0" fmla="*/ 8249 w 16497"/>
                <a:gd name="connsiteY0" fmla="*/ 78364 h 78363"/>
                <a:gd name="connsiteX1" fmla="*/ 0 w 16497"/>
                <a:gd name="connsiteY1" fmla="*/ 70115 h 78363"/>
                <a:gd name="connsiteX2" fmla="*/ 0 w 16497"/>
                <a:gd name="connsiteY2" fmla="*/ 8249 h 78363"/>
                <a:gd name="connsiteX3" fmla="*/ 8249 w 16497"/>
                <a:gd name="connsiteY3" fmla="*/ 0 h 78363"/>
                <a:gd name="connsiteX4" fmla="*/ 16498 w 16497"/>
                <a:gd name="connsiteY4" fmla="*/ 8249 h 78363"/>
                <a:gd name="connsiteX5" fmla="*/ 16498 w 16497"/>
                <a:gd name="connsiteY5" fmla="*/ 70115 h 78363"/>
                <a:gd name="connsiteX6" fmla="*/ 8249 w 16497"/>
                <a:gd name="connsiteY6" fmla="*/ 78364 h 78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497" h="78363">
                  <a:moveTo>
                    <a:pt x="8249" y="78364"/>
                  </a:moveTo>
                  <a:cubicBezTo>
                    <a:pt x="3691" y="78364"/>
                    <a:pt x="0" y="74672"/>
                    <a:pt x="0" y="70115"/>
                  </a:cubicBezTo>
                  <a:lnTo>
                    <a:pt x="0" y="8249"/>
                  </a:lnTo>
                  <a:cubicBezTo>
                    <a:pt x="0" y="3691"/>
                    <a:pt x="3691" y="0"/>
                    <a:pt x="8249" y="0"/>
                  </a:cubicBezTo>
                  <a:cubicBezTo>
                    <a:pt x="12806" y="0"/>
                    <a:pt x="16498" y="3691"/>
                    <a:pt x="16498" y="8249"/>
                  </a:cubicBezTo>
                  <a:lnTo>
                    <a:pt x="16498" y="70115"/>
                  </a:lnTo>
                  <a:cubicBezTo>
                    <a:pt x="16498" y="74672"/>
                    <a:pt x="12806" y="78364"/>
                    <a:pt x="8249" y="78364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302" name="Agrupar 301">
            <a:extLst>
              <a:ext uri="{FF2B5EF4-FFF2-40B4-BE49-F238E27FC236}">
                <a16:creationId xmlns:a16="http://schemas.microsoft.com/office/drawing/2014/main" id="{DF2887AC-E302-884E-68F0-C3B5D9E910D0}"/>
              </a:ext>
            </a:extLst>
          </p:cNvPr>
          <p:cNvGrpSpPr/>
          <p:nvPr/>
        </p:nvGrpSpPr>
        <p:grpSpPr>
          <a:xfrm>
            <a:off x="8807619" y="3259664"/>
            <a:ext cx="524758" cy="573293"/>
            <a:chOff x="1267553" y="5835004"/>
            <a:chExt cx="524758" cy="573293"/>
          </a:xfrm>
          <a:solidFill>
            <a:schemeClr val="tx1"/>
          </a:solidFill>
        </p:grpSpPr>
        <p:sp>
          <p:nvSpPr>
            <p:cNvPr id="303" name="Forma Livre: Forma 302">
              <a:extLst>
                <a:ext uri="{FF2B5EF4-FFF2-40B4-BE49-F238E27FC236}">
                  <a16:creationId xmlns:a16="http://schemas.microsoft.com/office/drawing/2014/main" id="{DCF8C661-425C-85B8-35C3-32D8913B9305}"/>
                </a:ext>
              </a:extLst>
            </p:cNvPr>
            <p:cNvSpPr/>
            <p:nvPr/>
          </p:nvSpPr>
          <p:spPr>
            <a:xfrm>
              <a:off x="1612239" y="6067094"/>
              <a:ext cx="34894" cy="109061"/>
            </a:xfrm>
            <a:custGeom>
              <a:avLst/>
              <a:gdLst>
                <a:gd name="connsiteX0" fmla="*/ 8240 w 34894"/>
                <a:gd name="connsiteY0" fmla="*/ 109061 h 109061"/>
                <a:gd name="connsiteX1" fmla="*/ 2528 w 34894"/>
                <a:gd name="connsiteY1" fmla="*/ 106752 h 109061"/>
                <a:gd name="connsiteX2" fmla="*/ 2301 w 34894"/>
                <a:gd name="connsiteY2" fmla="*/ 95080 h 109061"/>
                <a:gd name="connsiteX3" fmla="*/ 2301 w 34894"/>
                <a:gd name="connsiteY3" fmla="*/ 13973 h 109061"/>
                <a:gd name="connsiteX4" fmla="*/ 2528 w 34894"/>
                <a:gd name="connsiteY4" fmla="*/ 2301 h 109061"/>
                <a:gd name="connsiteX5" fmla="*/ 14200 w 34894"/>
                <a:gd name="connsiteY5" fmla="*/ 2528 h 109061"/>
                <a:gd name="connsiteX6" fmla="*/ 14200 w 34894"/>
                <a:gd name="connsiteY6" fmla="*/ 106525 h 109061"/>
                <a:gd name="connsiteX7" fmla="*/ 8261 w 34894"/>
                <a:gd name="connsiteY7" fmla="*/ 109061 h 109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4894" h="109061">
                  <a:moveTo>
                    <a:pt x="8240" y="109061"/>
                  </a:moveTo>
                  <a:cubicBezTo>
                    <a:pt x="6178" y="109061"/>
                    <a:pt x="4116" y="108298"/>
                    <a:pt x="2528" y="106752"/>
                  </a:cubicBezTo>
                  <a:cubicBezTo>
                    <a:pt x="-751" y="103597"/>
                    <a:pt x="-854" y="98379"/>
                    <a:pt x="2301" y="95080"/>
                  </a:cubicBezTo>
                  <a:cubicBezTo>
                    <a:pt x="23810" y="72725"/>
                    <a:pt x="23810" y="36327"/>
                    <a:pt x="2301" y="13973"/>
                  </a:cubicBezTo>
                  <a:cubicBezTo>
                    <a:pt x="-854" y="10694"/>
                    <a:pt x="-751" y="5477"/>
                    <a:pt x="2528" y="2301"/>
                  </a:cubicBezTo>
                  <a:cubicBezTo>
                    <a:pt x="5807" y="-854"/>
                    <a:pt x="11024" y="-751"/>
                    <a:pt x="14200" y="2528"/>
                  </a:cubicBezTo>
                  <a:cubicBezTo>
                    <a:pt x="41792" y="31192"/>
                    <a:pt x="41792" y="77860"/>
                    <a:pt x="14200" y="106525"/>
                  </a:cubicBezTo>
                  <a:cubicBezTo>
                    <a:pt x="12571" y="108216"/>
                    <a:pt x="10426" y="109061"/>
                    <a:pt x="8261" y="109061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04" name="Forma Livre: Forma 303">
              <a:extLst>
                <a:ext uri="{FF2B5EF4-FFF2-40B4-BE49-F238E27FC236}">
                  <a16:creationId xmlns:a16="http://schemas.microsoft.com/office/drawing/2014/main" id="{C9F56B8C-8A6A-48E6-04C5-8DA95A94C5BF}"/>
                </a:ext>
              </a:extLst>
            </p:cNvPr>
            <p:cNvSpPr/>
            <p:nvPr/>
          </p:nvSpPr>
          <p:spPr>
            <a:xfrm>
              <a:off x="1662763" y="6011517"/>
              <a:ext cx="56949" cy="220172"/>
            </a:xfrm>
            <a:custGeom>
              <a:avLst/>
              <a:gdLst>
                <a:gd name="connsiteX0" fmla="*/ 8240 w 56949"/>
                <a:gd name="connsiteY0" fmla="*/ 220173 h 220172"/>
                <a:gd name="connsiteX1" fmla="*/ 2528 w 56949"/>
                <a:gd name="connsiteY1" fmla="*/ 217863 h 220172"/>
                <a:gd name="connsiteX2" fmla="*/ 2301 w 56949"/>
                <a:gd name="connsiteY2" fmla="*/ 206191 h 220172"/>
                <a:gd name="connsiteX3" fmla="*/ 2301 w 56949"/>
                <a:gd name="connsiteY3" fmla="*/ 13973 h 220172"/>
                <a:gd name="connsiteX4" fmla="*/ 2528 w 56949"/>
                <a:gd name="connsiteY4" fmla="*/ 2301 h 220172"/>
                <a:gd name="connsiteX5" fmla="*/ 14200 w 56949"/>
                <a:gd name="connsiteY5" fmla="*/ 2528 h 220172"/>
                <a:gd name="connsiteX6" fmla="*/ 14200 w 56949"/>
                <a:gd name="connsiteY6" fmla="*/ 217616 h 220172"/>
                <a:gd name="connsiteX7" fmla="*/ 8261 w 56949"/>
                <a:gd name="connsiteY7" fmla="*/ 220152 h 220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6949" h="220172">
                  <a:moveTo>
                    <a:pt x="8240" y="220173"/>
                  </a:moveTo>
                  <a:cubicBezTo>
                    <a:pt x="6178" y="220173"/>
                    <a:pt x="4116" y="219410"/>
                    <a:pt x="2528" y="217863"/>
                  </a:cubicBezTo>
                  <a:cubicBezTo>
                    <a:pt x="-751" y="214708"/>
                    <a:pt x="-854" y="209491"/>
                    <a:pt x="2301" y="206191"/>
                  </a:cubicBezTo>
                  <a:cubicBezTo>
                    <a:pt x="53237" y="153193"/>
                    <a:pt x="53237" y="66972"/>
                    <a:pt x="2301" y="13973"/>
                  </a:cubicBezTo>
                  <a:cubicBezTo>
                    <a:pt x="-854" y="10694"/>
                    <a:pt x="-751" y="5477"/>
                    <a:pt x="2528" y="2301"/>
                  </a:cubicBezTo>
                  <a:cubicBezTo>
                    <a:pt x="5807" y="-854"/>
                    <a:pt x="11024" y="-751"/>
                    <a:pt x="14200" y="2528"/>
                  </a:cubicBezTo>
                  <a:cubicBezTo>
                    <a:pt x="71199" y="61816"/>
                    <a:pt x="71199" y="158307"/>
                    <a:pt x="14200" y="217616"/>
                  </a:cubicBezTo>
                  <a:cubicBezTo>
                    <a:pt x="12571" y="219307"/>
                    <a:pt x="10426" y="220152"/>
                    <a:pt x="8261" y="220152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05" name="Forma Livre: Forma 304">
              <a:extLst>
                <a:ext uri="{FF2B5EF4-FFF2-40B4-BE49-F238E27FC236}">
                  <a16:creationId xmlns:a16="http://schemas.microsoft.com/office/drawing/2014/main" id="{C21DFE50-7E24-2848-EEE9-647633017176}"/>
                </a:ext>
              </a:extLst>
            </p:cNvPr>
            <p:cNvSpPr/>
            <p:nvPr/>
          </p:nvSpPr>
          <p:spPr>
            <a:xfrm>
              <a:off x="1713245" y="5956003"/>
              <a:ext cx="79066" cy="331222"/>
            </a:xfrm>
            <a:custGeom>
              <a:avLst/>
              <a:gdLst>
                <a:gd name="connsiteX0" fmla="*/ 8240 w 79066"/>
                <a:gd name="connsiteY0" fmla="*/ 331223 h 331222"/>
                <a:gd name="connsiteX1" fmla="*/ 2528 w 79066"/>
                <a:gd name="connsiteY1" fmla="*/ 328913 h 331222"/>
                <a:gd name="connsiteX2" fmla="*/ 2301 w 79066"/>
                <a:gd name="connsiteY2" fmla="*/ 317241 h 331222"/>
                <a:gd name="connsiteX3" fmla="*/ 2301 w 79066"/>
                <a:gd name="connsiteY3" fmla="*/ 13973 h 331222"/>
                <a:gd name="connsiteX4" fmla="*/ 2528 w 79066"/>
                <a:gd name="connsiteY4" fmla="*/ 2301 h 331222"/>
                <a:gd name="connsiteX5" fmla="*/ 14200 w 79066"/>
                <a:gd name="connsiteY5" fmla="*/ 2528 h 331222"/>
                <a:gd name="connsiteX6" fmla="*/ 14200 w 79066"/>
                <a:gd name="connsiteY6" fmla="*/ 328666 h 331222"/>
                <a:gd name="connsiteX7" fmla="*/ 8261 w 79066"/>
                <a:gd name="connsiteY7" fmla="*/ 331202 h 331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9066" h="331222">
                  <a:moveTo>
                    <a:pt x="8240" y="331223"/>
                  </a:moveTo>
                  <a:cubicBezTo>
                    <a:pt x="6178" y="331223"/>
                    <a:pt x="4116" y="330460"/>
                    <a:pt x="2528" y="328913"/>
                  </a:cubicBezTo>
                  <a:cubicBezTo>
                    <a:pt x="-751" y="325758"/>
                    <a:pt x="-854" y="320540"/>
                    <a:pt x="2301" y="317241"/>
                  </a:cubicBezTo>
                  <a:cubicBezTo>
                    <a:pt x="82727" y="233618"/>
                    <a:pt x="82727" y="97575"/>
                    <a:pt x="2301" y="13973"/>
                  </a:cubicBezTo>
                  <a:cubicBezTo>
                    <a:pt x="-854" y="10694"/>
                    <a:pt x="-751" y="5477"/>
                    <a:pt x="2528" y="2301"/>
                  </a:cubicBezTo>
                  <a:cubicBezTo>
                    <a:pt x="5807" y="-854"/>
                    <a:pt x="11024" y="-751"/>
                    <a:pt x="14200" y="2528"/>
                  </a:cubicBezTo>
                  <a:cubicBezTo>
                    <a:pt x="100689" y="92440"/>
                    <a:pt x="100689" y="238753"/>
                    <a:pt x="14200" y="328666"/>
                  </a:cubicBezTo>
                  <a:cubicBezTo>
                    <a:pt x="12571" y="330357"/>
                    <a:pt x="10426" y="331202"/>
                    <a:pt x="8261" y="331202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06" name="Forma Livre: Forma 305">
              <a:extLst>
                <a:ext uri="{FF2B5EF4-FFF2-40B4-BE49-F238E27FC236}">
                  <a16:creationId xmlns:a16="http://schemas.microsoft.com/office/drawing/2014/main" id="{688C4154-2943-1AB9-23AA-2905151CA21D}"/>
                </a:ext>
              </a:extLst>
            </p:cNvPr>
            <p:cNvSpPr/>
            <p:nvPr/>
          </p:nvSpPr>
          <p:spPr>
            <a:xfrm>
              <a:off x="1267553" y="5835004"/>
              <a:ext cx="307000" cy="573293"/>
            </a:xfrm>
            <a:custGeom>
              <a:avLst/>
              <a:gdLst>
                <a:gd name="connsiteX0" fmla="*/ 262436 w 307000"/>
                <a:gd name="connsiteY0" fmla="*/ 573293 h 573293"/>
                <a:gd name="connsiteX1" fmla="*/ 44564 w 307000"/>
                <a:gd name="connsiteY1" fmla="*/ 573293 h 573293"/>
                <a:gd name="connsiteX2" fmla="*/ 0 w 307000"/>
                <a:gd name="connsiteY2" fmla="*/ 528729 h 573293"/>
                <a:gd name="connsiteX3" fmla="*/ 0 w 307000"/>
                <a:gd name="connsiteY3" fmla="*/ 44564 h 573293"/>
                <a:gd name="connsiteX4" fmla="*/ 44564 w 307000"/>
                <a:gd name="connsiteY4" fmla="*/ 0 h 573293"/>
                <a:gd name="connsiteX5" fmla="*/ 262436 w 307000"/>
                <a:gd name="connsiteY5" fmla="*/ 0 h 573293"/>
                <a:gd name="connsiteX6" fmla="*/ 307001 w 307000"/>
                <a:gd name="connsiteY6" fmla="*/ 44564 h 573293"/>
                <a:gd name="connsiteX7" fmla="*/ 307001 w 307000"/>
                <a:gd name="connsiteY7" fmla="*/ 528729 h 573293"/>
                <a:gd name="connsiteX8" fmla="*/ 262436 w 307000"/>
                <a:gd name="connsiteY8" fmla="*/ 573293 h 573293"/>
                <a:gd name="connsiteX9" fmla="*/ 44564 w 307000"/>
                <a:gd name="connsiteY9" fmla="*/ 16498 h 573293"/>
                <a:gd name="connsiteX10" fmla="*/ 16498 w 307000"/>
                <a:gd name="connsiteY10" fmla="*/ 44564 h 573293"/>
                <a:gd name="connsiteX11" fmla="*/ 16498 w 307000"/>
                <a:gd name="connsiteY11" fmla="*/ 528729 h 573293"/>
                <a:gd name="connsiteX12" fmla="*/ 44564 w 307000"/>
                <a:gd name="connsiteY12" fmla="*/ 556796 h 573293"/>
                <a:gd name="connsiteX13" fmla="*/ 262436 w 307000"/>
                <a:gd name="connsiteY13" fmla="*/ 556796 h 573293"/>
                <a:gd name="connsiteX14" fmla="*/ 290503 w 307000"/>
                <a:gd name="connsiteY14" fmla="*/ 528729 h 573293"/>
                <a:gd name="connsiteX15" fmla="*/ 290503 w 307000"/>
                <a:gd name="connsiteY15" fmla="*/ 44564 h 573293"/>
                <a:gd name="connsiteX16" fmla="*/ 262436 w 307000"/>
                <a:gd name="connsiteY16" fmla="*/ 16498 h 573293"/>
                <a:gd name="connsiteX17" fmla="*/ 44564 w 307000"/>
                <a:gd name="connsiteY17" fmla="*/ 16498 h 573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07000" h="573293">
                  <a:moveTo>
                    <a:pt x="262436" y="573293"/>
                  </a:moveTo>
                  <a:lnTo>
                    <a:pt x="44564" y="573293"/>
                  </a:lnTo>
                  <a:cubicBezTo>
                    <a:pt x="19983" y="573293"/>
                    <a:pt x="0" y="553311"/>
                    <a:pt x="0" y="528729"/>
                  </a:cubicBezTo>
                  <a:lnTo>
                    <a:pt x="0" y="44564"/>
                  </a:lnTo>
                  <a:cubicBezTo>
                    <a:pt x="0" y="19983"/>
                    <a:pt x="19983" y="0"/>
                    <a:pt x="44564" y="0"/>
                  </a:cubicBezTo>
                  <a:lnTo>
                    <a:pt x="262436" y="0"/>
                  </a:lnTo>
                  <a:cubicBezTo>
                    <a:pt x="287018" y="0"/>
                    <a:pt x="307001" y="19983"/>
                    <a:pt x="307001" y="44564"/>
                  </a:cubicBezTo>
                  <a:lnTo>
                    <a:pt x="307001" y="528729"/>
                  </a:lnTo>
                  <a:cubicBezTo>
                    <a:pt x="307001" y="553311"/>
                    <a:pt x="287018" y="573293"/>
                    <a:pt x="262436" y="573293"/>
                  </a:cubicBezTo>
                  <a:close/>
                  <a:moveTo>
                    <a:pt x="44564" y="16498"/>
                  </a:moveTo>
                  <a:cubicBezTo>
                    <a:pt x="29098" y="16498"/>
                    <a:pt x="16498" y="29077"/>
                    <a:pt x="16498" y="44564"/>
                  </a:cubicBezTo>
                  <a:lnTo>
                    <a:pt x="16498" y="528729"/>
                  </a:lnTo>
                  <a:cubicBezTo>
                    <a:pt x="16498" y="544196"/>
                    <a:pt x="29077" y="556796"/>
                    <a:pt x="44564" y="556796"/>
                  </a:cubicBezTo>
                  <a:lnTo>
                    <a:pt x="262436" y="556796"/>
                  </a:lnTo>
                  <a:cubicBezTo>
                    <a:pt x="277903" y="556796"/>
                    <a:pt x="290503" y="544216"/>
                    <a:pt x="290503" y="528729"/>
                  </a:cubicBezTo>
                  <a:lnTo>
                    <a:pt x="290503" y="44564"/>
                  </a:lnTo>
                  <a:cubicBezTo>
                    <a:pt x="290503" y="29098"/>
                    <a:pt x="277923" y="16498"/>
                    <a:pt x="262436" y="16498"/>
                  </a:cubicBezTo>
                  <a:lnTo>
                    <a:pt x="44564" y="16498"/>
                  </a:ln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07" name="Forma Livre: Forma 306">
              <a:extLst>
                <a:ext uri="{FF2B5EF4-FFF2-40B4-BE49-F238E27FC236}">
                  <a16:creationId xmlns:a16="http://schemas.microsoft.com/office/drawing/2014/main" id="{4540B4EF-49C8-8032-61CC-240D1E7D6746}"/>
                </a:ext>
              </a:extLst>
            </p:cNvPr>
            <p:cNvSpPr/>
            <p:nvPr/>
          </p:nvSpPr>
          <p:spPr>
            <a:xfrm>
              <a:off x="1398730" y="5865937"/>
              <a:ext cx="44626" cy="16497"/>
            </a:xfrm>
            <a:custGeom>
              <a:avLst/>
              <a:gdLst>
                <a:gd name="connsiteX0" fmla="*/ 36377 w 44626"/>
                <a:gd name="connsiteY0" fmla="*/ 16498 h 16497"/>
                <a:gd name="connsiteX1" fmla="*/ 8249 w 44626"/>
                <a:gd name="connsiteY1" fmla="*/ 16498 h 16497"/>
                <a:gd name="connsiteX2" fmla="*/ 0 w 44626"/>
                <a:gd name="connsiteY2" fmla="*/ 8249 h 16497"/>
                <a:gd name="connsiteX3" fmla="*/ 8249 w 44626"/>
                <a:gd name="connsiteY3" fmla="*/ 0 h 16497"/>
                <a:gd name="connsiteX4" fmla="*/ 36377 w 44626"/>
                <a:gd name="connsiteY4" fmla="*/ 0 h 16497"/>
                <a:gd name="connsiteX5" fmla="*/ 44626 w 44626"/>
                <a:gd name="connsiteY5" fmla="*/ 8249 h 16497"/>
                <a:gd name="connsiteX6" fmla="*/ 36377 w 44626"/>
                <a:gd name="connsiteY6" fmla="*/ 16498 h 16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4626" h="16497">
                  <a:moveTo>
                    <a:pt x="36377" y="16498"/>
                  </a:moveTo>
                  <a:lnTo>
                    <a:pt x="8249" y="16498"/>
                  </a:lnTo>
                  <a:cubicBezTo>
                    <a:pt x="3691" y="16498"/>
                    <a:pt x="0" y="12806"/>
                    <a:pt x="0" y="8249"/>
                  </a:cubicBezTo>
                  <a:cubicBezTo>
                    <a:pt x="0" y="3691"/>
                    <a:pt x="3691" y="0"/>
                    <a:pt x="8249" y="0"/>
                  </a:cubicBezTo>
                  <a:lnTo>
                    <a:pt x="36377" y="0"/>
                  </a:lnTo>
                  <a:cubicBezTo>
                    <a:pt x="40935" y="0"/>
                    <a:pt x="44626" y="3691"/>
                    <a:pt x="44626" y="8249"/>
                  </a:cubicBezTo>
                  <a:cubicBezTo>
                    <a:pt x="44626" y="12806"/>
                    <a:pt x="40935" y="16498"/>
                    <a:pt x="36377" y="16498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08" name="Forma Livre: Forma 307">
              <a:extLst>
                <a:ext uri="{FF2B5EF4-FFF2-40B4-BE49-F238E27FC236}">
                  <a16:creationId xmlns:a16="http://schemas.microsoft.com/office/drawing/2014/main" id="{4DEFE357-9376-D0F7-BC30-C6E8B5EBBA20}"/>
                </a:ext>
              </a:extLst>
            </p:cNvPr>
            <p:cNvSpPr/>
            <p:nvPr/>
          </p:nvSpPr>
          <p:spPr>
            <a:xfrm>
              <a:off x="1267573" y="6340245"/>
              <a:ext cx="306959" cy="16497"/>
            </a:xfrm>
            <a:custGeom>
              <a:avLst/>
              <a:gdLst>
                <a:gd name="connsiteX0" fmla="*/ 298711 w 306959"/>
                <a:gd name="connsiteY0" fmla="*/ 16498 h 16497"/>
                <a:gd name="connsiteX1" fmla="*/ 8249 w 306959"/>
                <a:gd name="connsiteY1" fmla="*/ 16498 h 16497"/>
                <a:gd name="connsiteX2" fmla="*/ 0 w 306959"/>
                <a:gd name="connsiteY2" fmla="*/ 8249 h 16497"/>
                <a:gd name="connsiteX3" fmla="*/ 8249 w 306959"/>
                <a:gd name="connsiteY3" fmla="*/ 0 h 16497"/>
                <a:gd name="connsiteX4" fmla="*/ 298711 w 306959"/>
                <a:gd name="connsiteY4" fmla="*/ 0 h 16497"/>
                <a:gd name="connsiteX5" fmla="*/ 306959 w 306959"/>
                <a:gd name="connsiteY5" fmla="*/ 8249 h 16497"/>
                <a:gd name="connsiteX6" fmla="*/ 298711 w 306959"/>
                <a:gd name="connsiteY6" fmla="*/ 16498 h 16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6959" h="16497">
                  <a:moveTo>
                    <a:pt x="298711" y="16498"/>
                  </a:moveTo>
                  <a:lnTo>
                    <a:pt x="8249" y="16498"/>
                  </a:lnTo>
                  <a:cubicBezTo>
                    <a:pt x="3691" y="16498"/>
                    <a:pt x="0" y="12806"/>
                    <a:pt x="0" y="8249"/>
                  </a:cubicBezTo>
                  <a:cubicBezTo>
                    <a:pt x="0" y="3691"/>
                    <a:pt x="3691" y="0"/>
                    <a:pt x="8249" y="0"/>
                  </a:cubicBezTo>
                  <a:lnTo>
                    <a:pt x="298711" y="0"/>
                  </a:lnTo>
                  <a:cubicBezTo>
                    <a:pt x="303268" y="0"/>
                    <a:pt x="306959" y="3691"/>
                    <a:pt x="306959" y="8249"/>
                  </a:cubicBezTo>
                  <a:cubicBezTo>
                    <a:pt x="306959" y="12806"/>
                    <a:pt x="303268" y="16498"/>
                    <a:pt x="298711" y="16498"/>
                  </a:cubicBezTo>
                  <a:close/>
                </a:path>
              </a:pathLst>
            </a:custGeom>
            <a:grpFill/>
            <a:ln w="20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37635897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9" name="Gráfico 3">
            <a:extLst>
              <a:ext uri="{FF2B5EF4-FFF2-40B4-BE49-F238E27FC236}">
                <a16:creationId xmlns:a16="http://schemas.microsoft.com/office/drawing/2014/main" id="{A7041714-7B94-33B6-B99D-2B6B684DD925}"/>
              </a:ext>
            </a:extLst>
          </p:cNvPr>
          <p:cNvGrpSpPr/>
          <p:nvPr/>
        </p:nvGrpSpPr>
        <p:grpSpPr>
          <a:xfrm>
            <a:off x="7648403" y="4270212"/>
            <a:ext cx="598918" cy="652048"/>
            <a:chOff x="7618406" y="4237554"/>
            <a:chExt cx="658911" cy="717363"/>
          </a:xfrm>
          <a:solidFill>
            <a:srgbClr val="262626"/>
          </a:solidFill>
        </p:grpSpPr>
        <p:grpSp>
          <p:nvGrpSpPr>
            <p:cNvPr id="310" name="Gráfico 3">
              <a:extLst>
                <a:ext uri="{FF2B5EF4-FFF2-40B4-BE49-F238E27FC236}">
                  <a16:creationId xmlns:a16="http://schemas.microsoft.com/office/drawing/2014/main" id="{DDB80996-675A-1C90-D886-2C08DE62C668}"/>
                </a:ext>
              </a:extLst>
            </p:cNvPr>
            <p:cNvGrpSpPr/>
            <p:nvPr/>
          </p:nvGrpSpPr>
          <p:grpSpPr>
            <a:xfrm>
              <a:off x="7621066" y="4237554"/>
              <a:ext cx="656250" cy="302423"/>
              <a:chOff x="7621066" y="4237554"/>
              <a:chExt cx="656250" cy="302423"/>
            </a:xfrm>
            <a:solidFill>
              <a:srgbClr val="262626"/>
            </a:solidFill>
          </p:grpSpPr>
          <p:sp>
            <p:nvSpPr>
              <p:cNvPr id="321" name="Forma Livre: Forma 320">
                <a:extLst>
                  <a:ext uri="{FF2B5EF4-FFF2-40B4-BE49-F238E27FC236}">
                    <a16:creationId xmlns:a16="http://schemas.microsoft.com/office/drawing/2014/main" id="{380BC8A4-8A67-31A8-2451-8133FAC98971}"/>
                  </a:ext>
                </a:extLst>
              </p:cNvPr>
              <p:cNvSpPr/>
              <p:nvPr/>
            </p:nvSpPr>
            <p:spPr>
              <a:xfrm>
                <a:off x="7621066" y="4237554"/>
                <a:ext cx="656250" cy="302423"/>
              </a:xfrm>
              <a:custGeom>
                <a:avLst/>
                <a:gdLst>
                  <a:gd name="connsiteX0" fmla="*/ 648976 w 656250"/>
                  <a:gd name="connsiteY0" fmla="*/ 302423 h 302423"/>
                  <a:gd name="connsiteX1" fmla="*/ 643315 w 656250"/>
                  <a:gd name="connsiteY1" fmla="*/ 299678 h 302423"/>
                  <a:gd name="connsiteX2" fmla="*/ 542035 w 656250"/>
                  <a:gd name="connsiteY2" fmla="*/ 254048 h 302423"/>
                  <a:gd name="connsiteX3" fmla="*/ 440756 w 656250"/>
                  <a:gd name="connsiteY3" fmla="*/ 299678 h 302423"/>
                  <a:gd name="connsiteX4" fmla="*/ 429377 w 656250"/>
                  <a:gd name="connsiteY4" fmla="*/ 299678 h 302423"/>
                  <a:gd name="connsiteX5" fmla="*/ 328097 w 656250"/>
                  <a:gd name="connsiteY5" fmla="*/ 254048 h 302423"/>
                  <a:gd name="connsiteX6" fmla="*/ 226818 w 656250"/>
                  <a:gd name="connsiteY6" fmla="*/ 299678 h 302423"/>
                  <a:gd name="connsiteX7" fmla="*/ 221157 w 656250"/>
                  <a:gd name="connsiteY7" fmla="*/ 302423 h 302423"/>
                  <a:gd name="connsiteX8" fmla="*/ 221100 w 656250"/>
                  <a:gd name="connsiteY8" fmla="*/ 302423 h 302423"/>
                  <a:gd name="connsiteX9" fmla="*/ 215439 w 656250"/>
                  <a:gd name="connsiteY9" fmla="*/ 299678 h 302423"/>
                  <a:gd name="connsiteX10" fmla="*/ 114159 w 656250"/>
                  <a:gd name="connsiteY10" fmla="*/ 254048 h 302423"/>
                  <a:gd name="connsiteX11" fmla="*/ 12879 w 656250"/>
                  <a:gd name="connsiteY11" fmla="*/ 299678 h 302423"/>
                  <a:gd name="connsiteX12" fmla="*/ 4841 w 656250"/>
                  <a:gd name="connsiteY12" fmla="*/ 302027 h 302423"/>
                  <a:gd name="connsiteX13" fmla="*/ 0 w 656250"/>
                  <a:gd name="connsiteY13" fmla="*/ 295205 h 302423"/>
                  <a:gd name="connsiteX14" fmla="*/ 328126 w 656250"/>
                  <a:gd name="connsiteY14" fmla="*/ 0 h 302423"/>
                  <a:gd name="connsiteX15" fmla="*/ 656251 w 656250"/>
                  <a:gd name="connsiteY15" fmla="*/ 295205 h 302423"/>
                  <a:gd name="connsiteX16" fmla="*/ 651411 w 656250"/>
                  <a:gd name="connsiteY16" fmla="*/ 302027 h 302423"/>
                  <a:gd name="connsiteX17" fmla="*/ 649033 w 656250"/>
                  <a:gd name="connsiteY17" fmla="*/ 302423 h 302423"/>
                  <a:gd name="connsiteX18" fmla="*/ 221128 w 656250"/>
                  <a:gd name="connsiteY18" fmla="*/ 295205 h 302423"/>
                  <a:gd name="connsiteX19" fmla="*/ 221185 w 656250"/>
                  <a:gd name="connsiteY19" fmla="*/ 295205 h 302423"/>
                  <a:gd name="connsiteX20" fmla="*/ 221128 w 656250"/>
                  <a:gd name="connsiteY20" fmla="*/ 295205 h 302423"/>
                  <a:gd name="connsiteX21" fmla="*/ 328069 w 656250"/>
                  <a:gd name="connsiteY21" fmla="*/ 239612 h 302423"/>
                  <a:gd name="connsiteX22" fmla="*/ 435038 w 656250"/>
                  <a:gd name="connsiteY22" fmla="*/ 284109 h 302423"/>
                  <a:gd name="connsiteX23" fmla="*/ 542007 w 656250"/>
                  <a:gd name="connsiteY23" fmla="*/ 239612 h 302423"/>
                  <a:gd name="connsiteX24" fmla="*/ 641022 w 656250"/>
                  <a:gd name="connsiteY24" fmla="*/ 276183 h 302423"/>
                  <a:gd name="connsiteX25" fmla="*/ 328069 w 656250"/>
                  <a:gd name="connsiteY25" fmla="*/ 14436 h 302423"/>
                  <a:gd name="connsiteX26" fmla="*/ 15116 w 656250"/>
                  <a:gd name="connsiteY26" fmla="*/ 276183 h 302423"/>
                  <a:gd name="connsiteX27" fmla="*/ 114131 w 656250"/>
                  <a:gd name="connsiteY27" fmla="*/ 239612 h 302423"/>
                  <a:gd name="connsiteX28" fmla="*/ 221100 w 656250"/>
                  <a:gd name="connsiteY28" fmla="*/ 284109 h 302423"/>
                  <a:gd name="connsiteX29" fmla="*/ 328069 w 656250"/>
                  <a:gd name="connsiteY29" fmla="*/ 239612 h 3024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656250" h="302423">
                    <a:moveTo>
                      <a:pt x="648976" y="302423"/>
                    </a:moveTo>
                    <a:cubicBezTo>
                      <a:pt x="646796" y="302423"/>
                      <a:pt x="644702" y="301433"/>
                      <a:pt x="643315" y="299678"/>
                    </a:cubicBezTo>
                    <a:cubicBezTo>
                      <a:pt x="620755" y="271088"/>
                      <a:pt x="582881" y="254048"/>
                      <a:pt x="542035" y="254048"/>
                    </a:cubicBezTo>
                    <a:cubicBezTo>
                      <a:pt x="501189" y="254048"/>
                      <a:pt x="463316" y="271117"/>
                      <a:pt x="440756" y="299678"/>
                    </a:cubicBezTo>
                    <a:cubicBezTo>
                      <a:pt x="438010" y="303159"/>
                      <a:pt x="432123" y="303159"/>
                      <a:pt x="429377" y="299678"/>
                    </a:cubicBezTo>
                    <a:cubicBezTo>
                      <a:pt x="406817" y="271088"/>
                      <a:pt x="368943" y="254048"/>
                      <a:pt x="328097" y="254048"/>
                    </a:cubicBezTo>
                    <a:cubicBezTo>
                      <a:pt x="287252" y="254048"/>
                      <a:pt x="249378" y="271117"/>
                      <a:pt x="226818" y="299678"/>
                    </a:cubicBezTo>
                    <a:cubicBezTo>
                      <a:pt x="225459" y="301404"/>
                      <a:pt x="223365" y="302423"/>
                      <a:pt x="221157" y="302423"/>
                    </a:cubicBezTo>
                    <a:lnTo>
                      <a:pt x="221100" y="302423"/>
                    </a:lnTo>
                    <a:cubicBezTo>
                      <a:pt x="218892" y="302423"/>
                      <a:pt x="216797" y="301404"/>
                      <a:pt x="215439" y="299678"/>
                    </a:cubicBezTo>
                    <a:cubicBezTo>
                      <a:pt x="192879" y="271088"/>
                      <a:pt x="155005" y="254048"/>
                      <a:pt x="114159" y="254048"/>
                    </a:cubicBezTo>
                    <a:cubicBezTo>
                      <a:pt x="73313" y="254048"/>
                      <a:pt x="35439" y="271117"/>
                      <a:pt x="12879" y="299678"/>
                    </a:cubicBezTo>
                    <a:cubicBezTo>
                      <a:pt x="10983" y="302084"/>
                      <a:pt x="7756" y="303018"/>
                      <a:pt x="4841" y="302027"/>
                    </a:cubicBezTo>
                    <a:cubicBezTo>
                      <a:pt x="1925" y="301008"/>
                      <a:pt x="0" y="298291"/>
                      <a:pt x="0" y="295205"/>
                    </a:cubicBezTo>
                    <a:cubicBezTo>
                      <a:pt x="0" y="132416"/>
                      <a:pt x="147192" y="0"/>
                      <a:pt x="328126" y="0"/>
                    </a:cubicBezTo>
                    <a:cubicBezTo>
                      <a:pt x="509059" y="0"/>
                      <a:pt x="656251" y="132416"/>
                      <a:pt x="656251" y="295205"/>
                    </a:cubicBezTo>
                    <a:cubicBezTo>
                      <a:pt x="656251" y="298291"/>
                      <a:pt x="654298" y="301008"/>
                      <a:pt x="651411" y="302027"/>
                    </a:cubicBezTo>
                    <a:cubicBezTo>
                      <a:pt x="650646" y="302282"/>
                      <a:pt x="649825" y="302423"/>
                      <a:pt x="649033" y="302423"/>
                    </a:cubicBezTo>
                    <a:close/>
                    <a:moveTo>
                      <a:pt x="221128" y="295205"/>
                    </a:moveTo>
                    <a:lnTo>
                      <a:pt x="221185" y="295205"/>
                    </a:lnTo>
                    <a:lnTo>
                      <a:pt x="221128" y="295205"/>
                    </a:lnTo>
                    <a:close/>
                    <a:moveTo>
                      <a:pt x="328069" y="239612"/>
                    </a:moveTo>
                    <a:cubicBezTo>
                      <a:pt x="370075" y="239612"/>
                      <a:pt x="409393" y="256114"/>
                      <a:pt x="435038" y="284109"/>
                    </a:cubicBezTo>
                    <a:cubicBezTo>
                      <a:pt x="460683" y="256114"/>
                      <a:pt x="500001" y="239612"/>
                      <a:pt x="542007" y="239612"/>
                    </a:cubicBezTo>
                    <a:cubicBezTo>
                      <a:pt x="579881" y="239612"/>
                      <a:pt x="615575" y="253029"/>
                      <a:pt x="641022" y="276183"/>
                    </a:cubicBezTo>
                    <a:cubicBezTo>
                      <a:pt x="630039" y="130208"/>
                      <a:pt x="493859" y="14436"/>
                      <a:pt x="328069" y="14436"/>
                    </a:cubicBezTo>
                    <a:cubicBezTo>
                      <a:pt x="162280" y="14436"/>
                      <a:pt x="26071" y="130208"/>
                      <a:pt x="15116" y="276183"/>
                    </a:cubicBezTo>
                    <a:cubicBezTo>
                      <a:pt x="40563" y="253029"/>
                      <a:pt x="76257" y="239612"/>
                      <a:pt x="114131" y="239612"/>
                    </a:cubicBezTo>
                    <a:cubicBezTo>
                      <a:pt x="156137" y="239612"/>
                      <a:pt x="195454" y="256114"/>
                      <a:pt x="221100" y="284109"/>
                    </a:cubicBezTo>
                    <a:cubicBezTo>
                      <a:pt x="246745" y="256114"/>
                      <a:pt x="286062" y="239612"/>
                      <a:pt x="328069" y="239612"/>
                    </a:cubicBezTo>
                    <a:close/>
                  </a:path>
                </a:pathLst>
              </a:custGeom>
              <a:solidFill>
                <a:srgbClr val="262626"/>
              </a:solidFill>
              <a:ln w="2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22" name="Forma Livre: Forma 321">
                <a:extLst>
                  <a:ext uri="{FF2B5EF4-FFF2-40B4-BE49-F238E27FC236}">
                    <a16:creationId xmlns:a16="http://schemas.microsoft.com/office/drawing/2014/main" id="{D89E744B-F862-3774-4225-54CE0759EA28}"/>
                  </a:ext>
                </a:extLst>
              </p:cNvPr>
              <p:cNvSpPr/>
              <p:nvPr/>
            </p:nvSpPr>
            <p:spPr>
              <a:xfrm>
                <a:off x="7834948" y="4237554"/>
                <a:ext cx="228430" cy="302423"/>
              </a:xfrm>
              <a:custGeom>
                <a:avLst/>
                <a:gdLst>
                  <a:gd name="connsiteX0" fmla="*/ 221213 w 228430"/>
                  <a:gd name="connsiteY0" fmla="*/ 302423 h 302423"/>
                  <a:gd name="connsiteX1" fmla="*/ 213995 w 228430"/>
                  <a:gd name="connsiteY1" fmla="*/ 295205 h 302423"/>
                  <a:gd name="connsiteX2" fmla="*/ 114216 w 228430"/>
                  <a:gd name="connsiteY2" fmla="*/ 14436 h 302423"/>
                  <a:gd name="connsiteX3" fmla="*/ 14436 w 228430"/>
                  <a:gd name="connsiteY3" fmla="*/ 295205 h 302423"/>
                  <a:gd name="connsiteX4" fmla="*/ 7218 w 228430"/>
                  <a:gd name="connsiteY4" fmla="*/ 302423 h 302423"/>
                  <a:gd name="connsiteX5" fmla="*/ 0 w 228430"/>
                  <a:gd name="connsiteY5" fmla="*/ 295205 h 302423"/>
                  <a:gd name="connsiteX6" fmla="*/ 114216 w 228430"/>
                  <a:gd name="connsiteY6" fmla="*/ 0 h 302423"/>
                  <a:gd name="connsiteX7" fmla="*/ 228431 w 228430"/>
                  <a:gd name="connsiteY7" fmla="*/ 295205 h 302423"/>
                  <a:gd name="connsiteX8" fmla="*/ 221213 w 228430"/>
                  <a:gd name="connsiteY8" fmla="*/ 302423 h 3024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28430" h="302423">
                    <a:moveTo>
                      <a:pt x="221213" y="302423"/>
                    </a:moveTo>
                    <a:cubicBezTo>
                      <a:pt x="217222" y="302423"/>
                      <a:pt x="213995" y="299196"/>
                      <a:pt x="213995" y="295205"/>
                    </a:cubicBezTo>
                    <a:cubicBezTo>
                      <a:pt x="213995" y="143003"/>
                      <a:pt x="168308" y="14436"/>
                      <a:pt x="114216" y="14436"/>
                    </a:cubicBezTo>
                    <a:cubicBezTo>
                      <a:pt x="60122" y="14436"/>
                      <a:pt x="14436" y="143031"/>
                      <a:pt x="14436" y="295205"/>
                    </a:cubicBezTo>
                    <a:cubicBezTo>
                      <a:pt x="14436" y="299196"/>
                      <a:pt x="11209" y="302423"/>
                      <a:pt x="7218" y="302423"/>
                    </a:cubicBezTo>
                    <a:cubicBezTo>
                      <a:pt x="3227" y="302423"/>
                      <a:pt x="0" y="299196"/>
                      <a:pt x="0" y="295205"/>
                    </a:cubicBezTo>
                    <a:cubicBezTo>
                      <a:pt x="0" y="129671"/>
                      <a:pt x="50158" y="0"/>
                      <a:pt x="114216" y="0"/>
                    </a:cubicBezTo>
                    <a:cubicBezTo>
                      <a:pt x="178272" y="0"/>
                      <a:pt x="228431" y="129671"/>
                      <a:pt x="228431" y="295205"/>
                    </a:cubicBezTo>
                    <a:cubicBezTo>
                      <a:pt x="228431" y="299196"/>
                      <a:pt x="225204" y="302423"/>
                      <a:pt x="221213" y="302423"/>
                    </a:cubicBezTo>
                    <a:close/>
                  </a:path>
                </a:pathLst>
              </a:custGeom>
              <a:solidFill>
                <a:srgbClr val="262626"/>
              </a:solidFill>
              <a:ln w="2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311" name="Gráfico 3">
              <a:extLst>
                <a:ext uri="{FF2B5EF4-FFF2-40B4-BE49-F238E27FC236}">
                  <a16:creationId xmlns:a16="http://schemas.microsoft.com/office/drawing/2014/main" id="{9E58DC9C-D099-7B88-182C-F40C175E555D}"/>
                </a:ext>
              </a:extLst>
            </p:cNvPr>
            <p:cNvGrpSpPr/>
            <p:nvPr/>
          </p:nvGrpSpPr>
          <p:grpSpPr>
            <a:xfrm>
              <a:off x="7618406" y="4578870"/>
              <a:ext cx="658911" cy="376047"/>
              <a:chOff x="7618406" y="4578870"/>
              <a:chExt cx="658911" cy="376047"/>
            </a:xfrm>
            <a:solidFill>
              <a:srgbClr val="262626"/>
            </a:solidFill>
          </p:grpSpPr>
          <p:grpSp>
            <p:nvGrpSpPr>
              <p:cNvPr id="312" name="Gráfico 3">
                <a:extLst>
                  <a:ext uri="{FF2B5EF4-FFF2-40B4-BE49-F238E27FC236}">
                    <a16:creationId xmlns:a16="http://schemas.microsoft.com/office/drawing/2014/main" id="{6C3E521C-F09D-7033-3318-653E1517A483}"/>
                  </a:ext>
                </a:extLst>
              </p:cNvPr>
              <p:cNvGrpSpPr/>
              <p:nvPr/>
            </p:nvGrpSpPr>
            <p:grpSpPr>
              <a:xfrm>
                <a:off x="7790903" y="4578870"/>
                <a:ext cx="313859" cy="376047"/>
                <a:chOff x="7790903" y="4578870"/>
                <a:chExt cx="313859" cy="376047"/>
              </a:xfrm>
              <a:solidFill>
                <a:srgbClr val="262626"/>
              </a:solidFill>
            </p:grpSpPr>
            <p:sp>
              <p:nvSpPr>
                <p:cNvPr id="319" name="Forma Livre: Forma 318">
                  <a:extLst>
                    <a:ext uri="{FF2B5EF4-FFF2-40B4-BE49-F238E27FC236}">
                      <a16:creationId xmlns:a16="http://schemas.microsoft.com/office/drawing/2014/main" id="{26E58365-9138-9FA3-E5B8-283096E44A8A}"/>
                    </a:ext>
                  </a:extLst>
                </p:cNvPr>
                <p:cNvSpPr/>
                <p:nvPr/>
              </p:nvSpPr>
              <p:spPr>
                <a:xfrm>
                  <a:off x="7790903" y="4782193"/>
                  <a:ext cx="313859" cy="172724"/>
                </a:xfrm>
                <a:custGeom>
                  <a:avLst/>
                  <a:gdLst>
                    <a:gd name="connsiteX0" fmla="*/ 156930 w 313859"/>
                    <a:gd name="connsiteY0" fmla="*/ 172724 h 172724"/>
                    <a:gd name="connsiteX1" fmla="*/ 0 w 313859"/>
                    <a:gd name="connsiteY1" fmla="*/ 86362 h 172724"/>
                    <a:gd name="connsiteX2" fmla="*/ 156930 w 313859"/>
                    <a:gd name="connsiteY2" fmla="*/ 0 h 172724"/>
                    <a:gd name="connsiteX3" fmla="*/ 313859 w 313859"/>
                    <a:gd name="connsiteY3" fmla="*/ 86362 h 172724"/>
                    <a:gd name="connsiteX4" fmla="*/ 156930 w 313859"/>
                    <a:gd name="connsiteY4" fmla="*/ 172724 h 172724"/>
                    <a:gd name="connsiteX5" fmla="*/ 156930 w 313859"/>
                    <a:gd name="connsiteY5" fmla="*/ 14436 h 172724"/>
                    <a:gd name="connsiteX6" fmla="*/ 14436 w 313859"/>
                    <a:gd name="connsiteY6" fmla="*/ 86362 h 172724"/>
                    <a:gd name="connsiteX7" fmla="*/ 156930 w 313859"/>
                    <a:gd name="connsiteY7" fmla="*/ 158288 h 172724"/>
                    <a:gd name="connsiteX8" fmla="*/ 299423 w 313859"/>
                    <a:gd name="connsiteY8" fmla="*/ 86362 h 172724"/>
                    <a:gd name="connsiteX9" fmla="*/ 156930 w 313859"/>
                    <a:gd name="connsiteY9" fmla="*/ 14436 h 1727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13859" h="172724">
                      <a:moveTo>
                        <a:pt x="156930" y="172724"/>
                      </a:moveTo>
                      <a:cubicBezTo>
                        <a:pt x="68926" y="172724"/>
                        <a:pt x="0" y="134794"/>
                        <a:pt x="0" y="86362"/>
                      </a:cubicBezTo>
                      <a:cubicBezTo>
                        <a:pt x="0" y="37930"/>
                        <a:pt x="68926" y="0"/>
                        <a:pt x="156930" y="0"/>
                      </a:cubicBezTo>
                      <a:cubicBezTo>
                        <a:pt x="244933" y="0"/>
                        <a:pt x="313859" y="37930"/>
                        <a:pt x="313859" y="86362"/>
                      </a:cubicBezTo>
                      <a:cubicBezTo>
                        <a:pt x="313859" y="134794"/>
                        <a:pt x="244933" y="172724"/>
                        <a:pt x="156930" y="172724"/>
                      </a:cubicBezTo>
                      <a:close/>
                      <a:moveTo>
                        <a:pt x="156930" y="14436"/>
                      </a:moveTo>
                      <a:cubicBezTo>
                        <a:pt x="79682" y="14436"/>
                        <a:pt x="14436" y="47385"/>
                        <a:pt x="14436" y="86362"/>
                      </a:cubicBezTo>
                      <a:cubicBezTo>
                        <a:pt x="14436" y="125340"/>
                        <a:pt x="79682" y="158288"/>
                        <a:pt x="156930" y="158288"/>
                      </a:cubicBezTo>
                      <a:cubicBezTo>
                        <a:pt x="234178" y="158288"/>
                        <a:pt x="299423" y="125340"/>
                        <a:pt x="299423" y="86362"/>
                      </a:cubicBezTo>
                      <a:cubicBezTo>
                        <a:pt x="299423" y="47385"/>
                        <a:pt x="234178" y="14436"/>
                        <a:pt x="156930" y="14436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282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320" name="Forma Livre: Forma 319">
                  <a:extLst>
                    <a:ext uri="{FF2B5EF4-FFF2-40B4-BE49-F238E27FC236}">
                      <a16:creationId xmlns:a16="http://schemas.microsoft.com/office/drawing/2014/main" id="{1860F510-C8B0-4030-04AD-62E648F8CC56}"/>
                    </a:ext>
                  </a:extLst>
                </p:cNvPr>
                <p:cNvSpPr/>
                <p:nvPr/>
              </p:nvSpPr>
              <p:spPr>
                <a:xfrm>
                  <a:off x="7865094" y="4578870"/>
                  <a:ext cx="165477" cy="165477"/>
                </a:xfrm>
                <a:custGeom>
                  <a:avLst/>
                  <a:gdLst>
                    <a:gd name="connsiteX0" fmla="*/ 82739 w 165477"/>
                    <a:gd name="connsiteY0" fmla="*/ 165478 h 165477"/>
                    <a:gd name="connsiteX1" fmla="*/ 0 w 165477"/>
                    <a:gd name="connsiteY1" fmla="*/ 82739 h 165477"/>
                    <a:gd name="connsiteX2" fmla="*/ 82739 w 165477"/>
                    <a:gd name="connsiteY2" fmla="*/ 0 h 165477"/>
                    <a:gd name="connsiteX3" fmla="*/ 165478 w 165477"/>
                    <a:gd name="connsiteY3" fmla="*/ 82739 h 165477"/>
                    <a:gd name="connsiteX4" fmla="*/ 82739 w 165477"/>
                    <a:gd name="connsiteY4" fmla="*/ 165478 h 165477"/>
                    <a:gd name="connsiteX5" fmla="*/ 82739 w 165477"/>
                    <a:gd name="connsiteY5" fmla="*/ 14436 h 165477"/>
                    <a:gd name="connsiteX6" fmla="*/ 14436 w 165477"/>
                    <a:gd name="connsiteY6" fmla="*/ 82739 h 165477"/>
                    <a:gd name="connsiteX7" fmla="*/ 82739 w 165477"/>
                    <a:gd name="connsiteY7" fmla="*/ 151042 h 165477"/>
                    <a:gd name="connsiteX8" fmla="*/ 151041 w 165477"/>
                    <a:gd name="connsiteY8" fmla="*/ 82739 h 165477"/>
                    <a:gd name="connsiteX9" fmla="*/ 82739 w 165477"/>
                    <a:gd name="connsiteY9" fmla="*/ 14436 h 1654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65477" h="165477">
                      <a:moveTo>
                        <a:pt x="82739" y="165478"/>
                      </a:moveTo>
                      <a:cubicBezTo>
                        <a:pt x="37109" y="165478"/>
                        <a:pt x="0" y="128368"/>
                        <a:pt x="0" y="82739"/>
                      </a:cubicBezTo>
                      <a:cubicBezTo>
                        <a:pt x="0" y="37109"/>
                        <a:pt x="37109" y="0"/>
                        <a:pt x="82739" y="0"/>
                      </a:cubicBezTo>
                      <a:cubicBezTo>
                        <a:pt x="128368" y="0"/>
                        <a:pt x="165478" y="37109"/>
                        <a:pt x="165478" y="82739"/>
                      </a:cubicBezTo>
                      <a:cubicBezTo>
                        <a:pt x="165478" y="128368"/>
                        <a:pt x="128368" y="165478"/>
                        <a:pt x="82739" y="165478"/>
                      </a:cubicBezTo>
                      <a:close/>
                      <a:moveTo>
                        <a:pt x="82739" y="14436"/>
                      </a:moveTo>
                      <a:cubicBezTo>
                        <a:pt x="45092" y="14436"/>
                        <a:pt x="14436" y="45063"/>
                        <a:pt x="14436" y="82739"/>
                      </a:cubicBezTo>
                      <a:cubicBezTo>
                        <a:pt x="14436" y="120414"/>
                        <a:pt x="45063" y="151042"/>
                        <a:pt x="82739" y="151042"/>
                      </a:cubicBezTo>
                      <a:cubicBezTo>
                        <a:pt x="120414" y="151042"/>
                        <a:pt x="151041" y="120414"/>
                        <a:pt x="151041" y="82739"/>
                      </a:cubicBezTo>
                      <a:cubicBezTo>
                        <a:pt x="151041" y="45063"/>
                        <a:pt x="120414" y="14436"/>
                        <a:pt x="82739" y="14436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282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  <p:grpSp>
            <p:nvGrpSpPr>
              <p:cNvPr id="313" name="Gráfico 3">
                <a:extLst>
                  <a:ext uri="{FF2B5EF4-FFF2-40B4-BE49-F238E27FC236}">
                    <a16:creationId xmlns:a16="http://schemas.microsoft.com/office/drawing/2014/main" id="{304039A6-54AE-7B95-7178-7065B635426C}"/>
                  </a:ext>
                </a:extLst>
              </p:cNvPr>
              <p:cNvGrpSpPr/>
              <p:nvPr/>
            </p:nvGrpSpPr>
            <p:grpSpPr>
              <a:xfrm>
                <a:off x="8074885" y="4590645"/>
                <a:ext cx="202431" cy="304149"/>
                <a:chOff x="8074885" y="4590645"/>
                <a:chExt cx="202431" cy="304149"/>
              </a:xfrm>
              <a:solidFill>
                <a:srgbClr val="262626"/>
              </a:solidFill>
            </p:grpSpPr>
            <p:sp>
              <p:nvSpPr>
                <p:cNvPr id="317" name="Forma Livre: Forma 316">
                  <a:extLst>
                    <a:ext uri="{FF2B5EF4-FFF2-40B4-BE49-F238E27FC236}">
                      <a16:creationId xmlns:a16="http://schemas.microsoft.com/office/drawing/2014/main" id="{AE733A80-ECA0-F47F-ECA5-6D9B575AA4E3}"/>
                    </a:ext>
                  </a:extLst>
                </p:cNvPr>
                <p:cNvSpPr/>
                <p:nvPr/>
              </p:nvSpPr>
              <p:spPr>
                <a:xfrm>
                  <a:off x="8074885" y="4753491"/>
                  <a:ext cx="202431" cy="141304"/>
                </a:xfrm>
                <a:custGeom>
                  <a:avLst/>
                  <a:gdLst>
                    <a:gd name="connsiteX0" fmla="*/ 75224 w 202431"/>
                    <a:gd name="connsiteY0" fmla="*/ 141304 h 141304"/>
                    <a:gd name="connsiteX1" fmla="*/ 69761 w 202431"/>
                    <a:gd name="connsiteY1" fmla="*/ 141191 h 141304"/>
                    <a:gd name="connsiteX2" fmla="*/ 62967 w 202431"/>
                    <a:gd name="connsiteY2" fmla="*/ 133577 h 141304"/>
                    <a:gd name="connsiteX3" fmla="*/ 70610 w 202431"/>
                    <a:gd name="connsiteY3" fmla="*/ 126783 h 141304"/>
                    <a:gd name="connsiteX4" fmla="*/ 75224 w 202431"/>
                    <a:gd name="connsiteY4" fmla="*/ 126868 h 141304"/>
                    <a:gd name="connsiteX5" fmla="*/ 187968 w 202431"/>
                    <a:gd name="connsiteY5" fmla="*/ 70680 h 141304"/>
                    <a:gd name="connsiteX6" fmla="*/ 75224 w 202431"/>
                    <a:gd name="connsiteY6" fmla="*/ 14464 h 141304"/>
                    <a:gd name="connsiteX7" fmla="*/ 9695 w 202431"/>
                    <a:gd name="connsiteY7" fmla="*/ 25192 h 141304"/>
                    <a:gd name="connsiteX8" fmla="*/ 439 w 202431"/>
                    <a:gd name="connsiteY8" fmla="*/ 20890 h 141304"/>
                    <a:gd name="connsiteX9" fmla="*/ 4741 w 202431"/>
                    <a:gd name="connsiteY9" fmla="*/ 11634 h 141304"/>
                    <a:gd name="connsiteX10" fmla="*/ 75252 w 202431"/>
                    <a:gd name="connsiteY10" fmla="*/ 0 h 141304"/>
                    <a:gd name="connsiteX11" fmla="*/ 202432 w 202431"/>
                    <a:gd name="connsiteY11" fmla="*/ 70652 h 141304"/>
                    <a:gd name="connsiteX12" fmla="*/ 75252 w 202431"/>
                    <a:gd name="connsiteY12" fmla="*/ 141276 h 1413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02431" h="141304">
                      <a:moveTo>
                        <a:pt x="75224" y="141304"/>
                      </a:moveTo>
                      <a:cubicBezTo>
                        <a:pt x="73412" y="141304"/>
                        <a:pt x="71572" y="141304"/>
                        <a:pt x="69761" y="141191"/>
                      </a:cubicBezTo>
                      <a:cubicBezTo>
                        <a:pt x="65769" y="140965"/>
                        <a:pt x="62740" y="137540"/>
                        <a:pt x="62967" y="133577"/>
                      </a:cubicBezTo>
                      <a:cubicBezTo>
                        <a:pt x="63194" y="129586"/>
                        <a:pt x="66619" y="126529"/>
                        <a:pt x="70610" y="126783"/>
                      </a:cubicBezTo>
                      <a:cubicBezTo>
                        <a:pt x="72167" y="126868"/>
                        <a:pt x="73724" y="126868"/>
                        <a:pt x="75224" y="126868"/>
                      </a:cubicBezTo>
                      <a:cubicBezTo>
                        <a:pt x="136336" y="126868"/>
                        <a:pt x="187968" y="101138"/>
                        <a:pt x="187968" y="70680"/>
                      </a:cubicBezTo>
                      <a:cubicBezTo>
                        <a:pt x="187968" y="40223"/>
                        <a:pt x="136336" y="14464"/>
                        <a:pt x="75224" y="14464"/>
                      </a:cubicBezTo>
                      <a:cubicBezTo>
                        <a:pt x="51503" y="14464"/>
                        <a:pt x="28858" y="18173"/>
                        <a:pt x="9695" y="25192"/>
                      </a:cubicBezTo>
                      <a:cubicBezTo>
                        <a:pt x="5959" y="26551"/>
                        <a:pt x="1798" y="24655"/>
                        <a:pt x="439" y="20890"/>
                      </a:cubicBezTo>
                      <a:cubicBezTo>
                        <a:pt x="-920" y="17154"/>
                        <a:pt x="977" y="12992"/>
                        <a:pt x="4741" y="11634"/>
                      </a:cubicBezTo>
                      <a:cubicBezTo>
                        <a:pt x="25490" y="4019"/>
                        <a:pt x="49862" y="0"/>
                        <a:pt x="75252" y="0"/>
                      </a:cubicBezTo>
                      <a:cubicBezTo>
                        <a:pt x="146555" y="0"/>
                        <a:pt x="202432" y="31023"/>
                        <a:pt x="202432" y="70652"/>
                      </a:cubicBezTo>
                      <a:cubicBezTo>
                        <a:pt x="202432" y="110281"/>
                        <a:pt x="146555" y="141276"/>
                        <a:pt x="75252" y="141276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282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318" name="Forma Livre: Forma 317">
                  <a:extLst>
                    <a:ext uri="{FF2B5EF4-FFF2-40B4-BE49-F238E27FC236}">
                      <a16:creationId xmlns:a16="http://schemas.microsoft.com/office/drawing/2014/main" id="{A4225084-777D-89AB-E898-21F8A5E4F7FF}"/>
                    </a:ext>
                  </a:extLst>
                </p:cNvPr>
                <p:cNvSpPr/>
                <p:nvPr/>
              </p:nvSpPr>
              <p:spPr>
                <a:xfrm>
                  <a:off x="8082373" y="4590645"/>
                  <a:ext cx="135473" cy="135445"/>
                </a:xfrm>
                <a:custGeom>
                  <a:avLst/>
                  <a:gdLst>
                    <a:gd name="connsiteX0" fmla="*/ 67737 w 135473"/>
                    <a:gd name="connsiteY0" fmla="*/ 135445 h 135445"/>
                    <a:gd name="connsiteX1" fmla="*/ 0 w 135473"/>
                    <a:gd name="connsiteY1" fmla="*/ 67737 h 135445"/>
                    <a:gd name="connsiteX2" fmla="*/ 67737 w 135473"/>
                    <a:gd name="connsiteY2" fmla="*/ 0 h 135445"/>
                    <a:gd name="connsiteX3" fmla="*/ 135473 w 135473"/>
                    <a:gd name="connsiteY3" fmla="*/ 67737 h 135445"/>
                    <a:gd name="connsiteX4" fmla="*/ 67737 w 135473"/>
                    <a:gd name="connsiteY4" fmla="*/ 135445 h 135445"/>
                    <a:gd name="connsiteX5" fmla="*/ 67737 w 135473"/>
                    <a:gd name="connsiteY5" fmla="*/ 14436 h 135445"/>
                    <a:gd name="connsiteX6" fmla="*/ 14436 w 135473"/>
                    <a:gd name="connsiteY6" fmla="*/ 67737 h 135445"/>
                    <a:gd name="connsiteX7" fmla="*/ 67737 w 135473"/>
                    <a:gd name="connsiteY7" fmla="*/ 121009 h 135445"/>
                    <a:gd name="connsiteX8" fmla="*/ 121037 w 135473"/>
                    <a:gd name="connsiteY8" fmla="*/ 67737 h 135445"/>
                    <a:gd name="connsiteX9" fmla="*/ 67737 w 135473"/>
                    <a:gd name="connsiteY9" fmla="*/ 14436 h 1354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35473" h="135445">
                      <a:moveTo>
                        <a:pt x="67737" y="135445"/>
                      </a:moveTo>
                      <a:cubicBezTo>
                        <a:pt x="30401" y="135445"/>
                        <a:pt x="0" y="105073"/>
                        <a:pt x="0" y="67737"/>
                      </a:cubicBezTo>
                      <a:cubicBezTo>
                        <a:pt x="0" y="30401"/>
                        <a:pt x="30372" y="0"/>
                        <a:pt x="67737" y="0"/>
                      </a:cubicBezTo>
                      <a:cubicBezTo>
                        <a:pt x="105101" y="0"/>
                        <a:pt x="135473" y="30372"/>
                        <a:pt x="135473" y="67737"/>
                      </a:cubicBezTo>
                      <a:cubicBezTo>
                        <a:pt x="135473" y="105101"/>
                        <a:pt x="105101" y="135445"/>
                        <a:pt x="67737" y="135445"/>
                      </a:cubicBezTo>
                      <a:close/>
                      <a:moveTo>
                        <a:pt x="67737" y="14436"/>
                      </a:moveTo>
                      <a:cubicBezTo>
                        <a:pt x="38354" y="14436"/>
                        <a:pt x="14436" y="38355"/>
                        <a:pt x="14436" y="67737"/>
                      </a:cubicBezTo>
                      <a:cubicBezTo>
                        <a:pt x="14436" y="97119"/>
                        <a:pt x="38354" y="121009"/>
                        <a:pt x="67737" y="121009"/>
                      </a:cubicBezTo>
                      <a:cubicBezTo>
                        <a:pt x="97118" y="121009"/>
                        <a:pt x="121037" y="97090"/>
                        <a:pt x="121037" y="67737"/>
                      </a:cubicBezTo>
                      <a:cubicBezTo>
                        <a:pt x="121037" y="38383"/>
                        <a:pt x="97118" y="14436"/>
                        <a:pt x="67737" y="14436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282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  <p:grpSp>
            <p:nvGrpSpPr>
              <p:cNvPr id="314" name="Gráfico 3">
                <a:extLst>
                  <a:ext uri="{FF2B5EF4-FFF2-40B4-BE49-F238E27FC236}">
                    <a16:creationId xmlns:a16="http://schemas.microsoft.com/office/drawing/2014/main" id="{64FA9EC2-3BA3-233A-D213-8D0E3CE5562D}"/>
                  </a:ext>
                </a:extLst>
              </p:cNvPr>
              <p:cNvGrpSpPr/>
              <p:nvPr/>
            </p:nvGrpSpPr>
            <p:grpSpPr>
              <a:xfrm>
                <a:off x="7618406" y="4590645"/>
                <a:ext cx="202428" cy="304178"/>
                <a:chOff x="7618406" y="4590645"/>
                <a:chExt cx="202428" cy="304178"/>
              </a:xfrm>
              <a:solidFill>
                <a:srgbClr val="262626"/>
              </a:solidFill>
            </p:grpSpPr>
            <p:sp>
              <p:nvSpPr>
                <p:cNvPr id="315" name="Forma Livre: Forma 314">
                  <a:extLst>
                    <a:ext uri="{FF2B5EF4-FFF2-40B4-BE49-F238E27FC236}">
                      <a16:creationId xmlns:a16="http://schemas.microsoft.com/office/drawing/2014/main" id="{0C297754-B622-671D-9EE6-75D6AADADDD1}"/>
                    </a:ext>
                  </a:extLst>
                </p:cNvPr>
                <p:cNvSpPr/>
                <p:nvPr/>
              </p:nvSpPr>
              <p:spPr>
                <a:xfrm>
                  <a:off x="7618406" y="4753519"/>
                  <a:ext cx="202428" cy="141304"/>
                </a:xfrm>
                <a:custGeom>
                  <a:avLst/>
                  <a:gdLst>
                    <a:gd name="connsiteX0" fmla="*/ 127179 w 202428"/>
                    <a:gd name="connsiteY0" fmla="*/ 141276 h 141304"/>
                    <a:gd name="connsiteX1" fmla="*/ 0 w 202428"/>
                    <a:gd name="connsiteY1" fmla="*/ 70652 h 141304"/>
                    <a:gd name="connsiteX2" fmla="*/ 127179 w 202428"/>
                    <a:gd name="connsiteY2" fmla="*/ 0 h 141304"/>
                    <a:gd name="connsiteX3" fmla="*/ 197691 w 202428"/>
                    <a:gd name="connsiteY3" fmla="*/ 11634 h 141304"/>
                    <a:gd name="connsiteX4" fmla="*/ 201993 w 202428"/>
                    <a:gd name="connsiteY4" fmla="*/ 20890 h 141304"/>
                    <a:gd name="connsiteX5" fmla="*/ 192737 w 202428"/>
                    <a:gd name="connsiteY5" fmla="*/ 25192 h 141304"/>
                    <a:gd name="connsiteX6" fmla="*/ 127208 w 202428"/>
                    <a:gd name="connsiteY6" fmla="*/ 14464 h 141304"/>
                    <a:gd name="connsiteX7" fmla="*/ 14465 w 202428"/>
                    <a:gd name="connsiteY7" fmla="*/ 70680 h 141304"/>
                    <a:gd name="connsiteX8" fmla="*/ 127208 w 202428"/>
                    <a:gd name="connsiteY8" fmla="*/ 126868 h 141304"/>
                    <a:gd name="connsiteX9" fmla="*/ 131822 w 202428"/>
                    <a:gd name="connsiteY9" fmla="*/ 126783 h 141304"/>
                    <a:gd name="connsiteX10" fmla="*/ 139465 w 202428"/>
                    <a:gd name="connsiteY10" fmla="*/ 133577 h 141304"/>
                    <a:gd name="connsiteX11" fmla="*/ 132671 w 202428"/>
                    <a:gd name="connsiteY11" fmla="*/ 141191 h 141304"/>
                    <a:gd name="connsiteX12" fmla="*/ 127208 w 202428"/>
                    <a:gd name="connsiteY12" fmla="*/ 141304 h 1413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02428" h="141304">
                      <a:moveTo>
                        <a:pt x="127179" y="141276"/>
                      </a:moveTo>
                      <a:cubicBezTo>
                        <a:pt x="55876" y="141276"/>
                        <a:pt x="0" y="110252"/>
                        <a:pt x="0" y="70652"/>
                      </a:cubicBezTo>
                      <a:cubicBezTo>
                        <a:pt x="0" y="31052"/>
                        <a:pt x="55876" y="0"/>
                        <a:pt x="127179" y="0"/>
                      </a:cubicBezTo>
                      <a:cubicBezTo>
                        <a:pt x="152571" y="0"/>
                        <a:pt x="176942" y="4019"/>
                        <a:pt x="197691" y="11634"/>
                      </a:cubicBezTo>
                      <a:cubicBezTo>
                        <a:pt x="201427" y="12992"/>
                        <a:pt x="203352" y="17154"/>
                        <a:pt x="201993" y="20890"/>
                      </a:cubicBezTo>
                      <a:cubicBezTo>
                        <a:pt x="200635" y="24626"/>
                        <a:pt x="196474" y="26551"/>
                        <a:pt x="192737" y="25192"/>
                      </a:cubicBezTo>
                      <a:cubicBezTo>
                        <a:pt x="173574" y="18173"/>
                        <a:pt x="150900" y="14464"/>
                        <a:pt x="127208" y="14464"/>
                      </a:cubicBezTo>
                      <a:cubicBezTo>
                        <a:pt x="66095" y="14464"/>
                        <a:pt x="14465" y="40195"/>
                        <a:pt x="14465" y="70680"/>
                      </a:cubicBezTo>
                      <a:cubicBezTo>
                        <a:pt x="14465" y="101166"/>
                        <a:pt x="66095" y="126868"/>
                        <a:pt x="127208" y="126868"/>
                      </a:cubicBezTo>
                      <a:cubicBezTo>
                        <a:pt x="128736" y="126868"/>
                        <a:pt x="130293" y="126868"/>
                        <a:pt x="131822" y="126783"/>
                      </a:cubicBezTo>
                      <a:cubicBezTo>
                        <a:pt x="135728" y="126500"/>
                        <a:pt x="139210" y="129586"/>
                        <a:pt x="139465" y="133577"/>
                      </a:cubicBezTo>
                      <a:cubicBezTo>
                        <a:pt x="139691" y="137568"/>
                        <a:pt x="136662" y="140965"/>
                        <a:pt x="132671" y="141191"/>
                      </a:cubicBezTo>
                      <a:cubicBezTo>
                        <a:pt x="130859" y="141304"/>
                        <a:pt x="129020" y="141304"/>
                        <a:pt x="127208" y="141304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282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316" name="Forma Livre: Forma 315">
                  <a:extLst>
                    <a:ext uri="{FF2B5EF4-FFF2-40B4-BE49-F238E27FC236}">
                      <a16:creationId xmlns:a16="http://schemas.microsoft.com/office/drawing/2014/main" id="{D5B79730-6643-D945-CDFA-B2F7BBEED647}"/>
                    </a:ext>
                  </a:extLst>
                </p:cNvPr>
                <p:cNvSpPr/>
                <p:nvPr/>
              </p:nvSpPr>
              <p:spPr>
                <a:xfrm>
                  <a:off x="7677849" y="4590645"/>
                  <a:ext cx="135473" cy="135445"/>
                </a:xfrm>
                <a:custGeom>
                  <a:avLst/>
                  <a:gdLst>
                    <a:gd name="connsiteX0" fmla="*/ 67737 w 135473"/>
                    <a:gd name="connsiteY0" fmla="*/ 135445 h 135445"/>
                    <a:gd name="connsiteX1" fmla="*/ 0 w 135473"/>
                    <a:gd name="connsiteY1" fmla="*/ 67737 h 135445"/>
                    <a:gd name="connsiteX2" fmla="*/ 67737 w 135473"/>
                    <a:gd name="connsiteY2" fmla="*/ 0 h 135445"/>
                    <a:gd name="connsiteX3" fmla="*/ 135474 w 135473"/>
                    <a:gd name="connsiteY3" fmla="*/ 67737 h 135445"/>
                    <a:gd name="connsiteX4" fmla="*/ 67737 w 135473"/>
                    <a:gd name="connsiteY4" fmla="*/ 135445 h 135445"/>
                    <a:gd name="connsiteX5" fmla="*/ 67737 w 135473"/>
                    <a:gd name="connsiteY5" fmla="*/ 14436 h 135445"/>
                    <a:gd name="connsiteX6" fmla="*/ 14436 w 135473"/>
                    <a:gd name="connsiteY6" fmla="*/ 67737 h 135445"/>
                    <a:gd name="connsiteX7" fmla="*/ 67737 w 135473"/>
                    <a:gd name="connsiteY7" fmla="*/ 121009 h 135445"/>
                    <a:gd name="connsiteX8" fmla="*/ 121037 w 135473"/>
                    <a:gd name="connsiteY8" fmla="*/ 67737 h 135445"/>
                    <a:gd name="connsiteX9" fmla="*/ 67737 w 135473"/>
                    <a:gd name="connsiteY9" fmla="*/ 14436 h 1354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35473" h="135445">
                      <a:moveTo>
                        <a:pt x="67737" y="135445"/>
                      </a:moveTo>
                      <a:cubicBezTo>
                        <a:pt x="30401" y="135445"/>
                        <a:pt x="0" y="105073"/>
                        <a:pt x="0" y="67737"/>
                      </a:cubicBezTo>
                      <a:cubicBezTo>
                        <a:pt x="0" y="30401"/>
                        <a:pt x="30372" y="0"/>
                        <a:pt x="67737" y="0"/>
                      </a:cubicBezTo>
                      <a:cubicBezTo>
                        <a:pt x="105101" y="0"/>
                        <a:pt x="135474" y="30372"/>
                        <a:pt x="135474" y="67737"/>
                      </a:cubicBezTo>
                      <a:cubicBezTo>
                        <a:pt x="135474" y="105101"/>
                        <a:pt x="105101" y="135445"/>
                        <a:pt x="67737" y="135445"/>
                      </a:cubicBezTo>
                      <a:close/>
                      <a:moveTo>
                        <a:pt x="67737" y="14436"/>
                      </a:moveTo>
                      <a:cubicBezTo>
                        <a:pt x="38355" y="14436"/>
                        <a:pt x="14436" y="38355"/>
                        <a:pt x="14436" y="67737"/>
                      </a:cubicBezTo>
                      <a:cubicBezTo>
                        <a:pt x="14436" y="97119"/>
                        <a:pt x="38355" y="121009"/>
                        <a:pt x="67737" y="121009"/>
                      </a:cubicBezTo>
                      <a:cubicBezTo>
                        <a:pt x="97119" y="121009"/>
                        <a:pt x="121037" y="97090"/>
                        <a:pt x="121037" y="67737"/>
                      </a:cubicBezTo>
                      <a:cubicBezTo>
                        <a:pt x="121037" y="38383"/>
                        <a:pt x="97119" y="14436"/>
                        <a:pt x="67737" y="14436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282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</p:grpSp>
      </p:grpSp>
      <p:grpSp>
        <p:nvGrpSpPr>
          <p:cNvPr id="323" name="Gráfico 3">
            <a:extLst>
              <a:ext uri="{FF2B5EF4-FFF2-40B4-BE49-F238E27FC236}">
                <a16:creationId xmlns:a16="http://schemas.microsoft.com/office/drawing/2014/main" id="{713E7F7E-C2E1-538A-957D-F6ED8E2518F8}"/>
              </a:ext>
            </a:extLst>
          </p:cNvPr>
          <p:cNvGrpSpPr/>
          <p:nvPr/>
        </p:nvGrpSpPr>
        <p:grpSpPr>
          <a:xfrm>
            <a:off x="899744" y="3390901"/>
            <a:ext cx="566482" cy="604128"/>
            <a:chOff x="871372" y="3360643"/>
            <a:chExt cx="623226" cy="664643"/>
          </a:xfrm>
          <a:solidFill>
            <a:srgbClr val="262626"/>
          </a:solidFill>
        </p:grpSpPr>
        <p:grpSp>
          <p:nvGrpSpPr>
            <p:cNvPr id="324" name="Gráfico 3">
              <a:extLst>
                <a:ext uri="{FF2B5EF4-FFF2-40B4-BE49-F238E27FC236}">
                  <a16:creationId xmlns:a16="http://schemas.microsoft.com/office/drawing/2014/main" id="{25E7FFC2-28A0-F6FE-5210-1AF5F78AFA15}"/>
                </a:ext>
              </a:extLst>
            </p:cNvPr>
            <p:cNvGrpSpPr/>
            <p:nvPr/>
          </p:nvGrpSpPr>
          <p:grpSpPr>
            <a:xfrm>
              <a:off x="871372" y="3360643"/>
              <a:ext cx="523607" cy="664643"/>
              <a:chOff x="871372" y="3360643"/>
              <a:chExt cx="523607" cy="664643"/>
            </a:xfrm>
            <a:solidFill>
              <a:srgbClr val="262626"/>
            </a:solidFill>
          </p:grpSpPr>
          <p:sp>
            <p:nvSpPr>
              <p:cNvPr id="331" name="Forma Livre: Forma 330">
                <a:extLst>
                  <a:ext uri="{FF2B5EF4-FFF2-40B4-BE49-F238E27FC236}">
                    <a16:creationId xmlns:a16="http://schemas.microsoft.com/office/drawing/2014/main" id="{FC04D7B1-565A-1437-01DD-1A2BBCF02B05}"/>
                  </a:ext>
                </a:extLst>
              </p:cNvPr>
              <p:cNvSpPr/>
              <p:nvPr/>
            </p:nvSpPr>
            <p:spPr>
              <a:xfrm>
                <a:off x="871372" y="3360643"/>
                <a:ext cx="523607" cy="664643"/>
              </a:xfrm>
              <a:custGeom>
                <a:avLst/>
                <a:gdLst>
                  <a:gd name="connsiteX0" fmla="*/ 261776 w 523607"/>
                  <a:gd name="connsiteY0" fmla="*/ 664643 h 664643"/>
                  <a:gd name="connsiteX1" fmla="*/ 261040 w 523607"/>
                  <a:gd name="connsiteY1" fmla="*/ 664615 h 664643"/>
                  <a:gd name="connsiteX2" fmla="*/ 0 w 523607"/>
                  <a:gd name="connsiteY2" fmla="*/ 380449 h 664643"/>
                  <a:gd name="connsiteX3" fmla="*/ 0 w 523607"/>
                  <a:gd name="connsiteY3" fmla="*/ 68091 h 664643"/>
                  <a:gd name="connsiteX4" fmla="*/ 7218 w 523607"/>
                  <a:gd name="connsiteY4" fmla="*/ 60872 h 664643"/>
                  <a:gd name="connsiteX5" fmla="*/ 257784 w 523607"/>
                  <a:gd name="connsiteY5" fmla="*/ 1231 h 664643"/>
                  <a:gd name="connsiteX6" fmla="*/ 265880 w 523607"/>
                  <a:gd name="connsiteY6" fmla="*/ 1231 h 664643"/>
                  <a:gd name="connsiteX7" fmla="*/ 516390 w 523607"/>
                  <a:gd name="connsiteY7" fmla="*/ 60872 h 664643"/>
                  <a:gd name="connsiteX8" fmla="*/ 523608 w 523607"/>
                  <a:gd name="connsiteY8" fmla="*/ 68091 h 664643"/>
                  <a:gd name="connsiteX9" fmla="*/ 523608 w 523607"/>
                  <a:gd name="connsiteY9" fmla="*/ 333150 h 664643"/>
                  <a:gd name="connsiteX10" fmla="*/ 516390 w 523607"/>
                  <a:gd name="connsiteY10" fmla="*/ 340368 h 664643"/>
                  <a:gd name="connsiteX11" fmla="*/ 509172 w 523607"/>
                  <a:gd name="connsiteY11" fmla="*/ 333150 h 664643"/>
                  <a:gd name="connsiteX12" fmla="*/ 509172 w 523607"/>
                  <a:gd name="connsiteY12" fmla="*/ 75252 h 664643"/>
                  <a:gd name="connsiteX13" fmla="*/ 261832 w 523607"/>
                  <a:gd name="connsiteY13" fmla="*/ 15837 h 664643"/>
                  <a:gd name="connsiteX14" fmla="*/ 14436 w 523607"/>
                  <a:gd name="connsiteY14" fmla="*/ 75252 h 664643"/>
                  <a:gd name="connsiteX15" fmla="*/ 14436 w 523607"/>
                  <a:gd name="connsiteY15" fmla="*/ 380421 h 664643"/>
                  <a:gd name="connsiteX16" fmla="*/ 261776 w 523607"/>
                  <a:gd name="connsiteY16" fmla="*/ 650151 h 664643"/>
                  <a:gd name="connsiteX17" fmla="*/ 337127 w 523607"/>
                  <a:gd name="connsiteY17" fmla="*/ 631695 h 664643"/>
                  <a:gd name="connsiteX18" fmla="*/ 346496 w 523607"/>
                  <a:gd name="connsiteY18" fmla="*/ 635743 h 664643"/>
                  <a:gd name="connsiteX19" fmla="*/ 342448 w 523607"/>
                  <a:gd name="connsiteY19" fmla="*/ 645112 h 664643"/>
                  <a:gd name="connsiteX20" fmla="*/ 262512 w 523607"/>
                  <a:gd name="connsiteY20" fmla="*/ 664587 h 664643"/>
                  <a:gd name="connsiteX21" fmla="*/ 261776 w 523607"/>
                  <a:gd name="connsiteY21" fmla="*/ 664615 h 6646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523607" h="664643">
                    <a:moveTo>
                      <a:pt x="261776" y="664643"/>
                    </a:moveTo>
                    <a:cubicBezTo>
                      <a:pt x="261521" y="664643"/>
                      <a:pt x="261294" y="664643"/>
                      <a:pt x="261040" y="664615"/>
                    </a:cubicBezTo>
                    <a:cubicBezTo>
                      <a:pt x="112234" y="649443"/>
                      <a:pt x="0" y="527273"/>
                      <a:pt x="0" y="380449"/>
                    </a:cubicBezTo>
                    <a:lnTo>
                      <a:pt x="0" y="68091"/>
                    </a:lnTo>
                    <a:cubicBezTo>
                      <a:pt x="0" y="64099"/>
                      <a:pt x="3227" y="60872"/>
                      <a:pt x="7218" y="60872"/>
                    </a:cubicBezTo>
                    <a:cubicBezTo>
                      <a:pt x="108866" y="60872"/>
                      <a:pt x="202531" y="38567"/>
                      <a:pt x="257784" y="1231"/>
                    </a:cubicBezTo>
                    <a:cubicBezTo>
                      <a:pt x="260219" y="-410"/>
                      <a:pt x="263417" y="-410"/>
                      <a:pt x="265880" y="1231"/>
                    </a:cubicBezTo>
                    <a:cubicBezTo>
                      <a:pt x="321049" y="38567"/>
                      <a:pt x="414714" y="60872"/>
                      <a:pt x="516390" y="60872"/>
                    </a:cubicBezTo>
                    <a:cubicBezTo>
                      <a:pt x="520381" y="60872"/>
                      <a:pt x="523608" y="64099"/>
                      <a:pt x="523608" y="68091"/>
                    </a:cubicBezTo>
                    <a:lnTo>
                      <a:pt x="523608" y="333150"/>
                    </a:lnTo>
                    <a:cubicBezTo>
                      <a:pt x="523608" y="337141"/>
                      <a:pt x="520381" y="340368"/>
                      <a:pt x="516390" y="340368"/>
                    </a:cubicBezTo>
                    <a:cubicBezTo>
                      <a:pt x="512399" y="340368"/>
                      <a:pt x="509172" y="337141"/>
                      <a:pt x="509172" y="333150"/>
                    </a:cubicBezTo>
                    <a:lnTo>
                      <a:pt x="509172" y="75252"/>
                    </a:lnTo>
                    <a:cubicBezTo>
                      <a:pt x="409902" y="74233"/>
                      <a:pt x="318360" y="52239"/>
                      <a:pt x="261832" y="15837"/>
                    </a:cubicBezTo>
                    <a:cubicBezTo>
                      <a:pt x="205248" y="52239"/>
                      <a:pt x="113678" y="74233"/>
                      <a:pt x="14436" y="75252"/>
                    </a:cubicBezTo>
                    <a:lnTo>
                      <a:pt x="14436" y="380421"/>
                    </a:lnTo>
                    <a:cubicBezTo>
                      <a:pt x="14436" y="519574"/>
                      <a:pt x="120698" y="635403"/>
                      <a:pt x="261776" y="650151"/>
                    </a:cubicBezTo>
                    <a:cubicBezTo>
                      <a:pt x="287761" y="647433"/>
                      <a:pt x="313095" y="641206"/>
                      <a:pt x="337127" y="631695"/>
                    </a:cubicBezTo>
                    <a:cubicBezTo>
                      <a:pt x="340835" y="630223"/>
                      <a:pt x="345024" y="632035"/>
                      <a:pt x="346496" y="635743"/>
                    </a:cubicBezTo>
                    <a:cubicBezTo>
                      <a:pt x="347968" y="639451"/>
                      <a:pt x="346156" y="643640"/>
                      <a:pt x="342448" y="645112"/>
                    </a:cubicBezTo>
                    <a:cubicBezTo>
                      <a:pt x="316973" y="655217"/>
                      <a:pt x="290082" y="661784"/>
                      <a:pt x="262512" y="664587"/>
                    </a:cubicBezTo>
                    <a:cubicBezTo>
                      <a:pt x="262257" y="664587"/>
                      <a:pt x="262030" y="664615"/>
                      <a:pt x="261776" y="664615"/>
                    </a:cubicBezTo>
                    <a:close/>
                  </a:path>
                </a:pathLst>
              </a:custGeom>
              <a:solidFill>
                <a:srgbClr val="262626"/>
              </a:solidFill>
              <a:ln w="2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32" name="Forma Livre: Forma 331">
                <a:extLst>
                  <a:ext uri="{FF2B5EF4-FFF2-40B4-BE49-F238E27FC236}">
                    <a16:creationId xmlns:a16="http://schemas.microsoft.com/office/drawing/2014/main" id="{E50A4800-AF7F-A7F8-5440-D6347762E02C}"/>
                  </a:ext>
                </a:extLst>
              </p:cNvPr>
              <p:cNvSpPr/>
              <p:nvPr/>
            </p:nvSpPr>
            <p:spPr>
              <a:xfrm>
                <a:off x="919493" y="3733845"/>
                <a:ext cx="57620" cy="147616"/>
              </a:xfrm>
              <a:custGeom>
                <a:avLst/>
                <a:gdLst>
                  <a:gd name="connsiteX0" fmla="*/ 50413 w 57620"/>
                  <a:gd name="connsiteY0" fmla="*/ 147617 h 147616"/>
                  <a:gd name="connsiteX1" fmla="*/ 44554 w 57620"/>
                  <a:gd name="connsiteY1" fmla="*/ 144645 h 147616"/>
                  <a:gd name="connsiteX2" fmla="*/ 0 w 57620"/>
                  <a:gd name="connsiteY2" fmla="*/ 7218 h 147616"/>
                  <a:gd name="connsiteX3" fmla="*/ 7218 w 57620"/>
                  <a:gd name="connsiteY3" fmla="*/ 0 h 147616"/>
                  <a:gd name="connsiteX4" fmla="*/ 14436 w 57620"/>
                  <a:gd name="connsiteY4" fmla="*/ 7218 h 147616"/>
                  <a:gd name="connsiteX5" fmla="*/ 56244 w 57620"/>
                  <a:gd name="connsiteY5" fmla="*/ 136153 h 147616"/>
                  <a:gd name="connsiteX6" fmla="*/ 54631 w 57620"/>
                  <a:gd name="connsiteY6" fmla="*/ 146230 h 147616"/>
                  <a:gd name="connsiteX7" fmla="*/ 50413 w 57620"/>
                  <a:gd name="connsiteY7" fmla="*/ 147588 h 1476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7620" h="147616">
                    <a:moveTo>
                      <a:pt x="50413" y="147617"/>
                    </a:moveTo>
                    <a:cubicBezTo>
                      <a:pt x="48177" y="147617"/>
                      <a:pt x="45969" y="146569"/>
                      <a:pt x="44554" y="144645"/>
                    </a:cubicBezTo>
                    <a:cubicBezTo>
                      <a:pt x="15399" y="104393"/>
                      <a:pt x="0" y="56867"/>
                      <a:pt x="0" y="7218"/>
                    </a:cubicBezTo>
                    <a:cubicBezTo>
                      <a:pt x="0" y="3227"/>
                      <a:pt x="3227" y="0"/>
                      <a:pt x="7218" y="0"/>
                    </a:cubicBezTo>
                    <a:cubicBezTo>
                      <a:pt x="11209" y="0"/>
                      <a:pt x="14436" y="3227"/>
                      <a:pt x="14436" y="7218"/>
                    </a:cubicBezTo>
                    <a:cubicBezTo>
                      <a:pt x="14436" y="53810"/>
                      <a:pt x="28901" y="98392"/>
                      <a:pt x="56244" y="136153"/>
                    </a:cubicBezTo>
                    <a:cubicBezTo>
                      <a:pt x="58594" y="139380"/>
                      <a:pt x="57858" y="143909"/>
                      <a:pt x="54631" y="146230"/>
                    </a:cubicBezTo>
                    <a:cubicBezTo>
                      <a:pt x="53357" y="147164"/>
                      <a:pt x="51857" y="147588"/>
                      <a:pt x="50413" y="147588"/>
                    </a:cubicBezTo>
                    <a:close/>
                  </a:path>
                </a:pathLst>
              </a:custGeom>
              <a:solidFill>
                <a:srgbClr val="262626"/>
              </a:solidFill>
              <a:ln w="2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325" name="Gráfico 3">
              <a:extLst>
                <a:ext uri="{FF2B5EF4-FFF2-40B4-BE49-F238E27FC236}">
                  <a16:creationId xmlns:a16="http://schemas.microsoft.com/office/drawing/2014/main" id="{790D047C-299A-BE45-D00A-CBCCAC12E339}"/>
                </a:ext>
              </a:extLst>
            </p:cNvPr>
            <p:cNvGrpSpPr/>
            <p:nvPr/>
          </p:nvGrpSpPr>
          <p:grpSpPr>
            <a:xfrm>
              <a:off x="1061822" y="3592037"/>
              <a:ext cx="432776" cy="420624"/>
              <a:chOff x="1061822" y="3592037"/>
              <a:chExt cx="432776" cy="420624"/>
            </a:xfrm>
            <a:solidFill>
              <a:srgbClr val="262626"/>
            </a:solidFill>
          </p:grpSpPr>
          <p:sp>
            <p:nvSpPr>
              <p:cNvPr id="326" name="Forma Livre: Forma 325">
                <a:extLst>
                  <a:ext uri="{FF2B5EF4-FFF2-40B4-BE49-F238E27FC236}">
                    <a16:creationId xmlns:a16="http://schemas.microsoft.com/office/drawing/2014/main" id="{EC6A6273-9430-D7F6-7849-07395424FB18}"/>
                  </a:ext>
                </a:extLst>
              </p:cNvPr>
              <p:cNvSpPr/>
              <p:nvPr/>
            </p:nvSpPr>
            <p:spPr>
              <a:xfrm>
                <a:off x="1148192" y="3678634"/>
                <a:ext cx="346406" cy="334027"/>
              </a:xfrm>
              <a:custGeom>
                <a:avLst/>
                <a:gdLst>
                  <a:gd name="connsiteX0" fmla="*/ 226464 w 346406"/>
                  <a:gd name="connsiteY0" fmla="*/ 333971 h 334027"/>
                  <a:gd name="connsiteX1" fmla="*/ 188505 w 346406"/>
                  <a:gd name="connsiteY1" fmla="*/ 327857 h 334027"/>
                  <a:gd name="connsiteX2" fmla="*/ 185307 w 346406"/>
                  <a:gd name="connsiteY2" fmla="*/ 327319 h 334027"/>
                  <a:gd name="connsiteX3" fmla="*/ 28802 w 346406"/>
                  <a:gd name="connsiteY3" fmla="*/ 261818 h 334027"/>
                  <a:gd name="connsiteX4" fmla="*/ 8648 w 346406"/>
                  <a:gd name="connsiteY4" fmla="*/ 217066 h 334027"/>
                  <a:gd name="connsiteX5" fmla="*/ 53513 w 346406"/>
                  <a:gd name="connsiteY5" fmla="*/ 196657 h 334027"/>
                  <a:gd name="connsiteX6" fmla="*/ 104351 w 346406"/>
                  <a:gd name="connsiteY6" fmla="*/ 215708 h 334027"/>
                  <a:gd name="connsiteX7" fmla="*/ 5166 w 346406"/>
                  <a:gd name="connsiteY7" fmla="*/ 53570 h 334027"/>
                  <a:gd name="connsiteX8" fmla="*/ 16828 w 346406"/>
                  <a:gd name="connsiteY8" fmla="*/ 5166 h 334027"/>
                  <a:gd name="connsiteX9" fmla="*/ 65260 w 346406"/>
                  <a:gd name="connsiteY9" fmla="*/ 16828 h 334027"/>
                  <a:gd name="connsiteX10" fmla="*/ 118759 w 346406"/>
                  <a:gd name="connsiteY10" fmla="*/ 104266 h 334027"/>
                  <a:gd name="connsiteX11" fmla="*/ 221029 w 346406"/>
                  <a:gd name="connsiteY11" fmla="*/ 60052 h 334027"/>
                  <a:gd name="connsiteX12" fmla="*/ 287662 w 346406"/>
                  <a:gd name="connsiteY12" fmla="*/ 81904 h 334027"/>
                  <a:gd name="connsiteX13" fmla="*/ 328083 w 346406"/>
                  <a:gd name="connsiteY13" fmla="*/ 147999 h 334027"/>
                  <a:gd name="connsiteX14" fmla="*/ 290521 w 346406"/>
                  <a:gd name="connsiteY14" fmla="*/ 315515 h 334027"/>
                  <a:gd name="connsiteX15" fmla="*/ 226492 w 346406"/>
                  <a:gd name="connsiteY15" fmla="*/ 334027 h 334027"/>
                  <a:gd name="connsiteX16" fmla="*/ 188364 w 346406"/>
                  <a:gd name="connsiteY16" fmla="*/ 312939 h 334027"/>
                  <a:gd name="connsiteX17" fmla="*/ 190713 w 346406"/>
                  <a:gd name="connsiteY17" fmla="*/ 313364 h 334027"/>
                  <a:gd name="connsiteX18" fmla="*/ 282822 w 346406"/>
                  <a:gd name="connsiteY18" fmla="*/ 303259 h 334027"/>
                  <a:gd name="connsiteX19" fmla="*/ 315742 w 346406"/>
                  <a:gd name="connsiteY19" fmla="*/ 155500 h 334027"/>
                  <a:gd name="connsiteX20" fmla="*/ 275320 w 346406"/>
                  <a:gd name="connsiteY20" fmla="*/ 89405 h 334027"/>
                  <a:gd name="connsiteX21" fmla="*/ 226577 w 346406"/>
                  <a:gd name="connsiteY21" fmla="*/ 73327 h 334027"/>
                  <a:gd name="connsiteX22" fmla="*/ 118702 w 346406"/>
                  <a:gd name="connsiteY22" fmla="*/ 119948 h 334027"/>
                  <a:gd name="connsiteX23" fmla="*/ 109673 w 346406"/>
                  <a:gd name="connsiteY23" fmla="*/ 117089 h 334027"/>
                  <a:gd name="connsiteX24" fmla="*/ 52919 w 346406"/>
                  <a:gd name="connsiteY24" fmla="*/ 24301 h 334027"/>
                  <a:gd name="connsiteX25" fmla="*/ 24329 w 346406"/>
                  <a:gd name="connsiteY25" fmla="*/ 17423 h 334027"/>
                  <a:gd name="connsiteX26" fmla="*/ 17451 w 346406"/>
                  <a:gd name="connsiteY26" fmla="*/ 45984 h 334027"/>
                  <a:gd name="connsiteX27" fmla="*/ 127590 w 346406"/>
                  <a:gd name="connsiteY27" fmla="*/ 226011 h 334027"/>
                  <a:gd name="connsiteX28" fmla="*/ 126996 w 346406"/>
                  <a:gd name="connsiteY28" fmla="*/ 234361 h 334027"/>
                  <a:gd name="connsiteX29" fmla="*/ 118900 w 346406"/>
                  <a:gd name="connsiteY29" fmla="*/ 236541 h 334027"/>
                  <a:gd name="connsiteX30" fmla="*/ 48418 w 346406"/>
                  <a:gd name="connsiteY30" fmla="*/ 210160 h 334027"/>
                  <a:gd name="connsiteX31" fmla="*/ 22150 w 346406"/>
                  <a:gd name="connsiteY31" fmla="*/ 222133 h 334027"/>
                  <a:gd name="connsiteX32" fmla="*/ 34123 w 346406"/>
                  <a:gd name="connsiteY32" fmla="*/ 248401 h 334027"/>
                  <a:gd name="connsiteX33" fmla="*/ 188364 w 346406"/>
                  <a:gd name="connsiteY33" fmla="*/ 312939 h 3340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346406" h="334027">
                    <a:moveTo>
                      <a:pt x="226464" y="333971"/>
                    </a:moveTo>
                    <a:cubicBezTo>
                      <a:pt x="213754" y="333971"/>
                      <a:pt x="200960" y="331961"/>
                      <a:pt x="188505" y="327857"/>
                    </a:cubicBezTo>
                    <a:cubicBezTo>
                      <a:pt x="187430" y="327942"/>
                      <a:pt x="186326" y="327743"/>
                      <a:pt x="185307" y="327319"/>
                    </a:cubicBezTo>
                    <a:lnTo>
                      <a:pt x="28802" y="261818"/>
                    </a:lnTo>
                    <a:cubicBezTo>
                      <a:pt x="11054" y="255195"/>
                      <a:pt x="1911" y="235069"/>
                      <a:pt x="8648" y="217066"/>
                    </a:cubicBezTo>
                    <a:cubicBezTo>
                      <a:pt x="15385" y="199064"/>
                      <a:pt x="35510" y="189921"/>
                      <a:pt x="53513" y="196657"/>
                    </a:cubicBezTo>
                    <a:lnTo>
                      <a:pt x="104351" y="215708"/>
                    </a:lnTo>
                    <a:lnTo>
                      <a:pt x="5166" y="53570"/>
                    </a:lnTo>
                    <a:cubicBezTo>
                      <a:pt x="-4967" y="37011"/>
                      <a:pt x="269" y="15300"/>
                      <a:pt x="16828" y="5166"/>
                    </a:cubicBezTo>
                    <a:cubicBezTo>
                      <a:pt x="33416" y="-4967"/>
                      <a:pt x="55127" y="269"/>
                      <a:pt x="65260" y="16828"/>
                    </a:cubicBezTo>
                    <a:lnTo>
                      <a:pt x="118759" y="104266"/>
                    </a:lnTo>
                    <a:lnTo>
                      <a:pt x="221029" y="60052"/>
                    </a:lnTo>
                    <a:cubicBezTo>
                      <a:pt x="245825" y="50003"/>
                      <a:pt x="273792" y="59231"/>
                      <a:pt x="287662" y="81904"/>
                    </a:cubicBezTo>
                    <a:lnTo>
                      <a:pt x="328083" y="147999"/>
                    </a:lnTo>
                    <a:cubicBezTo>
                      <a:pt x="363183" y="205376"/>
                      <a:pt x="346341" y="280529"/>
                      <a:pt x="290521" y="315515"/>
                    </a:cubicBezTo>
                    <a:cubicBezTo>
                      <a:pt x="270990" y="327772"/>
                      <a:pt x="248854" y="334027"/>
                      <a:pt x="226492" y="334027"/>
                    </a:cubicBezTo>
                    <a:close/>
                    <a:moveTo>
                      <a:pt x="188364" y="312939"/>
                    </a:moveTo>
                    <a:cubicBezTo>
                      <a:pt x="189156" y="312939"/>
                      <a:pt x="189921" y="313081"/>
                      <a:pt x="190713" y="313364"/>
                    </a:cubicBezTo>
                    <a:cubicBezTo>
                      <a:pt x="221567" y="324290"/>
                      <a:pt x="255138" y="320610"/>
                      <a:pt x="282822" y="303259"/>
                    </a:cubicBezTo>
                    <a:cubicBezTo>
                      <a:pt x="331961" y="272461"/>
                      <a:pt x="346737" y="206168"/>
                      <a:pt x="315742" y="155500"/>
                    </a:cubicBezTo>
                    <a:lnTo>
                      <a:pt x="275320" y="89405"/>
                    </a:lnTo>
                    <a:cubicBezTo>
                      <a:pt x="265158" y="72761"/>
                      <a:pt x="244636" y="66024"/>
                      <a:pt x="226577" y="73327"/>
                    </a:cubicBezTo>
                    <a:lnTo>
                      <a:pt x="118702" y="119948"/>
                    </a:lnTo>
                    <a:cubicBezTo>
                      <a:pt x="115419" y="121391"/>
                      <a:pt x="111569" y="120146"/>
                      <a:pt x="109673" y="117089"/>
                    </a:cubicBezTo>
                    <a:lnTo>
                      <a:pt x="52919" y="24301"/>
                    </a:lnTo>
                    <a:cubicBezTo>
                      <a:pt x="46946" y="14536"/>
                      <a:pt x="34123" y="11422"/>
                      <a:pt x="24329" y="17423"/>
                    </a:cubicBezTo>
                    <a:cubicBezTo>
                      <a:pt x="14564" y="23395"/>
                      <a:pt x="11478" y="36218"/>
                      <a:pt x="17451" y="45984"/>
                    </a:cubicBezTo>
                    <a:lnTo>
                      <a:pt x="127590" y="226011"/>
                    </a:lnTo>
                    <a:cubicBezTo>
                      <a:pt x="129204" y="228643"/>
                      <a:pt x="128949" y="231984"/>
                      <a:pt x="126996" y="234361"/>
                    </a:cubicBezTo>
                    <a:cubicBezTo>
                      <a:pt x="125043" y="236739"/>
                      <a:pt x="121788" y="237617"/>
                      <a:pt x="118900" y="236541"/>
                    </a:cubicBezTo>
                    <a:lnTo>
                      <a:pt x="48418" y="210160"/>
                    </a:lnTo>
                    <a:cubicBezTo>
                      <a:pt x="37888" y="206225"/>
                      <a:pt x="26084" y="211575"/>
                      <a:pt x="22150" y="222133"/>
                    </a:cubicBezTo>
                    <a:cubicBezTo>
                      <a:pt x="18215" y="232663"/>
                      <a:pt x="23565" y="244467"/>
                      <a:pt x="34123" y="248401"/>
                    </a:cubicBezTo>
                    <a:lnTo>
                      <a:pt x="188364" y="312939"/>
                    </a:lnTo>
                    <a:close/>
                  </a:path>
                </a:pathLst>
              </a:custGeom>
              <a:solidFill>
                <a:srgbClr val="262626"/>
              </a:solidFill>
              <a:ln w="2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grpSp>
            <p:nvGrpSpPr>
              <p:cNvPr id="327" name="Gráfico 3">
                <a:extLst>
                  <a:ext uri="{FF2B5EF4-FFF2-40B4-BE49-F238E27FC236}">
                    <a16:creationId xmlns:a16="http://schemas.microsoft.com/office/drawing/2014/main" id="{6A8C5CF2-5606-6C34-6F39-F0B604028913}"/>
                  </a:ext>
                </a:extLst>
              </p:cNvPr>
              <p:cNvGrpSpPr/>
              <p:nvPr/>
            </p:nvGrpSpPr>
            <p:grpSpPr>
              <a:xfrm>
                <a:off x="1061822" y="3592037"/>
                <a:ext cx="153209" cy="108123"/>
                <a:chOff x="1061822" y="3592037"/>
                <a:chExt cx="153209" cy="108123"/>
              </a:xfrm>
              <a:solidFill>
                <a:srgbClr val="262626"/>
              </a:solidFill>
            </p:grpSpPr>
            <p:sp>
              <p:nvSpPr>
                <p:cNvPr id="328" name="Forma Livre: Forma 327">
                  <a:extLst>
                    <a:ext uri="{FF2B5EF4-FFF2-40B4-BE49-F238E27FC236}">
                      <a16:creationId xmlns:a16="http://schemas.microsoft.com/office/drawing/2014/main" id="{DE906465-C1CE-BDA9-4ED3-397FCA44AECD}"/>
                    </a:ext>
                  </a:extLst>
                </p:cNvPr>
                <p:cNvSpPr/>
                <p:nvPr/>
              </p:nvSpPr>
              <p:spPr>
                <a:xfrm>
                  <a:off x="1113536" y="3605878"/>
                  <a:ext cx="33561" cy="45568"/>
                </a:xfrm>
                <a:custGeom>
                  <a:avLst/>
                  <a:gdLst>
                    <a:gd name="connsiteX0" fmla="*/ 26320 w 33561"/>
                    <a:gd name="connsiteY0" fmla="*/ 45568 h 45568"/>
                    <a:gd name="connsiteX1" fmla="*/ 20177 w 33561"/>
                    <a:gd name="connsiteY1" fmla="*/ 42115 h 45568"/>
                    <a:gd name="connsiteX2" fmla="*/ 1071 w 33561"/>
                    <a:gd name="connsiteY2" fmla="*/ 11006 h 45568"/>
                    <a:gd name="connsiteX3" fmla="*/ 3449 w 33561"/>
                    <a:gd name="connsiteY3" fmla="*/ 1071 h 45568"/>
                    <a:gd name="connsiteX4" fmla="*/ 13384 w 33561"/>
                    <a:gd name="connsiteY4" fmla="*/ 3449 h 45568"/>
                    <a:gd name="connsiteX5" fmla="*/ 32491 w 33561"/>
                    <a:gd name="connsiteY5" fmla="*/ 34557 h 45568"/>
                    <a:gd name="connsiteX6" fmla="*/ 30113 w 33561"/>
                    <a:gd name="connsiteY6" fmla="*/ 44493 h 45568"/>
                    <a:gd name="connsiteX7" fmla="*/ 26348 w 33561"/>
                    <a:gd name="connsiteY7" fmla="*/ 45568 h 455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33561" h="45568">
                      <a:moveTo>
                        <a:pt x="26320" y="45568"/>
                      </a:moveTo>
                      <a:cubicBezTo>
                        <a:pt x="23886" y="45568"/>
                        <a:pt x="21536" y="44351"/>
                        <a:pt x="20177" y="42115"/>
                      </a:cubicBezTo>
                      <a:lnTo>
                        <a:pt x="1071" y="11006"/>
                      </a:lnTo>
                      <a:cubicBezTo>
                        <a:pt x="-1024" y="7610"/>
                        <a:pt x="52" y="3165"/>
                        <a:pt x="3449" y="1071"/>
                      </a:cubicBezTo>
                      <a:cubicBezTo>
                        <a:pt x="6845" y="-1024"/>
                        <a:pt x="11289" y="52"/>
                        <a:pt x="13384" y="3449"/>
                      </a:cubicBezTo>
                      <a:lnTo>
                        <a:pt x="32491" y="34557"/>
                      </a:lnTo>
                      <a:cubicBezTo>
                        <a:pt x="34585" y="37954"/>
                        <a:pt x="33510" y="42398"/>
                        <a:pt x="30113" y="44493"/>
                      </a:cubicBezTo>
                      <a:cubicBezTo>
                        <a:pt x="28924" y="45228"/>
                        <a:pt x="27622" y="45568"/>
                        <a:pt x="26348" y="45568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282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329" name="Forma Livre: Forma 328">
                  <a:extLst>
                    <a:ext uri="{FF2B5EF4-FFF2-40B4-BE49-F238E27FC236}">
                      <a16:creationId xmlns:a16="http://schemas.microsoft.com/office/drawing/2014/main" id="{0B5E9A16-5604-F639-6B28-2182EFCC5830}"/>
                    </a:ext>
                  </a:extLst>
                </p:cNvPr>
                <p:cNvSpPr/>
                <p:nvPr/>
              </p:nvSpPr>
              <p:spPr>
                <a:xfrm>
                  <a:off x="1061822" y="3677239"/>
                  <a:ext cx="49948" cy="22922"/>
                </a:xfrm>
                <a:custGeom>
                  <a:avLst/>
                  <a:gdLst>
                    <a:gd name="connsiteX0" fmla="*/ 42737 w 49948"/>
                    <a:gd name="connsiteY0" fmla="*/ 22922 h 22922"/>
                    <a:gd name="connsiteX1" fmla="*/ 41067 w 49948"/>
                    <a:gd name="connsiteY1" fmla="*/ 22724 h 22922"/>
                    <a:gd name="connsiteX2" fmla="*/ 5542 w 49948"/>
                    <a:gd name="connsiteY2" fmla="*/ 14232 h 22922"/>
                    <a:gd name="connsiteX3" fmla="*/ 192 w 49948"/>
                    <a:gd name="connsiteY3" fmla="*/ 5542 h 22922"/>
                    <a:gd name="connsiteX4" fmla="*/ 8882 w 49948"/>
                    <a:gd name="connsiteY4" fmla="*/ 192 h 22922"/>
                    <a:gd name="connsiteX5" fmla="*/ 44407 w 49948"/>
                    <a:gd name="connsiteY5" fmla="*/ 8684 h 22922"/>
                    <a:gd name="connsiteX6" fmla="*/ 49757 w 49948"/>
                    <a:gd name="connsiteY6" fmla="*/ 17374 h 22922"/>
                    <a:gd name="connsiteX7" fmla="*/ 42737 w 49948"/>
                    <a:gd name="connsiteY7" fmla="*/ 22922 h 229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49948" h="22922">
                      <a:moveTo>
                        <a:pt x="42737" y="22922"/>
                      </a:moveTo>
                      <a:cubicBezTo>
                        <a:pt x="42170" y="22922"/>
                        <a:pt x="41633" y="22866"/>
                        <a:pt x="41067" y="22724"/>
                      </a:cubicBezTo>
                      <a:lnTo>
                        <a:pt x="5542" y="14232"/>
                      </a:lnTo>
                      <a:cubicBezTo>
                        <a:pt x="1664" y="13298"/>
                        <a:pt x="-713" y="9420"/>
                        <a:pt x="192" y="5542"/>
                      </a:cubicBezTo>
                      <a:cubicBezTo>
                        <a:pt x="1126" y="1664"/>
                        <a:pt x="5004" y="-713"/>
                        <a:pt x="8882" y="192"/>
                      </a:cubicBezTo>
                      <a:lnTo>
                        <a:pt x="44407" y="8684"/>
                      </a:lnTo>
                      <a:cubicBezTo>
                        <a:pt x="48285" y="9618"/>
                        <a:pt x="50662" y="13496"/>
                        <a:pt x="49757" y="17374"/>
                      </a:cubicBezTo>
                      <a:cubicBezTo>
                        <a:pt x="48964" y="20686"/>
                        <a:pt x="46020" y="22922"/>
                        <a:pt x="42737" y="22922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282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330" name="Forma Livre: Forma 329">
                  <a:extLst>
                    <a:ext uri="{FF2B5EF4-FFF2-40B4-BE49-F238E27FC236}">
                      <a16:creationId xmlns:a16="http://schemas.microsoft.com/office/drawing/2014/main" id="{F09565F7-FC36-534D-E124-FC2CB750D58D}"/>
                    </a:ext>
                  </a:extLst>
                </p:cNvPr>
                <p:cNvSpPr/>
                <p:nvPr/>
              </p:nvSpPr>
              <p:spPr>
                <a:xfrm>
                  <a:off x="1192115" y="3592037"/>
                  <a:ext cx="22916" cy="49954"/>
                </a:xfrm>
                <a:custGeom>
                  <a:avLst/>
                  <a:gdLst>
                    <a:gd name="connsiteX0" fmla="*/ 7212 w 22916"/>
                    <a:gd name="connsiteY0" fmla="*/ 49955 h 49954"/>
                    <a:gd name="connsiteX1" fmla="*/ 5542 w 22916"/>
                    <a:gd name="connsiteY1" fmla="*/ 49757 h 49954"/>
                    <a:gd name="connsiteX2" fmla="*/ 192 w 22916"/>
                    <a:gd name="connsiteY2" fmla="*/ 41067 h 49954"/>
                    <a:gd name="connsiteX3" fmla="*/ 8684 w 22916"/>
                    <a:gd name="connsiteY3" fmla="*/ 5542 h 49954"/>
                    <a:gd name="connsiteX4" fmla="*/ 17374 w 22916"/>
                    <a:gd name="connsiteY4" fmla="*/ 192 h 49954"/>
                    <a:gd name="connsiteX5" fmla="*/ 22724 w 22916"/>
                    <a:gd name="connsiteY5" fmla="*/ 8882 h 49954"/>
                    <a:gd name="connsiteX6" fmla="*/ 14232 w 22916"/>
                    <a:gd name="connsiteY6" fmla="*/ 44407 h 49954"/>
                    <a:gd name="connsiteX7" fmla="*/ 7212 w 22916"/>
                    <a:gd name="connsiteY7" fmla="*/ 49955 h 499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2916" h="49954">
                      <a:moveTo>
                        <a:pt x="7212" y="49955"/>
                      </a:moveTo>
                      <a:cubicBezTo>
                        <a:pt x="6646" y="49955"/>
                        <a:pt x="6108" y="49898"/>
                        <a:pt x="5542" y="49757"/>
                      </a:cubicBezTo>
                      <a:cubicBezTo>
                        <a:pt x="1664" y="48822"/>
                        <a:pt x="-713" y="44944"/>
                        <a:pt x="192" y="41067"/>
                      </a:cubicBezTo>
                      <a:lnTo>
                        <a:pt x="8684" y="5542"/>
                      </a:lnTo>
                      <a:cubicBezTo>
                        <a:pt x="9618" y="1664"/>
                        <a:pt x="13496" y="-713"/>
                        <a:pt x="17374" y="192"/>
                      </a:cubicBezTo>
                      <a:cubicBezTo>
                        <a:pt x="21252" y="1126"/>
                        <a:pt x="23630" y="5004"/>
                        <a:pt x="22724" y="8882"/>
                      </a:cubicBezTo>
                      <a:lnTo>
                        <a:pt x="14232" y="44407"/>
                      </a:lnTo>
                      <a:cubicBezTo>
                        <a:pt x="13440" y="47718"/>
                        <a:pt x="10496" y="49955"/>
                        <a:pt x="7212" y="49955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282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</p:grpSp>
      </p:grpSp>
      <p:grpSp>
        <p:nvGrpSpPr>
          <p:cNvPr id="333" name="Gráfico 3">
            <a:extLst>
              <a:ext uri="{FF2B5EF4-FFF2-40B4-BE49-F238E27FC236}">
                <a16:creationId xmlns:a16="http://schemas.microsoft.com/office/drawing/2014/main" id="{59CF0168-B0BE-9827-CFDC-0F8D1ED92B37}"/>
              </a:ext>
            </a:extLst>
          </p:cNvPr>
          <p:cNvGrpSpPr/>
          <p:nvPr/>
        </p:nvGrpSpPr>
        <p:grpSpPr>
          <a:xfrm>
            <a:off x="3770396" y="5168036"/>
            <a:ext cx="586980" cy="662958"/>
            <a:chOff x="3740997" y="5134832"/>
            <a:chExt cx="645777" cy="729365"/>
          </a:xfrm>
          <a:solidFill>
            <a:srgbClr val="262626"/>
          </a:solidFill>
        </p:grpSpPr>
        <p:grpSp>
          <p:nvGrpSpPr>
            <p:cNvPr id="334" name="Gráfico 3">
              <a:extLst>
                <a:ext uri="{FF2B5EF4-FFF2-40B4-BE49-F238E27FC236}">
                  <a16:creationId xmlns:a16="http://schemas.microsoft.com/office/drawing/2014/main" id="{7D3C5D84-8A20-DF12-ED15-547E2C4FA343}"/>
                </a:ext>
              </a:extLst>
            </p:cNvPr>
            <p:cNvGrpSpPr/>
            <p:nvPr/>
          </p:nvGrpSpPr>
          <p:grpSpPr>
            <a:xfrm>
              <a:off x="3740997" y="5134832"/>
              <a:ext cx="645777" cy="729365"/>
              <a:chOff x="3740997" y="5134832"/>
              <a:chExt cx="645777" cy="729365"/>
            </a:xfrm>
            <a:solidFill>
              <a:srgbClr val="262626"/>
            </a:solidFill>
          </p:grpSpPr>
          <p:sp>
            <p:nvSpPr>
              <p:cNvPr id="341" name="Forma Livre: Forma 340">
                <a:extLst>
                  <a:ext uri="{FF2B5EF4-FFF2-40B4-BE49-F238E27FC236}">
                    <a16:creationId xmlns:a16="http://schemas.microsoft.com/office/drawing/2014/main" id="{AF0158B7-D65C-2A6F-5FF1-E572CF05A988}"/>
                  </a:ext>
                </a:extLst>
              </p:cNvPr>
              <p:cNvSpPr/>
              <p:nvPr/>
            </p:nvSpPr>
            <p:spPr>
              <a:xfrm>
                <a:off x="3740997" y="5182952"/>
                <a:ext cx="645777" cy="519701"/>
              </a:xfrm>
              <a:custGeom>
                <a:avLst/>
                <a:gdLst>
                  <a:gd name="connsiteX0" fmla="*/ 580814 w 645777"/>
                  <a:gd name="connsiteY0" fmla="*/ 519702 h 519701"/>
                  <a:gd name="connsiteX1" fmla="*/ 64963 w 645777"/>
                  <a:gd name="connsiteY1" fmla="*/ 519702 h 519701"/>
                  <a:gd name="connsiteX2" fmla="*/ 0 w 645777"/>
                  <a:gd name="connsiteY2" fmla="*/ 454739 h 519701"/>
                  <a:gd name="connsiteX3" fmla="*/ 0 w 645777"/>
                  <a:gd name="connsiteY3" fmla="*/ 64963 h 519701"/>
                  <a:gd name="connsiteX4" fmla="*/ 64963 w 645777"/>
                  <a:gd name="connsiteY4" fmla="*/ 0 h 519701"/>
                  <a:gd name="connsiteX5" fmla="*/ 580814 w 645777"/>
                  <a:gd name="connsiteY5" fmla="*/ 0 h 519701"/>
                  <a:gd name="connsiteX6" fmla="*/ 645777 w 645777"/>
                  <a:gd name="connsiteY6" fmla="*/ 64963 h 519701"/>
                  <a:gd name="connsiteX7" fmla="*/ 645777 w 645777"/>
                  <a:gd name="connsiteY7" fmla="*/ 454739 h 519701"/>
                  <a:gd name="connsiteX8" fmla="*/ 580814 w 645777"/>
                  <a:gd name="connsiteY8" fmla="*/ 519702 h 519701"/>
                  <a:gd name="connsiteX9" fmla="*/ 64963 w 645777"/>
                  <a:gd name="connsiteY9" fmla="*/ 14436 h 519701"/>
                  <a:gd name="connsiteX10" fmla="*/ 14436 w 645777"/>
                  <a:gd name="connsiteY10" fmla="*/ 64963 h 519701"/>
                  <a:gd name="connsiteX11" fmla="*/ 14436 w 645777"/>
                  <a:gd name="connsiteY11" fmla="*/ 454739 h 519701"/>
                  <a:gd name="connsiteX12" fmla="*/ 64963 w 645777"/>
                  <a:gd name="connsiteY12" fmla="*/ 505265 h 519701"/>
                  <a:gd name="connsiteX13" fmla="*/ 580814 w 645777"/>
                  <a:gd name="connsiteY13" fmla="*/ 505265 h 519701"/>
                  <a:gd name="connsiteX14" fmla="*/ 631341 w 645777"/>
                  <a:gd name="connsiteY14" fmla="*/ 454739 h 519701"/>
                  <a:gd name="connsiteX15" fmla="*/ 631341 w 645777"/>
                  <a:gd name="connsiteY15" fmla="*/ 64963 h 519701"/>
                  <a:gd name="connsiteX16" fmla="*/ 580814 w 645777"/>
                  <a:gd name="connsiteY16" fmla="*/ 14436 h 519701"/>
                  <a:gd name="connsiteX17" fmla="*/ 64963 w 645777"/>
                  <a:gd name="connsiteY17" fmla="*/ 14436 h 5197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645777" h="519701">
                    <a:moveTo>
                      <a:pt x="580814" y="519702"/>
                    </a:moveTo>
                    <a:lnTo>
                      <a:pt x="64963" y="519702"/>
                    </a:lnTo>
                    <a:cubicBezTo>
                      <a:pt x="29127" y="519702"/>
                      <a:pt x="0" y="490574"/>
                      <a:pt x="0" y="454739"/>
                    </a:cubicBezTo>
                    <a:lnTo>
                      <a:pt x="0" y="64963"/>
                    </a:lnTo>
                    <a:cubicBezTo>
                      <a:pt x="0" y="29127"/>
                      <a:pt x="29127" y="0"/>
                      <a:pt x="64963" y="0"/>
                    </a:cubicBezTo>
                    <a:lnTo>
                      <a:pt x="580814" y="0"/>
                    </a:lnTo>
                    <a:cubicBezTo>
                      <a:pt x="616650" y="0"/>
                      <a:pt x="645777" y="29127"/>
                      <a:pt x="645777" y="64963"/>
                    </a:cubicBezTo>
                    <a:lnTo>
                      <a:pt x="645777" y="454739"/>
                    </a:lnTo>
                    <a:cubicBezTo>
                      <a:pt x="645777" y="490574"/>
                      <a:pt x="616650" y="519702"/>
                      <a:pt x="580814" y="519702"/>
                    </a:cubicBezTo>
                    <a:close/>
                    <a:moveTo>
                      <a:pt x="64963" y="14436"/>
                    </a:moveTo>
                    <a:cubicBezTo>
                      <a:pt x="37109" y="14436"/>
                      <a:pt x="14436" y="37110"/>
                      <a:pt x="14436" y="64963"/>
                    </a:cubicBezTo>
                    <a:lnTo>
                      <a:pt x="14436" y="454739"/>
                    </a:lnTo>
                    <a:cubicBezTo>
                      <a:pt x="14436" y="482592"/>
                      <a:pt x="37109" y="505265"/>
                      <a:pt x="64963" y="505265"/>
                    </a:cubicBezTo>
                    <a:lnTo>
                      <a:pt x="580814" y="505265"/>
                    </a:lnTo>
                    <a:cubicBezTo>
                      <a:pt x="608668" y="505265"/>
                      <a:pt x="631341" y="482592"/>
                      <a:pt x="631341" y="454739"/>
                    </a:cubicBezTo>
                    <a:lnTo>
                      <a:pt x="631341" y="64963"/>
                    </a:lnTo>
                    <a:cubicBezTo>
                      <a:pt x="631341" y="37110"/>
                      <a:pt x="608668" y="14436"/>
                      <a:pt x="580814" y="14436"/>
                    </a:cubicBezTo>
                    <a:lnTo>
                      <a:pt x="64963" y="14436"/>
                    </a:lnTo>
                    <a:close/>
                  </a:path>
                </a:pathLst>
              </a:custGeom>
              <a:solidFill>
                <a:srgbClr val="262626"/>
              </a:solidFill>
              <a:ln w="2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42" name="Forma Livre: Forma 341">
                <a:extLst>
                  <a:ext uri="{FF2B5EF4-FFF2-40B4-BE49-F238E27FC236}">
                    <a16:creationId xmlns:a16="http://schemas.microsoft.com/office/drawing/2014/main" id="{E826A204-E588-F60A-5B43-BC242D8A67D0}"/>
                  </a:ext>
                </a:extLst>
              </p:cNvPr>
              <p:cNvSpPr/>
              <p:nvPr/>
            </p:nvSpPr>
            <p:spPr>
              <a:xfrm>
                <a:off x="3911032" y="5134832"/>
                <a:ext cx="305706" cy="14436"/>
              </a:xfrm>
              <a:custGeom>
                <a:avLst/>
                <a:gdLst>
                  <a:gd name="connsiteX0" fmla="*/ 298489 w 305706"/>
                  <a:gd name="connsiteY0" fmla="*/ 14436 h 14436"/>
                  <a:gd name="connsiteX1" fmla="*/ 7218 w 305706"/>
                  <a:gd name="connsiteY1" fmla="*/ 14436 h 14436"/>
                  <a:gd name="connsiteX2" fmla="*/ 0 w 305706"/>
                  <a:gd name="connsiteY2" fmla="*/ 7218 h 14436"/>
                  <a:gd name="connsiteX3" fmla="*/ 7218 w 305706"/>
                  <a:gd name="connsiteY3" fmla="*/ 0 h 14436"/>
                  <a:gd name="connsiteX4" fmla="*/ 298489 w 305706"/>
                  <a:gd name="connsiteY4" fmla="*/ 0 h 14436"/>
                  <a:gd name="connsiteX5" fmla="*/ 305707 w 305706"/>
                  <a:gd name="connsiteY5" fmla="*/ 7218 h 14436"/>
                  <a:gd name="connsiteX6" fmla="*/ 298489 w 305706"/>
                  <a:gd name="connsiteY6" fmla="*/ 14436 h 144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05706" h="14436">
                    <a:moveTo>
                      <a:pt x="298489" y="14436"/>
                    </a:moveTo>
                    <a:lnTo>
                      <a:pt x="7218" y="14436"/>
                    </a:lnTo>
                    <a:cubicBezTo>
                      <a:pt x="3227" y="14436"/>
                      <a:pt x="0" y="11209"/>
                      <a:pt x="0" y="7218"/>
                    </a:cubicBezTo>
                    <a:cubicBezTo>
                      <a:pt x="0" y="3227"/>
                      <a:pt x="3227" y="0"/>
                      <a:pt x="7218" y="0"/>
                    </a:cubicBezTo>
                    <a:lnTo>
                      <a:pt x="298489" y="0"/>
                    </a:lnTo>
                    <a:cubicBezTo>
                      <a:pt x="302480" y="0"/>
                      <a:pt x="305707" y="3227"/>
                      <a:pt x="305707" y="7218"/>
                    </a:cubicBezTo>
                    <a:cubicBezTo>
                      <a:pt x="305707" y="11209"/>
                      <a:pt x="302480" y="14436"/>
                      <a:pt x="298489" y="14436"/>
                    </a:cubicBezTo>
                    <a:close/>
                  </a:path>
                </a:pathLst>
              </a:custGeom>
              <a:solidFill>
                <a:srgbClr val="262626"/>
              </a:solidFill>
              <a:ln w="2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43" name="Forma Livre: Forma 342">
                <a:extLst>
                  <a:ext uri="{FF2B5EF4-FFF2-40B4-BE49-F238E27FC236}">
                    <a16:creationId xmlns:a16="http://schemas.microsoft.com/office/drawing/2014/main" id="{DC3EE1F6-3CA7-4775-8775-854A1C467C3A}"/>
                  </a:ext>
                </a:extLst>
              </p:cNvPr>
              <p:cNvSpPr/>
              <p:nvPr/>
            </p:nvSpPr>
            <p:spPr>
              <a:xfrm>
                <a:off x="4056667" y="5688218"/>
                <a:ext cx="14436" cy="80191"/>
              </a:xfrm>
              <a:custGeom>
                <a:avLst/>
                <a:gdLst>
                  <a:gd name="connsiteX0" fmla="*/ 7218 w 14436"/>
                  <a:gd name="connsiteY0" fmla="*/ 80191 h 80191"/>
                  <a:gd name="connsiteX1" fmla="*/ 0 w 14436"/>
                  <a:gd name="connsiteY1" fmla="*/ 72973 h 80191"/>
                  <a:gd name="connsiteX2" fmla="*/ 0 w 14436"/>
                  <a:gd name="connsiteY2" fmla="*/ 7218 h 80191"/>
                  <a:gd name="connsiteX3" fmla="*/ 7218 w 14436"/>
                  <a:gd name="connsiteY3" fmla="*/ 0 h 80191"/>
                  <a:gd name="connsiteX4" fmla="*/ 14436 w 14436"/>
                  <a:gd name="connsiteY4" fmla="*/ 7218 h 80191"/>
                  <a:gd name="connsiteX5" fmla="*/ 14436 w 14436"/>
                  <a:gd name="connsiteY5" fmla="*/ 72973 h 80191"/>
                  <a:gd name="connsiteX6" fmla="*/ 7218 w 14436"/>
                  <a:gd name="connsiteY6" fmla="*/ 80191 h 801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4436" h="80191">
                    <a:moveTo>
                      <a:pt x="7218" y="80191"/>
                    </a:moveTo>
                    <a:cubicBezTo>
                      <a:pt x="3227" y="80191"/>
                      <a:pt x="0" y="76965"/>
                      <a:pt x="0" y="72973"/>
                    </a:cubicBezTo>
                    <a:lnTo>
                      <a:pt x="0" y="7218"/>
                    </a:lnTo>
                    <a:cubicBezTo>
                      <a:pt x="0" y="3227"/>
                      <a:pt x="3227" y="0"/>
                      <a:pt x="7218" y="0"/>
                    </a:cubicBezTo>
                    <a:cubicBezTo>
                      <a:pt x="11209" y="0"/>
                      <a:pt x="14436" y="3227"/>
                      <a:pt x="14436" y="7218"/>
                    </a:cubicBezTo>
                    <a:lnTo>
                      <a:pt x="14436" y="72973"/>
                    </a:lnTo>
                    <a:cubicBezTo>
                      <a:pt x="14436" y="76965"/>
                      <a:pt x="11209" y="80191"/>
                      <a:pt x="7218" y="80191"/>
                    </a:cubicBezTo>
                    <a:close/>
                  </a:path>
                </a:pathLst>
              </a:custGeom>
              <a:solidFill>
                <a:srgbClr val="262626"/>
              </a:solidFill>
              <a:ln w="2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44" name="Forma Livre: Forma 343">
                <a:extLst>
                  <a:ext uri="{FF2B5EF4-FFF2-40B4-BE49-F238E27FC236}">
                    <a16:creationId xmlns:a16="http://schemas.microsoft.com/office/drawing/2014/main" id="{D27AFFCB-7D7C-1B5A-FD58-1AD7A17A0E80}"/>
                  </a:ext>
                </a:extLst>
              </p:cNvPr>
              <p:cNvSpPr/>
              <p:nvPr/>
            </p:nvSpPr>
            <p:spPr>
              <a:xfrm>
                <a:off x="4008773" y="5753973"/>
                <a:ext cx="110224" cy="110224"/>
              </a:xfrm>
              <a:custGeom>
                <a:avLst/>
                <a:gdLst>
                  <a:gd name="connsiteX0" fmla="*/ 55112 w 110224"/>
                  <a:gd name="connsiteY0" fmla="*/ 110224 h 110224"/>
                  <a:gd name="connsiteX1" fmla="*/ 0 w 110224"/>
                  <a:gd name="connsiteY1" fmla="*/ 55112 h 110224"/>
                  <a:gd name="connsiteX2" fmla="*/ 55112 w 110224"/>
                  <a:gd name="connsiteY2" fmla="*/ 0 h 110224"/>
                  <a:gd name="connsiteX3" fmla="*/ 110224 w 110224"/>
                  <a:gd name="connsiteY3" fmla="*/ 55112 h 110224"/>
                  <a:gd name="connsiteX4" fmla="*/ 55112 w 110224"/>
                  <a:gd name="connsiteY4" fmla="*/ 110224 h 110224"/>
                  <a:gd name="connsiteX5" fmla="*/ 55112 w 110224"/>
                  <a:gd name="connsiteY5" fmla="*/ 14436 h 110224"/>
                  <a:gd name="connsiteX6" fmla="*/ 14436 w 110224"/>
                  <a:gd name="connsiteY6" fmla="*/ 55112 h 110224"/>
                  <a:gd name="connsiteX7" fmla="*/ 55112 w 110224"/>
                  <a:gd name="connsiteY7" fmla="*/ 95788 h 110224"/>
                  <a:gd name="connsiteX8" fmla="*/ 95788 w 110224"/>
                  <a:gd name="connsiteY8" fmla="*/ 55112 h 110224"/>
                  <a:gd name="connsiteX9" fmla="*/ 55112 w 110224"/>
                  <a:gd name="connsiteY9" fmla="*/ 14436 h 1102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10224" h="110224">
                    <a:moveTo>
                      <a:pt x="55112" y="110224"/>
                    </a:moveTo>
                    <a:cubicBezTo>
                      <a:pt x="24711" y="110224"/>
                      <a:pt x="0" y="85513"/>
                      <a:pt x="0" y="55112"/>
                    </a:cubicBezTo>
                    <a:cubicBezTo>
                      <a:pt x="0" y="24711"/>
                      <a:pt x="24711" y="0"/>
                      <a:pt x="55112" y="0"/>
                    </a:cubicBezTo>
                    <a:cubicBezTo>
                      <a:pt x="85513" y="0"/>
                      <a:pt x="110224" y="24711"/>
                      <a:pt x="110224" y="55112"/>
                    </a:cubicBezTo>
                    <a:cubicBezTo>
                      <a:pt x="110224" y="85513"/>
                      <a:pt x="85513" y="110224"/>
                      <a:pt x="55112" y="110224"/>
                    </a:cubicBezTo>
                    <a:close/>
                    <a:moveTo>
                      <a:pt x="55112" y="14436"/>
                    </a:moveTo>
                    <a:cubicBezTo>
                      <a:pt x="32694" y="14436"/>
                      <a:pt x="14436" y="32694"/>
                      <a:pt x="14436" y="55112"/>
                    </a:cubicBezTo>
                    <a:cubicBezTo>
                      <a:pt x="14436" y="77531"/>
                      <a:pt x="32694" y="95788"/>
                      <a:pt x="55112" y="95788"/>
                    </a:cubicBezTo>
                    <a:cubicBezTo>
                      <a:pt x="77531" y="95788"/>
                      <a:pt x="95788" y="77531"/>
                      <a:pt x="95788" y="55112"/>
                    </a:cubicBezTo>
                    <a:cubicBezTo>
                      <a:pt x="95788" y="32694"/>
                      <a:pt x="77531" y="14436"/>
                      <a:pt x="55112" y="14436"/>
                    </a:cubicBezTo>
                    <a:close/>
                  </a:path>
                </a:pathLst>
              </a:custGeom>
              <a:solidFill>
                <a:srgbClr val="262626"/>
              </a:solidFill>
              <a:ln w="2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335" name="Gráfico 3">
              <a:extLst>
                <a:ext uri="{FF2B5EF4-FFF2-40B4-BE49-F238E27FC236}">
                  <a16:creationId xmlns:a16="http://schemas.microsoft.com/office/drawing/2014/main" id="{900C2FD4-3945-6365-EB04-7971EC816453}"/>
                </a:ext>
              </a:extLst>
            </p:cNvPr>
            <p:cNvGrpSpPr/>
            <p:nvPr/>
          </p:nvGrpSpPr>
          <p:grpSpPr>
            <a:xfrm>
              <a:off x="3870129" y="5247490"/>
              <a:ext cx="387511" cy="390597"/>
              <a:chOff x="3870129" y="5247490"/>
              <a:chExt cx="387511" cy="390597"/>
            </a:xfrm>
            <a:solidFill>
              <a:srgbClr val="262626"/>
            </a:solidFill>
          </p:grpSpPr>
          <p:grpSp>
            <p:nvGrpSpPr>
              <p:cNvPr id="336" name="Gráfico 3">
                <a:extLst>
                  <a:ext uri="{FF2B5EF4-FFF2-40B4-BE49-F238E27FC236}">
                    <a16:creationId xmlns:a16="http://schemas.microsoft.com/office/drawing/2014/main" id="{F589546F-717E-BA12-7732-34EEE8182131}"/>
                  </a:ext>
                </a:extLst>
              </p:cNvPr>
              <p:cNvGrpSpPr/>
              <p:nvPr/>
            </p:nvGrpSpPr>
            <p:grpSpPr>
              <a:xfrm>
                <a:off x="3870129" y="5281344"/>
                <a:ext cx="387511" cy="181845"/>
                <a:chOff x="3870129" y="5281344"/>
                <a:chExt cx="387511" cy="181845"/>
              </a:xfrm>
              <a:solidFill>
                <a:srgbClr val="262626"/>
              </a:solidFill>
            </p:grpSpPr>
            <p:sp>
              <p:nvSpPr>
                <p:cNvPr id="339" name="Forma Livre: Forma 338">
                  <a:extLst>
                    <a:ext uri="{FF2B5EF4-FFF2-40B4-BE49-F238E27FC236}">
                      <a16:creationId xmlns:a16="http://schemas.microsoft.com/office/drawing/2014/main" id="{3E95D14D-C32E-8312-90A7-1CA1B1199C39}"/>
                    </a:ext>
                  </a:extLst>
                </p:cNvPr>
                <p:cNvSpPr/>
                <p:nvPr/>
              </p:nvSpPr>
              <p:spPr>
                <a:xfrm>
                  <a:off x="3870129" y="5281344"/>
                  <a:ext cx="387511" cy="181845"/>
                </a:xfrm>
                <a:custGeom>
                  <a:avLst/>
                  <a:gdLst>
                    <a:gd name="connsiteX0" fmla="*/ 7218 w 387511"/>
                    <a:gd name="connsiteY0" fmla="*/ 181839 h 181845"/>
                    <a:gd name="connsiteX1" fmla="*/ 4840 w 387511"/>
                    <a:gd name="connsiteY1" fmla="*/ 181443 h 181845"/>
                    <a:gd name="connsiteX2" fmla="*/ 0 w 387511"/>
                    <a:gd name="connsiteY2" fmla="*/ 174621 h 181845"/>
                    <a:gd name="connsiteX3" fmla="*/ 193756 w 387511"/>
                    <a:gd name="connsiteY3" fmla="*/ 0 h 181845"/>
                    <a:gd name="connsiteX4" fmla="*/ 387512 w 387511"/>
                    <a:gd name="connsiteY4" fmla="*/ 174621 h 181845"/>
                    <a:gd name="connsiteX5" fmla="*/ 382671 w 387511"/>
                    <a:gd name="connsiteY5" fmla="*/ 181443 h 181845"/>
                    <a:gd name="connsiteX6" fmla="*/ 374632 w 387511"/>
                    <a:gd name="connsiteY6" fmla="*/ 179093 h 181845"/>
                    <a:gd name="connsiteX7" fmla="*/ 318133 w 387511"/>
                    <a:gd name="connsiteY7" fmla="*/ 153731 h 181845"/>
                    <a:gd name="connsiteX8" fmla="*/ 261634 w 387511"/>
                    <a:gd name="connsiteY8" fmla="*/ 179093 h 181845"/>
                    <a:gd name="connsiteX9" fmla="*/ 250283 w 387511"/>
                    <a:gd name="connsiteY9" fmla="*/ 179093 h 181845"/>
                    <a:gd name="connsiteX10" fmla="*/ 193784 w 387511"/>
                    <a:gd name="connsiteY10" fmla="*/ 153731 h 181845"/>
                    <a:gd name="connsiteX11" fmla="*/ 137285 w 387511"/>
                    <a:gd name="connsiteY11" fmla="*/ 179093 h 181845"/>
                    <a:gd name="connsiteX12" fmla="*/ 131624 w 387511"/>
                    <a:gd name="connsiteY12" fmla="*/ 181839 h 181845"/>
                    <a:gd name="connsiteX13" fmla="*/ 131595 w 387511"/>
                    <a:gd name="connsiteY13" fmla="*/ 181839 h 181845"/>
                    <a:gd name="connsiteX14" fmla="*/ 125934 w 387511"/>
                    <a:gd name="connsiteY14" fmla="*/ 179093 h 181845"/>
                    <a:gd name="connsiteX15" fmla="*/ 69435 w 387511"/>
                    <a:gd name="connsiteY15" fmla="*/ 153731 h 181845"/>
                    <a:gd name="connsiteX16" fmla="*/ 12936 w 387511"/>
                    <a:gd name="connsiteY16" fmla="*/ 179093 h 181845"/>
                    <a:gd name="connsiteX17" fmla="*/ 7275 w 387511"/>
                    <a:gd name="connsiteY17" fmla="*/ 181839 h 181845"/>
                    <a:gd name="connsiteX18" fmla="*/ 131595 w 387511"/>
                    <a:gd name="connsiteY18" fmla="*/ 174621 h 181845"/>
                    <a:gd name="connsiteX19" fmla="*/ 131652 w 387511"/>
                    <a:gd name="connsiteY19" fmla="*/ 174621 h 181845"/>
                    <a:gd name="connsiteX20" fmla="*/ 131595 w 387511"/>
                    <a:gd name="connsiteY20" fmla="*/ 174621 h 181845"/>
                    <a:gd name="connsiteX21" fmla="*/ 69407 w 387511"/>
                    <a:gd name="connsiteY21" fmla="*/ 139295 h 181845"/>
                    <a:gd name="connsiteX22" fmla="*/ 131595 w 387511"/>
                    <a:gd name="connsiteY22" fmla="*/ 163808 h 181845"/>
                    <a:gd name="connsiteX23" fmla="*/ 193784 w 387511"/>
                    <a:gd name="connsiteY23" fmla="*/ 139295 h 181845"/>
                    <a:gd name="connsiteX24" fmla="*/ 255973 w 387511"/>
                    <a:gd name="connsiteY24" fmla="*/ 163808 h 181845"/>
                    <a:gd name="connsiteX25" fmla="*/ 318162 w 387511"/>
                    <a:gd name="connsiteY25" fmla="*/ 139295 h 181845"/>
                    <a:gd name="connsiteX26" fmla="*/ 371972 w 387511"/>
                    <a:gd name="connsiteY26" fmla="*/ 156562 h 181845"/>
                    <a:gd name="connsiteX27" fmla="*/ 193784 w 387511"/>
                    <a:gd name="connsiteY27" fmla="*/ 14436 h 181845"/>
                    <a:gd name="connsiteX28" fmla="*/ 15597 w 387511"/>
                    <a:gd name="connsiteY28" fmla="*/ 156590 h 181845"/>
                    <a:gd name="connsiteX29" fmla="*/ 69407 w 387511"/>
                    <a:gd name="connsiteY29" fmla="*/ 139295 h 1818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387511" h="181845">
                      <a:moveTo>
                        <a:pt x="7218" y="181839"/>
                      </a:moveTo>
                      <a:cubicBezTo>
                        <a:pt x="6426" y="181839"/>
                        <a:pt x="5633" y="181697"/>
                        <a:pt x="4840" y="181443"/>
                      </a:cubicBezTo>
                      <a:cubicBezTo>
                        <a:pt x="1925" y="180424"/>
                        <a:pt x="0" y="177706"/>
                        <a:pt x="0" y="174621"/>
                      </a:cubicBezTo>
                      <a:cubicBezTo>
                        <a:pt x="0" y="78323"/>
                        <a:pt x="86928" y="0"/>
                        <a:pt x="193756" y="0"/>
                      </a:cubicBezTo>
                      <a:cubicBezTo>
                        <a:pt x="300583" y="0"/>
                        <a:pt x="387512" y="78351"/>
                        <a:pt x="387512" y="174621"/>
                      </a:cubicBezTo>
                      <a:cubicBezTo>
                        <a:pt x="387512" y="177706"/>
                        <a:pt x="385558" y="180424"/>
                        <a:pt x="382671" y="181443"/>
                      </a:cubicBezTo>
                      <a:cubicBezTo>
                        <a:pt x="379784" y="182462"/>
                        <a:pt x="376557" y="181499"/>
                        <a:pt x="374632" y="179093"/>
                      </a:cubicBezTo>
                      <a:cubicBezTo>
                        <a:pt x="362093" y="163214"/>
                        <a:pt x="340948" y="153731"/>
                        <a:pt x="318133" y="153731"/>
                      </a:cubicBezTo>
                      <a:cubicBezTo>
                        <a:pt x="295318" y="153731"/>
                        <a:pt x="274174" y="163214"/>
                        <a:pt x="261634" y="179093"/>
                      </a:cubicBezTo>
                      <a:cubicBezTo>
                        <a:pt x="258888" y="182575"/>
                        <a:pt x="253029" y="182575"/>
                        <a:pt x="250283" y="179093"/>
                      </a:cubicBezTo>
                      <a:cubicBezTo>
                        <a:pt x="237744" y="163214"/>
                        <a:pt x="216599" y="153731"/>
                        <a:pt x="193784" y="153731"/>
                      </a:cubicBezTo>
                      <a:cubicBezTo>
                        <a:pt x="170969" y="153731"/>
                        <a:pt x="149824" y="163214"/>
                        <a:pt x="137285" y="179093"/>
                      </a:cubicBezTo>
                      <a:cubicBezTo>
                        <a:pt x="135926" y="180820"/>
                        <a:pt x="133832" y="181839"/>
                        <a:pt x="131624" y="181839"/>
                      </a:cubicBezTo>
                      <a:lnTo>
                        <a:pt x="131595" y="181839"/>
                      </a:lnTo>
                      <a:cubicBezTo>
                        <a:pt x="129387" y="181839"/>
                        <a:pt x="127293" y="180820"/>
                        <a:pt x="125934" y="179093"/>
                      </a:cubicBezTo>
                      <a:cubicBezTo>
                        <a:pt x="113366" y="163214"/>
                        <a:pt x="92250" y="153731"/>
                        <a:pt x="69435" y="153731"/>
                      </a:cubicBezTo>
                      <a:cubicBezTo>
                        <a:pt x="46620" y="153731"/>
                        <a:pt x="25476" y="163214"/>
                        <a:pt x="12936" y="179093"/>
                      </a:cubicBezTo>
                      <a:cubicBezTo>
                        <a:pt x="11549" y="180848"/>
                        <a:pt x="9426" y="181839"/>
                        <a:pt x="7275" y="181839"/>
                      </a:cubicBezTo>
                      <a:close/>
                      <a:moveTo>
                        <a:pt x="131595" y="174621"/>
                      </a:moveTo>
                      <a:lnTo>
                        <a:pt x="131652" y="174621"/>
                      </a:lnTo>
                      <a:lnTo>
                        <a:pt x="131595" y="174621"/>
                      </a:lnTo>
                      <a:close/>
                      <a:moveTo>
                        <a:pt x="69407" y="139295"/>
                      </a:moveTo>
                      <a:cubicBezTo>
                        <a:pt x="93495" y="139295"/>
                        <a:pt x="116112" y="148324"/>
                        <a:pt x="131595" y="163808"/>
                      </a:cubicBezTo>
                      <a:cubicBezTo>
                        <a:pt x="147079" y="148324"/>
                        <a:pt x="169695" y="139295"/>
                        <a:pt x="193784" y="139295"/>
                      </a:cubicBezTo>
                      <a:cubicBezTo>
                        <a:pt x="217873" y="139295"/>
                        <a:pt x="240518" y="148324"/>
                        <a:pt x="255973" y="163808"/>
                      </a:cubicBezTo>
                      <a:cubicBezTo>
                        <a:pt x="271456" y="148324"/>
                        <a:pt x="294073" y="139295"/>
                        <a:pt x="318162" y="139295"/>
                      </a:cubicBezTo>
                      <a:cubicBezTo>
                        <a:pt x="338202" y="139295"/>
                        <a:pt x="357252" y="145550"/>
                        <a:pt x="371972" y="156562"/>
                      </a:cubicBezTo>
                      <a:cubicBezTo>
                        <a:pt x="361894" y="76710"/>
                        <a:pt x="285836" y="14436"/>
                        <a:pt x="193784" y="14436"/>
                      </a:cubicBezTo>
                      <a:cubicBezTo>
                        <a:pt x="101732" y="14436"/>
                        <a:pt x="25674" y="76710"/>
                        <a:pt x="15597" y="156590"/>
                      </a:cubicBezTo>
                      <a:cubicBezTo>
                        <a:pt x="30344" y="145579"/>
                        <a:pt x="49366" y="139295"/>
                        <a:pt x="69407" y="139295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282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340" name="Forma Livre: Forma 339">
                  <a:extLst>
                    <a:ext uri="{FF2B5EF4-FFF2-40B4-BE49-F238E27FC236}">
                      <a16:creationId xmlns:a16="http://schemas.microsoft.com/office/drawing/2014/main" id="{8C2AF077-75E3-2883-67E1-F074BCD333C7}"/>
                    </a:ext>
                  </a:extLst>
                </p:cNvPr>
                <p:cNvSpPr/>
                <p:nvPr/>
              </p:nvSpPr>
              <p:spPr>
                <a:xfrm>
                  <a:off x="3994478" y="5281344"/>
                  <a:ext cx="138813" cy="181838"/>
                </a:xfrm>
                <a:custGeom>
                  <a:avLst/>
                  <a:gdLst>
                    <a:gd name="connsiteX0" fmla="*/ 131596 w 138813"/>
                    <a:gd name="connsiteY0" fmla="*/ 181839 h 181838"/>
                    <a:gd name="connsiteX1" fmla="*/ 124378 w 138813"/>
                    <a:gd name="connsiteY1" fmla="*/ 174621 h 181838"/>
                    <a:gd name="connsiteX2" fmla="*/ 69407 w 138813"/>
                    <a:gd name="connsiteY2" fmla="*/ 14436 h 181838"/>
                    <a:gd name="connsiteX3" fmla="*/ 14436 w 138813"/>
                    <a:gd name="connsiteY3" fmla="*/ 174621 h 181838"/>
                    <a:gd name="connsiteX4" fmla="*/ 7218 w 138813"/>
                    <a:gd name="connsiteY4" fmla="*/ 181839 h 181838"/>
                    <a:gd name="connsiteX5" fmla="*/ 0 w 138813"/>
                    <a:gd name="connsiteY5" fmla="*/ 174621 h 181838"/>
                    <a:gd name="connsiteX6" fmla="*/ 69407 w 138813"/>
                    <a:gd name="connsiteY6" fmla="*/ 0 h 181838"/>
                    <a:gd name="connsiteX7" fmla="*/ 138814 w 138813"/>
                    <a:gd name="connsiteY7" fmla="*/ 174621 h 181838"/>
                    <a:gd name="connsiteX8" fmla="*/ 131596 w 138813"/>
                    <a:gd name="connsiteY8" fmla="*/ 181839 h 1818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38813" h="181838">
                      <a:moveTo>
                        <a:pt x="131596" y="181839"/>
                      </a:moveTo>
                      <a:cubicBezTo>
                        <a:pt x="127604" y="181839"/>
                        <a:pt x="124378" y="178612"/>
                        <a:pt x="124378" y="174621"/>
                      </a:cubicBezTo>
                      <a:cubicBezTo>
                        <a:pt x="124378" y="80220"/>
                        <a:pt x="95392" y="14436"/>
                        <a:pt x="69407" y="14436"/>
                      </a:cubicBezTo>
                      <a:cubicBezTo>
                        <a:pt x="43422" y="14436"/>
                        <a:pt x="14436" y="80220"/>
                        <a:pt x="14436" y="174621"/>
                      </a:cubicBezTo>
                      <a:cubicBezTo>
                        <a:pt x="14436" y="178612"/>
                        <a:pt x="11209" y="181839"/>
                        <a:pt x="7218" y="181839"/>
                      </a:cubicBezTo>
                      <a:cubicBezTo>
                        <a:pt x="3227" y="181839"/>
                        <a:pt x="0" y="178612"/>
                        <a:pt x="0" y="174621"/>
                      </a:cubicBezTo>
                      <a:cubicBezTo>
                        <a:pt x="0" y="75068"/>
                        <a:pt x="29835" y="0"/>
                        <a:pt x="69407" y="0"/>
                      </a:cubicBezTo>
                      <a:cubicBezTo>
                        <a:pt x="108979" y="0"/>
                        <a:pt x="138814" y="75068"/>
                        <a:pt x="138814" y="174621"/>
                      </a:cubicBezTo>
                      <a:cubicBezTo>
                        <a:pt x="138814" y="178612"/>
                        <a:pt x="135587" y="181839"/>
                        <a:pt x="131596" y="181839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282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  <p:sp>
            <p:nvSpPr>
              <p:cNvPr id="337" name="Forma Livre: Forma 336">
                <a:extLst>
                  <a:ext uri="{FF2B5EF4-FFF2-40B4-BE49-F238E27FC236}">
                    <a16:creationId xmlns:a16="http://schemas.microsoft.com/office/drawing/2014/main" id="{15E6F1D3-0CD5-452A-F742-ABFFF08E4E35}"/>
                  </a:ext>
                </a:extLst>
              </p:cNvPr>
              <p:cNvSpPr/>
              <p:nvPr/>
            </p:nvSpPr>
            <p:spPr>
              <a:xfrm>
                <a:off x="3996198" y="5463948"/>
                <a:ext cx="74877" cy="174139"/>
              </a:xfrm>
              <a:custGeom>
                <a:avLst/>
                <a:gdLst>
                  <a:gd name="connsiteX0" fmla="*/ 32135 w 74877"/>
                  <a:gd name="connsiteY0" fmla="*/ 174140 h 174139"/>
                  <a:gd name="connsiteX1" fmla="*/ 1536 w 74877"/>
                  <a:gd name="connsiteY1" fmla="*/ 159166 h 174139"/>
                  <a:gd name="connsiteX2" fmla="*/ 2753 w 74877"/>
                  <a:gd name="connsiteY2" fmla="*/ 149032 h 174139"/>
                  <a:gd name="connsiteX3" fmla="*/ 12886 w 74877"/>
                  <a:gd name="connsiteY3" fmla="*/ 150278 h 174139"/>
                  <a:gd name="connsiteX4" fmla="*/ 32106 w 74877"/>
                  <a:gd name="connsiteY4" fmla="*/ 159703 h 174139"/>
                  <a:gd name="connsiteX5" fmla="*/ 60441 w 74877"/>
                  <a:gd name="connsiteY5" fmla="*/ 131369 h 174139"/>
                  <a:gd name="connsiteX6" fmla="*/ 60441 w 74877"/>
                  <a:gd name="connsiteY6" fmla="*/ 7218 h 174139"/>
                  <a:gd name="connsiteX7" fmla="*/ 67659 w 74877"/>
                  <a:gd name="connsiteY7" fmla="*/ 0 h 174139"/>
                  <a:gd name="connsiteX8" fmla="*/ 74877 w 74877"/>
                  <a:gd name="connsiteY8" fmla="*/ 7218 h 174139"/>
                  <a:gd name="connsiteX9" fmla="*/ 74877 w 74877"/>
                  <a:gd name="connsiteY9" fmla="*/ 131369 h 174139"/>
                  <a:gd name="connsiteX10" fmla="*/ 32106 w 74877"/>
                  <a:gd name="connsiteY10" fmla="*/ 174140 h 1741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4877" h="174139">
                    <a:moveTo>
                      <a:pt x="32135" y="174140"/>
                    </a:moveTo>
                    <a:cubicBezTo>
                      <a:pt x="20133" y="174140"/>
                      <a:pt x="8980" y="168677"/>
                      <a:pt x="1536" y="159166"/>
                    </a:cubicBezTo>
                    <a:cubicBezTo>
                      <a:pt x="-927" y="156024"/>
                      <a:pt x="-361" y="151495"/>
                      <a:pt x="2753" y="149032"/>
                    </a:cubicBezTo>
                    <a:cubicBezTo>
                      <a:pt x="5895" y="146569"/>
                      <a:pt x="10424" y="147135"/>
                      <a:pt x="12886" y="150278"/>
                    </a:cubicBezTo>
                    <a:cubicBezTo>
                      <a:pt x="17585" y="156279"/>
                      <a:pt x="24577" y="159703"/>
                      <a:pt x="32106" y="159703"/>
                    </a:cubicBezTo>
                    <a:cubicBezTo>
                      <a:pt x="47732" y="159703"/>
                      <a:pt x="60441" y="146994"/>
                      <a:pt x="60441" y="131369"/>
                    </a:cubicBezTo>
                    <a:lnTo>
                      <a:pt x="60441" y="7218"/>
                    </a:lnTo>
                    <a:cubicBezTo>
                      <a:pt x="60441" y="3227"/>
                      <a:pt x="63668" y="0"/>
                      <a:pt x="67659" y="0"/>
                    </a:cubicBezTo>
                    <a:cubicBezTo>
                      <a:pt x="71650" y="0"/>
                      <a:pt x="74877" y="3227"/>
                      <a:pt x="74877" y="7218"/>
                    </a:cubicBezTo>
                    <a:lnTo>
                      <a:pt x="74877" y="131369"/>
                    </a:lnTo>
                    <a:cubicBezTo>
                      <a:pt x="74877" y="154948"/>
                      <a:pt x="55685" y="174140"/>
                      <a:pt x="32106" y="174140"/>
                    </a:cubicBezTo>
                    <a:close/>
                  </a:path>
                </a:pathLst>
              </a:custGeom>
              <a:solidFill>
                <a:srgbClr val="262626"/>
              </a:solidFill>
              <a:ln w="2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38" name="Forma Livre: Forma 337">
                <a:extLst>
                  <a:ext uri="{FF2B5EF4-FFF2-40B4-BE49-F238E27FC236}">
                    <a16:creationId xmlns:a16="http://schemas.microsoft.com/office/drawing/2014/main" id="{1A7EB3B1-0345-ADC8-024E-FB7BE88D7D58}"/>
                  </a:ext>
                </a:extLst>
              </p:cNvPr>
              <p:cNvSpPr/>
              <p:nvPr/>
            </p:nvSpPr>
            <p:spPr>
              <a:xfrm>
                <a:off x="4056667" y="5247490"/>
                <a:ext cx="14436" cy="48262"/>
              </a:xfrm>
              <a:custGeom>
                <a:avLst/>
                <a:gdLst>
                  <a:gd name="connsiteX0" fmla="*/ 7218 w 14436"/>
                  <a:gd name="connsiteY0" fmla="*/ 48262 h 48262"/>
                  <a:gd name="connsiteX1" fmla="*/ 0 w 14436"/>
                  <a:gd name="connsiteY1" fmla="*/ 41044 h 48262"/>
                  <a:gd name="connsiteX2" fmla="*/ 0 w 14436"/>
                  <a:gd name="connsiteY2" fmla="*/ 7218 h 48262"/>
                  <a:gd name="connsiteX3" fmla="*/ 7218 w 14436"/>
                  <a:gd name="connsiteY3" fmla="*/ 0 h 48262"/>
                  <a:gd name="connsiteX4" fmla="*/ 14436 w 14436"/>
                  <a:gd name="connsiteY4" fmla="*/ 7218 h 48262"/>
                  <a:gd name="connsiteX5" fmla="*/ 14436 w 14436"/>
                  <a:gd name="connsiteY5" fmla="*/ 41044 h 48262"/>
                  <a:gd name="connsiteX6" fmla="*/ 7218 w 14436"/>
                  <a:gd name="connsiteY6" fmla="*/ 48262 h 482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4436" h="48262">
                    <a:moveTo>
                      <a:pt x="7218" y="48262"/>
                    </a:moveTo>
                    <a:cubicBezTo>
                      <a:pt x="3227" y="48262"/>
                      <a:pt x="0" y="45035"/>
                      <a:pt x="0" y="41044"/>
                    </a:cubicBezTo>
                    <a:lnTo>
                      <a:pt x="0" y="7218"/>
                    </a:lnTo>
                    <a:cubicBezTo>
                      <a:pt x="0" y="3227"/>
                      <a:pt x="3227" y="0"/>
                      <a:pt x="7218" y="0"/>
                    </a:cubicBezTo>
                    <a:cubicBezTo>
                      <a:pt x="11209" y="0"/>
                      <a:pt x="14436" y="3227"/>
                      <a:pt x="14436" y="7218"/>
                    </a:cubicBezTo>
                    <a:lnTo>
                      <a:pt x="14436" y="41044"/>
                    </a:lnTo>
                    <a:cubicBezTo>
                      <a:pt x="14436" y="45035"/>
                      <a:pt x="11209" y="48262"/>
                      <a:pt x="7218" y="48262"/>
                    </a:cubicBezTo>
                    <a:close/>
                  </a:path>
                </a:pathLst>
              </a:custGeom>
              <a:solidFill>
                <a:srgbClr val="262626"/>
              </a:solidFill>
              <a:ln w="2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grpSp>
        <p:nvGrpSpPr>
          <p:cNvPr id="345" name="Gráfico 3">
            <a:extLst>
              <a:ext uri="{FF2B5EF4-FFF2-40B4-BE49-F238E27FC236}">
                <a16:creationId xmlns:a16="http://schemas.microsoft.com/office/drawing/2014/main" id="{8A02D0F4-B958-DC27-F238-AD25792FD3E1}"/>
              </a:ext>
            </a:extLst>
          </p:cNvPr>
          <p:cNvGrpSpPr/>
          <p:nvPr/>
        </p:nvGrpSpPr>
        <p:grpSpPr>
          <a:xfrm>
            <a:off x="4734615" y="3416409"/>
            <a:ext cx="600514" cy="553096"/>
            <a:chOff x="4704539" y="3388708"/>
            <a:chExt cx="660666" cy="608498"/>
          </a:xfrm>
          <a:solidFill>
            <a:srgbClr val="262626"/>
          </a:solidFill>
        </p:grpSpPr>
        <p:grpSp>
          <p:nvGrpSpPr>
            <p:cNvPr id="346" name="Gráfico 3">
              <a:extLst>
                <a:ext uri="{FF2B5EF4-FFF2-40B4-BE49-F238E27FC236}">
                  <a16:creationId xmlns:a16="http://schemas.microsoft.com/office/drawing/2014/main" id="{39207091-0A12-78E4-5C5C-A772ABE2C4E8}"/>
                </a:ext>
              </a:extLst>
            </p:cNvPr>
            <p:cNvGrpSpPr/>
            <p:nvPr/>
          </p:nvGrpSpPr>
          <p:grpSpPr>
            <a:xfrm>
              <a:off x="4704539" y="3388708"/>
              <a:ext cx="660666" cy="608498"/>
              <a:chOff x="4704539" y="3388708"/>
              <a:chExt cx="660666" cy="608498"/>
            </a:xfrm>
            <a:solidFill>
              <a:srgbClr val="262626"/>
            </a:solidFill>
          </p:grpSpPr>
          <p:sp>
            <p:nvSpPr>
              <p:cNvPr id="350" name="Forma Livre: Forma 349">
                <a:extLst>
                  <a:ext uri="{FF2B5EF4-FFF2-40B4-BE49-F238E27FC236}">
                    <a16:creationId xmlns:a16="http://schemas.microsoft.com/office/drawing/2014/main" id="{2CDA3966-4418-1D2D-D1AA-F47B4E1CB153}"/>
                  </a:ext>
                </a:extLst>
              </p:cNvPr>
              <p:cNvSpPr/>
              <p:nvPr/>
            </p:nvSpPr>
            <p:spPr>
              <a:xfrm>
                <a:off x="4704539" y="3388708"/>
                <a:ext cx="660666" cy="486554"/>
              </a:xfrm>
              <a:custGeom>
                <a:avLst/>
                <a:gdLst>
                  <a:gd name="connsiteX0" fmla="*/ 595704 w 660666"/>
                  <a:gd name="connsiteY0" fmla="*/ 486555 h 486554"/>
                  <a:gd name="connsiteX1" fmla="*/ 64963 w 660666"/>
                  <a:gd name="connsiteY1" fmla="*/ 486555 h 486554"/>
                  <a:gd name="connsiteX2" fmla="*/ 0 w 660666"/>
                  <a:gd name="connsiteY2" fmla="*/ 421592 h 486554"/>
                  <a:gd name="connsiteX3" fmla="*/ 0 w 660666"/>
                  <a:gd name="connsiteY3" fmla="*/ 64963 h 486554"/>
                  <a:gd name="connsiteX4" fmla="*/ 64963 w 660666"/>
                  <a:gd name="connsiteY4" fmla="*/ 0 h 486554"/>
                  <a:gd name="connsiteX5" fmla="*/ 595704 w 660666"/>
                  <a:gd name="connsiteY5" fmla="*/ 0 h 486554"/>
                  <a:gd name="connsiteX6" fmla="*/ 660666 w 660666"/>
                  <a:gd name="connsiteY6" fmla="*/ 64963 h 486554"/>
                  <a:gd name="connsiteX7" fmla="*/ 660666 w 660666"/>
                  <a:gd name="connsiteY7" fmla="*/ 421592 h 486554"/>
                  <a:gd name="connsiteX8" fmla="*/ 595704 w 660666"/>
                  <a:gd name="connsiteY8" fmla="*/ 486555 h 486554"/>
                  <a:gd name="connsiteX9" fmla="*/ 64963 w 660666"/>
                  <a:gd name="connsiteY9" fmla="*/ 14436 h 486554"/>
                  <a:gd name="connsiteX10" fmla="*/ 14436 w 660666"/>
                  <a:gd name="connsiteY10" fmla="*/ 64963 h 486554"/>
                  <a:gd name="connsiteX11" fmla="*/ 14436 w 660666"/>
                  <a:gd name="connsiteY11" fmla="*/ 421592 h 486554"/>
                  <a:gd name="connsiteX12" fmla="*/ 64963 w 660666"/>
                  <a:gd name="connsiteY12" fmla="*/ 472119 h 486554"/>
                  <a:gd name="connsiteX13" fmla="*/ 595704 w 660666"/>
                  <a:gd name="connsiteY13" fmla="*/ 472119 h 486554"/>
                  <a:gd name="connsiteX14" fmla="*/ 646230 w 660666"/>
                  <a:gd name="connsiteY14" fmla="*/ 421592 h 486554"/>
                  <a:gd name="connsiteX15" fmla="*/ 646230 w 660666"/>
                  <a:gd name="connsiteY15" fmla="*/ 64963 h 486554"/>
                  <a:gd name="connsiteX16" fmla="*/ 595704 w 660666"/>
                  <a:gd name="connsiteY16" fmla="*/ 14436 h 486554"/>
                  <a:gd name="connsiteX17" fmla="*/ 64963 w 660666"/>
                  <a:gd name="connsiteY17" fmla="*/ 14436 h 4865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660666" h="486554">
                    <a:moveTo>
                      <a:pt x="595704" y="486555"/>
                    </a:moveTo>
                    <a:lnTo>
                      <a:pt x="64963" y="486555"/>
                    </a:lnTo>
                    <a:cubicBezTo>
                      <a:pt x="29127" y="486555"/>
                      <a:pt x="0" y="457400"/>
                      <a:pt x="0" y="421592"/>
                    </a:cubicBezTo>
                    <a:lnTo>
                      <a:pt x="0" y="64963"/>
                    </a:lnTo>
                    <a:cubicBezTo>
                      <a:pt x="0" y="29155"/>
                      <a:pt x="29127" y="0"/>
                      <a:pt x="64963" y="0"/>
                    </a:cubicBezTo>
                    <a:lnTo>
                      <a:pt x="595704" y="0"/>
                    </a:lnTo>
                    <a:cubicBezTo>
                      <a:pt x="631539" y="0"/>
                      <a:pt x="660666" y="29155"/>
                      <a:pt x="660666" y="64963"/>
                    </a:cubicBezTo>
                    <a:lnTo>
                      <a:pt x="660666" y="421592"/>
                    </a:lnTo>
                    <a:cubicBezTo>
                      <a:pt x="660666" y="457400"/>
                      <a:pt x="631539" y="486555"/>
                      <a:pt x="595704" y="486555"/>
                    </a:cubicBezTo>
                    <a:close/>
                    <a:moveTo>
                      <a:pt x="64963" y="14436"/>
                    </a:moveTo>
                    <a:cubicBezTo>
                      <a:pt x="37109" y="14436"/>
                      <a:pt x="14436" y="37109"/>
                      <a:pt x="14436" y="64963"/>
                    </a:cubicBezTo>
                    <a:lnTo>
                      <a:pt x="14436" y="421592"/>
                    </a:lnTo>
                    <a:cubicBezTo>
                      <a:pt x="14436" y="449446"/>
                      <a:pt x="37109" y="472119"/>
                      <a:pt x="64963" y="472119"/>
                    </a:cubicBezTo>
                    <a:lnTo>
                      <a:pt x="595704" y="472119"/>
                    </a:lnTo>
                    <a:cubicBezTo>
                      <a:pt x="623557" y="472119"/>
                      <a:pt x="646230" y="449446"/>
                      <a:pt x="646230" y="421592"/>
                    </a:cubicBezTo>
                    <a:lnTo>
                      <a:pt x="646230" y="64963"/>
                    </a:lnTo>
                    <a:cubicBezTo>
                      <a:pt x="646230" y="37109"/>
                      <a:pt x="623557" y="14436"/>
                      <a:pt x="595704" y="14436"/>
                    </a:cubicBezTo>
                    <a:lnTo>
                      <a:pt x="64963" y="14436"/>
                    </a:lnTo>
                    <a:close/>
                  </a:path>
                </a:pathLst>
              </a:custGeom>
              <a:solidFill>
                <a:srgbClr val="262626"/>
              </a:solidFill>
              <a:ln w="2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grpSp>
            <p:nvGrpSpPr>
              <p:cNvPr id="351" name="Gráfico 3">
                <a:extLst>
                  <a:ext uri="{FF2B5EF4-FFF2-40B4-BE49-F238E27FC236}">
                    <a16:creationId xmlns:a16="http://schemas.microsoft.com/office/drawing/2014/main" id="{FC6BDB9E-10AC-C9F9-7B71-C678EA4458C8}"/>
                  </a:ext>
                </a:extLst>
              </p:cNvPr>
              <p:cNvGrpSpPr/>
              <p:nvPr/>
            </p:nvGrpSpPr>
            <p:grpSpPr>
              <a:xfrm>
                <a:off x="4900786" y="3860827"/>
                <a:ext cx="268201" cy="136379"/>
                <a:chOff x="4900786" y="3860827"/>
                <a:chExt cx="268201" cy="136379"/>
              </a:xfrm>
              <a:solidFill>
                <a:srgbClr val="262626"/>
              </a:solidFill>
            </p:grpSpPr>
            <p:sp>
              <p:nvSpPr>
                <p:cNvPr id="352" name="Forma Livre: Forma 351">
                  <a:extLst>
                    <a:ext uri="{FF2B5EF4-FFF2-40B4-BE49-F238E27FC236}">
                      <a16:creationId xmlns:a16="http://schemas.microsoft.com/office/drawing/2014/main" id="{1958B00D-1DBB-2A2C-C968-A8F95F89E983}"/>
                    </a:ext>
                  </a:extLst>
                </p:cNvPr>
                <p:cNvSpPr/>
                <p:nvPr/>
              </p:nvSpPr>
              <p:spPr>
                <a:xfrm>
                  <a:off x="4964531" y="3860827"/>
                  <a:ext cx="14436" cy="136379"/>
                </a:xfrm>
                <a:custGeom>
                  <a:avLst/>
                  <a:gdLst>
                    <a:gd name="connsiteX0" fmla="*/ 7218 w 14436"/>
                    <a:gd name="connsiteY0" fmla="*/ 136379 h 136379"/>
                    <a:gd name="connsiteX1" fmla="*/ 0 w 14436"/>
                    <a:gd name="connsiteY1" fmla="*/ 129161 h 136379"/>
                    <a:gd name="connsiteX2" fmla="*/ 0 w 14436"/>
                    <a:gd name="connsiteY2" fmla="*/ 7218 h 136379"/>
                    <a:gd name="connsiteX3" fmla="*/ 7218 w 14436"/>
                    <a:gd name="connsiteY3" fmla="*/ 0 h 136379"/>
                    <a:gd name="connsiteX4" fmla="*/ 14436 w 14436"/>
                    <a:gd name="connsiteY4" fmla="*/ 7218 h 136379"/>
                    <a:gd name="connsiteX5" fmla="*/ 14436 w 14436"/>
                    <a:gd name="connsiteY5" fmla="*/ 129161 h 136379"/>
                    <a:gd name="connsiteX6" fmla="*/ 7218 w 14436"/>
                    <a:gd name="connsiteY6" fmla="*/ 136379 h 1363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4436" h="136379">
                      <a:moveTo>
                        <a:pt x="7218" y="136379"/>
                      </a:moveTo>
                      <a:cubicBezTo>
                        <a:pt x="3227" y="136379"/>
                        <a:pt x="0" y="133152"/>
                        <a:pt x="0" y="129161"/>
                      </a:cubicBezTo>
                      <a:lnTo>
                        <a:pt x="0" y="7218"/>
                      </a:lnTo>
                      <a:cubicBezTo>
                        <a:pt x="0" y="3227"/>
                        <a:pt x="3227" y="0"/>
                        <a:pt x="7218" y="0"/>
                      </a:cubicBezTo>
                      <a:cubicBezTo>
                        <a:pt x="11209" y="0"/>
                        <a:pt x="14436" y="3227"/>
                        <a:pt x="14436" y="7218"/>
                      </a:cubicBezTo>
                      <a:lnTo>
                        <a:pt x="14436" y="129161"/>
                      </a:lnTo>
                      <a:cubicBezTo>
                        <a:pt x="14436" y="133152"/>
                        <a:pt x="11209" y="136379"/>
                        <a:pt x="7218" y="136379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282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353" name="Forma Livre: Forma 352">
                  <a:extLst>
                    <a:ext uri="{FF2B5EF4-FFF2-40B4-BE49-F238E27FC236}">
                      <a16:creationId xmlns:a16="http://schemas.microsoft.com/office/drawing/2014/main" id="{DEEA50F0-EB12-B5AA-23A2-4EB2A482F1F3}"/>
                    </a:ext>
                  </a:extLst>
                </p:cNvPr>
                <p:cNvSpPr/>
                <p:nvPr/>
              </p:nvSpPr>
              <p:spPr>
                <a:xfrm>
                  <a:off x="5090777" y="3904928"/>
                  <a:ext cx="14436" cy="92278"/>
                </a:xfrm>
                <a:custGeom>
                  <a:avLst/>
                  <a:gdLst>
                    <a:gd name="connsiteX0" fmla="*/ 7218 w 14436"/>
                    <a:gd name="connsiteY0" fmla="*/ 92278 h 92278"/>
                    <a:gd name="connsiteX1" fmla="*/ 0 w 14436"/>
                    <a:gd name="connsiteY1" fmla="*/ 85060 h 92278"/>
                    <a:gd name="connsiteX2" fmla="*/ 0 w 14436"/>
                    <a:gd name="connsiteY2" fmla="*/ 7218 h 92278"/>
                    <a:gd name="connsiteX3" fmla="*/ 7218 w 14436"/>
                    <a:gd name="connsiteY3" fmla="*/ 0 h 92278"/>
                    <a:gd name="connsiteX4" fmla="*/ 14436 w 14436"/>
                    <a:gd name="connsiteY4" fmla="*/ 7218 h 92278"/>
                    <a:gd name="connsiteX5" fmla="*/ 14436 w 14436"/>
                    <a:gd name="connsiteY5" fmla="*/ 85060 h 92278"/>
                    <a:gd name="connsiteX6" fmla="*/ 7218 w 14436"/>
                    <a:gd name="connsiteY6" fmla="*/ 92278 h 922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4436" h="92278">
                      <a:moveTo>
                        <a:pt x="7218" y="92278"/>
                      </a:moveTo>
                      <a:cubicBezTo>
                        <a:pt x="3227" y="92278"/>
                        <a:pt x="0" y="89051"/>
                        <a:pt x="0" y="85060"/>
                      </a:cubicBezTo>
                      <a:lnTo>
                        <a:pt x="0" y="7218"/>
                      </a:lnTo>
                      <a:cubicBezTo>
                        <a:pt x="0" y="3227"/>
                        <a:pt x="3227" y="0"/>
                        <a:pt x="7218" y="0"/>
                      </a:cubicBezTo>
                      <a:cubicBezTo>
                        <a:pt x="11209" y="0"/>
                        <a:pt x="14436" y="3227"/>
                        <a:pt x="14436" y="7218"/>
                      </a:cubicBezTo>
                      <a:lnTo>
                        <a:pt x="14436" y="85060"/>
                      </a:lnTo>
                      <a:cubicBezTo>
                        <a:pt x="14436" y="89051"/>
                        <a:pt x="11209" y="92278"/>
                        <a:pt x="7218" y="92278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282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354" name="Forma Livre: Forma 353">
                  <a:extLst>
                    <a:ext uri="{FF2B5EF4-FFF2-40B4-BE49-F238E27FC236}">
                      <a16:creationId xmlns:a16="http://schemas.microsoft.com/office/drawing/2014/main" id="{A92F4146-B743-CCED-57A5-3F2D895415DF}"/>
                    </a:ext>
                  </a:extLst>
                </p:cNvPr>
                <p:cNvSpPr/>
                <p:nvPr/>
              </p:nvSpPr>
              <p:spPr>
                <a:xfrm>
                  <a:off x="4900786" y="3982770"/>
                  <a:ext cx="268201" cy="14436"/>
                </a:xfrm>
                <a:custGeom>
                  <a:avLst/>
                  <a:gdLst>
                    <a:gd name="connsiteX0" fmla="*/ 260983 w 268201"/>
                    <a:gd name="connsiteY0" fmla="*/ 14436 h 14436"/>
                    <a:gd name="connsiteX1" fmla="*/ 7218 w 268201"/>
                    <a:gd name="connsiteY1" fmla="*/ 14436 h 14436"/>
                    <a:gd name="connsiteX2" fmla="*/ 0 w 268201"/>
                    <a:gd name="connsiteY2" fmla="*/ 7218 h 14436"/>
                    <a:gd name="connsiteX3" fmla="*/ 7218 w 268201"/>
                    <a:gd name="connsiteY3" fmla="*/ 0 h 14436"/>
                    <a:gd name="connsiteX4" fmla="*/ 260983 w 268201"/>
                    <a:gd name="connsiteY4" fmla="*/ 0 h 14436"/>
                    <a:gd name="connsiteX5" fmla="*/ 268201 w 268201"/>
                    <a:gd name="connsiteY5" fmla="*/ 7218 h 14436"/>
                    <a:gd name="connsiteX6" fmla="*/ 260983 w 268201"/>
                    <a:gd name="connsiteY6" fmla="*/ 14436 h 144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68201" h="14436">
                      <a:moveTo>
                        <a:pt x="260983" y="14436"/>
                      </a:moveTo>
                      <a:lnTo>
                        <a:pt x="7218" y="14436"/>
                      </a:lnTo>
                      <a:cubicBezTo>
                        <a:pt x="3227" y="14436"/>
                        <a:pt x="0" y="11209"/>
                        <a:pt x="0" y="7218"/>
                      </a:cubicBezTo>
                      <a:cubicBezTo>
                        <a:pt x="0" y="3227"/>
                        <a:pt x="3227" y="0"/>
                        <a:pt x="7218" y="0"/>
                      </a:cubicBezTo>
                      <a:lnTo>
                        <a:pt x="260983" y="0"/>
                      </a:lnTo>
                      <a:cubicBezTo>
                        <a:pt x="264974" y="0"/>
                        <a:pt x="268201" y="3227"/>
                        <a:pt x="268201" y="7218"/>
                      </a:cubicBezTo>
                      <a:cubicBezTo>
                        <a:pt x="268201" y="11209"/>
                        <a:pt x="264974" y="14436"/>
                        <a:pt x="260983" y="14436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282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</p:grpSp>
        <p:grpSp>
          <p:nvGrpSpPr>
            <p:cNvPr id="347" name="Gráfico 3">
              <a:extLst>
                <a:ext uri="{FF2B5EF4-FFF2-40B4-BE49-F238E27FC236}">
                  <a16:creationId xmlns:a16="http://schemas.microsoft.com/office/drawing/2014/main" id="{66ABC84C-681D-740F-AEEB-3677B2FB8807}"/>
                </a:ext>
              </a:extLst>
            </p:cNvPr>
            <p:cNvGrpSpPr/>
            <p:nvPr/>
          </p:nvGrpSpPr>
          <p:grpSpPr>
            <a:xfrm>
              <a:off x="4830049" y="3470372"/>
              <a:ext cx="409618" cy="328719"/>
              <a:chOff x="4830049" y="3470372"/>
              <a:chExt cx="409618" cy="328719"/>
            </a:xfrm>
            <a:solidFill>
              <a:srgbClr val="262626"/>
            </a:solidFill>
          </p:grpSpPr>
          <p:sp>
            <p:nvSpPr>
              <p:cNvPr id="348" name="Forma Livre: Forma 347">
                <a:extLst>
                  <a:ext uri="{FF2B5EF4-FFF2-40B4-BE49-F238E27FC236}">
                    <a16:creationId xmlns:a16="http://schemas.microsoft.com/office/drawing/2014/main" id="{FCAA5EDC-A6EE-F4E5-1D00-42A3F0E62FD2}"/>
                  </a:ext>
                </a:extLst>
              </p:cNvPr>
              <p:cNvSpPr/>
              <p:nvPr/>
            </p:nvSpPr>
            <p:spPr>
              <a:xfrm>
                <a:off x="4830049" y="3470372"/>
                <a:ext cx="409618" cy="328719"/>
              </a:xfrm>
              <a:custGeom>
                <a:avLst/>
                <a:gdLst>
                  <a:gd name="connsiteX0" fmla="*/ 155401 w 409618"/>
                  <a:gd name="connsiteY0" fmla="*/ 328720 h 328719"/>
                  <a:gd name="connsiteX1" fmla="*/ 125198 w 409618"/>
                  <a:gd name="connsiteY1" fmla="*/ 316208 h 328719"/>
                  <a:gd name="connsiteX2" fmla="*/ 12511 w 409618"/>
                  <a:gd name="connsiteY2" fmla="*/ 203521 h 328719"/>
                  <a:gd name="connsiteX3" fmla="*/ 0 w 409618"/>
                  <a:gd name="connsiteY3" fmla="*/ 173319 h 328719"/>
                  <a:gd name="connsiteX4" fmla="*/ 12511 w 409618"/>
                  <a:gd name="connsiteY4" fmla="*/ 143116 h 328719"/>
                  <a:gd name="connsiteX5" fmla="*/ 44271 w 409618"/>
                  <a:gd name="connsiteY5" fmla="*/ 111357 h 328719"/>
                  <a:gd name="connsiteX6" fmla="*/ 74473 w 409618"/>
                  <a:gd name="connsiteY6" fmla="*/ 98845 h 328719"/>
                  <a:gd name="connsiteX7" fmla="*/ 104676 w 409618"/>
                  <a:gd name="connsiteY7" fmla="*/ 111357 h 328719"/>
                  <a:gd name="connsiteX8" fmla="*/ 155401 w 409618"/>
                  <a:gd name="connsiteY8" fmla="*/ 162081 h 328719"/>
                  <a:gd name="connsiteX9" fmla="*/ 304971 w 409618"/>
                  <a:gd name="connsiteY9" fmla="*/ 12511 h 328719"/>
                  <a:gd name="connsiteX10" fmla="*/ 335174 w 409618"/>
                  <a:gd name="connsiteY10" fmla="*/ 0 h 328719"/>
                  <a:gd name="connsiteX11" fmla="*/ 365376 w 409618"/>
                  <a:gd name="connsiteY11" fmla="*/ 12511 h 328719"/>
                  <a:gd name="connsiteX12" fmla="*/ 397136 w 409618"/>
                  <a:gd name="connsiteY12" fmla="*/ 44271 h 328719"/>
                  <a:gd name="connsiteX13" fmla="*/ 397136 w 409618"/>
                  <a:gd name="connsiteY13" fmla="*/ 104676 h 328719"/>
                  <a:gd name="connsiteX14" fmla="*/ 185603 w 409618"/>
                  <a:gd name="connsiteY14" fmla="*/ 316208 h 328719"/>
                  <a:gd name="connsiteX15" fmla="*/ 155401 w 409618"/>
                  <a:gd name="connsiteY15" fmla="*/ 328720 h 328719"/>
                  <a:gd name="connsiteX16" fmla="*/ 74473 w 409618"/>
                  <a:gd name="connsiteY16" fmla="*/ 113310 h 328719"/>
                  <a:gd name="connsiteX17" fmla="*/ 54489 w 409618"/>
                  <a:gd name="connsiteY17" fmla="*/ 121603 h 328719"/>
                  <a:gd name="connsiteX18" fmla="*/ 22730 w 409618"/>
                  <a:gd name="connsiteY18" fmla="*/ 153363 h 328719"/>
                  <a:gd name="connsiteX19" fmla="*/ 14436 w 409618"/>
                  <a:gd name="connsiteY19" fmla="*/ 173347 h 328719"/>
                  <a:gd name="connsiteX20" fmla="*/ 22730 w 409618"/>
                  <a:gd name="connsiteY20" fmla="*/ 193331 h 328719"/>
                  <a:gd name="connsiteX21" fmla="*/ 135417 w 409618"/>
                  <a:gd name="connsiteY21" fmla="*/ 306018 h 328719"/>
                  <a:gd name="connsiteX22" fmla="*/ 155401 w 409618"/>
                  <a:gd name="connsiteY22" fmla="*/ 314312 h 328719"/>
                  <a:gd name="connsiteX23" fmla="*/ 175385 w 409618"/>
                  <a:gd name="connsiteY23" fmla="*/ 306018 h 328719"/>
                  <a:gd name="connsiteX24" fmla="*/ 386917 w 409618"/>
                  <a:gd name="connsiteY24" fmla="*/ 94486 h 328719"/>
                  <a:gd name="connsiteX25" fmla="*/ 386917 w 409618"/>
                  <a:gd name="connsiteY25" fmla="*/ 54489 h 328719"/>
                  <a:gd name="connsiteX26" fmla="*/ 355158 w 409618"/>
                  <a:gd name="connsiteY26" fmla="*/ 22730 h 328719"/>
                  <a:gd name="connsiteX27" fmla="*/ 335174 w 409618"/>
                  <a:gd name="connsiteY27" fmla="*/ 14436 h 328719"/>
                  <a:gd name="connsiteX28" fmla="*/ 315189 w 409618"/>
                  <a:gd name="connsiteY28" fmla="*/ 22730 h 328719"/>
                  <a:gd name="connsiteX29" fmla="*/ 160496 w 409618"/>
                  <a:gd name="connsiteY29" fmla="*/ 177423 h 328719"/>
                  <a:gd name="connsiteX30" fmla="*/ 150277 w 409618"/>
                  <a:gd name="connsiteY30" fmla="*/ 177423 h 328719"/>
                  <a:gd name="connsiteX31" fmla="*/ 94458 w 409618"/>
                  <a:gd name="connsiteY31" fmla="*/ 121603 h 328719"/>
                  <a:gd name="connsiteX32" fmla="*/ 74473 w 409618"/>
                  <a:gd name="connsiteY32" fmla="*/ 113310 h 328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09618" h="328719">
                    <a:moveTo>
                      <a:pt x="155401" y="328720"/>
                    </a:moveTo>
                    <a:cubicBezTo>
                      <a:pt x="143994" y="328720"/>
                      <a:pt x="133265" y="324276"/>
                      <a:pt x="125198" y="316208"/>
                    </a:cubicBezTo>
                    <a:lnTo>
                      <a:pt x="12511" y="203521"/>
                    </a:lnTo>
                    <a:cubicBezTo>
                      <a:pt x="4444" y="195454"/>
                      <a:pt x="0" y="184726"/>
                      <a:pt x="0" y="173319"/>
                    </a:cubicBezTo>
                    <a:cubicBezTo>
                      <a:pt x="0" y="161911"/>
                      <a:pt x="4444" y="151183"/>
                      <a:pt x="12511" y="143116"/>
                    </a:cubicBezTo>
                    <a:lnTo>
                      <a:pt x="44271" y="111357"/>
                    </a:lnTo>
                    <a:cubicBezTo>
                      <a:pt x="52338" y="103289"/>
                      <a:pt x="63066" y="98845"/>
                      <a:pt x="74473" y="98845"/>
                    </a:cubicBezTo>
                    <a:cubicBezTo>
                      <a:pt x="85881" y="98845"/>
                      <a:pt x="96609" y="103289"/>
                      <a:pt x="104676" y="111357"/>
                    </a:cubicBezTo>
                    <a:lnTo>
                      <a:pt x="155401" y="162081"/>
                    </a:lnTo>
                    <a:lnTo>
                      <a:pt x="304971" y="12511"/>
                    </a:lnTo>
                    <a:cubicBezTo>
                      <a:pt x="313038" y="4444"/>
                      <a:pt x="323766" y="0"/>
                      <a:pt x="335174" y="0"/>
                    </a:cubicBezTo>
                    <a:cubicBezTo>
                      <a:pt x="346581" y="0"/>
                      <a:pt x="357309" y="4444"/>
                      <a:pt x="365376" y="12511"/>
                    </a:cubicBezTo>
                    <a:lnTo>
                      <a:pt x="397136" y="44271"/>
                    </a:lnTo>
                    <a:cubicBezTo>
                      <a:pt x="413780" y="60915"/>
                      <a:pt x="413780" y="88032"/>
                      <a:pt x="397136" y="104676"/>
                    </a:cubicBezTo>
                    <a:lnTo>
                      <a:pt x="185603" y="316208"/>
                    </a:lnTo>
                    <a:cubicBezTo>
                      <a:pt x="177536" y="324276"/>
                      <a:pt x="166808" y="328720"/>
                      <a:pt x="155401" y="328720"/>
                    </a:cubicBezTo>
                    <a:close/>
                    <a:moveTo>
                      <a:pt x="74473" y="113310"/>
                    </a:moveTo>
                    <a:cubicBezTo>
                      <a:pt x="66916" y="113310"/>
                      <a:pt x="59811" y="116253"/>
                      <a:pt x="54489" y="121603"/>
                    </a:cubicBezTo>
                    <a:lnTo>
                      <a:pt x="22730" y="153363"/>
                    </a:lnTo>
                    <a:cubicBezTo>
                      <a:pt x="17380" y="158713"/>
                      <a:pt x="14436" y="165818"/>
                      <a:pt x="14436" y="173347"/>
                    </a:cubicBezTo>
                    <a:cubicBezTo>
                      <a:pt x="14436" y="180877"/>
                      <a:pt x="17380" y="188010"/>
                      <a:pt x="22730" y="193331"/>
                    </a:cubicBezTo>
                    <a:lnTo>
                      <a:pt x="135417" y="306018"/>
                    </a:lnTo>
                    <a:cubicBezTo>
                      <a:pt x="140767" y="311368"/>
                      <a:pt x="147843" y="314312"/>
                      <a:pt x="155401" y="314312"/>
                    </a:cubicBezTo>
                    <a:cubicBezTo>
                      <a:pt x="162959" y="314312"/>
                      <a:pt x="170063" y="311368"/>
                      <a:pt x="175385" y="306018"/>
                    </a:cubicBezTo>
                    <a:lnTo>
                      <a:pt x="386917" y="94486"/>
                    </a:lnTo>
                    <a:cubicBezTo>
                      <a:pt x="397928" y="83475"/>
                      <a:pt x="397928" y="65529"/>
                      <a:pt x="386917" y="54489"/>
                    </a:cubicBezTo>
                    <a:lnTo>
                      <a:pt x="355158" y="22730"/>
                    </a:lnTo>
                    <a:cubicBezTo>
                      <a:pt x="349808" y="17380"/>
                      <a:pt x="342731" y="14436"/>
                      <a:pt x="335174" y="14436"/>
                    </a:cubicBezTo>
                    <a:cubicBezTo>
                      <a:pt x="327616" y="14436"/>
                      <a:pt x="320511" y="17380"/>
                      <a:pt x="315189" y="22730"/>
                    </a:cubicBezTo>
                    <a:lnTo>
                      <a:pt x="160496" y="177423"/>
                    </a:lnTo>
                    <a:cubicBezTo>
                      <a:pt x="157779" y="180141"/>
                      <a:pt x="152995" y="180141"/>
                      <a:pt x="150277" y="177423"/>
                    </a:cubicBezTo>
                    <a:lnTo>
                      <a:pt x="94458" y="121603"/>
                    </a:lnTo>
                    <a:cubicBezTo>
                      <a:pt x="89108" y="116253"/>
                      <a:pt x="82031" y="113310"/>
                      <a:pt x="74473" y="113310"/>
                    </a:cubicBezTo>
                    <a:close/>
                  </a:path>
                </a:pathLst>
              </a:custGeom>
              <a:solidFill>
                <a:srgbClr val="262626"/>
              </a:solidFill>
              <a:ln w="2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49" name="Forma Livre: Forma 348">
                <a:extLst>
                  <a:ext uri="{FF2B5EF4-FFF2-40B4-BE49-F238E27FC236}">
                    <a16:creationId xmlns:a16="http://schemas.microsoft.com/office/drawing/2014/main" id="{0F708CD3-DF31-561D-3D8B-05BA9CC07B79}"/>
                  </a:ext>
                </a:extLst>
              </p:cNvPr>
              <p:cNvSpPr/>
              <p:nvPr/>
            </p:nvSpPr>
            <p:spPr>
              <a:xfrm>
                <a:off x="5060319" y="3600976"/>
                <a:ext cx="61424" cy="61424"/>
              </a:xfrm>
              <a:custGeom>
                <a:avLst/>
                <a:gdLst>
                  <a:gd name="connsiteX0" fmla="*/ 7218 w 61424"/>
                  <a:gd name="connsiteY0" fmla="*/ 61424 h 61424"/>
                  <a:gd name="connsiteX1" fmla="*/ 2123 w 61424"/>
                  <a:gd name="connsiteY1" fmla="*/ 59301 h 61424"/>
                  <a:gd name="connsiteX2" fmla="*/ 2123 w 61424"/>
                  <a:gd name="connsiteY2" fmla="*/ 49083 h 61424"/>
                  <a:gd name="connsiteX3" fmla="*/ 49083 w 61424"/>
                  <a:gd name="connsiteY3" fmla="*/ 2123 h 61424"/>
                  <a:gd name="connsiteX4" fmla="*/ 59302 w 61424"/>
                  <a:gd name="connsiteY4" fmla="*/ 2123 h 61424"/>
                  <a:gd name="connsiteX5" fmla="*/ 59302 w 61424"/>
                  <a:gd name="connsiteY5" fmla="*/ 12341 h 61424"/>
                  <a:gd name="connsiteX6" fmla="*/ 12341 w 61424"/>
                  <a:gd name="connsiteY6" fmla="*/ 59301 h 61424"/>
                  <a:gd name="connsiteX7" fmla="*/ 7247 w 61424"/>
                  <a:gd name="connsiteY7" fmla="*/ 61424 h 614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1424" h="61424">
                    <a:moveTo>
                      <a:pt x="7218" y="61424"/>
                    </a:moveTo>
                    <a:cubicBezTo>
                      <a:pt x="5378" y="61424"/>
                      <a:pt x="3538" y="60717"/>
                      <a:pt x="2123" y="59301"/>
                    </a:cubicBezTo>
                    <a:cubicBezTo>
                      <a:pt x="-708" y="56471"/>
                      <a:pt x="-708" y="51914"/>
                      <a:pt x="2123" y="49083"/>
                    </a:cubicBezTo>
                    <a:lnTo>
                      <a:pt x="49083" y="2123"/>
                    </a:lnTo>
                    <a:cubicBezTo>
                      <a:pt x="51913" y="-708"/>
                      <a:pt x="56471" y="-708"/>
                      <a:pt x="59302" y="2123"/>
                    </a:cubicBezTo>
                    <a:cubicBezTo>
                      <a:pt x="62132" y="4954"/>
                      <a:pt x="62132" y="9511"/>
                      <a:pt x="59302" y="12341"/>
                    </a:cubicBezTo>
                    <a:lnTo>
                      <a:pt x="12341" y="59301"/>
                    </a:lnTo>
                    <a:cubicBezTo>
                      <a:pt x="10926" y="60717"/>
                      <a:pt x="9086" y="61424"/>
                      <a:pt x="7247" y="61424"/>
                    </a:cubicBezTo>
                    <a:close/>
                  </a:path>
                </a:pathLst>
              </a:custGeom>
              <a:solidFill>
                <a:srgbClr val="262626"/>
              </a:solidFill>
              <a:ln w="2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grpSp>
        <p:nvGrpSpPr>
          <p:cNvPr id="355" name="Gráfico 3">
            <a:extLst>
              <a:ext uri="{FF2B5EF4-FFF2-40B4-BE49-F238E27FC236}">
                <a16:creationId xmlns:a16="http://schemas.microsoft.com/office/drawing/2014/main" id="{8EDCB4D4-E450-C0AA-3FE2-58440D711C4C}"/>
              </a:ext>
            </a:extLst>
          </p:cNvPr>
          <p:cNvGrpSpPr/>
          <p:nvPr/>
        </p:nvGrpSpPr>
        <p:grpSpPr>
          <a:xfrm>
            <a:off x="2766626" y="5223766"/>
            <a:ext cx="652500" cy="551526"/>
            <a:chOff x="2733947" y="5196143"/>
            <a:chExt cx="717858" cy="606771"/>
          </a:xfrm>
          <a:solidFill>
            <a:srgbClr val="262626"/>
          </a:solidFill>
        </p:grpSpPr>
        <p:grpSp>
          <p:nvGrpSpPr>
            <p:cNvPr id="356" name="Gráfico 3">
              <a:extLst>
                <a:ext uri="{FF2B5EF4-FFF2-40B4-BE49-F238E27FC236}">
                  <a16:creationId xmlns:a16="http://schemas.microsoft.com/office/drawing/2014/main" id="{3593EFDF-BD01-84F4-C400-FF612F6732EA}"/>
                </a:ext>
              </a:extLst>
            </p:cNvPr>
            <p:cNvGrpSpPr/>
            <p:nvPr/>
          </p:nvGrpSpPr>
          <p:grpSpPr>
            <a:xfrm>
              <a:off x="2733947" y="5550848"/>
              <a:ext cx="717858" cy="252066"/>
              <a:chOff x="2733947" y="5550848"/>
              <a:chExt cx="717858" cy="252066"/>
            </a:xfrm>
            <a:solidFill>
              <a:srgbClr val="262626"/>
            </a:solidFill>
          </p:grpSpPr>
          <p:grpSp>
            <p:nvGrpSpPr>
              <p:cNvPr id="365" name="Gráfico 3">
                <a:extLst>
                  <a:ext uri="{FF2B5EF4-FFF2-40B4-BE49-F238E27FC236}">
                    <a16:creationId xmlns:a16="http://schemas.microsoft.com/office/drawing/2014/main" id="{5B568F61-CDA0-519D-BA1B-C96925D6E945}"/>
                  </a:ext>
                </a:extLst>
              </p:cNvPr>
              <p:cNvGrpSpPr/>
              <p:nvPr/>
            </p:nvGrpSpPr>
            <p:grpSpPr>
              <a:xfrm>
                <a:off x="2856831" y="5562820"/>
                <a:ext cx="594975" cy="240094"/>
                <a:chOff x="2856831" y="5562820"/>
                <a:chExt cx="594975" cy="240094"/>
              </a:xfrm>
              <a:solidFill>
                <a:srgbClr val="262626"/>
              </a:solidFill>
            </p:grpSpPr>
            <p:sp>
              <p:nvSpPr>
                <p:cNvPr id="367" name="Forma Livre: Forma 366">
                  <a:extLst>
                    <a:ext uri="{FF2B5EF4-FFF2-40B4-BE49-F238E27FC236}">
                      <a16:creationId xmlns:a16="http://schemas.microsoft.com/office/drawing/2014/main" id="{2826AF64-7BAD-AB2A-81C2-BD1E1073F851}"/>
                    </a:ext>
                  </a:extLst>
                </p:cNvPr>
                <p:cNvSpPr/>
                <p:nvPr/>
              </p:nvSpPr>
              <p:spPr>
                <a:xfrm>
                  <a:off x="2856831" y="5562820"/>
                  <a:ext cx="353647" cy="141560"/>
                </a:xfrm>
                <a:custGeom>
                  <a:avLst/>
                  <a:gdLst>
                    <a:gd name="connsiteX0" fmla="*/ 300520 w 353647"/>
                    <a:gd name="connsiteY0" fmla="*/ 141561 h 141560"/>
                    <a:gd name="connsiteX1" fmla="*/ 283735 w 353647"/>
                    <a:gd name="connsiteY1" fmla="*/ 138815 h 141560"/>
                    <a:gd name="connsiteX2" fmla="*/ 168585 w 353647"/>
                    <a:gd name="connsiteY2" fmla="*/ 100177 h 141560"/>
                    <a:gd name="connsiteX3" fmla="*/ 164028 w 353647"/>
                    <a:gd name="connsiteY3" fmla="*/ 91034 h 141560"/>
                    <a:gd name="connsiteX4" fmla="*/ 173171 w 353647"/>
                    <a:gd name="connsiteY4" fmla="*/ 86477 h 141560"/>
                    <a:gd name="connsiteX5" fmla="*/ 288320 w 353647"/>
                    <a:gd name="connsiteY5" fmla="*/ 125115 h 141560"/>
                    <a:gd name="connsiteX6" fmla="*/ 300492 w 353647"/>
                    <a:gd name="connsiteY6" fmla="*/ 127125 h 141560"/>
                    <a:gd name="connsiteX7" fmla="*/ 338451 w 353647"/>
                    <a:gd name="connsiteY7" fmla="*/ 96356 h 141560"/>
                    <a:gd name="connsiteX8" fmla="*/ 311050 w 353647"/>
                    <a:gd name="connsiteY8" fmla="*/ 51292 h 141560"/>
                    <a:gd name="connsiteX9" fmla="*/ 223329 w 353647"/>
                    <a:gd name="connsiteY9" fmla="*/ 21882 h 141560"/>
                    <a:gd name="connsiteX10" fmla="*/ 153272 w 353647"/>
                    <a:gd name="connsiteY10" fmla="*/ 16532 h 141560"/>
                    <a:gd name="connsiteX11" fmla="*/ 8457 w 353647"/>
                    <a:gd name="connsiteY11" fmla="*/ 41498 h 141560"/>
                    <a:gd name="connsiteX12" fmla="*/ 107 w 353647"/>
                    <a:gd name="connsiteY12" fmla="*/ 35611 h 141560"/>
                    <a:gd name="connsiteX13" fmla="*/ 5995 w 353647"/>
                    <a:gd name="connsiteY13" fmla="*/ 27260 h 141560"/>
                    <a:gd name="connsiteX14" fmla="*/ 150809 w 353647"/>
                    <a:gd name="connsiteY14" fmla="*/ 2294 h 141560"/>
                    <a:gd name="connsiteX15" fmla="*/ 227915 w 353647"/>
                    <a:gd name="connsiteY15" fmla="*/ 8182 h 141560"/>
                    <a:gd name="connsiteX16" fmla="*/ 315636 w 353647"/>
                    <a:gd name="connsiteY16" fmla="*/ 37592 h 141560"/>
                    <a:gd name="connsiteX17" fmla="*/ 352575 w 353647"/>
                    <a:gd name="connsiteY17" fmla="*/ 99271 h 141560"/>
                    <a:gd name="connsiteX18" fmla="*/ 300492 w 353647"/>
                    <a:gd name="connsiteY18" fmla="*/ 141532 h 1415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353647" h="141560">
                      <a:moveTo>
                        <a:pt x="300520" y="141561"/>
                      </a:moveTo>
                      <a:cubicBezTo>
                        <a:pt x="294802" y="141561"/>
                        <a:pt x="289170" y="140627"/>
                        <a:pt x="283735" y="138815"/>
                      </a:cubicBezTo>
                      <a:lnTo>
                        <a:pt x="168585" y="100177"/>
                      </a:lnTo>
                      <a:cubicBezTo>
                        <a:pt x="164792" y="98903"/>
                        <a:pt x="162782" y="94827"/>
                        <a:pt x="164028" y="91034"/>
                      </a:cubicBezTo>
                      <a:cubicBezTo>
                        <a:pt x="165302" y="87270"/>
                        <a:pt x="169406" y="85231"/>
                        <a:pt x="173171" y="86477"/>
                      </a:cubicBezTo>
                      <a:lnTo>
                        <a:pt x="288320" y="125115"/>
                      </a:lnTo>
                      <a:cubicBezTo>
                        <a:pt x="292255" y="126445"/>
                        <a:pt x="296331" y="127125"/>
                        <a:pt x="300492" y="127125"/>
                      </a:cubicBezTo>
                      <a:cubicBezTo>
                        <a:pt x="318778" y="127125"/>
                        <a:pt x="334742" y="114189"/>
                        <a:pt x="338451" y="96356"/>
                      </a:cubicBezTo>
                      <a:cubicBezTo>
                        <a:pt x="342442" y="77221"/>
                        <a:pt x="330666" y="57859"/>
                        <a:pt x="311050" y="51292"/>
                      </a:cubicBezTo>
                      <a:lnTo>
                        <a:pt x="223329" y="21882"/>
                      </a:lnTo>
                      <a:cubicBezTo>
                        <a:pt x="200854" y="14353"/>
                        <a:pt x="176624" y="12513"/>
                        <a:pt x="153272" y="16532"/>
                      </a:cubicBezTo>
                      <a:lnTo>
                        <a:pt x="8457" y="41498"/>
                      </a:lnTo>
                      <a:cubicBezTo>
                        <a:pt x="4523" y="42178"/>
                        <a:pt x="786" y="39545"/>
                        <a:pt x="107" y="35611"/>
                      </a:cubicBezTo>
                      <a:cubicBezTo>
                        <a:pt x="-573" y="31676"/>
                        <a:pt x="2060" y="27940"/>
                        <a:pt x="5995" y="27260"/>
                      </a:cubicBezTo>
                      <a:lnTo>
                        <a:pt x="150809" y="2294"/>
                      </a:lnTo>
                      <a:cubicBezTo>
                        <a:pt x="176511" y="-2150"/>
                        <a:pt x="203175" y="-112"/>
                        <a:pt x="227915" y="8182"/>
                      </a:cubicBezTo>
                      <a:lnTo>
                        <a:pt x="315636" y="37592"/>
                      </a:lnTo>
                      <a:cubicBezTo>
                        <a:pt x="342159" y="46480"/>
                        <a:pt x="358039" y="73003"/>
                        <a:pt x="352575" y="99271"/>
                      </a:cubicBezTo>
                      <a:cubicBezTo>
                        <a:pt x="347480" y="123756"/>
                        <a:pt x="325571" y="141532"/>
                        <a:pt x="300492" y="141532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282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368" name="Forma Livre: Forma 367">
                  <a:extLst>
                    <a:ext uri="{FF2B5EF4-FFF2-40B4-BE49-F238E27FC236}">
                      <a16:creationId xmlns:a16="http://schemas.microsoft.com/office/drawing/2014/main" id="{0C0C3C88-2712-1F4A-D06D-AD89E24D8090}"/>
                    </a:ext>
                  </a:extLst>
                </p:cNvPr>
                <p:cNvSpPr/>
                <p:nvPr/>
              </p:nvSpPr>
              <p:spPr>
                <a:xfrm>
                  <a:off x="2856878" y="5569431"/>
                  <a:ext cx="594928" cy="233483"/>
                </a:xfrm>
                <a:custGeom>
                  <a:avLst/>
                  <a:gdLst>
                    <a:gd name="connsiteX0" fmla="*/ 310211 w 594928"/>
                    <a:gd name="connsiteY0" fmla="*/ 233455 h 233483"/>
                    <a:gd name="connsiteX1" fmla="*/ 281961 w 594928"/>
                    <a:gd name="connsiteY1" fmla="*/ 230908 h 233483"/>
                    <a:gd name="connsiteX2" fmla="*/ 5920 w 594928"/>
                    <a:gd name="connsiteY2" fmla="*/ 180664 h 233483"/>
                    <a:gd name="connsiteX3" fmla="*/ 117 w 594928"/>
                    <a:gd name="connsiteY3" fmla="*/ 172257 h 233483"/>
                    <a:gd name="connsiteX4" fmla="*/ 8495 w 594928"/>
                    <a:gd name="connsiteY4" fmla="*/ 166454 h 233483"/>
                    <a:gd name="connsiteX5" fmla="*/ 284537 w 594928"/>
                    <a:gd name="connsiteY5" fmla="*/ 216698 h 233483"/>
                    <a:gd name="connsiteX6" fmla="*/ 382024 w 594928"/>
                    <a:gd name="connsiteY6" fmla="*/ 199799 h 233483"/>
                    <a:gd name="connsiteX7" fmla="*/ 558032 w 594928"/>
                    <a:gd name="connsiteY7" fmla="*/ 98265 h 233483"/>
                    <a:gd name="connsiteX8" fmla="*/ 574478 w 594928"/>
                    <a:gd name="connsiteY8" fmla="*/ 36869 h 233483"/>
                    <a:gd name="connsiteX9" fmla="*/ 513081 w 594928"/>
                    <a:gd name="connsiteY9" fmla="*/ 20423 h 233483"/>
                    <a:gd name="connsiteX10" fmla="*/ 329827 w 594928"/>
                    <a:gd name="connsiteY10" fmla="*/ 126231 h 233483"/>
                    <a:gd name="connsiteX11" fmla="*/ 319977 w 594928"/>
                    <a:gd name="connsiteY11" fmla="*/ 123599 h 233483"/>
                    <a:gd name="connsiteX12" fmla="*/ 322609 w 594928"/>
                    <a:gd name="connsiteY12" fmla="*/ 113748 h 233483"/>
                    <a:gd name="connsiteX13" fmla="*/ 505863 w 594928"/>
                    <a:gd name="connsiteY13" fmla="*/ 7940 h 233483"/>
                    <a:gd name="connsiteX14" fmla="*/ 586989 w 594928"/>
                    <a:gd name="connsiteY14" fmla="*/ 29679 h 233483"/>
                    <a:gd name="connsiteX15" fmla="*/ 565250 w 594928"/>
                    <a:gd name="connsiteY15" fmla="*/ 110804 h 233483"/>
                    <a:gd name="connsiteX16" fmla="*/ 389242 w 594928"/>
                    <a:gd name="connsiteY16" fmla="*/ 212339 h 233483"/>
                    <a:gd name="connsiteX17" fmla="*/ 310211 w 594928"/>
                    <a:gd name="connsiteY17" fmla="*/ 233483 h 2334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594928" h="233483">
                      <a:moveTo>
                        <a:pt x="310211" y="233455"/>
                      </a:moveTo>
                      <a:cubicBezTo>
                        <a:pt x="300785" y="233455"/>
                        <a:pt x="291331" y="232606"/>
                        <a:pt x="281961" y="230908"/>
                      </a:cubicBezTo>
                      <a:lnTo>
                        <a:pt x="5920" y="180664"/>
                      </a:lnTo>
                      <a:cubicBezTo>
                        <a:pt x="1985" y="179956"/>
                        <a:pt x="-591" y="176192"/>
                        <a:pt x="117" y="172257"/>
                      </a:cubicBezTo>
                      <a:cubicBezTo>
                        <a:pt x="825" y="168323"/>
                        <a:pt x="4589" y="165718"/>
                        <a:pt x="8495" y="166454"/>
                      </a:cubicBezTo>
                      <a:lnTo>
                        <a:pt x="284537" y="216698"/>
                      </a:lnTo>
                      <a:cubicBezTo>
                        <a:pt x="317967" y="222784"/>
                        <a:pt x="352585" y="216783"/>
                        <a:pt x="382024" y="199799"/>
                      </a:cubicBezTo>
                      <a:lnTo>
                        <a:pt x="558032" y="98265"/>
                      </a:lnTo>
                      <a:cubicBezTo>
                        <a:pt x="579488" y="85867"/>
                        <a:pt x="586876" y="58325"/>
                        <a:pt x="574478" y="36869"/>
                      </a:cubicBezTo>
                      <a:cubicBezTo>
                        <a:pt x="562080" y="15413"/>
                        <a:pt x="534538" y="8025"/>
                        <a:pt x="513081" y="20423"/>
                      </a:cubicBezTo>
                      <a:lnTo>
                        <a:pt x="329827" y="126231"/>
                      </a:lnTo>
                      <a:cubicBezTo>
                        <a:pt x="326374" y="128241"/>
                        <a:pt x="321958" y="127052"/>
                        <a:pt x="319977" y="123599"/>
                      </a:cubicBezTo>
                      <a:cubicBezTo>
                        <a:pt x="317995" y="120145"/>
                        <a:pt x="319156" y="115730"/>
                        <a:pt x="322609" y="113748"/>
                      </a:cubicBezTo>
                      <a:lnTo>
                        <a:pt x="505863" y="7940"/>
                      </a:lnTo>
                      <a:cubicBezTo>
                        <a:pt x="534226" y="-8421"/>
                        <a:pt x="570600" y="1316"/>
                        <a:pt x="586989" y="29679"/>
                      </a:cubicBezTo>
                      <a:cubicBezTo>
                        <a:pt x="603350" y="58042"/>
                        <a:pt x="593613" y="94415"/>
                        <a:pt x="565250" y="110804"/>
                      </a:cubicBezTo>
                      <a:lnTo>
                        <a:pt x="389242" y="212339"/>
                      </a:lnTo>
                      <a:cubicBezTo>
                        <a:pt x="365097" y="226265"/>
                        <a:pt x="337781" y="233483"/>
                        <a:pt x="310211" y="233483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282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  <p:sp>
            <p:nvSpPr>
              <p:cNvPr id="366" name="Forma Livre: Forma 365">
                <a:extLst>
                  <a:ext uri="{FF2B5EF4-FFF2-40B4-BE49-F238E27FC236}">
                    <a16:creationId xmlns:a16="http://schemas.microsoft.com/office/drawing/2014/main" id="{39A444E2-98FE-3649-C3F9-8F54DAAA39A1}"/>
                  </a:ext>
                </a:extLst>
              </p:cNvPr>
              <p:cNvSpPr/>
              <p:nvPr/>
            </p:nvSpPr>
            <p:spPr>
              <a:xfrm>
                <a:off x="2733947" y="5550848"/>
                <a:ext cx="91400" cy="238507"/>
              </a:xfrm>
              <a:custGeom>
                <a:avLst/>
                <a:gdLst>
                  <a:gd name="connsiteX0" fmla="*/ 71530 w 91400"/>
                  <a:gd name="connsiteY0" fmla="*/ 238508 h 238507"/>
                  <a:gd name="connsiteX1" fmla="*/ 19871 w 91400"/>
                  <a:gd name="connsiteY1" fmla="*/ 238508 h 238507"/>
                  <a:gd name="connsiteX2" fmla="*/ 0 w 91400"/>
                  <a:gd name="connsiteY2" fmla="*/ 218637 h 238507"/>
                  <a:gd name="connsiteX3" fmla="*/ 0 w 91400"/>
                  <a:gd name="connsiteY3" fmla="*/ 19871 h 238507"/>
                  <a:gd name="connsiteX4" fmla="*/ 19871 w 91400"/>
                  <a:gd name="connsiteY4" fmla="*/ 0 h 238507"/>
                  <a:gd name="connsiteX5" fmla="*/ 71530 w 91400"/>
                  <a:gd name="connsiteY5" fmla="*/ 0 h 238507"/>
                  <a:gd name="connsiteX6" fmla="*/ 91401 w 91400"/>
                  <a:gd name="connsiteY6" fmla="*/ 19871 h 238507"/>
                  <a:gd name="connsiteX7" fmla="*/ 91401 w 91400"/>
                  <a:gd name="connsiteY7" fmla="*/ 218637 h 238507"/>
                  <a:gd name="connsiteX8" fmla="*/ 71530 w 91400"/>
                  <a:gd name="connsiteY8" fmla="*/ 238508 h 238507"/>
                  <a:gd name="connsiteX9" fmla="*/ 19871 w 91400"/>
                  <a:gd name="connsiteY9" fmla="*/ 14464 h 238507"/>
                  <a:gd name="connsiteX10" fmla="*/ 14436 w 91400"/>
                  <a:gd name="connsiteY10" fmla="*/ 19899 h 238507"/>
                  <a:gd name="connsiteX11" fmla="*/ 14436 w 91400"/>
                  <a:gd name="connsiteY11" fmla="*/ 218665 h 238507"/>
                  <a:gd name="connsiteX12" fmla="*/ 19871 w 91400"/>
                  <a:gd name="connsiteY12" fmla="*/ 224100 h 238507"/>
                  <a:gd name="connsiteX13" fmla="*/ 71530 w 91400"/>
                  <a:gd name="connsiteY13" fmla="*/ 224100 h 238507"/>
                  <a:gd name="connsiteX14" fmla="*/ 76965 w 91400"/>
                  <a:gd name="connsiteY14" fmla="*/ 218665 h 238507"/>
                  <a:gd name="connsiteX15" fmla="*/ 76965 w 91400"/>
                  <a:gd name="connsiteY15" fmla="*/ 19899 h 238507"/>
                  <a:gd name="connsiteX16" fmla="*/ 71530 w 91400"/>
                  <a:gd name="connsiteY16" fmla="*/ 14464 h 238507"/>
                  <a:gd name="connsiteX17" fmla="*/ 19871 w 91400"/>
                  <a:gd name="connsiteY17" fmla="*/ 14464 h 2385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91400" h="238507">
                    <a:moveTo>
                      <a:pt x="71530" y="238508"/>
                    </a:moveTo>
                    <a:lnTo>
                      <a:pt x="19871" y="238508"/>
                    </a:lnTo>
                    <a:cubicBezTo>
                      <a:pt x="8917" y="238508"/>
                      <a:pt x="0" y="229591"/>
                      <a:pt x="0" y="218637"/>
                    </a:cubicBezTo>
                    <a:lnTo>
                      <a:pt x="0" y="19871"/>
                    </a:lnTo>
                    <a:cubicBezTo>
                      <a:pt x="0" y="8916"/>
                      <a:pt x="8917" y="0"/>
                      <a:pt x="19871" y="0"/>
                    </a:cubicBezTo>
                    <a:lnTo>
                      <a:pt x="71530" y="0"/>
                    </a:lnTo>
                    <a:cubicBezTo>
                      <a:pt x="82484" y="0"/>
                      <a:pt x="91401" y="8916"/>
                      <a:pt x="91401" y="19871"/>
                    </a:cubicBezTo>
                    <a:lnTo>
                      <a:pt x="91401" y="218637"/>
                    </a:lnTo>
                    <a:cubicBezTo>
                      <a:pt x="91401" y="229591"/>
                      <a:pt x="82484" y="238508"/>
                      <a:pt x="71530" y="238508"/>
                    </a:cubicBezTo>
                    <a:close/>
                    <a:moveTo>
                      <a:pt x="19871" y="14464"/>
                    </a:moveTo>
                    <a:cubicBezTo>
                      <a:pt x="16871" y="14464"/>
                      <a:pt x="14436" y="16899"/>
                      <a:pt x="14436" y="19899"/>
                    </a:cubicBezTo>
                    <a:lnTo>
                      <a:pt x="14436" y="218665"/>
                    </a:lnTo>
                    <a:cubicBezTo>
                      <a:pt x="14436" y="221666"/>
                      <a:pt x="16871" y="224100"/>
                      <a:pt x="19871" y="224100"/>
                    </a:cubicBezTo>
                    <a:lnTo>
                      <a:pt x="71530" y="224100"/>
                    </a:lnTo>
                    <a:cubicBezTo>
                      <a:pt x="74530" y="224100"/>
                      <a:pt x="76965" y="221666"/>
                      <a:pt x="76965" y="218665"/>
                    </a:cubicBezTo>
                    <a:lnTo>
                      <a:pt x="76965" y="19899"/>
                    </a:lnTo>
                    <a:cubicBezTo>
                      <a:pt x="76965" y="16899"/>
                      <a:pt x="74530" y="14464"/>
                      <a:pt x="71530" y="14464"/>
                    </a:cubicBezTo>
                    <a:lnTo>
                      <a:pt x="19871" y="14464"/>
                    </a:lnTo>
                    <a:close/>
                  </a:path>
                </a:pathLst>
              </a:custGeom>
              <a:solidFill>
                <a:srgbClr val="262626"/>
              </a:solidFill>
              <a:ln w="2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357" name="Gráfico 3">
              <a:extLst>
                <a:ext uri="{FF2B5EF4-FFF2-40B4-BE49-F238E27FC236}">
                  <a16:creationId xmlns:a16="http://schemas.microsoft.com/office/drawing/2014/main" id="{E9B87AAD-B059-1B23-B898-300FCADCAF0C}"/>
                </a:ext>
              </a:extLst>
            </p:cNvPr>
            <p:cNvGrpSpPr/>
            <p:nvPr/>
          </p:nvGrpSpPr>
          <p:grpSpPr>
            <a:xfrm>
              <a:off x="2795089" y="5196143"/>
              <a:ext cx="595533" cy="316944"/>
              <a:chOff x="2795089" y="5196143"/>
              <a:chExt cx="595533" cy="316944"/>
            </a:xfrm>
            <a:solidFill>
              <a:srgbClr val="262626"/>
            </a:solidFill>
          </p:grpSpPr>
          <p:grpSp>
            <p:nvGrpSpPr>
              <p:cNvPr id="358" name="Gráfico 3">
                <a:extLst>
                  <a:ext uri="{FF2B5EF4-FFF2-40B4-BE49-F238E27FC236}">
                    <a16:creationId xmlns:a16="http://schemas.microsoft.com/office/drawing/2014/main" id="{05EE67ED-1EE4-E71A-93E2-2F1153A260B6}"/>
                  </a:ext>
                </a:extLst>
              </p:cNvPr>
              <p:cNvGrpSpPr/>
              <p:nvPr/>
            </p:nvGrpSpPr>
            <p:grpSpPr>
              <a:xfrm>
                <a:off x="2795089" y="5196143"/>
                <a:ext cx="595533" cy="243546"/>
                <a:chOff x="2795089" y="5196143"/>
                <a:chExt cx="595533" cy="243546"/>
              </a:xfrm>
              <a:solidFill>
                <a:srgbClr val="262626"/>
              </a:solidFill>
            </p:grpSpPr>
            <p:sp>
              <p:nvSpPr>
                <p:cNvPr id="363" name="Forma Livre: Forma 362">
                  <a:extLst>
                    <a:ext uri="{FF2B5EF4-FFF2-40B4-BE49-F238E27FC236}">
                      <a16:creationId xmlns:a16="http://schemas.microsoft.com/office/drawing/2014/main" id="{85C74D3E-CCF9-E6D8-2D77-501ECBED4746}"/>
                    </a:ext>
                  </a:extLst>
                </p:cNvPr>
                <p:cNvSpPr/>
                <p:nvPr/>
              </p:nvSpPr>
              <p:spPr>
                <a:xfrm>
                  <a:off x="2795089" y="5196143"/>
                  <a:ext cx="595533" cy="242951"/>
                </a:xfrm>
                <a:custGeom>
                  <a:avLst/>
                  <a:gdLst>
                    <a:gd name="connsiteX0" fmla="*/ 40336 w 595533"/>
                    <a:gd name="connsiteY0" fmla="*/ 242952 h 242951"/>
                    <a:gd name="connsiteX1" fmla="*/ 39148 w 595533"/>
                    <a:gd name="connsiteY1" fmla="*/ 242867 h 242951"/>
                    <a:gd name="connsiteX2" fmla="*/ 0 w 595533"/>
                    <a:gd name="connsiteY2" fmla="*/ 196586 h 242951"/>
                    <a:gd name="connsiteX3" fmla="*/ 0 w 595533"/>
                    <a:gd name="connsiteY3" fmla="*/ 158543 h 242951"/>
                    <a:gd name="connsiteX4" fmla="*/ 35553 w 595533"/>
                    <a:gd name="connsiteY4" fmla="*/ 112998 h 242951"/>
                    <a:gd name="connsiteX5" fmla="*/ 101251 w 595533"/>
                    <a:gd name="connsiteY5" fmla="*/ 96581 h 242951"/>
                    <a:gd name="connsiteX6" fmla="*/ 131143 w 595533"/>
                    <a:gd name="connsiteY6" fmla="*/ 34505 h 242951"/>
                    <a:gd name="connsiteX7" fmla="*/ 186000 w 595533"/>
                    <a:gd name="connsiteY7" fmla="*/ 0 h 242951"/>
                    <a:gd name="connsiteX8" fmla="*/ 377973 w 595533"/>
                    <a:gd name="connsiteY8" fmla="*/ 0 h 242951"/>
                    <a:gd name="connsiteX9" fmla="*/ 426178 w 595533"/>
                    <a:gd name="connsiteY9" fmla="*/ 23664 h 242951"/>
                    <a:gd name="connsiteX10" fmla="*/ 477780 w 595533"/>
                    <a:gd name="connsiteY10" fmla="*/ 90523 h 242951"/>
                    <a:gd name="connsiteX11" fmla="*/ 565133 w 595533"/>
                    <a:gd name="connsiteY11" fmla="*/ 123443 h 242951"/>
                    <a:gd name="connsiteX12" fmla="*/ 595534 w 595533"/>
                    <a:gd name="connsiteY12" fmla="*/ 167403 h 242951"/>
                    <a:gd name="connsiteX13" fmla="*/ 595534 w 595533"/>
                    <a:gd name="connsiteY13" fmla="*/ 196586 h 242951"/>
                    <a:gd name="connsiteX14" fmla="*/ 557462 w 595533"/>
                    <a:gd name="connsiteY14" fmla="*/ 242697 h 242951"/>
                    <a:gd name="connsiteX15" fmla="*/ 549027 w 595533"/>
                    <a:gd name="connsiteY15" fmla="*/ 236951 h 242951"/>
                    <a:gd name="connsiteX16" fmla="*/ 554773 w 595533"/>
                    <a:gd name="connsiteY16" fmla="*/ 228516 h 242951"/>
                    <a:gd name="connsiteX17" fmla="*/ 581126 w 595533"/>
                    <a:gd name="connsiteY17" fmla="*/ 196586 h 242951"/>
                    <a:gd name="connsiteX18" fmla="*/ 581126 w 595533"/>
                    <a:gd name="connsiteY18" fmla="*/ 167403 h 242951"/>
                    <a:gd name="connsiteX19" fmla="*/ 560066 w 595533"/>
                    <a:gd name="connsiteY19" fmla="*/ 136945 h 242951"/>
                    <a:gd name="connsiteX20" fmla="*/ 470788 w 595533"/>
                    <a:gd name="connsiteY20" fmla="*/ 103289 h 242951"/>
                    <a:gd name="connsiteX21" fmla="*/ 467618 w 595533"/>
                    <a:gd name="connsiteY21" fmla="*/ 100940 h 242951"/>
                    <a:gd name="connsiteX22" fmla="*/ 414771 w 595533"/>
                    <a:gd name="connsiteY22" fmla="*/ 32467 h 242951"/>
                    <a:gd name="connsiteX23" fmla="*/ 377973 w 595533"/>
                    <a:gd name="connsiteY23" fmla="*/ 14408 h 242951"/>
                    <a:gd name="connsiteX24" fmla="*/ 186000 w 595533"/>
                    <a:gd name="connsiteY24" fmla="*/ 14408 h 242951"/>
                    <a:gd name="connsiteX25" fmla="*/ 144164 w 595533"/>
                    <a:gd name="connsiteY25" fmla="*/ 40732 h 242951"/>
                    <a:gd name="connsiteX26" fmla="*/ 112800 w 595533"/>
                    <a:gd name="connsiteY26" fmla="*/ 105865 h 242951"/>
                    <a:gd name="connsiteX27" fmla="*/ 108045 w 595533"/>
                    <a:gd name="connsiteY27" fmla="*/ 109743 h 242951"/>
                    <a:gd name="connsiteX28" fmla="*/ 39063 w 595533"/>
                    <a:gd name="connsiteY28" fmla="*/ 126982 h 242951"/>
                    <a:gd name="connsiteX29" fmla="*/ 14436 w 595533"/>
                    <a:gd name="connsiteY29" fmla="*/ 158515 h 242951"/>
                    <a:gd name="connsiteX30" fmla="*/ 14436 w 595533"/>
                    <a:gd name="connsiteY30" fmla="*/ 196558 h 242951"/>
                    <a:gd name="connsiteX31" fmla="*/ 41525 w 595533"/>
                    <a:gd name="connsiteY31" fmla="*/ 228601 h 242951"/>
                    <a:gd name="connsiteX32" fmla="*/ 47470 w 595533"/>
                    <a:gd name="connsiteY32" fmla="*/ 236894 h 242951"/>
                    <a:gd name="connsiteX33" fmla="*/ 40365 w 595533"/>
                    <a:gd name="connsiteY33" fmla="*/ 242924 h 2429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</a:cxnLst>
                  <a:rect l="l" t="t" r="r" b="b"/>
                  <a:pathLst>
                    <a:path w="595533" h="242951">
                      <a:moveTo>
                        <a:pt x="40336" y="242952"/>
                      </a:moveTo>
                      <a:cubicBezTo>
                        <a:pt x="39940" y="242952"/>
                        <a:pt x="39544" y="242924"/>
                        <a:pt x="39148" y="242867"/>
                      </a:cubicBezTo>
                      <a:cubicBezTo>
                        <a:pt x="16474" y="239074"/>
                        <a:pt x="0" y="219628"/>
                        <a:pt x="0" y="196586"/>
                      </a:cubicBezTo>
                      <a:lnTo>
                        <a:pt x="0" y="158543"/>
                      </a:lnTo>
                      <a:cubicBezTo>
                        <a:pt x="0" y="136945"/>
                        <a:pt x="14634" y="118235"/>
                        <a:pt x="35553" y="112998"/>
                      </a:cubicBezTo>
                      <a:lnTo>
                        <a:pt x="101251" y="96581"/>
                      </a:lnTo>
                      <a:lnTo>
                        <a:pt x="131143" y="34505"/>
                      </a:lnTo>
                      <a:cubicBezTo>
                        <a:pt x="141191" y="13559"/>
                        <a:pt x="162732" y="0"/>
                        <a:pt x="186000" y="0"/>
                      </a:cubicBezTo>
                      <a:lnTo>
                        <a:pt x="377973" y="0"/>
                      </a:lnTo>
                      <a:cubicBezTo>
                        <a:pt x="396966" y="0"/>
                        <a:pt x="414544" y="8633"/>
                        <a:pt x="426178" y="23664"/>
                      </a:cubicBezTo>
                      <a:lnTo>
                        <a:pt x="477780" y="90523"/>
                      </a:lnTo>
                      <a:lnTo>
                        <a:pt x="565133" y="123443"/>
                      </a:lnTo>
                      <a:cubicBezTo>
                        <a:pt x="583334" y="130293"/>
                        <a:pt x="595534" y="147956"/>
                        <a:pt x="595534" y="167403"/>
                      </a:cubicBezTo>
                      <a:lnTo>
                        <a:pt x="595534" y="196586"/>
                      </a:lnTo>
                      <a:cubicBezTo>
                        <a:pt x="595534" y="219090"/>
                        <a:pt x="579513" y="238480"/>
                        <a:pt x="557462" y="242697"/>
                      </a:cubicBezTo>
                      <a:cubicBezTo>
                        <a:pt x="553499" y="243433"/>
                        <a:pt x="549763" y="240857"/>
                        <a:pt x="549027" y="236951"/>
                      </a:cubicBezTo>
                      <a:cubicBezTo>
                        <a:pt x="548291" y="233045"/>
                        <a:pt x="550838" y="229252"/>
                        <a:pt x="554773" y="228516"/>
                      </a:cubicBezTo>
                      <a:cubicBezTo>
                        <a:pt x="570030" y="225600"/>
                        <a:pt x="581126" y="212183"/>
                        <a:pt x="581126" y="196586"/>
                      </a:cubicBezTo>
                      <a:lnTo>
                        <a:pt x="581126" y="167403"/>
                      </a:lnTo>
                      <a:cubicBezTo>
                        <a:pt x="581126" y="153929"/>
                        <a:pt x="572663" y="141701"/>
                        <a:pt x="560066" y="136945"/>
                      </a:cubicBezTo>
                      <a:lnTo>
                        <a:pt x="470788" y="103289"/>
                      </a:lnTo>
                      <a:cubicBezTo>
                        <a:pt x="469543" y="102808"/>
                        <a:pt x="468439" y="102015"/>
                        <a:pt x="467618" y="100940"/>
                      </a:cubicBezTo>
                      <a:lnTo>
                        <a:pt x="414771" y="32467"/>
                      </a:lnTo>
                      <a:cubicBezTo>
                        <a:pt x="405882" y="21003"/>
                        <a:pt x="392465" y="14408"/>
                        <a:pt x="377973" y="14408"/>
                      </a:cubicBezTo>
                      <a:lnTo>
                        <a:pt x="186000" y="14408"/>
                      </a:lnTo>
                      <a:cubicBezTo>
                        <a:pt x="168252" y="14408"/>
                        <a:pt x="151834" y="24740"/>
                        <a:pt x="144164" y="40732"/>
                      </a:cubicBezTo>
                      <a:lnTo>
                        <a:pt x="112800" y="105865"/>
                      </a:lnTo>
                      <a:cubicBezTo>
                        <a:pt x="111866" y="107790"/>
                        <a:pt x="110139" y="109205"/>
                        <a:pt x="108045" y="109743"/>
                      </a:cubicBezTo>
                      <a:lnTo>
                        <a:pt x="39063" y="126982"/>
                      </a:lnTo>
                      <a:cubicBezTo>
                        <a:pt x="24570" y="130605"/>
                        <a:pt x="14436" y="143569"/>
                        <a:pt x="14436" y="158515"/>
                      </a:cubicBezTo>
                      <a:lnTo>
                        <a:pt x="14436" y="196558"/>
                      </a:lnTo>
                      <a:cubicBezTo>
                        <a:pt x="14436" y="212523"/>
                        <a:pt x="25815" y="225996"/>
                        <a:pt x="41525" y="228601"/>
                      </a:cubicBezTo>
                      <a:cubicBezTo>
                        <a:pt x="45460" y="229252"/>
                        <a:pt x="48121" y="232988"/>
                        <a:pt x="47470" y="236894"/>
                      </a:cubicBezTo>
                      <a:cubicBezTo>
                        <a:pt x="46875" y="240433"/>
                        <a:pt x="43818" y="242924"/>
                        <a:pt x="40365" y="242924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282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364" name="Forma Livre: Forma 363">
                  <a:extLst>
                    <a:ext uri="{FF2B5EF4-FFF2-40B4-BE49-F238E27FC236}">
                      <a16:creationId xmlns:a16="http://schemas.microsoft.com/office/drawing/2014/main" id="{0B1BB25E-9A4B-F5EB-521E-971C1782F086}"/>
                    </a:ext>
                  </a:extLst>
                </p:cNvPr>
                <p:cNvSpPr/>
                <p:nvPr/>
              </p:nvSpPr>
              <p:spPr>
                <a:xfrm>
                  <a:off x="3064564" y="5425253"/>
                  <a:ext cx="57518" cy="14436"/>
                </a:xfrm>
                <a:custGeom>
                  <a:avLst/>
                  <a:gdLst>
                    <a:gd name="connsiteX0" fmla="*/ 50300 w 57518"/>
                    <a:gd name="connsiteY0" fmla="*/ 14436 h 14436"/>
                    <a:gd name="connsiteX1" fmla="*/ 7218 w 57518"/>
                    <a:gd name="connsiteY1" fmla="*/ 14436 h 14436"/>
                    <a:gd name="connsiteX2" fmla="*/ 0 w 57518"/>
                    <a:gd name="connsiteY2" fmla="*/ 7218 h 14436"/>
                    <a:gd name="connsiteX3" fmla="*/ 7218 w 57518"/>
                    <a:gd name="connsiteY3" fmla="*/ 0 h 14436"/>
                    <a:gd name="connsiteX4" fmla="*/ 50300 w 57518"/>
                    <a:gd name="connsiteY4" fmla="*/ 0 h 14436"/>
                    <a:gd name="connsiteX5" fmla="*/ 57518 w 57518"/>
                    <a:gd name="connsiteY5" fmla="*/ 7218 h 14436"/>
                    <a:gd name="connsiteX6" fmla="*/ 50300 w 57518"/>
                    <a:gd name="connsiteY6" fmla="*/ 14436 h 144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57518" h="14436">
                      <a:moveTo>
                        <a:pt x="50300" y="14436"/>
                      </a:moveTo>
                      <a:lnTo>
                        <a:pt x="7218" y="14436"/>
                      </a:lnTo>
                      <a:cubicBezTo>
                        <a:pt x="3227" y="14436"/>
                        <a:pt x="0" y="11209"/>
                        <a:pt x="0" y="7218"/>
                      </a:cubicBezTo>
                      <a:cubicBezTo>
                        <a:pt x="0" y="3227"/>
                        <a:pt x="3227" y="0"/>
                        <a:pt x="7218" y="0"/>
                      </a:cubicBezTo>
                      <a:lnTo>
                        <a:pt x="50300" y="0"/>
                      </a:lnTo>
                      <a:cubicBezTo>
                        <a:pt x="54291" y="0"/>
                        <a:pt x="57518" y="3227"/>
                        <a:pt x="57518" y="7218"/>
                      </a:cubicBezTo>
                      <a:cubicBezTo>
                        <a:pt x="57518" y="11209"/>
                        <a:pt x="54291" y="14436"/>
                        <a:pt x="50300" y="14436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282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  <p:grpSp>
            <p:nvGrpSpPr>
              <p:cNvPr id="359" name="Gráfico 3">
                <a:extLst>
                  <a:ext uri="{FF2B5EF4-FFF2-40B4-BE49-F238E27FC236}">
                    <a16:creationId xmlns:a16="http://schemas.microsoft.com/office/drawing/2014/main" id="{926E9A7A-D1D8-8F91-F494-51AA27872E6A}"/>
                  </a:ext>
                </a:extLst>
              </p:cNvPr>
              <p:cNvGrpSpPr/>
              <p:nvPr/>
            </p:nvGrpSpPr>
            <p:grpSpPr>
              <a:xfrm>
                <a:off x="2880885" y="5367735"/>
                <a:ext cx="424875" cy="145352"/>
                <a:chOff x="2880885" y="5367735"/>
                <a:chExt cx="424875" cy="145352"/>
              </a:xfrm>
              <a:solidFill>
                <a:srgbClr val="262626"/>
              </a:solidFill>
            </p:grpSpPr>
            <p:sp>
              <p:nvSpPr>
                <p:cNvPr id="361" name="Forma Livre: Forma 360">
                  <a:extLst>
                    <a:ext uri="{FF2B5EF4-FFF2-40B4-BE49-F238E27FC236}">
                      <a16:creationId xmlns:a16="http://schemas.microsoft.com/office/drawing/2014/main" id="{D07C590D-FF3E-D36D-74EC-3AD80F87127D}"/>
                    </a:ext>
                  </a:extLst>
                </p:cNvPr>
                <p:cNvSpPr/>
                <p:nvPr/>
              </p:nvSpPr>
              <p:spPr>
                <a:xfrm>
                  <a:off x="2880885" y="5367735"/>
                  <a:ext cx="145352" cy="145352"/>
                </a:xfrm>
                <a:custGeom>
                  <a:avLst/>
                  <a:gdLst>
                    <a:gd name="connsiteX0" fmla="*/ 72662 w 145352"/>
                    <a:gd name="connsiteY0" fmla="*/ 145352 h 145352"/>
                    <a:gd name="connsiteX1" fmla="*/ 0 w 145352"/>
                    <a:gd name="connsiteY1" fmla="*/ 72662 h 145352"/>
                    <a:gd name="connsiteX2" fmla="*/ 72662 w 145352"/>
                    <a:gd name="connsiteY2" fmla="*/ 0 h 145352"/>
                    <a:gd name="connsiteX3" fmla="*/ 145352 w 145352"/>
                    <a:gd name="connsiteY3" fmla="*/ 72662 h 145352"/>
                    <a:gd name="connsiteX4" fmla="*/ 72662 w 145352"/>
                    <a:gd name="connsiteY4" fmla="*/ 145352 h 145352"/>
                    <a:gd name="connsiteX5" fmla="*/ 72662 w 145352"/>
                    <a:gd name="connsiteY5" fmla="*/ 14436 h 145352"/>
                    <a:gd name="connsiteX6" fmla="*/ 14436 w 145352"/>
                    <a:gd name="connsiteY6" fmla="*/ 72662 h 145352"/>
                    <a:gd name="connsiteX7" fmla="*/ 72662 w 145352"/>
                    <a:gd name="connsiteY7" fmla="*/ 130916 h 145352"/>
                    <a:gd name="connsiteX8" fmla="*/ 130916 w 145352"/>
                    <a:gd name="connsiteY8" fmla="*/ 72662 h 145352"/>
                    <a:gd name="connsiteX9" fmla="*/ 72662 w 145352"/>
                    <a:gd name="connsiteY9" fmla="*/ 14436 h 1453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45352" h="145352">
                      <a:moveTo>
                        <a:pt x="72662" y="145352"/>
                      </a:moveTo>
                      <a:cubicBezTo>
                        <a:pt x="32580" y="145352"/>
                        <a:pt x="0" y="112744"/>
                        <a:pt x="0" y="72662"/>
                      </a:cubicBezTo>
                      <a:cubicBezTo>
                        <a:pt x="0" y="32580"/>
                        <a:pt x="32609" y="0"/>
                        <a:pt x="72662" y="0"/>
                      </a:cubicBezTo>
                      <a:cubicBezTo>
                        <a:pt x="112715" y="0"/>
                        <a:pt x="145352" y="32609"/>
                        <a:pt x="145352" y="72662"/>
                      </a:cubicBezTo>
                      <a:cubicBezTo>
                        <a:pt x="145352" y="112715"/>
                        <a:pt x="112743" y="145352"/>
                        <a:pt x="72662" y="145352"/>
                      </a:cubicBezTo>
                      <a:close/>
                      <a:moveTo>
                        <a:pt x="72662" y="14436"/>
                      </a:moveTo>
                      <a:cubicBezTo>
                        <a:pt x="40563" y="14436"/>
                        <a:pt x="14436" y="40563"/>
                        <a:pt x="14436" y="72662"/>
                      </a:cubicBezTo>
                      <a:cubicBezTo>
                        <a:pt x="14436" y="104761"/>
                        <a:pt x="40563" y="130916"/>
                        <a:pt x="72662" y="130916"/>
                      </a:cubicBezTo>
                      <a:cubicBezTo>
                        <a:pt x="104761" y="130916"/>
                        <a:pt x="130916" y="104789"/>
                        <a:pt x="130916" y="72662"/>
                      </a:cubicBezTo>
                      <a:cubicBezTo>
                        <a:pt x="130916" y="40534"/>
                        <a:pt x="104789" y="14436"/>
                        <a:pt x="72662" y="14436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282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362" name="Forma Livre: Forma 361">
                  <a:extLst>
                    <a:ext uri="{FF2B5EF4-FFF2-40B4-BE49-F238E27FC236}">
                      <a16:creationId xmlns:a16="http://schemas.microsoft.com/office/drawing/2014/main" id="{3938C57B-0773-7C29-9119-6153F5FA51F9}"/>
                    </a:ext>
                  </a:extLst>
                </p:cNvPr>
                <p:cNvSpPr/>
                <p:nvPr/>
              </p:nvSpPr>
              <p:spPr>
                <a:xfrm>
                  <a:off x="3160408" y="5367735"/>
                  <a:ext cx="145352" cy="145352"/>
                </a:xfrm>
                <a:custGeom>
                  <a:avLst/>
                  <a:gdLst>
                    <a:gd name="connsiteX0" fmla="*/ 72662 w 145352"/>
                    <a:gd name="connsiteY0" fmla="*/ 145352 h 145352"/>
                    <a:gd name="connsiteX1" fmla="*/ 0 w 145352"/>
                    <a:gd name="connsiteY1" fmla="*/ 72662 h 145352"/>
                    <a:gd name="connsiteX2" fmla="*/ 72662 w 145352"/>
                    <a:gd name="connsiteY2" fmla="*/ 0 h 145352"/>
                    <a:gd name="connsiteX3" fmla="*/ 145352 w 145352"/>
                    <a:gd name="connsiteY3" fmla="*/ 72662 h 145352"/>
                    <a:gd name="connsiteX4" fmla="*/ 72662 w 145352"/>
                    <a:gd name="connsiteY4" fmla="*/ 145352 h 145352"/>
                    <a:gd name="connsiteX5" fmla="*/ 72662 w 145352"/>
                    <a:gd name="connsiteY5" fmla="*/ 14436 h 145352"/>
                    <a:gd name="connsiteX6" fmla="*/ 14436 w 145352"/>
                    <a:gd name="connsiteY6" fmla="*/ 72662 h 145352"/>
                    <a:gd name="connsiteX7" fmla="*/ 72662 w 145352"/>
                    <a:gd name="connsiteY7" fmla="*/ 130916 h 145352"/>
                    <a:gd name="connsiteX8" fmla="*/ 130916 w 145352"/>
                    <a:gd name="connsiteY8" fmla="*/ 72662 h 145352"/>
                    <a:gd name="connsiteX9" fmla="*/ 72662 w 145352"/>
                    <a:gd name="connsiteY9" fmla="*/ 14436 h 1453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45352" h="145352">
                      <a:moveTo>
                        <a:pt x="72662" y="145352"/>
                      </a:moveTo>
                      <a:cubicBezTo>
                        <a:pt x="32580" y="145352"/>
                        <a:pt x="0" y="112744"/>
                        <a:pt x="0" y="72662"/>
                      </a:cubicBezTo>
                      <a:cubicBezTo>
                        <a:pt x="0" y="32580"/>
                        <a:pt x="32609" y="0"/>
                        <a:pt x="72662" y="0"/>
                      </a:cubicBezTo>
                      <a:cubicBezTo>
                        <a:pt x="112715" y="0"/>
                        <a:pt x="145352" y="32609"/>
                        <a:pt x="145352" y="72662"/>
                      </a:cubicBezTo>
                      <a:cubicBezTo>
                        <a:pt x="145352" y="112715"/>
                        <a:pt x="112743" y="145352"/>
                        <a:pt x="72662" y="145352"/>
                      </a:cubicBezTo>
                      <a:close/>
                      <a:moveTo>
                        <a:pt x="72662" y="14436"/>
                      </a:moveTo>
                      <a:cubicBezTo>
                        <a:pt x="40563" y="14436"/>
                        <a:pt x="14436" y="40563"/>
                        <a:pt x="14436" y="72662"/>
                      </a:cubicBezTo>
                      <a:cubicBezTo>
                        <a:pt x="14436" y="104761"/>
                        <a:pt x="40563" y="130916"/>
                        <a:pt x="72662" y="130916"/>
                      </a:cubicBezTo>
                      <a:cubicBezTo>
                        <a:pt x="104761" y="130916"/>
                        <a:pt x="130916" y="104789"/>
                        <a:pt x="130916" y="72662"/>
                      </a:cubicBezTo>
                      <a:cubicBezTo>
                        <a:pt x="130916" y="40534"/>
                        <a:pt x="104789" y="14436"/>
                        <a:pt x="72662" y="14436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282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  <p:sp>
            <p:nvSpPr>
              <p:cNvPr id="360" name="Forma Livre: Forma 359">
                <a:extLst>
                  <a:ext uri="{FF2B5EF4-FFF2-40B4-BE49-F238E27FC236}">
                    <a16:creationId xmlns:a16="http://schemas.microsoft.com/office/drawing/2014/main" id="{ED4A117F-CCBD-8F7D-2B0C-BC941224E4E8}"/>
                  </a:ext>
                </a:extLst>
              </p:cNvPr>
              <p:cNvSpPr/>
              <p:nvPr/>
            </p:nvSpPr>
            <p:spPr>
              <a:xfrm>
                <a:off x="2947234" y="5291676"/>
                <a:ext cx="277145" cy="14436"/>
              </a:xfrm>
              <a:custGeom>
                <a:avLst/>
                <a:gdLst>
                  <a:gd name="connsiteX0" fmla="*/ 269928 w 277145"/>
                  <a:gd name="connsiteY0" fmla="*/ 14436 h 14436"/>
                  <a:gd name="connsiteX1" fmla="*/ 7218 w 277145"/>
                  <a:gd name="connsiteY1" fmla="*/ 14436 h 14436"/>
                  <a:gd name="connsiteX2" fmla="*/ 0 w 277145"/>
                  <a:gd name="connsiteY2" fmla="*/ 7218 h 14436"/>
                  <a:gd name="connsiteX3" fmla="*/ 7218 w 277145"/>
                  <a:gd name="connsiteY3" fmla="*/ 0 h 14436"/>
                  <a:gd name="connsiteX4" fmla="*/ 269928 w 277145"/>
                  <a:gd name="connsiteY4" fmla="*/ 0 h 14436"/>
                  <a:gd name="connsiteX5" fmla="*/ 277146 w 277145"/>
                  <a:gd name="connsiteY5" fmla="*/ 7218 h 14436"/>
                  <a:gd name="connsiteX6" fmla="*/ 269928 w 277145"/>
                  <a:gd name="connsiteY6" fmla="*/ 14436 h 144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77145" h="14436">
                    <a:moveTo>
                      <a:pt x="269928" y="14436"/>
                    </a:moveTo>
                    <a:lnTo>
                      <a:pt x="7218" y="14436"/>
                    </a:lnTo>
                    <a:cubicBezTo>
                      <a:pt x="3227" y="14436"/>
                      <a:pt x="0" y="11209"/>
                      <a:pt x="0" y="7218"/>
                    </a:cubicBezTo>
                    <a:cubicBezTo>
                      <a:pt x="0" y="3227"/>
                      <a:pt x="3227" y="0"/>
                      <a:pt x="7218" y="0"/>
                    </a:cubicBezTo>
                    <a:lnTo>
                      <a:pt x="269928" y="0"/>
                    </a:lnTo>
                    <a:cubicBezTo>
                      <a:pt x="273919" y="0"/>
                      <a:pt x="277146" y="3227"/>
                      <a:pt x="277146" y="7218"/>
                    </a:cubicBezTo>
                    <a:cubicBezTo>
                      <a:pt x="277146" y="11209"/>
                      <a:pt x="273919" y="14436"/>
                      <a:pt x="269928" y="14436"/>
                    </a:cubicBezTo>
                    <a:close/>
                  </a:path>
                </a:pathLst>
              </a:custGeom>
              <a:solidFill>
                <a:srgbClr val="262626"/>
              </a:solidFill>
              <a:ln w="2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grpSp>
        <p:nvGrpSpPr>
          <p:cNvPr id="369" name="Gráfico 3">
            <a:extLst>
              <a:ext uri="{FF2B5EF4-FFF2-40B4-BE49-F238E27FC236}">
                <a16:creationId xmlns:a16="http://schemas.microsoft.com/office/drawing/2014/main" id="{8DBE0B6B-11A2-C519-EA5F-16C78F801505}"/>
              </a:ext>
            </a:extLst>
          </p:cNvPr>
          <p:cNvGrpSpPr/>
          <p:nvPr/>
        </p:nvGrpSpPr>
        <p:grpSpPr>
          <a:xfrm>
            <a:off x="1830591" y="3435270"/>
            <a:ext cx="582590" cy="515376"/>
            <a:chOff x="1801413" y="3409457"/>
            <a:chExt cx="640946" cy="567001"/>
          </a:xfrm>
          <a:solidFill>
            <a:srgbClr val="262626"/>
          </a:solidFill>
        </p:grpSpPr>
        <p:sp>
          <p:nvSpPr>
            <p:cNvPr id="370" name="Forma Livre: Forma 369">
              <a:extLst>
                <a:ext uri="{FF2B5EF4-FFF2-40B4-BE49-F238E27FC236}">
                  <a16:creationId xmlns:a16="http://schemas.microsoft.com/office/drawing/2014/main" id="{7E6D87EA-A6DD-A722-101E-B8C6AF277C9D}"/>
                </a:ext>
              </a:extLst>
            </p:cNvPr>
            <p:cNvSpPr/>
            <p:nvPr/>
          </p:nvSpPr>
          <p:spPr>
            <a:xfrm>
              <a:off x="1801413" y="3409457"/>
              <a:ext cx="640946" cy="567001"/>
            </a:xfrm>
            <a:custGeom>
              <a:avLst/>
              <a:gdLst>
                <a:gd name="connsiteX0" fmla="*/ 600220 w 640946"/>
                <a:gd name="connsiteY0" fmla="*/ 567001 h 567001"/>
                <a:gd name="connsiteX1" fmla="*/ 40748 w 640946"/>
                <a:gd name="connsiteY1" fmla="*/ 567001 h 567001"/>
                <a:gd name="connsiteX2" fmla="*/ 8026 w 640946"/>
                <a:gd name="connsiteY2" fmla="*/ 550499 h 567001"/>
                <a:gd name="connsiteX3" fmla="*/ 1799 w 640946"/>
                <a:gd name="connsiteY3" fmla="*/ 514380 h 567001"/>
                <a:gd name="connsiteX4" fmla="*/ 21953 w 640946"/>
                <a:gd name="connsiteY4" fmla="*/ 448342 h 567001"/>
                <a:gd name="connsiteX5" fmla="*/ 60902 w 640946"/>
                <a:gd name="connsiteY5" fmla="*/ 419526 h 567001"/>
                <a:gd name="connsiteX6" fmla="*/ 571348 w 640946"/>
                <a:gd name="connsiteY6" fmla="*/ 419526 h 567001"/>
                <a:gd name="connsiteX7" fmla="*/ 597616 w 640946"/>
                <a:gd name="connsiteY7" fmla="*/ 393258 h 567001"/>
                <a:gd name="connsiteX8" fmla="*/ 597616 w 640946"/>
                <a:gd name="connsiteY8" fmla="*/ 40704 h 567001"/>
                <a:gd name="connsiteX9" fmla="*/ 571348 w 640946"/>
                <a:gd name="connsiteY9" fmla="*/ 14436 h 567001"/>
                <a:gd name="connsiteX10" fmla="*/ 69621 w 640946"/>
                <a:gd name="connsiteY10" fmla="*/ 14436 h 567001"/>
                <a:gd name="connsiteX11" fmla="*/ 43353 w 640946"/>
                <a:gd name="connsiteY11" fmla="*/ 40704 h 567001"/>
                <a:gd name="connsiteX12" fmla="*/ 43353 w 640946"/>
                <a:gd name="connsiteY12" fmla="*/ 385842 h 567001"/>
                <a:gd name="connsiteX13" fmla="*/ 36134 w 640946"/>
                <a:gd name="connsiteY13" fmla="*/ 393060 h 567001"/>
                <a:gd name="connsiteX14" fmla="*/ 28916 w 640946"/>
                <a:gd name="connsiteY14" fmla="*/ 385842 h 567001"/>
                <a:gd name="connsiteX15" fmla="*/ 28916 w 640946"/>
                <a:gd name="connsiteY15" fmla="*/ 40704 h 567001"/>
                <a:gd name="connsiteX16" fmla="*/ 69621 w 640946"/>
                <a:gd name="connsiteY16" fmla="*/ 0 h 567001"/>
                <a:gd name="connsiteX17" fmla="*/ 571348 w 640946"/>
                <a:gd name="connsiteY17" fmla="*/ 0 h 567001"/>
                <a:gd name="connsiteX18" fmla="*/ 612052 w 640946"/>
                <a:gd name="connsiteY18" fmla="*/ 40704 h 567001"/>
                <a:gd name="connsiteX19" fmla="*/ 612052 w 640946"/>
                <a:gd name="connsiteY19" fmla="*/ 393258 h 567001"/>
                <a:gd name="connsiteX20" fmla="*/ 571348 w 640946"/>
                <a:gd name="connsiteY20" fmla="*/ 433962 h 567001"/>
                <a:gd name="connsiteX21" fmla="*/ 60902 w 640946"/>
                <a:gd name="connsiteY21" fmla="*/ 433962 h 567001"/>
                <a:gd name="connsiteX22" fmla="*/ 35766 w 640946"/>
                <a:gd name="connsiteY22" fmla="*/ 452559 h 567001"/>
                <a:gd name="connsiteX23" fmla="*/ 15613 w 640946"/>
                <a:gd name="connsiteY23" fmla="*/ 518598 h 567001"/>
                <a:gd name="connsiteX24" fmla="*/ 19632 w 640946"/>
                <a:gd name="connsiteY24" fmla="*/ 541894 h 567001"/>
                <a:gd name="connsiteX25" fmla="*/ 40748 w 640946"/>
                <a:gd name="connsiteY25" fmla="*/ 552537 h 567001"/>
                <a:gd name="connsiteX26" fmla="*/ 600220 w 640946"/>
                <a:gd name="connsiteY26" fmla="*/ 552537 h 567001"/>
                <a:gd name="connsiteX27" fmla="*/ 621337 w 640946"/>
                <a:gd name="connsiteY27" fmla="*/ 541894 h 567001"/>
                <a:gd name="connsiteX28" fmla="*/ 625356 w 640946"/>
                <a:gd name="connsiteY28" fmla="*/ 518598 h 567001"/>
                <a:gd name="connsiteX29" fmla="*/ 607099 w 640946"/>
                <a:gd name="connsiteY29" fmla="*/ 458758 h 567001"/>
                <a:gd name="connsiteX30" fmla="*/ 611882 w 640946"/>
                <a:gd name="connsiteY30" fmla="*/ 449757 h 567001"/>
                <a:gd name="connsiteX31" fmla="*/ 620884 w 640946"/>
                <a:gd name="connsiteY31" fmla="*/ 454541 h 567001"/>
                <a:gd name="connsiteX32" fmla="*/ 639141 w 640946"/>
                <a:gd name="connsiteY32" fmla="*/ 514380 h 567001"/>
                <a:gd name="connsiteX33" fmla="*/ 632942 w 640946"/>
                <a:gd name="connsiteY33" fmla="*/ 550470 h 567001"/>
                <a:gd name="connsiteX34" fmla="*/ 600220 w 640946"/>
                <a:gd name="connsiteY34" fmla="*/ 566973 h 567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640946" h="567001">
                  <a:moveTo>
                    <a:pt x="600220" y="567001"/>
                  </a:moveTo>
                  <a:lnTo>
                    <a:pt x="40748" y="567001"/>
                  </a:lnTo>
                  <a:cubicBezTo>
                    <a:pt x="27699" y="567001"/>
                    <a:pt x="15782" y="561000"/>
                    <a:pt x="8026" y="550499"/>
                  </a:cubicBezTo>
                  <a:cubicBezTo>
                    <a:pt x="271" y="540025"/>
                    <a:pt x="-1994" y="526863"/>
                    <a:pt x="1799" y="514380"/>
                  </a:cubicBezTo>
                  <a:lnTo>
                    <a:pt x="21953" y="448342"/>
                  </a:lnTo>
                  <a:cubicBezTo>
                    <a:pt x="27218" y="431103"/>
                    <a:pt x="42871" y="419526"/>
                    <a:pt x="60902" y="419526"/>
                  </a:cubicBezTo>
                  <a:lnTo>
                    <a:pt x="571348" y="419526"/>
                  </a:lnTo>
                  <a:cubicBezTo>
                    <a:pt x="585841" y="419526"/>
                    <a:pt x="597616" y="407751"/>
                    <a:pt x="597616" y="393258"/>
                  </a:cubicBezTo>
                  <a:lnTo>
                    <a:pt x="597616" y="40704"/>
                  </a:lnTo>
                  <a:cubicBezTo>
                    <a:pt x="597616" y="26212"/>
                    <a:pt x="585841" y="14436"/>
                    <a:pt x="571348" y="14436"/>
                  </a:cubicBezTo>
                  <a:lnTo>
                    <a:pt x="69621" y="14436"/>
                  </a:lnTo>
                  <a:cubicBezTo>
                    <a:pt x="55128" y="14436"/>
                    <a:pt x="43353" y="26212"/>
                    <a:pt x="43353" y="40704"/>
                  </a:cubicBezTo>
                  <a:lnTo>
                    <a:pt x="43353" y="385842"/>
                  </a:lnTo>
                  <a:cubicBezTo>
                    <a:pt x="43353" y="389833"/>
                    <a:pt x="40126" y="393060"/>
                    <a:pt x="36134" y="393060"/>
                  </a:cubicBezTo>
                  <a:cubicBezTo>
                    <a:pt x="32143" y="393060"/>
                    <a:pt x="28916" y="389833"/>
                    <a:pt x="28916" y="385842"/>
                  </a:cubicBezTo>
                  <a:lnTo>
                    <a:pt x="28916" y="40704"/>
                  </a:lnTo>
                  <a:cubicBezTo>
                    <a:pt x="28916" y="18257"/>
                    <a:pt x="47174" y="0"/>
                    <a:pt x="69621" y="0"/>
                  </a:cubicBezTo>
                  <a:lnTo>
                    <a:pt x="571348" y="0"/>
                  </a:lnTo>
                  <a:cubicBezTo>
                    <a:pt x="593795" y="0"/>
                    <a:pt x="612052" y="18257"/>
                    <a:pt x="612052" y="40704"/>
                  </a:cubicBezTo>
                  <a:lnTo>
                    <a:pt x="612052" y="393258"/>
                  </a:lnTo>
                  <a:cubicBezTo>
                    <a:pt x="612052" y="415705"/>
                    <a:pt x="593795" y="433962"/>
                    <a:pt x="571348" y="433962"/>
                  </a:cubicBezTo>
                  <a:lnTo>
                    <a:pt x="60902" y="433962"/>
                  </a:lnTo>
                  <a:cubicBezTo>
                    <a:pt x="49269" y="433962"/>
                    <a:pt x="39163" y="441435"/>
                    <a:pt x="35766" y="452559"/>
                  </a:cubicBezTo>
                  <a:lnTo>
                    <a:pt x="15613" y="518598"/>
                  </a:lnTo>
                  <a:cubicBezTo>
                    <a:pt x="13150" y="526637"/>
                    <a:pt x="14622" y="535128"/>
                    <a:pt x="19632" y="541894"/>
                  </a:cubicBezTo>
                  <a:cubicBezTo>
                    <a:pt x="24642" y="548659"/>
                    <a:pt x="32341" y="552537"/>
                    <a:pt x="40748" y="552537"/>
                  </a:cubicBezTo>
                  <a:lnTo>
                    <a:pt x="600220" y="552537"/>
                  </a:lnTo>
                  <a:cubicBezTo>
                    <a:pt x="608627" y="552537"/>
                    <a:pt x="616326" y="548659"/>
                    <a:pt x="621337" y="541894"/>
                  </a:cubicBezTo>
                  <a:cubicBezTo>
                    <a:pt x="626347" y="535128"/>
                    <a:pt x="627790" y="526637"/>
                    <a:pt x="625356" y="518598"/>
                  </a:cubicBezTo>
                  <a:lnTo>
                    <a:pt x="607099" y="458758"/>
                  </a:lnTo>
                  <a:cubicBezTo>
                    <a:pt x="605938" y="454937"/>
                    <a:pt x="608089" y="450917"/>
                    <a:pt x="611882" y="449757"/>
                  </a:cubicBezTo>
                  <a:cubicBezTo>
                    <a:pt x="615675" y="448596"/>
                    <a:pt x="619723" y="450748"/>
                    <a:pt x="620884" y="454541"/>
                  </a:cubicBezTo>
                  <a:lnTo>
                    <a:pt x="639141" y="514380"/>
                  </a:lnTo>
                  <a:cubicBezTo>
                    <a:pt x="642934" y="526835"/>
                    <a:pt x="640698" y="539997"/>
                    <a:pt x="632942" y="550470"/>
                  </a:cubicBezTo>
                  <a:cubicBezTo>
                    <a:pt x="625186" y="560944"/>
                    <a:pt x="613269" y="566973"/>
                    <a:pt x="600220" y="566973"/>
                  </a:cubicBezTo>
                  <a:close/>
                </a:path>
              </a:pathLst>
            </a:custGeom>
            <a:solidFill>
              <a:srgbClr val="262626"/>
            </a:solidFill>
            <a:ln w="2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grpSp>
          <p:nvGrpSpPr>
            <p:cNvPr id="371" name="Gráfico 3">
              <a:extLst>
                <a:ext uri="{FF2B5EF4-FFF2-40B4-BE49-F238E27FC236}">
                  <a16:creationId xmlns:a16="http://schemas.microsoft.com/office/drawing/2014/main" id="{5C307FE3-8882-4C96-C44C-8C36CD6DBF95}"/>
                </a:ext>
              </a:extLst>
            </p:cNvPr>
            <p:cNvGrpSpPr/>
            <p:nvPr/>
          </p:nvGrpSpPr>
          <p:grpSpPr>
            <a:xfrm>
              <a:off x="1970473" y="3488827"/>
              <a:ext cx="302847" cy="276608"/>
              <a:chOff x="1970473" y="3488827"/>
              <a:chExt cx="302847" cy="276608"/>
            </a:xfrm>
            <a:solidFill>
              <a:srgbClr val="262626"/>
            </a:solidFill>
          </p:grpSpPr>
          <p:sp>
            <p:nvSpPr>
              <p:cNvPr id="372" name="Forma Livre: Forma 371">
                <a:extLst>
                  <a:ext uri="{FF2B5EF4-FFF2-40B4-BE49-F238E27FC236}">
                    <a16:creationId xmlns:a16="http://schemas.microsoft.com/office/drawing/2014/main" id="{F87A129C-9738-1B9A-B0AC-DE415BFB6206}"/>
                  </a:ext>
                </a:extLst>
              </p:cNvPr>
              <p:cNvSpPr/>
              <p:nvPr/>
            </p:nvSpPr>
            <p:spPr>
              <a:xfrm>
                <a:off x="1970473" y="3488827"/>
                <a:ext cx="302847" cy="276608"/>
              </a:xfrm>
              <a:custGeom>
                <a:avLst/>
                <a:gdLst>
                  <a:gd name="connsiteX0" fmla="*/ 248840 w 302847"/>
                  <a:gd name="connsiteY0" fmla="*/ 276608 h 276608"/>
                  <a:gd name="connsiteX1" fmla="*/ 54008 w 302847"/>
                  <a:gd name="connsiteY1" fmla="*/ 276608 h 276608"/>
                  <a:gd name="connsiteX2" fmla="*/ 7303 w 302847"/>
                  <a:gd name="connsiteY2" fmla="*/ 249632 h 276608"/>
                  <a:gd name="connsiteX3" fmla="*/ 7303 w 302847"/>
                  <a:gd name="connsiteY3" fmla="*/ 195709 h 276608"/>
                  <a:gd name="connsiteX4" fmla="*/ 104733 w 302847"/>
                  <a:gd name="connsiteY4" fmla="*/ 26976 h 276608"/>
                  <a:gd name="connsiteX5" fmla="*/ 151438 w 302847"/>
                  <a:gd name="connsiteY5" fmla="*/ 0 h 276608"/>
                  <a:gd name="connsiteX6" fmla="*/ 198143 w 302847"/>
                  <a:gd name="connsiteY6" fmla="*/ 26976 h 276608"/>
                  <a:gd name="connsiteX7" fmla="*/ 295545 w 302847"/>
                  <a:gd name="connsiteY7" fmla="*/ 195709 h 276608"/>
                  <a:gd name="connsiteX8" fmla="*/ 295545 w 302847"/>
                  <a:gd name="connsiteY8" fmla="*/ 249632 h 276608"/>
                  <a:gd name="connsiteX9" fmla="*/ 248840 w 302847"/>
                  <a:gd name="connsiteY9" fmla="*/ 276608 h 276608"/>
                  <a:gd name="connsiteX10" fmla="*/ 151410 w 302847"/>
                  <a:gd name="connsiteY10" fmla="*/ 14464 h 276608"/>
                  <a:gd name="connsiteX11" fmla="*/ 117216 w 302847"/>
                  <a:gd name="connsiteY11" fmla="*/ 34222 h 276608"/>
                  <a:gd name="connsiteX12" fmla="*/ 117216 w 302847"/>
                  <a:gd name="connsiteY12" fmla="*/ 34222 h 276608"/>
                  <a:gd name="connsiteX13" fmla="*/ 19814 w 302847"/>
                  <a:gd name="connsiteY13" fmla="*/ 202955 h 276608"/>
                  <a:gd name="connsiteX14" fmla="*/ 19814 w 302847"/>
                  <a:gd name="connsiteY14" fmla="*/ 242442 h 276608"/>
                  <a:gd name="connsiteX15" fmla="*/ 54008 w 302847"/>
                  <a:gd name="connsiteY15" fmla="*/ 262200 h 276608"/>
                  <a:gd name="connsiteX16" fmla="*/ 248840 w 302847"/>
                  <a:gd name="connsiteY16" fmla="*/ 262200 h 276608"/>
                  <a:gd name="connsiteX17" fmla="*/ 283034 w 302847"/>
                  <a:gd name="connsiteY17" fmla="*/ 242442 h 276608"/>
                  <a:gd name="connsiteX18" fmla="*/ 283034 w 302847"/>
                  <a:gd name="connsiteY18" fmla="*/ 202955 h 276608"/>
                  <a:gd name="connsiteX19" fmla="*/ 185604 w 302847"/>
                  <a:gd name="connsiteY19" fmla="*/ 34222 h 276608"/>
                  <a:gd name="connsiteX20" fmla="*/ 151381 w 302847"/>
                  <a:gd name="connsiteY20" fmla="*/ 14464 h 276608"/>
                  <a:gd name="connsiteX21" fmla="*/ 110960 w 302847"/>
                  <a:gd name="connsiteY21" fmla="*/ 30599 h 276608"/>
                  <a:gd name="connsiteX22" fmla="*/ 111017 w 302847"/>
                  <a:gd name="connsiteY22" fmla="*/ 30599 h 276608"/>
                  <a:gd name="connsiteX23" fmla="*/ 110960 w 302847"/>
                  <a:gd name="connsiteY23" fmla="*/ 30599 h 276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02847" h="276608">
                    <a:moveTo>
                      <a:pt x="248840" y="276608"/>
                    </a:moveTo>
                    <a:lnTo>
                      <a:pt x="54008" y="276608"/>
                    </a:lnTo>
                    <a:cubicBezTo>
                      <a:pt x="34505" y="276608"/>
                      <a:pt x="17040" y="266531"/>
                      <a:pt x="7303" y="249632"/>
                    </a:cubicBezTo>
                    <a:cubicBezTo>
                      <a:pt x="-2434" y="232762"/>
                      <a:pt x="-2434" y="212579"/>
                      <a:pt x="7303" y="195709"/>
                    </a:cubicBezTo>
                    <a:lnTo>
                      <a:pt x="104733" y="26976"/>
                    </a:lnTo>
                    <a:cubicBezTo>
                      <a:pt x="114470" y="10077"/>
                      <a:pt x="131935" y="0"/>
                      <a:pt x="151438" y="0"/>
                    </a:cubicBezTo>
                    <a:cubicBezTo>
                      <a:pt x="170941" y="0"/>
                      <a:pt x="188406" y="10077"/>
                      <a:pt x="198143" y="26976"/>
                    </a:cubicBezTo>
                    <a:lnTo>
                      <a:pt x="295545" y="195709"/>
                    </a:lnTo>
                    <a:cubicBezTo>
                      <a:pt x="305282" y="212579"/>
                      <a:pt x="305282" y="232762"/>
                      <a:pt x="295545" y="249632"/>
                    </a:cubicBezTo>
                    <a:cubicBezTo>
                      <a:pt x="285808" y="266531"/>
                      <a:pt x="268343" y="276608"/>
                      <a:pt x="248840" y="276608"/>
                    </a:cubicBezTo>
                    <a:close/>
                    <a:moveTo>
                      <a:pt x="151410" y="14464"/>
                    </a:moveTo>
                    <a:cubicBezTo>
                      <a:pt x="137143" y="14464"/>
                      <a:pt x="124349" y="21852"/>
                      <a:pt x="117216" y="34222"/>
                    </a:cubicBezTo>
                    <a:lnTo>
                      <a:pt x="117216" y="34222"/>
                    </a:lnTo>
                    <a:lnTo>
                      <a:pt x="19814" y="202955"/>
                    </a:lnTo>
                    <a:cubicBezTo>
                      <a:pt x="12681" y="215325"/>
                      <a:pt x="12681" y="230073"/>
                      <a:pt x="19814" y="242442"/>
                    </a:cubicBezTo>
                    <a:cubicBezTo>
                      <a:pt x="26947" y="254812"/>
                      <a:pt x="39742" y="262200"/>
                      <a:pt x="54008" y="262200"/>
                    </a:cubicBezTo>
                    <a:lnTo>
                      <a:pt x="248840" y="262200"/>
                    </a:lnTo>
                    <a:cubicBezTo>
                      <a:pt x="263106" y="262200"/>
                      <a:pt x="275900" y="254812"/>
                      <a:pt x="283034" y="242442"/>
                    </a:cubicBezTo>
                    <a:cubicBezTo>
                      <a:pt x="290167" y="230073"/>
                      <a:pt x="290167" y="215325"/>
                      <a:pt x="283034" y="202955"/>
                    </a:cubicBezTo>
                    <a:lnTo>
                      <a:pt x="185604" y="34222"/>
                    </a:lnTo>
                    <a:cubicBezTo>
                      <a:pt x="178471" y="21852"/>
                      <a:pt x="165676" y="14464"/>
                      <a:pt x="151381" y="14464"/>
                    </a:cubicBezTo>
                    <a:close/>
                    <a:moveTo>
                      <a:pt x="110960" y="30599"/>
                    </a:moveTo>
                    <a:lnTo>
                      <a:pt x="111017" y="30599"/>
                    </a:lnTo>
                    <a:lnTo>
                      <a:pt x="110960" y="30599"/>
                    </a:lnTo>
                    <a:close/>
                  </a:path>
                </a:pathLst>
              </a:custGeom>
              <a:solidFill>
                <a:srgbClr val="262626"/>
              </a:solidFill>
              <a:ln w="2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grpSp>
            <p:nvGrpSpPr>
              <p:cNvPr id="373" name="Gráfico 3">
                <a:extLst>
                  <a:ext uri="{FF2B5EF4-FFF2-40B4-BE49-F238E27FC236}">
                    <a16:creationId xmlns:a16="http://schemas.microsoft.com/office/drawing/2014/main" id="{83A231DA-A272-76C9-1269-0B4D6094CC1B}"/>
                  </a:ext>
                </a:extLst>
              </p:cNvPr>
              <p:cNvGrpSpPr/>
              <p:nvPr/>
            </p:nvGrpSpPr>
            <p:grpSpPr>
              <a:xfrm>
                <a:off x="2114693" y="3558121"/>
                <a:ext cx="14436" cy="162732"/>
                <a:chOff x="2114693" y="3558121"/>
                <a:chExt cx="14436" cy="162732"/>
              </a:xfrm>
              <a:solidFill>
                <a:srgbClr val="262626"/>
              </a:solidFill>
            </p:grpSpPr>
            <p:sp>
              <p:nvSpPr>
                <p:cNvPr id="374" name="Forma Livre: Forma 373">
                  <a:extLst>
                    <a:ext uri="{FF2B5EF4-FFF2-40B4-BE49-F238E27FC236}">
                      <a16:creationId xmlns:a16="http://schemas.microsoft.com/office/drawing/2014/main" id="{0A66B2F8-D82E-1B5D-D6E4-DA4025BA7137}"/>
                    </a:ext>
                  </a:extLst>
                </p:cNvPr>
                <p:cNvSpPr/>
                <p:nvPr/>
              </p:nvSpPr>
              <p:spPr>
                <a:xfrm>
                  <a:off x="2114693" y="3558121"/>
                  <a:ext cx="14436" cy="112007"/>
                </a:xfrm>
                <a:custGeom>
                  <a:avLst/>
                  <a:gdLst>
                    <a:gd name="connsiteX0" fmla="*/ 7218 w 14436"/>
                    <a:gd name="connsiteY0" fmla="*/ 112008 h 112007"/>
                    <a:gd name="connsiteX1" fmla="*/ 0 w 14436"/>
                    <a:gd name="connsiteY1" fmla="*/ 104789 h 112007"/>
                    <a:gd name="connsiteX2" fmla="*/ 0 w 14436"/>
                    <a:gd name="connsiteY2" fmla="*/ 7218 h 112007"/>
                    <a:gd name="connsiteX3" fmla="*/ 7218 w 14436"/>
                    <a:gd name="connsiteY3" fmla="*/ 0 h 112007"/>
                    <a:gd name="connsiteX4" fmla="*/ 14436 w 14436"/>
                    <a:gd name="connsiteY4" fmla="*/ 7218 h 112007"/>
                    <a:gd name="connsiteX5" fmla="*/ 14436 w 14436"/>
                    <a:gd name="connsiteY5" fmla="*/ 104789 h 112007"/>
                    <a:gd name="connsiteX6" fmla="*/ 7218 w 14436"/>
                    <a:gd name="connsiteY6" fmla="*/ 112008 h 1120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4436" h="112007">
                      <a:moveTo>
                        <a:pt x="7218" y="112008"/>
                      </a:moveTo>
                      <a:cubicBezTo>
                        <a:pt x="3227" y="112008"/>
                        <a:pt x="0" y="108781"/>
                        <a:pt x="0" y="104789"/>
                      </a:cubicBezTo>
                      <a:lnTo>
                        <a:pt x="0" y="7218"/>
                      </a:lnTo>
                      <a:cubicBezTo>
                        <a:pt x="0" y="3227"/>
                        <a:pt x="3227" y="0"/>
                        <a:pt x="7218" y="0"/>
                      </a:cubicBezTo>
                      <a:cubicBezTo>
                        <a:pt x="11209" y="0"/>
                        <a:pt x="14436" y="3227"/>
                        <a:pt x="14436" y="7218"/>
                      </a:cubicBezTo>
                      <a:lnTo>
                        <a:pt x="14436" y="104789"/>
                      </a:lnTo>
                      <a:cubicBezTo>
                        <a:pt x="14436" y="108781"/>
                        <a:pt x="11209" y="112008"/>
                        <a:pt x="7218" y="112008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282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375" name="Forma Livre: Forma 374">
                  <a:extLst>
                    <a:ext uri="{FF2B5EF4-FFF2-40B4-BE49-F238E27FC236}">
                      <a16:creationId xmlns:a16="http://schemas.microsoft.com/office/drawing/2014/main" id="{ED03A8AE-B8C7-040E-F4C9-F5600D165DE5}"/>
                    </a:ext>
                  </a:extLst>
                </p:cNvPr>
                <p:cNvSpPr/>
                <p:nvPr/>
              </p:nvSpPr>
              <p:spPr>
                <a:xfrm>
                  <a:off x="2114693" y="3697047"/>
                  <a:ext cx="14436" cy="23805"/>
                </a:xfrm>
                <a:custGeom>
                  <a:avLst/>
                  <a:gdLst>
                    <a:gd name="connsiteX0" fmla="*/ 7218 w 14436"/>
                    <a:gd name="connsiteY0" fmla="*/ 23806 h 23805"/>
                    <a:gd name="connsiteX1" fmla="*/ 0 w 14436"/>
                    <a:gd name="connsiteY1" fmla="*/ 16587 h 23805"/>
                    <a:gd name="connsiteX2" fmla="*/ 0 w 14436"/>
                    <a:gd name="connsiteY2" fmla="*/ 7218 h 23805"/>
                    <a:gd name="connsiteX3" fmla="*/ 7218 w 14436"/>
                    <a:gd name="connsiteY3" fmla="*/ 0 h 23805"/>
                    <a:gd name="connsiteX4" fmla="*/ 14436 w 14436"/>
                    <a:gd name="connsiteY4" fmla="*/ 7218 h 23805"/>
                    <a:gd name="connsiteX5" fmla="*/ 14436 w 14436"/>
                    <a:gd name="connsiteY5" fmla="*/ 16587 h 23805"/>
                    <a:gd name="connsiteX6" fmla="*/ 7218 w 14436"/>
                    <a:gd name="connsiteY6" fmla="*/ 23806 h 238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4436" h="23805">
                      <a:moveTo>
                        <a:pt x="7218" y="23806"/>
                      </a:moveTo>
                      <a:cubicBezTo>
                        <a:pt x="3227" y="23806"/>
                        <a:pt x="0" y="20579"/>
                        <a:pt x="0" y="16587"/>
                      </a:cubicBezTo>
                      <a:lnTo>
                        <a:pt x="0" y="7218"/>
                      </a:lnTo>
                      <a:cubicBezTo>
                        <a:pt x="0" y="3227"/>
                        <a:pt x="3227" y="0"/>
                        <a:pt x="7218" y="0"/>
                      </a:cubicBezTo>
                      <a:cubicBezTo>
                        <a:pt x="11209" y="0"/>
                        <a:pt x="14436" y="3227"/>
                        <a:pt x="14436" y="7218"/>
                      </a:cubicBezTo>
                      <a:lnTo>
                        <a:pt x="14436" y="16587"/>
                      </a:lnTo>
                      <a:cubicBezTo>
                        <a:pt x="14436" y="20579"/>
                        <a:pt x="11209" y="23806"/>
                        <a:pt x="7218" y="23806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282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</p:grpSp>
      </p:grpSp>
      <p:grpSp>
        <p:nvGrpSpPr>
          <p:cNvPr id="376" name="Gráfico 3">
            <a:extLst>
              <a:ext uri="{FF2B5EF4-FFF2-40B4-BE49-F238E27FC236}">
                <a16:creationId xmlns:a16="http://schemas.microsoft.com/office/drawing/2014/main" id="{84CAB15D-0A1B-A066-1CCC-40166FE251FB}"/>
              </a:ext>
            </a:extLst>
          </p:cNvPr>
          <p:cNvGrpSpPr/>
          <p:nvPr/>
        </p:nvGrpSpPr>
        <p:grpSpPr>
          <a:xfrm>
            <a:off x="4772954" y="5190280"/>
            <a:ext cx="594302" cy="618512"/>
            <a:chOff x="4743188" y="5159302"/>
            <a:chExt cx="653833" cy="680467"/>
          </a:xfrm>
          <a:solidFill>
            <a:srgbClr val="262626"/>
          </a:solidFill>
        </p:grpSpPr>
        <p:grpSp>
          <p:nvGrpSpPr>
            <p:cNvPr id="377" name="Gráfico 3">
              <a:extLst>
                <a:ext uri="{FF2B5EF4-FFF2-40B4-BE49-F238E27FC236}">
                  <a16:creationId xmlns:a16="http://schemas.microsoft.com/office/drawing/2014/main" id="{615FBBF4-9718-6C15-069D-A53532AD5FBD}"/>
                </a:ext>
              </a:extLst>
            </p:cNvPr>
            <p:cNvGrpSpPr/>
            <p:nvPr/>
          </p:nvGrpSpPr>
          <p:grpSpPr>
            <a:xfrm>
              <a:off x="4743188" y="5159302"/>
              <a:ext cx="583550" cy="680467"/>
              <a:chOff x="4743188" y="5159302"/>
              <a:chExt cx="583550" cy="680467"/>
            </a:xfrm>
            <a:solidFill>
              <a:srgbClr val="262626"/>
            </a:solidFill>
          </p:grpSpPr>
          <p:sp>
            <p:nvSpPr>
              <p:cNvPr id="385" name="Forma Livre: Forma 384">
                <a:extLst>
                  <a:ext uri="{FF2B5EF4-FFF2-40B4-BE49-F238E27FC236}">
                    <a16:creationId xmlns:a16="http://schemas.microsoft.com/office/drawing/2014/main" id="{4670C2DA-6905-4A04-F18D-E9C356F0BA34}"/>
                  </a:ext>
                </a:extLst>
              </p:cNvPr>
              <p:cNvSpPr/>
              <p:nvPr/>
            </p:nvSpPr>
            <p:spPr>
              <a:xfrm>
                <a:off x="4971621" y="5817423"/>
                <a:ext cx="126940" cy="22346"/>
              </a:xfrm>
              <a:custGeom>
                <a:avLst/>
                <a:gdLst>
                  <a:gd name="connsiteX0" fmla="*/ 63308 w 126940"/>
                  <a:gd name="connsiteY0" fmla="*/ 22318 h 22346"/>
                  <a:gd name="connsiteX1" fmla="*/ 5252 w 126940"/>
                  <a:gd name="connsiteY1" fmla="*/ 14194 h 22346"/>
                  <a:gd name="connsiteX2" fmla="*/ 270 w 126940"/>
                  <a:gd name="connsiteY2" fmla="*/ 5277 h 22346"/>
                  <a:gd name="connsiteX3" fmla="*/ 9186 w 126940"/>
                  <a:gd name="connsiteY3" fmla="*/ 324 h 22346"/>
                  <a:gd name="connsiteX4" fmla="*/ 117231 w 126940"/>
                  <a:gd name="connsiteY4" fmla="*/ 437 h 22346"/>
                  <a:gd name="connsiteX5" fmla="*/ 124817 w 126940"/>
                  <a:gd name="connsiteY5" fmla="*/ 2107 h 22346"/>
                  <a:gd name="connsiteX6" fmla="*/ 124817 w 126940"/>
                  <a:gd name="connsiteY6" fmla="*/ 12326 h 22346"/>
                  <a:gd name="connsiteX7" fmla="*/ 121590 w 126940"/>
                  <a:gd name="connsiteY7" fmla="*/ 14222 h 22346"/>
                  <a:gd name="connsiteX8" fmla="*/ 121590 w 126940"/>
                  <a:gd name="connsiteY8" fmla="*/ 14222 h 22346"/>
                  <a:gd name="connsiteX9" fmla="*/ 63280 w 126940"/>
                  <a:gd name="connsiteY9" fmla="*/ 22346 h 223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6940" h="22346">
                    <a:moveTo>
                      <a:pt x="63308" y="22318"/>
                    </a:moveTo>
                    <a:cubicBezTo>
                      <a:pt x="43720" y="22318"/>
                      <a:pt x="24189" y="19600"/>
                      <a:pt x="5252" y="14194"/>
                    </a:cubicBezTo>
                    <a:cubicBezTo>
                      <a:pt x="1431" y="13090"/>
                      <a:pt x="-806" y="9127"/>
                      <a:pt x="270" y="5277"/>
                    </a:cubicBezTo>
                    <a:cubicBezTo>
                      <a:pt x="1346" y="1428"/>
                      <a:pt x="5365" y="-780"/>
                      <a:pt x="9186" y="324"/>
                    </a:cubicBezTo>
                    <a:cubicBezTo>
                      <a:pt x="44427" y="10344"/>
                      <a:pt x="81933" y="10344"/>
                      <a:pt x="117231" y="437"/>
                    </a:cubicBezTo>
                    <a:cubicBezTo>
                      <a:pt x="119779" y="-497"/>
                      <a:pt x="122779" y="69"/>
                      <a:pt x="124817" y="2107"/>
                    </a:cubicBezTo>
                    <a:cubicBezTo>
                      <a:pt x="127648" y="4938"/>
                      <a:pt x="127648" y="9495"/>
                      <a:pt x="124817" y="12326"/>
                    </a:cubicBezTo>
                    <a:cubicBezTo>
                      <a:pt x="123940" y="13203"/>
                      <a:pt x="122808" y="13854"/>
                      <a:pt x="121590" y="14222"/>
                    </a:cubicBezTo>
                    <a:lnTo>
                      <a:pt x="121590" y="14222"/>
                    </a:lnTo>
                    <a:cubicBezTo>
                      <a:pt x="102569" y="19600"/>
                      <a:pt x="82952" y="22346"/>
                      <a:pt x="63280" y="22346"/>
                    </a:cubicBezTo>
                    <a:close/>
                  </a:path>
                </a:pathLst>
              </a:custGeom>
              <a:solidFill>
                <a:srgbClr val="262626"/>
              </a:solidFill>
              <a:ln w="2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86" name="Forma Livre: Forma 385">
                <a:extLst>
                  <a:ext uri="{FF2B5EF4-FFF2-40B4-BE49-F238E27FC236}">
                    <a16:creationId xmlns:a16="http://schemas.microsoft.com/office/drawing/2014/main" id="{7D497AB2-3118-7E46-6BBF-266E8EC5AB92}"/>
                  </a:ext>
                </a:extLst>
              </p:cNvPr>
              <p:cNvSpPr/>
              <p:nvPr/>
            </p:nvSpPr>
            <p:spPr>
              <a:xfrm>
                <a:off x="4778774" y="5159302"/>
                <a:ext cx="547964" cy="401339"/>
              </a:xfrm>
              <a:custGeom>
                <a:avLst/>
                <a:gdLst>
                  <a:gd name="connsiteX0" fmla="*/ 537717 w 547964"/>
                  <a:gd name="connsiteY0" fmla="*/ 401283 h 401339"/>
                  <a:gd name="connsiteX1" fmla="*/ 536216 w 547964"/>
                  <a:gd name="connsiteY1" fmla="*/ 401114 h 401339"/>
                  <a:gd name="connsiteX2" fmla="*/ 530668 w 547964"/>
                  <a:gd name="connsiteY2" fmla="*/ 392565 h 401339"/>
                  <a:gd name="connsiteX3" fmla="*/ 522176 w 547964"/>
                  <a:gd name="connsiteY3" fmla="*/ 325083 h 401339"/>
                  <a:gd name="connsiteX4" fmla="*/ 510769 w 547964"/>
                  <a:gd name="connsiteY4" fmla="*/ 317441 h 401339"/>
                  <a:gd name="connsiteX5" fmla="*/ 509467 w 547964"/>
                  <a:gd name="connsiteY5" fmla="*/ 317441 h 401339"/>
                  <a:gd name="connsiteX6" fmla="*/ 502900 w 547964"/>
                  <a:gd name="connsiteY6" fmla="*/ 310789 h 401339"/>
                  <a:gd name="connsiteX7" fmla="*/ 418491 w 547964"/>
                  <a:gd name="connsiteY7" fmla="*/ 92293 h 401339"/>
                  <a:gd name="connsiteX8" fmla="*/ 418010 w 547964"/>
                  <a:gd name="connsiteY8" fmla="*/ 91812 h 401339"/>
                  <a:gd name="connsiteX9" fmla="*/ 169906 w 547964"/>
                  <a:gd name="connsiteY9" fmla="*/ 20169 h 401339"/>
                  <a:gd name="connsiteX10" fmla="*/ 20676 w 547964"/>
                  <a:gd name="connsiteY10" fmla="*/ 119099 h 401339"/>
                  <a:gd name="connsiteX11" fmla="*/ 22233 w 547964"/>
                  <a:gd name="connsiteY11" fmla="*/ 172485 h 401339"/>
                  <a:gd name="connsiteX12" fmla="*/ 138401 w 547964"/>
                  <a:gd name="connsiteY12" fmla="*/ 206367 h 401339"/>
                  <a:gd name="connsiteX13" fmla="*/ 301558 w 547964"/>
                  <a:gd name="connsiteY13" fmla="*/ 153463 h 401339"/>
                  <a:gd name="connsiteX14" fmla="*/ 307248 w 547964"/>
                  <a:gd name="connsiteY14" fmla="*/ 149585 h 401339"/>
                  <a:gd name="connsiteX15" fmla="*/ 313588 w 547964"/>
                  <a:gd name="connsiteY15" fmla="*/ 152217 h 401339"/>
                  <a:gd name="connsiteX16" fmla="*/ 388600 w 547964"/>
                  <a:gd name="connsiteY16" fmla="*/ 182505 h 401339"/>
                  <a:gd name="connsiteX17" fmla="*/ 396044 w 547964"/>
                  <a:gd name="connsiteY17" fmla="*/ 189497 h 401339"/>
                  <a:gd name="connsiteX18" fmla="*/ 389052 w 547964"/>
                  <a:gd name="connsiteY18" fmla="*/ 196941 h 401339"/>
                  <a:gd name="connsiteX19" fmla="*/ 309087 w 547964"/>
                  <a:gd name="connsiteY19" fmla="*/ 167842 h 401339"/>
                  <a:gd name="connsiteX20" fmla="*/ 138939 w 547964"/>
                  <a:gd name="connsiteY20" fmla="*/ 220803 h 401339"/>
                  <a:gd name="connsiteX21" fmla="*/ 9920 w 547964"/>
                  <a:gd name="connsiteY21" fmla="*/ 179986 h 401339"/>
                  <a:gd name="connsiteX22" fmla="*/ 7570 w 547964"/>
                  <a:gd name="connsiteY22" fmla="*/ 113013 h 401339"/>
                  <a:gd name="connsiteX23" fmla="*/ 167641 w 547964"/>
                  <a:gd name="connsiteY23" fmla="*/ 5903 h 401339"/>
                  <a:gd name="connsiteX24" fmla="*/ 428285 w 547964"/>
                  <a:gd name="connsiteY24" fmla="*/ 81622 h 401339"/>
                  <a:gd name="connsiteX25" fmla="*/ 428794 w 547964"/>
                  <a:gd name="connsiteY25" fmla="*/ 82160 h 401339"/>
                  <a:gd name="connsiteX26" fmla="*/ 516968 w 547964"/>
                  <a:gd name="connsiteY26" fmla="*/ 304080 h 401339"/>
                  <a:gd name="connsiteX27" fmla="*/ 533612 w 547964"/>
                  <a:gd name="connsiteY27" fmla="*/ 316223 h 401339"/>
                  <a:gd name="connsiteX28" fmla="*/ 544850 w 547964"/>
                  <a:gd name="connsiteY28" fmla="*/ 395622 h 401339"/>
                  <a:gd name="connsiteX29" fmla="*/ 537802 w 547964"/>
                  <a:gd name="connsiteY29" fmla="*/ 401340 h 4013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547964" h="401339">
                    <a:moveTo>
                      <a:pt x="537717" y="401283"/>
                    </a:moveTo>
                    <a:cubicBezTo>
                      <a:pt x="537207" y="401283"/>
                      <a:pt x="536726" y="401227"/>
                      <a:pt x="536216" y="401114"/>
                    </a:cubicBezTo>
                    <a:cubicBezTo>
                      <a:pt x="532310" y="400293"/>
                      <a:pt x="529819" y="396443"/>
                      <a:pt x="530668" y="392565"/>
                    </a:cubicBezTo>
                    <a:cubicBezTo>
                      <a:pt x="537660" y="359730"/>
                      <a:pt x="530867" y="336179"/>
                      <a:pt x="522176" y="325083"/>
                    </a:cubicBezTo>
                    <a:cubicBezTo>
                      <a:pt x="518667" y="320583"/>
                      <a:pt x="514647" y="317893"/>
                      <a:pt x="510769" y="317441"/>
                    </a:cubicBezTo>
                    <a:cubicBezTo>
                      <a:pt x="510345" y="317497"/>
                      <a:pt x="509920" y="317497"/>
                      <a:pt x="509467" y="317441"/>
                    </a:cubicBezTo>
                    <a:cubicBezTo>
                      <a:pt x="505900" y="317101"/>
                      <a:pt x="503098" y="314327"/>
                      <a:pt x="502900" y="310789"/>
                    </a:cubicBezTo>
                    <a:cubicBezTo>
                      <a:pt x="496984" y="211915"/>
                      <a:pt x="468593" y="138404"/>
                      <a:pt x="418491" y="92293"/>
                    </a:cubicBezTo>
                    <a:cubicBezTo>
                      <a:pt x="418321" y="92152"/>
                      <a:pt x="418151" y="91982"/>
                      <a:pt x="418010" y="91812"/>
                    </a:cubicBezTo>
                    <a:cubicBezTo>
                      <a:pt x="331846" y="13149"/>
                      <a:pt x="256495" y="6271"/>
                      <a:pt x="169906" y="20169"/>
                    </a:cubicBezTo>
                    <a:cubicBezTo>
                      <a:pt x="117002" y="28661"/>
                      <a:pt x="42698" y="71375"/>
                      <a:pt x="20676" y="119099"/>
                    </a:cubicBezTo>
                    <a:cubicBezTo>
                      <a:pt x="11816" y="138262"/>
                      <a:pt x="12354" y="156237"/>
                      <a:pt x="22233" y="172485"/>
                    </a:cubicBezTo>
                    <a:cubicBezTo>
                      <a:pt x="36640" y="196177"/>
                      <a:pt x="78987" y="208518"/>
                      <a:pt x="138401" y="206367"/>
                    </a:cubicBezTo>
                    <a:cubicBezTo>
                      <a:pt x="212195" y="203706"/>
                      <a:pt x="288424" y="178967"/>
                      <a:pt x="301558" y="153463"/>
                    </a:cubicBezTo>
                    <a:cubicBezTo>
                      <a:pt x="302662" y="151283"/>
                      <a:pt x="304813" y="149840"/>
                      <a:pt x="307248" y="149585"/>
                    </a:cubicBezTo>
                    <a:cubicBezTo>
                      <a:pt x="309710" y="149330"/>
                      <a:pt x="312060" y="150321"/>
                      <a:pt x="313588" y="152217"/>
                    </a:cubicBezTo>
                    <a:cubicBezTo>
                      <a:pt x="324429" y="165606"/>
                      <a:pt x="367851" y="183128"/>
                      <a:pt x="388600" y="182505"/>
                    </a:cubicBezTo>
                    <a:cubicBezTo>
                      <a:pt x="392704" y="182392"/>
                      <a:pt x="395931" y="185505"/>
                      <a:pt x="396044" y="189497"/>
                    </a:cubicBezTo>
                    <a:cubicBezTo>
                      <a:pt x="396157" y="193488"/>
                      <a:pt x="393044" y="196800"/>
                      <a:pt x="389052" y="196941"/>
                    </a:cubicBezTo>
                    <a:cubicBezTo>
                      <a:pt x="368559" y="197705"/>
                      <a:pt x="328449" y="183524"/>
                      <a:pt x="309087" y="167842"/>
                    </a:cubicBezTo>
                    <a:cubicBezTo>
                      <a:pt x="283357" y="197875"/>
                      <a:pt x="204128" y="218425"/>
                      <a:pt x="138939" y="220803"/>
                    </a:cubicBezTo>
                    <a:cubicBezTo>
                      <a:pt x="100867" y="222190"/>
                      <a:pt x="33470" y="218709"/>
                      <a:pt x="9920" y="179986"/>
                    </a:cubicBezTo>
                    <a:cubicBezTo>
                      <a:pt x="-2450" y="159662"/>
                      <a:pt x="-3271" y="136507"/>
                      <a:pt x="7570" y="113013"/>
                    </a:cubicBezTo>
                    <a:cubicBezTo>
                      <a:pt x="31857" y="60392"/>
                      <a:pt x="109953" y="15159"/>
                      <a:pt x="167641" y="5903"/>
                    </a:cubicBezTo>
                    <a:cubicBezTo>
                      <a:pt x="246304" y="-6722"/>
                      <a:pt x="332299" y="-6269"/>
                      <a:pt x="428285" y="81622"/>
                    </a:cubicBezTo>
                    <a:cubicBezTo>
                      <a:pt x="428455" y="81792"/>
                      <a:pt x="428624" y="81961"/>
                      <a:pt x="428794" y="82160"/>
                    </a:cubicBezTo>
                    <a:cubicBezTo>
                      <a:pt x="480425" y="129969"/>
                      <a:pt x="510061" y="204612"/>
                      <a:pt x="516968" y="304080"/>
                    </a:cubicBezTo>
                    <a:cubicBezTo>
                      <a:pt x="523082" y="305948"/>
                      <a:pt x="528828" y="310109"/>
                      <a:pt x="533612" y="316223"/>
                    </a:cubicBezTo>
                    <a:cubicBezTo>
                      <a:pt x="547256" y="333660"/>
                      <a:pt x="551558" y="364089"/>
                      <a:pt x="544850" y="395622"/>
                    </a:cubicBezTo>
                    <a:cubicBezTo>
                      <a:pt x="544114" y="399019"/>
                      <a:pt x="541141" y="401340"/>
                      <a:pt x="537802" y="401340"/>
                    </a:cubicBezTo>
                    <a:close/>
                  </a:path>
                </a:pathLst>
              </a:custGeom>
              <a:solidFill>
                <a:srgbClr val="262626"/>
              </a:solidFill>
              <a:ln w="2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87" name="Forma Livre: Forma 386">
                <a:extLst>
                  <a:ext uri="{FF2B5EF4-FFF2-40B4-BE49-F238E27FC236}">
                    <a16:creationId xmlns:a16="http://schemas.microsoft.com/office/drawing/2014/main" id="{D0716457-571B-A3D7-092D-1E17E5E65200}"/>
                  </a:ext>
                </a:extLst>
              </p:cNvPr>
              <p:cNvSpPr/>
              <p:nvPr/>
            </p:nvSpPr>
            <p:spPr>
              <a:xfrm>
                <a:off x="4743188" y="5401162"/>
                <a:ext cx="52216" cy="175076"/>
              </a:xfrm>
              <a:custGeom>
                <a:avLst/>
                <a:gdLst>
                  <a:gd name="connsiteX0" fmla="*/ 14397 w 52216"/>
                  <a:gd name="connsiteY0" fmla="*/ 175076 h 175076"/>
                  <a:gd name="connsiteX1" fmla="*/ 7519 w 52216"/>
                  <a:gd name="connsiteY1" fmla="*/ 170066 h 175076"/>
                  <a:gd name="connsiteX2" fmla="*/ 12982 w 52216"/>
                  <a:gd name="connsiteY2" fmla="*/ 76344 h 175076"/>
                  <a:gd name="connsiteX3" fmla="*/ 31098 w 52216"/>
                  <a:gd name="connsiteY3" fmla="*/ 62191 h 175076"/>
                  <a:gd name="connsiteX4" fmla="*/ 37891 w 52216"/>
                  <a:gd name="connsiteY4" fmla="*/ 5947 h 175076"/>
                  <a:gd name="connsiteX5" fmla="*/ 46270 w 52216"/>
                  <a:gd name="connsiteY5" fmla="*/ 116 h 175076"/>
                  <a:gd name="connsiteX6" fmla="*/ 52101 w 52216"/>
                  <a:gd name="connsiteY6" fmla="*/ 8495 h 175076"/>
                  <a:gd name="connsiteX7" fmla="*/ 45138 w 52216"/>
                  <a:gd name="connsiteY7" fmla="*/ 68928 h 175076"/>
                  <a:gd name="connsiteX8" fmla="*/ 38599 w 52216"/>
                  <a:gd name="connsiteY8" fmla="*/ 75665 h 175076"/>
                  <a:gd name="connsiteX9" fmla="*/ 36900 w 52216"/>
                  <a:gd name="connsiteY9" fmla="*/ 75608 h 175076"/>
                  <a:gd name="connsiteX10" fmla="*/ 24814 w 52216"/>
                  <a:gd name="connsiteY10" fmla="*/ 84638 h 175076"/>
                  <a:gd name="connsiteX11" fmla="*/ 21304 w 52216"/>
                  <a:gd name="connsiteY11" fmla="*/ 165622 h 175076"/>
                  <a:gd name="connsiteX12" fmla="*/ 16633 w 52216"/>
                  <a:gd name="connsiteY12" fmla="*/ 174708 h 175076"/>
                  <a:gd name="connsiteX13" fmla="*/ 14426 w 52216"/>
                  <a:gd name="connsiteY13" fmla="*/ 175048 h 1750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52216" h="175076">
                    <a:moveTo>
                      <a:pt x="14397" y="175076"/>
                    </a:moveTo>
                    <a:cubicBezTo>
                      <a:pt x="11340" y="175076"/>
                      <a:pt x="8509" y="173123"/>
                      <a:pt x="7519" y="170066"/>
                    </a:cubicBezTo>
                    <a:cubicBezTo>
                      <a:pt x="-6436" y="126531"/>
                      <a:pt x="1178" y="93102"/>
                      <a:pt x="12982" y="76344"/>
                    </a:cubicBezTo>
                    <a:cubicBezTo>
                      <a:pt x="18077" y="69098"/>
                      <a:pt x="24333" y="64230"/>
                      <a:pt x="31098" y="62191"/>
                    </a:cubicBezTo>
                    <a:cubicBezTo>
                      <a:pt x="32513" y="42094"/>
                      <a:pt x="34778" y="23214"/>
                      <a:pt x="37891" y="5947"/>
                    </a:cubicBezTo>
                    <a:cubicBezTo>
                      <a:pt x="38599" y="2012"/>
                      <a:pt x="42364" y="-592"/>
                      <a:pt x="46270" y="116"/>
                    </a:cubicBezTo>
                    <a:cubicBezTo>
                      <a:pt x="50205" y="824"/>
                      <a:pt x="52809" y="4560"/>
                      <a:pt x="52101" y="8495"/>
                    </a:cubicBezTo>
                    <a:cubicBezTo>
                      <a:pt x="48789" y="26865"/>
                      <a:pt x="46440" y="47189"/>
                      <a:pt x="45138" y="68928"/>
                    </a:cubicBezTo>
                    <a:cubicBezTo>
                      <a:pt x="44911" y="72495"/>
                      <a:pt x="42137" y="75354"/>
                      <a:pt x="38599" y="75665"/>
                    </a:cubicBezTo>
                    <a:cubicBezTo>
                      <a:pt x="38033" y="75722"/>
                      <a:pt x="37438" y="75693"/>
                      <a:pt x="36900" y="75608"/>
                    </a:cubicBezTo>
                    <a:cubicBezTo>
                      <a:pt x="32740" y="76260"/>
                      <a:pt x="28494" y="79402"/>
                      <a:pt x="24814" y="84638"/>
                    </a:cubicBezTo>
                    <a:cubicBezTo>
                      <a:pt x="15473" y="97914"/>
                      <a:pt x="8934" y="127097"/>
                      <a:pt x="21304" y="165622"/>
                    </a:cubicBezTo>
                    <a:cubicBezTo>
                      <a:pt x="22521" y="169415"/>
                      <a:pt x="20426" y="173491"/>
                      <a:pt x="16633" y="174708"/>
                    </a:cubicBezTo>
                    <a:cubicBezTo>
                      <a:pt x="15898" y="174935"/>
                      <a:pt x="15162" y="175048"/>
                      <a:pt x="14426" y="175048"/>
                    </a:cubicBezTo>
                    <a:close/>
                  </a:path>
                </a:pathLst>
              </a:custGeom>
              <a:solidFill>
                <a:srgbClr val="262626"/>
              </a:solidFill>
              <a:ln w="2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378" name="Gráfico 3">
              <a:extLst>
                <a:ext uri="{FF2B5EF4-FFF2-40B4-BE49-F238E27FC236}">
                  <a16:creationId xmlns:a16="http://schemas.microsoft.com/office/drawing/2014/main" id="{ECA88EF3-6CCD-0806-607E-E0B6E22A4806}"/>
                </a:ext>
              </a:extLst>
            </p:cNvPr>
            <p:cNvGrpSpPr/>
            <p:nvPr/>
          </p:nvGrpSpPr>
          <p:grpSpPr>
            <a:xfrm>
              <a:off x="4797567" y="5512878"/>
              <a:ext cx="463460" cy="273023"/>
              <a:chOff x="4797567" y="5512878"/>
              <a:chExt cx="463460" cy="273023"/>
            </a:xfrm>
            <a:solidFill>
              <a:srgbClr val="262626"/>
            </a:solidFill>
          </p:grpSpPr>
          <p:sp>
            <p:nvSpPr>
              <p:cNvPr id="382" name="Forma Livre: Forma 381">
                <a:extLst>
                  <a:ext uri="{FF2B5EF4-FFF2-40B4-BE49-F238E27FC236}">
                    <a16:creationId xmlns:a16="http://schemas.microsoft.com/office/drawing/2014/main" id="{9EFED0CB-0886-4E08-5009-1793E2763F7A}"/>
                  </a:ext>
                </a:extLst>
              </p:cNvPr>
              <p:cNvSpPr/>
              <p:nvPr/>
            </p:nvSpPr>
            <p:spPr>
              <a:xfrm>
                <a:off x="4797567" y="5512878"/>
                <a:ext cx="463460" cy="273023"/>
              </a:xfrm>
              <a:custGeom>
                <a:avLst/>
                <a:gdLst>
                  <a:gd name="connsiteX0" fmla="*/ 237588 w 463460"/>
                  <a:gd name="connsiteY0" fmla="*/ 272967 h 273023"/>
                  <a:gd name="connsiteX1" fmla="*/ 81112 w 463460"/>
                  <a:gd name="connsiteY1" fmla="*/ 261730 h 273023"/>
                  <a:gd name="connsiteX2" fmla="*/ 45276 w 463460"/>
                  <a:gd name="connsiteY2" fmla="*/ 233933 h 273023"/>
                  <a:gd name="connsiteX3" fmla="*/ 297 w 463460"/>
                  <a:gd name="connsiteY3" fmla="*/ 68229 h 273023"/>
                  <a:gd name="connsiteX4" fmla="*/ 37180 w 463460"/>
                  <a:gd name="connsiteY4" fmla="*/ 18353 h 273023"/>
                  <a:gd name="connsiteX5" fmla="*/ 437600 w 463460"/>
                  <a:gd name="connsiteY5" fmla="*/ 18353 h 273023"/>
                  <a:gd name="connsiteX6" fmla="*/ 461320 w 463460"/>
                  <a:gd name="connsiteY6" fmla="*/ 30638 h 273023"/>
                  <a:gd name="connsiteX7" fmla="*/ 461377 w 463460"/>
                  <a:gd name="connsiteY7" fmla="*/ 40856 h 273023"/>
                  <a:gd name="connsiteX8" fmla="*/ 451158 w 463460"/>
                  <a:gd name="connsiteY8" fmla="*/ 40913 h 273023"/>
                  <a:gd name="connsiteX9" fmla="*/ 435080 w 463460"/>
                  <a:gd name="connsiteY9" fmla="*/ 32591 h 273023"/>
                  <a:gd name="connsiteX10" fmla="*/ 39671 w 463460"/>
                  <a:gd name="connsiteY10" fmla="*/ 32591 h 273023"/>
                  <a:gd name="connsiteX11" fmla="*/ 14620 w 463460"/>
                  <a:gd name="connsiteY11" fmla="*/ 66615 h 273023"/>
                  <a:gd name="connsiteX12" fmla="*/ 58636 w 463460"/>
                  <a:gd name="connsiteY12" fmla="*/ 228526 h 273023"/>
                  <a:gd name="connsiteX13" fmla="*/ 83121 w 463460"/>
                  <a:gd name="connsiteY13" fmla="*/ 247463 h 273023"/>
                  <a:gd name="connsiteX14" fmla="*/ 322818 w 463460"/>
                  <a:gd name="connsiteY14" fmla="*/ 255106 h 273023"/>
                  <a:gd name="connsiteX15" fmla="*/ 330602 w 463460"/>
                  <a:gd name="connsiteY15" fmla="*/ 261730 h 273023"/>
                  <a:gd name="connsiteX16" fmla="*/ 323979 w 463460"/>
                  <a:gd name="connsiteY16" fmla="*/ 269514 h 273023"/>
                  <a:gd name="connsiteX17" fmla="*/ 237588 w 463460"/>
                  <a:gd name="connsiteY17" fmla="*/ 273024 h 2730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463460" h="273023">
                    <a:moveTo>
                      <a:pt x="237588" y="272967"/>
                    </a:moveTo>
                    <a:cubicBezTo>
                      <a:pt x="186071" y="272967"/>
                      <a:pt x="134327" y="269231"/>
                      <a:pt x="81112" y="261730"/>
                    </a:cubicBezTo>
                    <a:cubicBezTo>
                      <a:pt x="65062" y="259465"/>
                      <a:pt x="51333" y="248822"/>
                      <a:pt x="45276" y="233933"/>
                    </a:cubicBezTo>
                    <a:cubicBezTo>
                      <a:pt x="21357" y="175226"/>
                      <a:pt x="6213" y="119463"/>
                      <a:pt x="297" y="68229"/>
                    </a:cubicBezTo>
                    <a:cubicBezTo>
                      <a:pt x="-2420" y="44366"/>
                      <a:pt x="13771" y="22457"/>
                      <a:pt x="37180" y="18353"/>
                    </a:cubicBezTo>
                    <a:cubicBezTo>
                      <a:pt x="175597" y="-6104"/>
                      <a:pt x="299097" y="-6132"/>
                      <a:pt x="437600" y="18353"/>
                    </a:cubicBezTo>
                    <a:cubicBezTo>
                      <a:pt x="446601" y="19938"/>
                      <a:pt x="454810" y="24184"/>
                      <a:pt x="461320" y="30638"/>
                    </a:cubicBezTo>
                    <a:cubicBezTo>
                      <a:pt x="464151" y="33440"/>
                      <a:pt x="464179" y="38026"/>
                      <a:pt x="461377" y="40856"/>
                    </a:cubicBezTo>
                    <a:cubicBezTo>
                      <a:pt x="458575" y="43687"/>
                      <a:pt x="453989" y="43715"/>
                      <a:pt x="451158" y="40913"/>
                    </a:cubicBezTo>
                    <a:cubicBezTo>
                      <a:pt x="446742" y="36526"/>
                      <a:pt x="441195" y="33667"/>
                      <a:pt x="435080" y="32591"/>
                    </a:cubicBezTo>
                    <a:cubicBezTo>
                      <a:pt x="298333" y="8446"/>
                      <a:pt x="176362" y="8446"/>
                      <a:pt x="39671" y="32591"/>
                    </a:cubicBezTo>
                    <a:cubicBezTo>
                      <a:pt x="23763" y="35365"/>
                      <a:pt x="12752" y="50311"/>
                      <a:pt x="14620" y="66615"/>
                    </a:cubicBezTo>
                    <a:cubicBezTo>
                      <a:pt x="20310" y="115868"/>
                      <a:pt x="35538" y="171829"/>
                      <a:pt x="58636" y="228526"/>
                    </a:cubicBezTo>
                    <a:cubicBezTo>
                      <a:pt x="62769" y="238660"/>
                      <a:pt x="72138" y="245935"/>
                      <a:pt x="83121" y="247463"/>
                    </a:cubicBezTo>
                    <a:cubicBezTo>
                      <a:pt x="165011" y="259012"/>
                      <a:pt x="243419" y="261531"/>
                      <a:pt x="322818" y="255106"/>
                    </a:cubicBezTo>
                    <a:cubicBezTo>
                      <a:pt x="326809" y="254823"/>
                      <a:pt x="330262" y="257738"/>
                      <a:pt x="330602" y="261730"/>
                    </a:cubicBezTo>
                    <a:cubicBezTo>
                      <a:pt x="330914" y="265693"/>
                      <a:pt x="327970" y="269174"/>
                      <a:pt x="323979" y="269514"/>
                    </a:cubicBezTo>
                    <a:cubicBezTo>
                      <a:pt x="295106" y="271835"/>
                      <a:pt x="266375" y="273024"/>
                      <a:pt x="237588" y="273024"/>
                    </a:cubicBezTo>
                    <a:close/>
                  </a:path>
                </a:pathLst>
              </a:custGeom>
              <a:solidFill>
                <a:srgbClr val="262626"/>
              </a:solidFill>
              <a:ln w="2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83" name="Forma Livre: Forma 382">
                <a:extLst>
                  <a:ext uri="{FF2B5EF4-FFF2-40B4-BE49-F238E27FC236}">
                    <a16:creationId xmlns:a16="http://schemas.microsoft.com/office/drawing/2014/main" id="{81D00BF7-727F-BF76-F58C-E9DBB0573742}"/>
                  </a:ext>
                </a:extLst>
              </p:cNvPr>
              <p:cNvSpPr/>
              <p:nvPr/>
            </p:nvSpPr>
            <p:spPr>
              <a:xfrm>
                <a:off x="4882119" y="5596457"/>
                <a:ext cx="270391" cy="22325"/>
              </a:xfrm>
              <a:custGeom>
                <a:avLst/>
                <a:gdLst>
                  <a:gd name="connsiteX0" fmla="*/ 7203 w 270391"/>
                  <a:gd name="connsiteY0" fmla="*/ 22325 h 22325"/>
                  <a:gd name="connsiteX1" fmla="*/ 41 w 270391"/>
                  <a:gd name="connsiteY1" fmla="*/ 15871 h 22325"/>
                  <a:gd name="connsiteX2" fmla="*/ 6467 w 270391"/>
                  <a:gd name="connsiteY2" fmla="*/ 7917 h 22325"/>
                  <a:gd name="connsiteX3" fmla="*/ 263770 w 270391"/>
                  <a:gd name="connsiteY3" fmla="*/ 4577 h 22325"/>
                  <a:gd name="connsiteX4" fmla="*/ 270366 w 270391"/>
                  <a:gd name="connsiteY4" fmla="*/ 12361 h 22325"/>
                  <a:gd name="connsiteX5" fmla="*/ 262581 w 270391"/>
                  <a:gd name="connsiteY5" fmla="*/ 18957 h 22325"/>
                  <a:gd name="connsiteX6" fmla="*/ 7995 w 270391"/>
                  <a:gd name="connsiteY6" fmla="*/ 22268 h 22325"/>
                  <a:gd name="connsiteX7" fmla="*/ 7231 w 270391"/>
                  <a:gd name="connsiteY7" fmla="*/ 22297 h 22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70391" h="22325">
                    <a:moveTo>
                      <a:pt x="7203" y="22325"/>
                    </a:moveTo>
                    <a:cubicBezTo>
                      <a:pt x="3551" y="22325"/>
                      <a:pt x="438" y="19579"/>
                      <a:pt x="41" y="15871"/>
                    </a:cubicBezTo>
                    <a:cubicBezTo>
                      <a:pt x="-383" y="11908"/>
                      <a:pt x="2504" y="8342"/>
                      <a:pt x="6467" y="7917"/>
                    </a:cubicBezTo>
                    <a:cubicBezTo>
                      <a:pt x="93876" y="-1396"/>
                      <a:pt x="178031" y="-2471"/>
                      <a:pt x="263770" y="4577"/>
                    </a:cubicBezTo>
                    <a:cubicBezTo>
                      <a:pt x="267733" y="4917"/>
                      <a:pt x="270705" y="8398"/>
                      <a:pt x="270366" y="12361"/>
                    </a:cubicBezTo>
                    <a:cubicBezTo>
                      <a:pt x="270026" y="16324"/>
                      <a:pt x="266572" y="19211"/>
                      <a:pt x="262581" y="18957"/>
                    </a:cubicBezTo>
                    <a:cubicBezTo>
                      <a:pt x="177776" y="11965"/>
                      <a:pt x="94471" y="13069"/>
                      <a:pt x="7995" y="22268"/>
                    </a:cubicBezTo>
                    <a:cubicBezTo>
                      <a:pt x="7741" y="22297"/>
                      <a:pt x="7486" y="22297"/>
                      <a:pt x="7231" y="22297"/>
                    </a:cubicBezTo>
                    <a:close/>
                  </a:path>
                </a:pathLst>
              </a:custGeom>
              <a:solidFill>
                <a:srgbClr val="262626"/>
              </a:solidFill>
              <a:ln w="2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84" name="Forma Livre: Forma 383">
                <a:extLst>
                  <a:ext uri="{FF2B5EF4-FFF2-40B4-BE49-F238E27FC236}">
                    <a16:creationId xmlns:a16="http://schemas.microsoft.com/office/drawing/2014/main" id="{81624BD2-8DF2-9E64-5801-72196102927B}"/>
                  </a:ext>
                </a:extLst>
              </p:cNvPr>
              <p:cNvSpPr/>
              <p:nvPr/>
            </p:nvSpPr>
            <p:spPr>
              <a:xfrm>
                <a:off x="4898626" y="5679949"/>
                <a:ext cx="218263" cy="21148"/>
              </a:xfrm>
              <a:custGeom>
                <a:avLst/>
                <a:gdLst>
                  <a:gd name="connsiteX0" fmla="*/ 136302 w 218263"/>
                  <a:gd name="connsiteY0" fmla="*/ 21148 h 21148"/>
                  <a:gd name="connsiteX1" fmla="*/ 6490 w 218263"/>
                  <a:gd name="connsiteY1" fmla="*/ 14411 h 21148"/>
                  <a:gd name="connsiteX2" fmla="*/ 36 w 218263"/>
                  <a:gd name="connsiteY2" fmla="*/ 6486 h 21148"/>
                  <a:gd name="connsiteX3" fmla="*/ 7962 w 218263"/>
                  <a:gd name="connsiteY3" fmla="*/ 32 h 21148"/>
                  <a:gd name="connsiteX4" fmla="*/ 210606 w 218263"/>
                  <a:gd name="connsiteY4" fmla="*/ 4419 h 21148"/>
                  <a:gd name="connsiteX5" fmla="*/ 218249 w 218263"/>
                  <a:gd name="connsiteY5" fmla="*/ 11185 h 21148"/>
                  <a:gd name="connsiteX6" fmla="*/ 211483 w 218263"/>
                  <a:gd name="connsiteY6" fmla="*/ 18827 h 21148"/>
                  <a:gd name="connsiteX7" fmla="*/ 136302 w 218263"/>
                  <a:gd name="connsiteY7" fmla="*/ 21120 h 211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18263" h="21148">
                    <a:moveTo>
                      <a:pt x="136302" y="21148"/>
                    </a:moveTo>
                    <a:cubicBezTo>
                      <a:pt x="93475" y="21148"/>
                      <a:pt x="50535" y="18912"/>
                      <a:pt x="6490" y="14411"/>
                    </a:cubicBezTo>
                    <a:cubicBezTo>
                      <a:pt x="2527" y="14015"/>
                      <a:pt x="-360" y="10477"/>
                      <a:pt x="36" y="6486"/>
                    </a:cubicBezTo>
                    <a:cubicBezTo>
                      <a:pt x="433" y="2523"/>
                      <a:pt x="3999" y="-336"/>
                      <a:pt x="7962" y="32"/>
                    </a:cubicBezTo>
                    <a:cubicBezTo>
                      <a:pt x="76944" y="7080"/>
                      <a:pt x="143237" y="8524"/>
                      <a:pt x="210606" y="4419"/>
                    </a:cubicBezTo>
                    <a:cubicBezTo>
                      <a:pt x="214597" y="4164"/>
                      <a:pt x="218022" y="7222"/>
                      <a:pt x="218249" y="11185"/>
                    </a:cubicBezTo>
                    <a:cubicBezTo>
                      <a:pt x="218504" y="15176"/>
                      <a:pt x="215446" y="18572"/>
                      <a:pt x="211483" y="18827"/>
                    </a:cubicBezTo>
                    <a:cubicBezTo>
                      <a:pt x="186348" y="20356"/>
                      <a:pt x="161353" y="21120"/>
                      <a:pt x="136302" y="21120"/>
                    </a:cubicBezTo>
                    <a:close/>
                  </a:path>
                </a:pathLst>
              </a:custGeom>
              <a:solidFill>
                <a:srgbClr val="262626"/>
              </a:solidFill>
              <a:ln w="2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379" name="Gráfico 3">
              <a:extLst>
                <a:ext uri="{FF2B5EF4-FFF2-40B4-BE49-F238E27FC236}">
                  <a16:creationId xmlns:a16="http://schemas.microsoft.com/office/drawing/2014/main" id="{41B36687-D2D1-B29D-D5D6-860CB70A49A5}"/>
                </a:ext>
              </a:extLst>
            </p:cNvPr>
            <p:cNvGrpSpPr/>
            <p:nvPr/>
          </p:nvGrpSpPr>
          <p:grpSpPr>
            <a:xfrm>
              <a:off x="5148663" y="5587816"/>
              <a:ext cx="248358" cy="248358"/>
              <a:chOff x="5148663" y="5587816"/>
              <a:chExt cx="248358" cy="248358"/>
            </a:xfrm>
            <a:solidFill>
              <a:srgbClr val="262626"/>
            </a:solidFill>
          </p:grpSpPr>
          <p:sp>
            <p:nvSpPr>
              <p:cNvPr id="380" name="Forma Livre: Forma 379">
                <a:extLst>
                  <a:ext uri="{FF2B5EF4-FFF2-40B4-BE49-F238E27FC236}">
                    <a16:creationId xmlns:a16="http://schemas.microsoft.com/office/drawing/2014/main" id="{62E7409A-C8F5-67CB-00D2-0E1B5611A2F4}"/>
                  </a:ext>
                </a:extLst>
              </p:cNvPr>
              <p:cNvSpPr/>
              <p:nvPr/>
            </p:nvSpPr>
            <p:spPr>
              <a:xfrm>
                <a:off x="5148663" y="5587816"/>
                <a:ext cx="248358" cy="248358"/>
              </a:xfrm>
              <a:custGeom>
                <a:avLst/>
                <a:gdLst>
                  <a:gd name="connsiteX0" fmla="*/ 124180 w 248358"/>
                  <a:gd name="connsiteY0" fmla="*/ 248358 h 248358"/>
                  <a:gd name="connsiteX1" fmla="*/ 0 w 248358"/>
                  <a:gd name="connsiteY1" fmla="*/ 124179 h 248358"/>
                  <a:gd name="connsiteX2" fmla="*/ 124180 w 248358"/>
                  <a:gd name="connsiteY2" fmla="*/ 0 h 248358"/>
                  <a:gd name="connsiteX3" fmla="*/ 248359 w 248358"/>
                  <a:gd name="connsiteY3" fmla="*/ 124179 h 248358"/>
                  <a:gd name="connsiteX4" fmla="*/ 124180 w 248358"/>
                  <a:gd name="connsiteY4" fmla="*/ 248358 h 248358"/>
                  <a:gd name="connsiteX5" fmla="*/ 124180 w 248358"/>
                  <a:gd name="connsiteY5" fmla="*/ 14436 h 248358"/>
                  <a:gd name="connsiteX6" fmla="*/ 14436 w 248358"/>
                  <a:gd name="connsiteY6" fmla="*/ 124179 h 248358"/>
                  <a:gd name="connsiteX7" fmla="*/ 124180 w 248358"/>
                  <a:gd name="connsiteY7" fmla="*/ 233922 h 248358"/>
                  <a:gd name="connsiteX8" fmla="*/ 233922 w 248358"/>
                  <a:gd name="connsiteY8" fmla="*/ 124179 h 248358"/>
                  <a:gd name="connsiteX9" fmla="*/ 124180 w 248358"/>
                  <a:gd name="connsiteY9" fmla="*/ 14436 h 2483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48358" h="248358">
                    <a:moveTo>
                      <a:pt x="124180" y="248358"/>
                    </a:moveTo>
                    <a:cubicBezTo>
                      <a:pt x="55707" y="248358"/>
                      <a:pt x="0" y="192652"/>
                      <a:pt x="0" y="124179"/>
                    </a:cubicBezTo>
                    <a:cubicBezTo>
                      <a:pt x="0" y="55707"/>
                      <a:pt x="55707" y="0"/>
                      <a:pt x="124180" y="0"/>
                    </a:cubicBezTo>
                    <a:cubicBezTo>
                      <a:pt x="192652" y="0"/>
                      <a:pt x="248359" y="55707"/>
                      <a:pt x="248359" y="124179"/>
                    </a:cubicBezTo>
                    <a:cubicBezTo>
                      <a:pt x="248359" y="192652"/>
                      <a:pt x="192652" y="248358"/>
                      <a:pt x="124180" y="248358"/>
                    </a:cubicBezTo>
                    <a:close/>
                    <a:moveTo>
                      <a:pt x="124180" y="14436"/>
                    </a:moveTo>
                    <a:cubicBezTo>
                      <a:pt x="63661" y="14436"/>
                      <a:pt x="14436" y="63661"/>
                      <a:pt x="14436" y="124179"/>
                    </a:cubicBezTo>
                    <a:cubicBezTo>
                      <a:pt x="14436" y="184698"/>
                      <a:pt x="63661" y="233922"/>
                      <a:pt x="124180" y="233922"/>
                    </a:cubicBezTo>
                    <a:cubicBezTo>
                      <a:pt x="184698" y="233922"/>
                      <a:pt x="233922" y="184698"/>
                      <a:pt x="233922" y="124179"/>
                    </a:cubicBezTo>
                    <a:cubicBezTo>
                      <a:pt x="233922" y="63661"/>
                      <a:pt x="184698" y="14436"/>
                      <a:pt x="124180" y="14436"/>
                    </a:cubicBezTo>
                    <a:close/>
                  </a:path>
                </a:pathLst>
              </a:custGeom>
              <a:solidFill>
                <a:srgbClr val="262626"/>
              </a:solidFill>
              <a:ln w="2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81" name="Forma Livre: Forma 380">
                <a:extLst>
                  <a:ext uri="{FF2B5EF4-FFF2-40B4-BE49-F238E27FC236}">
                    <a16:creationId xmlns:a16="http://schemas.microsoft.com/office/drawing/2014/main" id="{212AC1A4-C658-CACA-E8AB-704627E9EF2C}"/>
                  </a:ext>
                </a:extLst>
              </p:cNvPr>
              <p:cNvSpPr/>
              <p:nvPr/>
            </p:nvSpPr>
            <p:spPr>
              <a:xfrm>
                <a:off x="5211163" y="5669281"/>
                <a:ext cx="123414" cy="85428"/>
              </a:xfrm>
              <a:custGeom>
                <a:avLst/>
                <a:gdLst>
                  <a:gd name="connsiteX0" fmla="*/ 45205 w 123414"/>
                  <a:gd name="connsiteY0" fmla="*/ 85400 h 85428"/>
                  <a:gd name="connsiteX1" fmla="*/ 40110 w 123414"/>
                  <a:gd name="connsiteY1" fmla="*/ 83277 h 85428"/>
                  <a:gd name="connsiteX2" fmla="*/ 2123 w 123414"/>
                  <a:gd name="connsiteY2" fmla="*/ 45290 h 85428"/>
                  <a:gd name="connsiteX3" fmla="*/ 2123 w 123414"/>
                  <a:gd name="connsiteY3" fmla="*/ 35071 h 85428"/>
                  <a:gd name="connsiteX4" fmla="*/ 12341 w 123414"/>
                  <a:gd name="connsiteY4" fmla="*/ 35071 h 85428"/>
                  <a:gd name="connsiteX5" fmla="*/ 45233 w 123414"/>
                  <a:gd name="connsiteY5" fmla="*/ 67963 h 85428"/>
                  <a:gd name="connsiteX6" fmla="*/ 111073 w 123414"/>
                  <a:gd name="connsiteY6" fmla="*/ 2123 h 85428"/>
                  <a:gd name="connsiteX7" fmla="*/ 121292 w 123414"/>
                  <a:gd name="connsiteY7" fmla="*/ 2123 h 85428"/>
                  <a:gd name="connsiteX8" fmla="*/ 121292 w 123414"/>
                  <a:gd name="connsiteY8" fmla="*/ 12342 h 85428"/>
                  <a:gd name="connsiteX9" fmla="*/ 50328 w 123414"/>
                  <a:gd name="connsiteY9" fmla="*/ 83305 h 85428"/>
                  <a:gd name="connsiteX10" fmla="*/ 45233 w 123414"/>
                  <a:gd name="connsiteY10" fmla="*/ 85428 h 854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23414" h="85428">
                    <a:moveTo>
                      <a:pt x="45205" y="85400"/>
                    </a:moveTo>
                    <a:cubicBezTo>
                      <a:pt x="43365" y="85400"/>
                      <a:pt x="41525" y="84692"/>
                      <a:pt x="40110" y="83277"/>
                    </a:cubicBezTo>
                    <a:lnTo>
                      <a:pt x="2123" y="45290"/>
                    </a:lnTo>
                    <a:cubicBezTo>
                      <a:pt x="-708" y="42459"/>
                      <a:pt x="-708" y="37902"/>
                      <a:pt x="2123" y="35071"/>
                    </a:cubicBezTo>
                    <a:cubicBezTo>
                      <a:pt x="4954" y="32241"/>
                      <a:pt x="9511" y="32241"/>
                      <a:pt x="12341" y="35071"/>
                    </a:cubicBezTo>
                    <a:lnTo>
                      <a:pt x="45233" y="67963"/>
                    </a:lnTo>
                    <a:lnTo>
                      <a:pt x="111073" y="2123"/>
                    </a:lnTo>
                    <a:cubicBezTo>
                      <a:pt x="113904" y="-708"/>
                      <a:pt x="118461" y="-708"/>
                      <a:pt x="121292" y="2123"/>
                    </a:cubicBezTo>
                    <a:cubicBezTo>
                      <a:pt x="124123" y="4954"/>
                      <a:pt x="124123" y="9511"/>
                      <a:pt x="121292" y="12342"/>
                    </a:cubicBezTo>
                    <a:lnTo>
                      <a:pt x="50328" y="83305"/>
                    </a:lnTo>
                    <a:cubicBezTo>
                      <a:pt x="48913" y="84720"/>
                      <a:pt x="47073" y="85428"/>
                      <a:pt x="45233" y="85428"/>
                    </a:cubicBezTo>
                    <a:close/>
                  </a:path>
                </a:pathLst>
              </a:custGeom>
              <a:solidFill>
                <a:srgbClr val="262626"/>
              </a:solidFill>
              <a:ln w="2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grpSp>
        <p:nvGrpSpPr>
          <p:cNvPr id="388" name="Gráfico 3">
            <a:extLst>
              <a:ext uri="{FF2B5EF4-FFF2-40B4-BE49-F238E27FC236}">
                <a16:creationId xmlns:a16="http://schemas.microsoft.com/office/drawing/2014/main" id="{AE8E0736-C9EC-2ADE-D49A-3F20E48DA013}"/>
              </a:ext>
            </a:extLst>
          </p:cNvPr>
          <p:cNvGrpSpPr/>
          <p:nvPr/>
        </p:nvGrpSpPr>
        <p:grpSpPr>
          <a:xfrm>
            <a:off x="8634706" y="4319660"/>
            <a:ext cx="593340" cy="602802"/>
            <a:chOff x="8604989" y="4289468"/>
            <a:chExt cx="652774" cy="663185"/>
          </a:xfrm>
          <a:solidFill>
            <a:srgbClr val="262626"/>
          </a:solidFill>
        </p:grpSpPr>
        <p:grpSp>
          <p:nvGrpSpPr>
            <p:cNvPr id="389" name="Gráfico 3">
              <a:extLst>
                <a:ext uri="{FF2B5EF4-FFF2-40B4-BE49-F238E27FC236}">
                  <a16:creationId xmlns:a16="http://schemas.microsoft.com/office/drawing/2014/main" id="{6CBF842E-E3AB-021D-A3EA-7369B844CD98}"/>
                </a:ext>
              </a:extLst>
            </p:cNvPr>
            <p:cNvGrpSpPr/>
            <p:nvPr/>
          </p:nvGrpSpPr>
          <p:grpSpPr>
            <a:xfrm>
              <a:off x="8604989" y="4289468"/>
              <a:ext cx="564651" cy="554829"/>
              <a:chOff x="8604989" y="4289468"/>
              <a:chExt cx="564651" cy="554829"/>
            </a:xfrm>
            <a:solidFill>
              <a:srgbClr val="262626"/>
            </a:solidFill>
          </p:grpSpPr>
          <p:sp>
            <p:nvSpPr>
              <p:cNvPr id="391" name="Forma Livre: Forma 390">
                <a:extLst>
                  <a:ext uri="{FF2B5EF4-FFF2-40B4-BE49-F238E27FC236}">
                    <a16:creationId xmlns:a16="http://schemas.microsoft.com/office/drawing/2014/main" id="{CDB42D97-6875-CDFF-E732-6EB99F895617}"/>
                  </a:ext>
                </a:extLst>
              </p:cNvPr>
              <p:cNvSpPr/>
              <p:nvPr/>
            </p:nvSpPr>
            <p:spPr>
              <a:xfrm>
                <a:off x="8604989" y="4289468"/>
                <a:ext cx="564651" cy="554829"/>
              </a:xfrm>
              <a:custGeom>
                <a:avLst/>
                <a:gdLst>
                  <a:gd name="connsiteX0" fmla="*/ 279580 w 564651"/>
                  <a:gd name="connsiteY0" fmla="*/ 554830 h 554829"/>
                  <a:gd name="connsiteX1" fmla="*/ 66180 w 564651"/>
                  <a:gd name="connsiteY1" fmla="*/ 554830 h 554829"/>
                  <a:gd name="connsiteX2" fmla="*/ 0 w 564651"/>
                  <a:gd name="connsiteY2" fmla="*/ 488650 h 554829"/>
                  <a:gd name="connsiteX3" fmla="*/ 0 w 564651"/>
                  <a:gd name="connsiteY3" fmla="*/ 66180 h 554829"/>
                  <a:gd name="connsiteX4" fmla="*/ 66180 w 564651"/>
                  <a:gd name="connsiteY4" fmla="*/ 0 h 554829"/>
                  <a:gd name="connsiteX5" fmla="*/ 498472 w 564651"/>
                  <a:gd name="connsiteY5" fmla="*/ 0 h 554829"/>
                  <a:gd name="connsiteX6" fmla="*/ 564652 w 564651"/>
                  <a:gd name="connsiteY6" fmla="*/ 66180 h 554829"/>
                  <a:gd name="connsiteX7" fmla="*/ 564652 w 564651"/>
                  <a:gd name="connsiteY7" fmla="*/ 379897 h 554829"/>
                  <a:gd name="connsiteX8" fmla="*/ 557434 w 564651"/>
                  <a:gd name="connsiteY8" fmla="*/ 387115 h 554829"/>
                  <a:gd name="connsiteX9" fmla="*/ 550216 w 564651"/>
                  <a:gd name="connsiteY9" fmla="*/ 379897 h 554829"/>
                  <a:gd name="connsiteX10" fmla="*/ 550216 w 564651"/>
                  <a:gd name="connsiteY10" fmla="*/ 66180 h 554829"/>
                  <a:gd name="connsiteX11" fmla="*/ 498501 w 564651"/>
                  <a:gd name="connsiteY11" fmla="*/ 14436 h 554829"/>
                  <a:gd name="connsiteX12" fmla="*/ 66208 w 564651"/>
                  <a:gd name="connsiteY12" fmla="*/ 14436 h 554829"/>
                  <a:gd name="connsiteX13" fmla="*/ 14465 w 564651"/>
                  <a:gd name="connsiteY13" fmla="*/ 66180 h 554829"/>
                  <a:gd name="connsiteX14" fmla="*/ 14465 w 564651"/>
                  <a:gd name="connsiteY14" fmla="*/ 488650 h 554829"/>
                  <a:gd name="connsiteX15" fmla="*/ 66208 w 564651"/>
                  <a:gd name="connsiteY15" fmla="*/ 540393 h 554829"/>
                  <a:gd name="connsiteX16" fmla="*/ 279609 w 564651"/>
                  <a:gd name="connsiteY16" fmla="*/ 540393 h 554829"/>
                  <a:gd name="connsiteX17" fmla="*/ 286827 w 564651"/>
                  <a:gd name="connsiteY17" fmla="*/ 547611 h 554829"/>
                  <a:gd name="connsiteX18" fmla="*/ 279609 w 564651"/>
                  <a:gd name="connsiteY18" fmla="*/ 554830 h 554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564651" h="554829">
                    <a:moveTo>
                      <a:pt x="279580" y="554830"/>
                    </a:moveTo>
                    <a:lnTo>
                      <a:pt x="66180" y="554830"/>
                    </a:lnTo>
                    <a:cubicBezTo>
                      <a:pt x="29693" y="554830"/>
                      <a:pt x="0" y="525136"/>
                      <a:pt x="0" y="488650"/>
                    </a:cubicBezTo>
                    <a:lnTo>
                      <a:pt x="0" y="66180"/>
                    </a:lnTo>
                    <a:cubicBezTo>
                      <a:pt x="0" y="29693"/>
                      <a:pt x="29693" y="0"/>
                      <a:pt x="66180" y="0"/>
                    </a:cubicBezTo>
                    <a:lnTo>
                      <a:pt x="498472" y="0"/>
                    </a:lnTo>
                    <a:cubicBezTo>
                      <a:pt x="534959" y="0"/>
                      <a:pt x="564652" y="29693"/>
                      <a:pt x="564652" y="66180"/>
                    </a:cubicBezTo>
                    <a:lnTo>
                      <a:pt x="564652" y="379897"/>
                    </a:lnTo>
                    <a:cubicBezTo>
                      <a:pt x="564652" y="383889"/>
                      <a:pt x="561425" y="387115"/>
                      <a:pt x="557434" y="387115"/>
                    </a:cubicBezTo>
                    <a:cubicBezTo>
                      <a:pt x="553443" y="387115"/>
                      <a:pt x="550216" y="383889"/>
                      <a:pt x="550216" y="379897"/>
                    </a:cubicBezTo>
                    <a:lnTo>
                      <a:pt x="550216" y="66180"/>
                    </a:lnTo>
                    <a:cubicBezTo>
                      <a:pt x="550216" y="37647"/>
                      <a:pt x="527004" y="14436"/>
                      <a:pt x="498501" y="14436"/>
                    </a:cubicBezTo>
                    <a:lnTo>
                      <a:pt x="66208" y="14436"/>
                    </a:lnTo>
                    <a:cubicBezTo>
                      <a:pt x="37676" y="14436"/>
                      <a:pt x="14465" y="37647"/>
                      <a:pt x="14465" y="66180"/>
                    </a:cubicBezTo>
                    <a:lnTo>
                      <a:pt x="14465" y="488650"/>
                    </a:lnTo>
                    <a:cubicBezTo>
                      <a:pt x="14465" y="517182"/>
                      <a:pt x="37676" y="540393"/>
                      <a:pt x="66208" y="540393"/>
                    </a:cubicBezTo>
                    <a:lnTo>
                      <a:pt x="279609" y="540393"/>
                    </a:lnTo>
                    <a:cubicBezTo>
                      <a:pt x="283599" y="540393"/>
                      <a:pt x="286827" y="543620"/>
                      <a:pt x="286827" y="547611"/>
                    </a:cubicBezTo>
                    <a:cubicBezTo>
                      <a:pt x="286827" y="551603"/>
                      <a:pt x="283599" y="554830"/>
                      <a:pt x="279609" y="554830"/>
                    </a:cubicBezTo>
                    <a:close/>
                  </a:path>
                </a:pathLst>
              </a:custGeom>
              <a:solidFill>
                <a:srgbClr val="262626"/>
              </a:solidFill>
              <a:ln w="2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grpSp>
            <p:nvGrpSpPr>
              <p:cNvPr id="392" name="Gráfico 3">
                <a:extLst>
                  <a:ext uri="{FF2B5EF4-FFF2-40B4-BE49-F238E27FC236}">
                    <a16:creationId xmlns:a16="http://schemas.microsoft.com/office/drawing/2014/main" id="{4ABCC3B4-82B7-C1A8-BC0D-22BE697225AD}"/>
                  </a:ext>
                </a:extLst>
              </p:cNvPr>
              <p:cNvGrpSpPr/>
              <p:nvPr/>
            </p:nvGrpSpPr>
            <p:grpSpPr>
              <a:xfrm>
                <a:off x="8650024" y="4382850"/>
                <a:ext cx="432858" cy="368121"/>
                <a:chOff x="8650024" y="4382850"/>
                <a:chExt cx="432858" cy="368121"/>
              </a:xfrm>
              <a:solidFill>
                <a:srgbClr val="262626"/>
              </a:solidFill>
            </p:grpSpPr>
            <p:sp>
              <p:nvSpPr>
                <p:cNvPr id="393" name="Forma Livre: Forma 392">
                  <a:extLst>
                    <a:ext uri="{FF2B5EF4-FFF2-40B4-BE49-F238E27FC236}">
                      <a16:creationId xmlns:a16="http://schemas.microsoft.com/office/drawing/2014/main" id="{7ACE330C-86C6-C959-D059-7D7113F15ACF}"/>
                    </a:ext>
                  </a:extLst>
                </p:cNvPr>
                <p:cNvSpPr/>
                <p:nvPr/>
              </p:nvSpPr>
              <p:spPr>
                <a:xfrm>
                  <a:off x="8758126" y="4382850"/>
                  <a:ext cx="258434" cy="58650"/>
                </a:xfrm>
                <a:custGeom>
                  <a:avLst/>
                  <a:gdLst>
                    <a:gd name="connsiteX0" fmla="*/ 251217 w 258434"/>
                    <a:gd name="connsiteY0" fmla="*/ 58650 h 58650"/>
                    <a:gd name="connsiteX1" fmla="*/ 7218 w 258434"/>
                    <a:gd name="connsiteY1" fmla="*/ 58650 h 58650"/>
                    <a:gd name="connsiteX2" fmla="*/ 0 w 258434"/>
                    <a:gd name="connsiteY2" fmla="*/ 51432 h 58650"/>
                    <a:gd name="connsiteX3" fmla="*/ 0 w 258434"/>
                    <a:gd name="connsiteY3" fmla="*/ 7218 h 58650"/>
                    <a:gd name="connsiteX4" fmla="*/ 7218 w 258434"/>
                    <a:gd name="connsiteY4" fmla="*/ 0 h 58650"/>
                    <a:gd name="connsiteX5" fmla="*/ 251217 w 258434"/>
                    <a:gd name="connsiteY5" fmla="*/ 0 h 58650"/>
                    <a:gd name="connsiteX6" fmla="*/ 258435 w 258434"/>
                    <a:gd name="connsiteY6" fmla="*/ 7218 h 58650"/>
                    <a:gd name="connsiteX7" fmla="*/ 258435 w 258434"/>
                    <a:gd name="connsiteY7" fmla="*/ 51432 h 58650"/>
                    <a:gd name="connsiteX8" fmla="*/ 251217 w 258434"/>
                    <a:gd name="connsiteY8" fmla="*/ 58650 h 58650"/>
                    <a:gd name="connsiteX9" fmla="*/ 14436 w 258434"/>
                    <a:gd name="connsiteY9" fmla="*/ 44214 h 58650"/>
                    <a:gd name="connsiteX10" fmla="*/ 243999 w 258434"/>
                    <a:gd name="connsiteY10" fmla="*/ 44214 h 58650"/>
                    <a:gd name="connsiteX11" fmla="*/ 243999 w 258434"/>
                    <a:gd name="connsiteY11" fmla="*/ 14436 h 58650"/>
                    <a:gd name="connsiteX12" fmla="*/ 14436 w 258434"/>
                    <a:gd name="connsiteY12" fmla="*/ 14436 h 58650"/>
                    <a:gd name="connsiteX13" fmla="*/ 14436 w 258434"/>
                    <a:gd name="connsiteY13" fmla="*/ 44214 h 586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58434" h="58650">
                      <a:moveTo>
                        <a:pt x="251217" y="58650"/>
                      </a:moveTo>
                      <a:lnTo>
                        <a:pt x="7218" y="58650"/>
                      </a:lnTo>
                      <a:cubicBezTo>
                        <a:pt x="3227" y="58650"/>
                        <a:pt x="0" y="55423"/>
                        <a:pt x="0" y="51432"/>
                      </a:cubicBezTo>
                      <a:lnTo>
                        <a:pt x="0" y="7218"/>
                      </a:lnTo>
                      <a:cubicBezTo>
                        <a:pt x="0" y="3227"/>
                        <a:pt x="3227" y="0"/>
                        <a:pt x="7218" y="0"/>
                      </a:cubicBezTo>
                      <a:lnTo>
                        <a:pt x="251217" y="0"/>
                      </a:lnTo>
                      <a:cubicBezTo>
                        <a:pt x="255208" y="0"/>
                        <a:pt x="258435" y="3227"/>
                        <a:pt x="258435" y="7218"/>
                      </a:cubicBezTo>
                      <a:lnTo>
                        <a:pt x="258435" y="51432"/>
                      </a:lnTo>
                      <a:cubicBezTo>
                        <a:pt x="258435" y="55423"/>
                        <a:pt x="255208" y="58650"/>
                        <a:pt x="251217" y="58650"/>
                      </a:cubicBezTo>
                      <a:close/>
                      <a:moveTo>
                        <a:pt x="14436" y="44214"/>
                      </a:moveTo>
                      <a:lnTo>
                        <a:pt x="243999" y="44214"/>
                      </a:lnTo>
                      <a:lnTo>
                        <a:pt x="243999" y="14436"/>
                      </a:lnTo>
                      <a:lnTo>
                        <a:pt x="14436" y="14436"/>
                      </a:lnTo>
                      <a:lnTo>
                        <a:pt x="14436" y="44214"/>
                      </a:lnTo>
                      <a:close/>
                    </a:path>
                  </a:pathLst>
                </a:custGeom>
                <a:solidFill>
                  <a:srgbClr val="262626"/>
                </a:solidFill>
                <a:ln w="282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grpSp>
              <p:nvGrpSpPr>
                <p:cNvPr id="394" name="Gráfico 3">
                  <a:extLst>
                    <a:ext uri="{FF2B5EF4-FFF2-40B4-BE49-F238E27FC236}">
                      <a16:creationId xmlns:a16="http://schemas.microsoft.com/office/drawing/2014/main" id="{814E458D-2D15-8218-7C64-C02DCEB0AF04}"/>
                    </a:ext>
                  </a:extLst>
                </p:cNvPr>
                <p:cNvGrpSpPr/>
                <p:nvPr/>
              </p:nvGrpSpPr>
              <p:grpSpPr>
                <a:xfrm>
                  <a:off x="8650024" y="4540855"/>
                  <a:ext cx="210116" cy="210116"/>
                  <a:chOff x="8650024" y="4540855"/>
                  <a:chExt cx="210116" cy="210116"/>
                </a:xfrm>
                <a:solidFill>
                  <a:srgbClr val="262626"/>
                </a:solidFill>
              </p:grpSpPr>
              <p:sp>
                <p:nvSpPr>
                  <p:cNvPr id="396" name="Forma Livre: Forma 395">
                    <a:extLst>
                      <a:ext uri="{FF2B5EF4-FFF2-40B4-BE49-F238E27FC236}">
                        <a16:creationId xmlns:a16="http://schemas.microsoft.com/office/drawing/2014/main" id="{85F714CA-7F67-544A-25ED-26FC83E4DC4A}"/>
                      </a:ext>
                    </a:extLst>
                  </p:cNvPr>
                  <p:cNvSpPr/>
                  <p:nvPr/>
                </p:nvSpPr>
                <p:spPr>
                  <a:xfrm>
                    <a:off x="8650024" y="4540855"/>
                    <a:ext cx="210116" cy="210116"/>
                  </a:xfrm>
                  <a:custGeom>
                    <a:avLst/>
                    <a:gdLst>
                      <a:gd name="connsiteX0" fmla="*/ 105073 w 210116"/>
                      <a:gd name="connsiteY0" fmla="*/ 210117 h 210116"/>
                      <a:gd name="connsiteX1" fmla="*/ 0 w 210116"/>
                      <a:gd name="connsiteY1" fmla="*/ 105073 h 210116"/>
                      <a:gd name="connsiteX2" fmla="*/ 105073 w 210116"/>
                      <a:gd name="connsiteY2" fmla="*/ 0 h 210116"/>
                      <a:gd name="connsiteX3" fmla="*/ 210117 w 210116"/>
                      <a:gd name="connsiteY3" fmla="*/ 105073 h 210116"/>
                      <a:gd name="connsiteX4" fmla="*/ 105073 w 210116"/>
                      <a:gd name="connsiteY4" fmla="*/ 210117 h 210116"/>
                      <a:gd name="connsiteX5" fmla="*/ 105073 w 210116"/>
                      <a:gd name="connsiteY5" fmla="*/ 14436 h 210116"/>
                      <a:gd name="connsiteX6" fmla="*/ 14436 w 210116"/>
                      <a:gd name="connsiteY6" fmla="*/ 105073 h 210116"/>
                      <a:gd name="connsiteX7" fmla="*/ 105073 w 210116"/>
                      <a:gd name="connsiteY7" fmla="*/ 195681 h 210116"/>
                      <a:gd name="connsiteX8" fmla="*/ 195681 w 210116"/>
                      <a:gd name="connsiteY8" fmla="*/ 105073 h 210116"/>
                      <a:gd name="connsiteX9" fmla="*/ 105073 w 210116"/>
                      <a:gd name="connsiteY9" fmla="*/ 14436 h 21011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210116" h="210116">
                        <a:moveTo>
                          <a:pt x="105073" y="210117"/>
                        </a:moveTo>
                        <a:cubicBezTo>
                          <a:pt x="47130" y="210117"/>
                          <a:pt x="0" y="162987"/>
                          <a:pt x="0" y="105073"/>
                        </a:cubicBezTo>
                        <a:cubicBezTo>
                          <a:pt x="0" y="47158"/>
                          <a:pt x="47130" y="0"/>
                          <a:pt x="105073" y="0"/>
                        </a:cubicBezTo>
                        <a:cubicBezTo>
                          <a:pt x="163016" y="0"/>
                          <a:pt x="210117" y="47130"/>
                          <a:pt x="210117" y="105073"/>
                        </a:cubicBezTo>
                        <a:cubicBezTo>
                          <a:pt x="210117" y="163015"/>
                          <a:pt x="162987" y="210117"/>
                          <a:pt x="105073" y="210117"/>
                        </a:cubicBezTo>
                        <a:close/>
                        <a:moveTo>
                          <a:pt x="105073" y="14436"/>
                        </a:moveTo>
                        <a:cubicBezTo>
                          <a:pt x="55113" y="14436"/>
                          <a:pt x="14436" y="55084"/>
                          <a:pt x="14436" y="105073"/>
                        </a:cubicBezTo>
                        <a:cubicBezTo>
                          <a:pt x="14436" y="155061"/>
                          <a:pt x="55084" y="195681"/>
                          <a:pt x="105073" y="195681"/>
                        </a:cubicBezTo>
                        <a:cubicBezTo>
                          <a:pt x="155061" y="195681"/>
                          <a:pt x="195681" y="155033"/>
                          <a:pt x="195681" y="105073"/>
                        </a:cubicBezTo>
                        <a:cubicBezTo>
                          <a:pt x="195681" y="55112"/>
                          <a:pt x="155033" y="14436"/>
                          <a:pt x="105073" y="14436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 w="2829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pt-BR"/>
                  </a:p>
                </p:txBody>
              </p:sp>
              <p:sp>
                <p:nvSpPr>
                  <p:cNvPr id="397" name="Forma Livre: Forma 396">
                    <a:extLst>
                      <a:ext uri="{FF2B5EF4-FFF2-40B4-BE49-F238E27FC236}">
                        <a16:creationId xmlns:a16="http://schemas.microsoft.com/office/drawing/2014/main" id="{3EB3269D-A8F9-0F0F-E099-3BBA962CE8B3}"/>
                      </a:ext>
                    </a:extLst>
                  </p:cNvPr>
                  <p:cNvSpPr/>
                  <p:nvPr/>
                </p:nvSpPr>
                <p:spPr>
                  <a:xfrm>
                    <a:off x="8747879" y="4540855"/>
                    <a:ext cx="83559" cy="181414"/>
                  </a:xfrm>
                  <a:custGeom>
                    <a:avLst/>
                    <a:gdLst>
                      <a:gd name="connsiteX0" fmla="*/ 76342 w 83559"/>
                      <a:gd name="connsiteY0" fmla="*/ 181414 h 181414"/>
                      <a:gd name="connsiteX1" fmla="*/ 71246 w 83559"/>
                      <a:gd name="connsiteY1" fmla="*/ 179291 h 181414"/>
                      <a:gd name="connsiteX2" fmla="*/ 2123 w 83559"/>
                      <a:gd name="connsiteY2" fmla="*/ 110168 h 181414"/>
                      <a:gd name="connsiteX3" fmla="*/ 0 w 83559"/>
                      <a:gd name="connsiteY3" fmla="*/ 105073 h 181414"/>
                      <a:gd name="connsiteX4" fmla="*/ 0 w 83559"/>
                      <a:gd name="connsiteY4" fmla="*/ 7218 h 181414"/>
                      <a:gd name="connsiteX5" fmla="*/ 7218 w 83559"/>
                      <a:gd name="connsiteY5" fmla="*/ 0 h 181414"/>
                      <a:gd name="connsiteX6" fmla="*/ 14436 w 83559"/>
                      <a:gd name="connsiteY6" fmla="*/ 7218 h 181414"/>
                      <a:gd name="connsiteX7" fmla="*/ 14436 w 83559"/>
                      <a:gd name="connsiteY7" fmla="*/ 102072 h 181414"/>
                      <a:gd name="connsiteX8" fmla="*/ 81437 w 83559"/>
                      <a:gd name="connsiteY8" fmla="*/ 169073 h 181414"/>
                      <a:gd name="connsiteX9" fmla="*/ 81437 w 83559"/>
                      <a:gd name="connsiteY9" fmla="*/ 179291 h 181414"/>
                      <a:gd name="connsiteX10" fmla="*/ 76342 w 83559"/>
                      <a:gd name="connsiteY10" fmla="*/ 181414 h 18141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83559" h="181414">
                        <a:moveTo>
                          <a:pt x="76342" y="181414"/>
                        </a:moveTo>
                        <a:cubicBezTo>
                          <a:pt x="74502" y="181414"/>
                          <a:pt x="72662" y="180707"/>
                          <a:pt x="71246" y="179291"/>
                        </a:cubicBezTo>
                        <a:lnTo>
                          <a:pt x="2123" y="110168"/>
                        </a:lnTo>
                        <a:cubicBezTo>
                          <a:pt x="764" y="108809"/>
                          <a:pt x="0" y="106969"/>
                          <a:pt x="0" y="105073"/>
                        </a:cubicBezTo>
                        <a:lnTo>
                          <a:pt x="0" y="7218"/>
                        </a:lnTo>
                        <a:cubicBezTo>
                          <a:pt x="0" y="3227"/>
                          <a:pt x="3227" y="0"/>
                          <a:pt x="7218" y="0"/>
                        </a:cubicBezTo>
                        <a:cubicBezTo>
                          <a:pt x="11209" y="0"/>
                          <a:pt x="14436" y="3227"/>
                          <a:pt x="14436" y="7218"/>
                        </a:cubicBezTo>
                        <a:lnTo>
                          <a:pt x="14436" y="102072"/>
                        </a:lnTo>
                        <a:lnTo>
                          <a:pt x="81437" y="169073"/>
                        </a:lnTo>
                        <a:cubicBezTo>
                          <a:pt x="84268" y="171903"/>
                          <a:pt x="84268" y="176461"/>
                          <a:pt x="81437" y="179291"/>
                        </a:cubicBezTo>
                        <a:cubicBezTo>
                          <a:pt x="80022" y="180707"/>
                          <a:pt x="78182" y="181414"/>
                          <a:pt x="76342" y="181414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 w="2829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pt-BR"/>
                  </a:p>
                </p:txBody>
              </p:sp>
            </p:grpSp>
            <p:sp>
              <p:nvSpPr>
                <p:cNvPr id="395" name="Forma Livre: Forma 394">
                  <a:extLst>
                    <a:ext uri="{FF2B5EF4-FFF2-40B4-BE49-F238E27FC236}">
                      <a16:creationId xmlns:a16="http://schemas.microsoft.com/office/drawing/2014/main" id="{E5B2A3BC-AAE5-5C2E-AC03-62E9CCD6C667}"/>
                    </a:ext>
                  </a:extLst>
                </p:cNvPr>
                <p:cNvSpPr/>
                <p:nvPr/>
              </p:nvSpPr>
              <p:spPr>
                <a:xfrm>
                  <a:off x="8872681" y="4548724"/>
                  <a:ext cx="210201" cy="194378"/>
                </a:xfrm>
                <a:custGeom>
                  <a:avLst/>
                  <a:gdLst>
                    <a:gd name="connsiteX0" fmla="*/ 202984 w 210201"/>
                    <a:gd name="connsiteY0" fmla="*/ 194379 h 194378"/>
                    <a:gd name="connsiteX1" fmla="*/ 195765 w 210201"/>
                    <a:gd name="connsiteY1" fmla="*/ 187160 h 194378"/>
                    <a:gd name="connsiteX2" fmla="*/ 195765 w 210201"/>
                    <a:gd name="connsiteY2" fmla="*/ 14436 h 194378"/>
                    <a:gd name="connsiteX3" fmla="*/ 161260 w 210201"/>
                    <a:gd name="connsiteY3" fmla="*/ 14436 h 194378"/>
                    <a:gd name="connsiteX4" fmla="*/ 161260 w 210201"/>
                    <a:gd name="connsiteY4" fmla="*/ 187160 h 194378"/>
                    <a:gd name="connsiteX5" fmla="*/ 154042 w 210201"/>
                    <a:gd name="connsiteY5" fmla="*/ 194379 h 194378"/>
                    <a:gd name="connsiteX6" fmla="*/ 105101 w 210201"/>
                    <a:gd name="connsiteY6" fmla="*/ 194379 h 194378"/>
                    <a:gd name="connsiteX7" fmla="*/ 97882 w 210201"/>
                    <a:gd name="connsiteY7" fmla="*/ 187160 h 194378"/>
                    <a:gd name="connsiteX8" fmla="*/ 97882 w 210201"/>
                    <a:gd name="connsiteY8" fmla="*/ 117244 h 194378"/>
                    <a:gd name="connsiteX9" fmla="*/ 63377 w 210201"/>
                    <a:gd name="connsiteY9" fmla="*/ 117244 h 194378"/>
                    <a:gd name="connsiteX10" fmla="*/ 63377 w 210201"/>
                    <a:gd name="connsiteY10" fmla="*/ 187160 h 194378"/>
                    <a:gd name="connsiteX11" fmla="*/ 56159 w 210201"/>
                    <a:gd name="connsiteY11" fmla="*/ 194379 h 194378"/>
                    <a:gd name="connsiteX12" fmla="*/ 7218 w 210201"/>
                    <a:gd name="connsiteY12" fmla="*/ 194379 h 194378"/>
                    <a:gd name="connsiteX13" fmla="*/ 0 w 210201"/>
                    <a:gd name="connsiteY13" fmla="*/ 187160 h 194378"/>
                    <a:gd name="connsiteX14" fmla="*/ 7218 w 210201"/>
                    <a:gd name="connsiteY14" fmla="*/ 179942 h 194378"/>
                    <a:gd name="connsiteX15" fmla="*/ 48942 w 210201"/>
                    <a:gd name="connsiteY15" fmla="*/ 179942 h 194378"/>
                    <a:gd name="connsiteX16" fmla="*/ 48942 w 210201"/>
                    <a:gd name="connsiteY16" fmla="*/ 110026 h 194378"/>
                    <a:gd name="connsiteX17" fmla="*/ 56159 w 210201"/>
                    <a:gd name="connsiteY17" fmla="*/ 102808 h 194378"/>
                    <a:gd name="connsiteX18" fmla="*/ 105101 w 210201"/>
                    <a:gd name="connsiteY18" fmla="*/ 102808 h 194378"/>
                    <a:gd name="connsiteX19" fmla="*/ 112319 w 210201"/>
                    <a:gd name="connsiteY19" fmla="*/ 110026 h 194378"/>
                    <a:gd name="connsiteX20" fmla="*/ 112319 w 210201"/>
                    <a:gd name="connsiteY20" fmla="*/ 179942 h 194378"/>
                    <a:gd name="connsiteX21" fmla="*/ 146824 w 210201"/>
                    <a:gd name="connsiteY21" fmla="*/ 179942 h 194378"/>
                    <a:gd name="connsiteX22" fmla="*/ 146824 w 210201"/>
                    <a:gd name="connsiteY22" fmla="*/ 7218 h 194378"/>
                    <a:gd name="connsiteX23" fmla="*/ 154042 w 210201"/>
                    <a:gd name="connsiteY23" fmla="*/ 0 h 194378"/>
                    <a:gd name="connsiteX24" fmla="*/ 202984 w 210201"/>
                    <a:gd name="connsiteY24" fmla="*/ 0 h 194378"/>
                    <a:gd name="connsiteX25" fmla="*/ 210202 w 210201"/>
                    <a:gd name="connsiteY25" fmla="*/ 7218 h 194378"/>
                    <a:gd name="connsiteX26" fmla="*/ 210202 w 210201"/>
                    <a:gd name="connsiteY26" fmla="*/ 187160 h 194378"/>
                    <a:gd name="connsiteX27" fmla="*/ 202984 w 210201"/>
                    <a:gd name="connsiteY27" fmla="*/ 194379 h 1943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210201" h="194378">
                      <a:moveTo>
                        <a:pt x="202984" y="194379"/>
                      </a:moveTo>
                      <a:cubicBezTo>
                        <a:pt x="198993" y="194379"/>
                        <a:pt x="195765" y="191152"/>
                        <a:pt x="195765" y="187160"/>
                      </a:cubicBezTo>
                      <a:lnTo>
                        <a:pt x="195765" y="14436"/>
                      </a:lnTo>
                      <a:lnTo>
                        <a:pt x="161260" y="14436"/>
                      </a:lnTo>
                      <a:lnTo>
                        <a:pt x="161260" y="187160"/>
                      </a:lnTo>
                      <a:cubicBezTo>
                        <a:pt x="161260" y="191152"/>
                        <a:pt x="158033" y="194379"/>
                        <a:pt x="154042" y="194379"/>
                      </a:cubicBezTo>
                      <a:lnTo>
                        <a:pt x="105101" y="194379"/>
                      </a:lnTo>
                      <a:cubicBezTo>
                        <a:pt x="101110" y="194379"/>
                        <a:pt x="97882" y="191152"/>
                        <a:pt x="97882" y="187160"/>
                      </a:cubicBezTo>
                      <a:lnTo>
                        <a:pt x="97882" y="117244"/>
                      </a:lnTo>
                      <a:lnTo>
                        <a:pt x="63377" y="117244"/>
                      </a:lnTo>
                      <a:lnTo>
                        <a:pt x="63377" y="187160"/>
                      </a:lnTo>
                      <a:cubicBezTo>
                        <a:pt x="63377" y="191152"/>
                        <a:pt x="60151" y="194379"/>
                        <a:pt x="56159" y="194379"/>
                      </a:cubicBezTo>
                      <a:lnTo>
                        <a:pt x="7218" y="194379"/>
                      </a:lnTo>
                      <a:cubicBezTo>
                        <a:pt x="3227" y="194379"/>
                        <a:pt x="0" y="191152"/>
                        <a:pt x="0" y="187160"/>
                      </a:cubicBezTo>
                      <a:cubicBezTo>
                        <a:pt x="0" y="183169"/>
                        <a:pt x="3227" y="179942"/>
                        <a:pt x="7218" y="179942"/>
                      </a:cubicBezTo>
                      <a:lnTo>
                        <a:pt x="48942" y="179942"/>
                      </a:lnTo>
                      <a:lnTo>
                        <a:pt x="48942" y="110026"/>
                      </a:lnTo>
                      <a:cubicBezTo>
                        <a:pt x="48942" y="106035"/>
                        <a:pt x="52168" y="102808"/>
                        <a:pt x="56159" y="102808"/>
                      </a:cubicBezTo>
                      <a:lnTo>
                        <a:pt x="105101" y="102808"/>
                      </a:lnTo>
                      <a:cubicBezTo>
                        <a:pt x="109092" y="102808"/>
                        <a:pt x="112319" y="106035"/>
                        <a:pt x="112319" y="110026"/>
                      </a:cubicBezTo>
                      <a:lnTo>
                        <a:pt x="112319" y="179942"/>
                      </a:lnTo>
                      <a:lnTo>
                        <a:pt x="146824" y="179942"/>
                      </a:lnTo>
                      <a:lnTo>
                        <a:pt x="146824" y="7218"/>
                      </a:lnTo>
                      <a:cubicBezTo>
                        <a:pt x="146824" y="3227"/>
                        <a:pt x="150051" y="0"/>
                        <a:pt x="154042" y="0"/>
                      </a:cubicBezTo>
                      <a:lnTo>
                        <a:pt x="202984" y="0"/>
                      </a:lnTo>
                      <a:cubicBezTo>
                        <a:pt x="206974" y="0"/>
                        <a:pt x="210202" y="3227"/>
                        <a:pt x="210202" y="7218"/>
                      </a:cubicBezTo>
                      <a:lnTo>
                        <a:pt x="210202" y="187160"/>
                      </a:lnTo>
                      <a:cubicBezTo>
                        <a:pt x="210202" y="191152"/>
                        <a:pt x="206974" y="194379"/>
                        <a:pt x="202984" y="194379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282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</p:grpSp>
        <p:sp>
          <p:nvSpPr>
            <p:cNvPr id="390" name="Forma Livre: Forma 389">
              <a:extLst>
                <a:ext uri="{FF2B5EF4-FFF2-40B4-BE49-F238E27FC236}">
                  <a16:creationId xmlns:a16="http://schemas.microsoft.com/office/drawing/2014/main" id="{7723DCD4-DB5B-5834-0610-73D50501772F}"/>
                </a:ext>
              </a:extLst>
            </p:cNvPr>
            <p:cNvSpPr/>
            <p:nvPr/>
          </p:nvSpPr>
          <p:spPr>
            <a:xfrm>
              <a:off x="8921858" y="4694524"/>
              <a:ext cx="335905" cy="258129"/>
            </a:xfrm>
            <a:custGeom>
              <a:avLst/>
              <a:gdLst>
                <a:gd name="connsiteX0" fmla="*/ 126406 w 335905"/>
                <a:gd name="connsiteY0" fmla="*/ 258129 h 258129"/>
                <a:gd name="connsiteX1" fmla="*/ 126179 w 335905"/>
                <a:gd name="connsiteY1" fmla="*/ 258129 h 258129"/>
                <a:gd name="connsiteX2" fmla="*/ 100251 w 335905"/>
                <a:gd name="connsiteY2" fmla="*/ 246807 h 258129"/>
                <a:gd name="connsiteX3" fmla="*/ 9756 w 335905"/>
                <a:gd name="connsiteY3" fmla="*/ 150283 h 258129"/>
                <a:gd name="connsiteX4" fmla="*/ 10548 w 335905"/>
                <a:gd name="connsiteY4" fmla="*/ 100407 h 258129"/>
                <a:gd name="connsiteX5" fmla="*/ 16748 w 335905"/>
                <a:gd name="connsiteY5" fmla="*/ 94208 h 258129"/>
                <a:gd name="connsiteX6" fmla="*/ 66595 w 335905"/>
                <a:gd name="connsiteY6" fmla="*/ 93387 h 258129"/>
                <a:gd name="connsiteX7" fmla="*/ 125415 w 335905"/>
                <a:gd name="connsiteY7" fmla="*/ 148500 h 258129"/>
                <a:gd name="connsiteX8" fmla="*/ 269578 w 335905"/>
                <a:gd name="connsiteY8" fmla="*/ 9941 h 258129"/>
                <a:gd name="connsiteX9" fmla="*/ 319765 w 335905"/>
                <a:gd name="connsiteY9" fmla="*/ 10422 h 258129"/>
                <a:gd name="connsiteX10" fmla="*/ 325483 w 335905"/>
                <a:gd name="connsiteY10" fmla="*/ 16140 h 258129"/>
                <a:gd name="connsiteX11" fmla="*/ 325965 w 335905"/>
                <a:gd name="connsiteY11" fmla="*/ 66327 h 258129"/>
                <a:gd name="connsiteX12" fmla="*/ 152221 w 335905"/>
                <a:gd name="connsiteY12" fmla="*/ 247090 h 258129"/>
                <a:gd name="connsiteX13" fmla="*/ 126378 w 335905"/>
                <a:gd name="connsiteY13" fmla="*/ 258101 h 258129"/>
                <a:gd name="connsiteX14" fmla="*/ 42110 w 335905"/>
                <a:gd name="connsiteY14" fmla="*/ 98086 h 258129"/>
                <a:gd name="connsiteX15" fmla="*/ 26966 w 335905"/>
                <a:gd name="connsiteY15" fmla="*/ 104398 h 258129"/>
                <a:gd name="connsiteX16" fmla="*/ 20767 w 335905"/>
                <a:gd name="connsiteY16" fmla="*/ 110598 h 258129"/>
                <a:gd name="connsiteX17" fmla="*/ 20286 w 335905"/>
                <a:gd name="connsiteY17" fmla="*/ 140376 h 258129"/>
                <a:gd name="connsiteX18" fmla="*/ 110781 w 335905"/>
                <a:gd name="connsiteY18" fmla="*/ 236900 h 258129"/>
                <a:gd name="connsiteX19" fmla="*/ 126264 w 335905"/>
                <a:gd name="connsiteY19" fmla="*/ 243665 h 258129"/>
                <a:gd name="connsiteX20" fmla="*/ 126406 w 335905"/>
                <a:gd name="connsiteY20" fmla="*/ 243665 h 258129"/>
                <a:gd name="connsiteX21" fmla="*/ 141833 w 335905"/>
                <a:gd name="connsiteY21" fmla="*/ 237098 h 258129"/>
                <a:gd name="connsiteX22" fmla="*/ 315576 w 335905"/>
                <a:gd name="connsiteY22" fmla="*/ 56335 h 258129"/>
                <a:gd name="connsiteX23" fmla="*/ 315293 w 335905"/>
                <a:gd name="connsiteY23" fmla="*/ 26358 h 258129"/>
                <a:gd name="connsiteX24" fmla="*/ 309575 w 335905"/>
                <a:gd name="connsiteY24" fmla="*/ 20640 h 258129"/>
                <a:gd name="connsiteX25" fmla="*/ 279599 w 335905"/>
                <a:gd name="connsiteY25" fmla="*/ 20357 h 258129"/>
                <a:gd name="connsiteX26" fmla="*/ 130510 w 335905"/>
                <a:gd name="connsiteY26" fmla="*/ 163672 h 258129"/>
                <a:gd name="connsiteX27" fmla="*/ 120575 w 335905"/>
                <a:gd name="connsiteY27" fmla="*/ 163728 h 258129"/>
                <a:gd name="connsiteX28" fmla="*/ 56773 w 335905"/>
                <a:gd name="connsiteY28" fmla="*/ 103917 h 258129"/>
                <a:gd name="connsiteX29" fmla="*/ 42138 w 335905"/>
                <a:gd name="connsiteY29" fmla="*/ 98086 h 258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35905" h="258129">
                  <a:moveTo>
                    <a:pt x="126406" y="258129"/>
                  </a:moveTo>
                  <a:lnTo>
                    <a:pt x="126179" y="258129"/>
                  </a:lnTo>
                  <a:cubicBezTo>
                    <a:pt x="116244" y="258073"/>
                    <a:pt x="107044" y="254053"/>
                    <a:pt x="100251" y="246807"/>
                  </a:cubicBezTo>
                  <a:lnTo>
                    <a:pt x="9756" y="150283"/>
                  </a:lnTo>
                  <a:cubicBezTo>
                    <a:pt x="-3548" y="136073"/>
                    <a:pt x="-3208" y="114192"/>
                    <a:pt x="10548" y="100407"/>
                  </a:cubicBezTo>
                  <a:lnTo>
                    <a:pt x="16748" y="94208"/>
                  </a:lnTo>
                  <a:cubicBezTo>
                    <a:pt x="30504" y="80451"/>
                    <a:pt x="52413" y="80083"/>
                    <a:pt x="66595" y="93387"/>
                  </a:cubicBezTo>
                  <a:lnTo>
                    <a:pt x="125415" y="148500"/>
                  </a:lnTo>
                  <a:lnTo>
                    <a:pt x="269578" y="9941"/>
                  </a:lnTo>
                  <a:cubicBezTo>
                    <a:pt x="283534" y="-3505"/>
                    <a:pt x="306065" y="-3278"/>
                    <a:pt x="319765" y="10422"/>
                  </a:cubicBezTo>
                  <a:lnTo>
                    <a:pt x="325483" y="16140"/>
                  </a:lnTo>
                  <a:cubicBezTo>
                    <a:pt x="339183" y="29840"/>
                    <a:pt x="339410" y="52343"/>
                    <a:pt x="325965" y="66327"/>
                  </a:cubicBezTo>
                  <a:lnTo>
                    <a:pt x="152221" y="247090"/>
                  </a:lnTo>
                  <a:cubicBezTo>
                    <a:pt x="145399" y="254195"/>
                    <a:pt x="136228" y="258101"/>
                    <a:pt x="126378" y="258101"/>
                  </a:cubicBezTo>
                  <a:close/>
                  <a:moveTo>
                    <a:pt x="42110" y="98086"/>
                  </a:moveTo>
                  <a:cubicBezTo>
                    <a:pt x="36647" y="98086"/>
                    <a:pt x="31184" y="100209"/>
                    <a:pt x="26966" y="104398"/>
                  </a:cubicBezTo>
                  <a:lnTo>
                    <a:pt x="20767" y="110598"/>
                  </a:lnTo>
                  <a:cubicBezTo>
                    <a:pt x="12559" y="118835"/>
                    <a:pt x="12332" y="131912"/>
                    <a:pt x="20286" y="140376"/>
                  </a:cubicBezTo>
                  <a:lnTo>
                    <a:pt x="110781" y="236900"/>
                  </a:lnTo>
                  <a:cubicBezTo>
                    <a:pt x="114829" y="241231"/>
                    <a:pt x="120348" y="243637"/>
                    <a:pt x="126264" y="243665"/>
                  </a:cubicBezTo>
                  <a:lnTo>
                    <a:pt x="126406" y="243665"/>
                  </a:lnTo>
                  <a:cubicBezTo>
                    <a:pt x="132293" y="243665"/>
                    <a:pt x="137757" y="241344"/>
                    <a:pt x="141833" y="237098"/>
                  </a:cubicBezTo>
                  <a:lnTo>
                    <a:pt x="315576" y="56335"/>
                  </a:lnTo>
                  <a:cubicBezTo>
                    <a:pt x="323587" y="47984"/>
                    <a:pt x="323473" y="34539"/>
                    <a:pt x="315293" y="26358"/>
                  </a:cubicBezTo>
                  <a:lnTo>
                    <a:pt x="309575" y="20640"/>
                  </a:lnTo>
                  <a:cubicBezTo>
                    <a:pt x="301394" y="12460"/>
                    <a:pt x="287949" y="12318"/>
                    <a:pt x="279599" y="20357"/>
                  </a:cubicBezTo>
                  <a:lnTo>
                    <a:pt x="130510" y="163672"/>
                  </a:lnTo>
                  <a:cubicBezTo>
                    <a:pt x="127736" y="166332"/>
                    <a:pt x="123377" y="166361"/>
                    <a:pt x="120575" y="163728"/>
                  </a:cubicBezTo>
                  <a:lnTo>
                    <a:pt x="56773" y="103917"/>
                  </a:lnTo>
                  <a:cubicBezTo>
                    <a:pt x="52612" y="100039"/>
                    <a:pt x="47375" y="98086"/>
                    <a:pt x="42138" y="98086"/>
                  </a:cubicBezTo>
                  <a:close/>
                </a:path>
              </a:pathLst>
            </a:custGeom>
            <a:solidFill>
              <a:srgbClr val="262626"/>
            </a:solidFill>
            <a:ln w="2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398" name="Gráfico 3">
            <a:extLst>
              <a:ext uri="{FF2B5EF4-FFF2-40B4-BE49-F238E27FC236}">
                <a16:creationId xmlns:a16="http://schemas.microsoft.com/office/drawing/2014/main" id="{0CE61DCC-F54D-E979-FE92-04F7EA07C05F}"/>
              </a:ext>
            </a:extLst>
          </p:cNvPr>
          <p:cNvGrpSpPr/>
          <p:nvPr/>
        </p:nvGrpSpPr>
        <p:grpSpPr>
          <a:xfrm>
            <a:off x="9578653" y="3367858"/>
            <a:ext cx="622296" cy="650170"/>
            <a:chOff x="9547486" y="3335294"/>
            <a:chExt cx="684630" cy="715297"/>
          </a:xfrm>
          <a:solidFill>
            <a:srgbClr val="262626"/>
          </a:solidFill>
        </p:grpSpPr>
        <p:grpSp>
          <p:nvGrpSpPr>
            <p:cNvPr id="399" name="Gráfico 3">
              <a:extLst>
                <a:ext uri="{FF2B5EF4-FFF2-40B4-BE49-F238E27FC236}">
                  <a16:creationId xmlns:a16="http://schemas.microsoft.com/office/drawing/2014/main" id="{51D83757-55D1-442C-2BD7-5ABC0B23479A}"/>
                </a:ext>
              </a:extLst>
            </p:cNvPr>
            <p:cNvGrpSpPr/>
            <p:nvPr/>
          </p:nvGrpSpPr>
          <p:grpSpPr>
            <a:xfrm>
              <a:off x="9931869" y="3510707"/>
              <a:ext cx="300247" cy="539885"/>
              <a:chOff x="9931869" y="3510707"/>
              <a:chExt cx="300247" cy="539885"/>
            </a:xfrm>
            <a:solidFill>
              <a:srgbClr val="262626"/>
            </a:solidFill>
          </p:grpSpPr>
          <p:grpSp>
            <p:nvGrpSpPr>
              <p:cNvPr id="411" name="Gráfico 3">
                <a:extLst>
                  <a:ext uri="{FF2B5EF4-FFF2-40B4-BE49-F238E27FC236}">
                    <a16:creationId xmlns:a16="http://schemas.microsoft.com/office/drawing/2014/main" id="{C0CB9C82-B8F7-3A0E-B65E-FA2695C43C50}"/>
                  </a:ext>
                </a:extLst>
              </p:cNvPr>
              <p:cNvGrpSpPr/>
              <p:nvPr/>
            </p:nvGrpSpPr>
            <p:grpSpPr>
              <a:xfrm>
                <a:off x="9989061" y="3510707"/>
                <a:ext cx="243056" cy="448286"/>
                <a:chOff x="9989061" y="3510707"/>
                <a:chExt cx="243056" cy="448286"/>
              </a:xfrm>
              <a:solidFill>
                <a:srgbClr val="262626"/>
              </a:solidFill>
            </p:grpSpPr>
            <p:sp>
              <p:nvSpPr>
                <p:cNvPr id="413" name="Forma Livre: Forma 412">
                  <a:extLst>
                    <a:ext uri="{FF2B5EF4-FFF2-40B4-BE49-F238E27FC236}">
                      <a16:creationId xmlns:a16="http://schemas.microsoft.com/office/drawing/2014/main" id="{5C60AAD1-8EA6-599E-B3D3-16EAB9630B6D}"/>
                    </a:ext>
                  </a:extLst>
                </p:cNvPr>
                <p:cNvSpPr/>
                <p:nvPr/>
              </p:nvSpPr>
              <p:spPr>
                <a:xfrm>
                  <a:off x="9989061" y="3683501"/>
                  <a:ext cx="166964" cy="235070"/>
                </a:xfrm>
                <a:custGeom>
                  <a:avLst/>
                  <a:gdLst>
                    <a:gd name="connsiteX0" fmla="*/ 7234 w 166964"/>
                    <a:gd name="connsiteY0" fmla="*/ 235071 h 235070"/>
                    <a:gd name="connsiteX1" fmla="*/ 5706 w 166964"/>
                    <a:gd name="connsiteY1" fmla="*/ 234901 h 235070"/>
                    <a:gd name="connsiteX2" fmla="*/ 158 w 166964"/>
                    <a:gd name="connsiteY2" fmla="*/ 226324 h 235070"/>
                    <a:gd name="connsiteX3" fmla="*/ 23114 w 166964"/>
                    <a:gd name="connsiteY3" fmla="*/ 119780 h 235070"/>
                    <a:gd name="connsiteX4" fmla="*/ 48958 w 166964"/>
                    <a:gd name="connsiteY4" fmla="*/ 67555 h 235070"/>
                    <a:gd name="connsiteX5" fmla="*/ 93511 w 166964"/>
                    <a:gd name="connsiteY5" fmla="*/ 15358 h 235070"/>
                    <a:gd name="connsiteX6" fmla="*/ 148652 w 166964"/>
                    <a:gd name="connsiteY6" fmla="*/ 6697 h 235070"/>
                    <a:gd name="connsiteX7" fmla="*/ 163994 w 166964"/>
                    <a:gd name="connsiteY7" fmla="*/ 56487 h 235070"/>
                    <a:gd name="connsiteX8" fmla="*/ 157144 w 166964"/>
                    <a:gd name="connsiteY8" fmla="*/ 67781 h 235070"/>
                    <a:gd name="connsiteX9" fmla="*/ 98663 w 166964"/>
                    <a:gd name="connsiteY9" fmla="*/ 136282 h 235070"/>
                    <a:gd name="connsiteX10" fmla="*/ 88501 w 166964"/>
                    <a:gd name="connsiteY10" fmla="*/ 137075 h 235070"/>
                    <a:gd name="connsiteX11" fmla="*/ 87709 w 166964"/>
                    <a:gd name="connsiteY11" fmla="*/ 126913 h 235070"/>
                    <a:gd name="connsiteX12" fmla="*/ 146218 w 166964"/>
                    <a:gd name="connsiteY12" fmla="*/ 58412 h 235070"/>
                    <a:gd name="connsiteX13" fmla="*/ 150661 w 166964"/>
                    <a:gd name="connsiteY13" fmla="*/ 51109 h 235070"/>
                    <a:gd name="connsiteX14" fmla="*/ 140698 w 166964"/>
                    <a:gd name="connsiteY14" fmla="*/ 18698 h 235070"/>
                    <a:gd name="connsiteX15" fmla="*/ 104551 w 166964"/>
                    <a:gd name="connsiteY15" fmla="*/ 24699 h 235070"/>
                    <a:gd name="connsiteX16" fmla="*/ 59997 w 166964"/>
                    <a:gd name="connsiteY16" fmla="*/ 76896 h 235070"/>
                    <a:gd name="connsiteX17" fmla="*/ 37295 w 166964"/>
                    <a:gd name="connsiteY17" fmla="*/ 122780 h 235070"/>
                    <a:gd name="connsiteX18" fmla="*/ 14339 w 166964"/>
                    <a:gd name="connsiteY18" fmla="*/ 229325 h 235070"/>
                    <a:gd name="connsiteX19" fmla="*/ 7291 w 166964"/>
                    <a:gd name="connsiteY19" fmla="*/ 235014 h 2350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166964" h="235070">
                      <a:moveTo>
                        <a:pt x="7234" y="235071"/>
                      </a:moveTo>
                      <a:cubicBezTo>
                        <a:pt x="6725" y="235071"/>
                        <a:pt x="6215" y="235014"/>
                        <a:pt x="5706" y="234901"/>
                      </a:cubicBezTo>
                      <a:cubicBezTo>
                        <a:pt x="1800" y="234052"/>
                        <a:pt x="-663" y="230231"/>
                        <a:pt x="158" y="226324"/>
                      </a:cubicBezTo>
                      <a:lnTo>
                        <a:pt x="23114" y="119780"/>
                      </a:lnTo>
                      <a:cubicBezTo>
                        <a:pt x="27247" y="100560"/>
                        <a:pt x="36191" y="82501"/>
                        <a:pt x="48958" y="67555"/>
                      </a:cubicBezTo>
                      <a:lnTo>
                        <a:pt x="93511" y="15358"/>
                      </a:lnTo>
                      <a:cubicBezTo>
                        <a:pt x="107580" y="-1144"/>
                        <a:pt x="131301" y="-4852"/>
                        <a:pt x="148652" y="6697"/>
                      </a:cubicBezTo>
                      <a:cubicBezTo>
                        <a:pt x="164815" y="17481"/>
                        <a:pt x="171268" y="38428"/>
                        <a:pt x="163994" y="56487"/>
                      </a:cubicBezTo>
                      <a:cubicBezTo>
                        <a:pt x="162324" y="60620"/>
                        <a:pt x="160031" y="64413"/>
                        <a:pt x="157144" y="67781"/>
                      </a:cubicBezTo>
                      <a:lnTo>
                        <a:pt x="98663" y="136282"/>
                      </a:lnTo>
                      <a:cubicBezTo>
                        <a:pt x="96059" y="139311"/>
                        <a:pt x="91502" y="139679"/>
                        <a:pt x="88501" y="137075"/>
                      </a:cubicBezTo>
                      <a:cubicBezTo>
                        <a:pt x="85472" y="134499"/>
                        <a:pt x="85105" y="129942"/>
                        <a:pt x="87709" y="126913"/>
                      </a:cubicBezTo>
                      <a:lnTo>
                        <a:pt x="146218" y="58412"/>
                      </a:lnTo>
                      <a:cubicBezTo>
                        <a:pt x="148086" y="56232"/>
                        <a:pt x="149586" y="53770"/>
                        <a:pt x="150661" y="51109"/>
                      </a:cubicBezTo>
                      <a:cubicBezTo>
                        <a:pt x="155417" y="39334"/>
                        <a:pt x="151227" y="25718"/>
                        <a:pt x="140698" y="18698"/>
                      </a:cubicBezTo>
                      <a:cubicBezTo>
                        <a:pt x="129630" y="11310"/>
                        <a:pt x="113750" y="13943"/>
                        <a:pt x="104551" y="24699"/>
                      </a:cubicBezTo>
                      <a:lnTo>
                        <a:pt x="59997" y="76896"/>
                      </a:lnTo>
                      <a:cubicBezTo>
                        <a:pt x="48788" y="90030"/>
                        <a:pt x="40947" y="105910"/>
                        <a:pt x="37295" y="122780"/>
                      </a:cubicBezTo>
                      <a:lnTo>
                        <a:pt x="14339" y="229325"/>
                      </a:lnTo>
                      <a:cubicBezTo>
                        <a:pt x="13603" y="232721"/>
                        <a:pt x="10631" y="235014"/>
                        <a:pt x="7291" y="235014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282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414" name="Forma Livre: Forma 413">
                  <a:extLst>
                    <a:ext uri="{FF2B5EF4-FFF2-40B4-BE49-F238E27FC236}">
                      <a16:creationId xmlns:a16="http://schemas.microsoft.com/office/drawing/2014/main" id="{6145FA0C-8F0E-3186-9F08-E8488AA36E05}"/>
                    </a:ext>
                  </a:extLst>
                </p:cNvPr>
                <p:cNvSpPr/>
                <p:nvPr/>
              </p:nvSpPr>
              <p:spPr>
                <a:xfrm>
                  <a:off x="10089333" y="3510707"/>
                  <a:ext cx="142784" cy="448286"/>
                </a:xfrm>
                <a:custGeom>
                  <a:avLst/>
                  <a:gdLst>
                    <a:gd name="connsiteX0" fmla="*/ 7223 w 142784"/>
                    <a:gd name="connsiteY0" fmla="*/ 448286 h 448286"/>
                    <a:gd name="connsiteX1" fmla="*/ 3373 w 142784"/>
                    <a:gd name="connsiteY1" fmla="*/ 447182 h 448286"/>
                    <a:gd name="connsiteX2" fmla="*/ 1109 w 142784"/>
                    <a:gd name="connsiteY2" fmla="*/ 437219 h 448286"/>
                    <a:gd name="connsiteX3" fmla="*/ 112210 w 142784"/>
                    <a:gd name="connsiteY3" fmla="*/ 261239 h 448286"/>
                    <a:gd name="connsiteX4" fmla="*/ 127354 w 142784"/>
                    <a:gd name="connsiteY4" fmla="*/ 190728 h 448286"/>
                    <a:gd name="connsiteX5" fmla="*/ 106294 w 142784"/>
                    <a:gd name="connsiteY5" fmla="*/ 41498 h 448286"/>
                    <a:gd name="connsiteX6" fmla="*/ 70714 w 142784"/>
                    <a:gd name="connsiteY6" fmla="*/ 14749 h 448286"/>
                    <a:gd name="connsiteX7" fmla="*/ 49993 w 142784"/>
                    <a:gd name="connsiteY7" fmla="*/ 27034 h 448286"/>
                    <a:gd name="connsiteX8" fmla="*/ 43936 w 142784"/>
                    <a:gd name="connsiteY8" fmla="*/ 50330 h 448286"/>
                    <a:gd name="connsiteX9" fmla="*/ 65929 w 142784"/>
                    <a:gd name="connsiteY9" fmla="*/ 205731 h 448286"/>
                    <a:gd name="connsiteX10" fmla="*/ 59787 w 142784"/>
                    <a:gd name="connsiteY10" fmla="*/ 213883 h 448286"/>
                    <a:gd name="connsiteX11" fmla="*/ 51635 w 142784"/>
                    <a:gd name="connsiteY11" fmla="*/ 207740 h 448286"/>
                    <a:gd name="connsiteX12" fmla="*/ 29641 w 142784"/>
                    <a:gd name="connsiteY12" fmla="*/ 52339 h 448286"/>
                    <a:gd name="connsiteX13" fmla="*/ 38444 w 142784"/>
                    <a:gd name="connsiteY13" fmla="*/ 18344 h 448286"/>
                    <a:gd name="connsiteX14" fmla="*/ 68675 w 142784"/>
                    <a:gd name="connsiteY14" fmla="*/ 454 h 448286"/>
                    <a:gd name="connsiteX15" fmla="*/ 120561 w 142784"/>
                    <a:gd name="connsiteY15" fmla="*/ 39488 h 448286"/>
                    <a:gd name="connsiteX16" fmla="*/ 141620 w 142784"/>
                    <a:gd name="connsiteY16" fmla="*/ 188719 h 448286"/>
                    <a:gd name="connsiteX17" fmla="*/ 124382 w 142784"/>
                    <a:gd name="connsiteY17" fmla="*/ 268938 h 448286"/>
                    <a:gd name="connsiteX18" fmla="*/ 13280 w 142784"/>
                    <a:gd name="connsiteY18" fmla="*/ 444918 h 448286"/>
                    <a:gd name="connsiteX19" fmla="*/ 7166 w 142784"/>
                    <a:gd name="connsiteY19" fmla="*/ 448286 h 4482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142784" h="448286">
                      <a:moveTo>
                        <a:pt x="7223" y="448286"/>
                      </a:moveTo>
                      <a:cubicBezTo>
                        <a:pt x="5892" y="448286"/>
                        <a:pt x="4562" y="447918"/>
                        <a:pt x="3373" y="447182"/>
                      </a:cubicBezTo>
                      <a:cubicBezTo>
                        <a:pt x="4" y="445059"/>
                        <a:pt x="-1014" y="440587"/>
                        <a:pt x="1109" y="437219"/>
                      </a:cubicBezTo>
                      <a:lnTo>
                        <a:pt x="112210" y="261239"/>
                      </a:lnTo>
                      <a:cubicBezTo>
                        <a:pt x="125429" y="240293"/>
                        <a:pt x="130808" y="215270"/>
                        <a:pt x="127354" y="190728"/>
                      </a:cubicBezTo>
                      <a:lnTo>
                        <a:pt x="106294" y="41498"/>
                      </a:lnTo>
                      <a:cubicBezTo>
                        <a:pt x="103860" y="24316"/>
                        <a:pt x="87923" y="12315"/>
                        <a:pt x="70714" y="14749"/>
                      </a:cubicBezTo>
                      <a:cubicBezTo>
                        <a:pt x="62420" y="15909"/>
                        <a:pt x="55089" y="20269"/>
                        <a:pt x="49993" y="27034"/>
                      </a:cubicBezTo>
                      <a:cubicBezTo>
                        <a:pt x="44927" y="33771"/>
                        <a:pt x="42775" y="42036"/>
                        <a:pt x="43936" y="50330"/>
                      </a:cubicBezTo>
                      <a:lnTo>
                        <a:pt x="65929" y="205731"/>
                      </a:lnTo>
                      <a:cubicBezTo>
                        <a:pt x="66496" y="209665"/>
                        <a:pt x="63750" y="213317"/>
                        <a:pt x="59787" y="213883"/>
                      </a:cubicBezTo>
                      <a:cubicBezTo>
                        <a:pt x="55853" y="214421"/>
                        <a:pt x="52201" y="211703"/>
                        <a:pt x="51635" y="207740"/>
                      </a:cubicBezTo>
                      <a:lnTo>
                        <a:pt x="29641" y="52339"/>
                      </a:lnTo>
                      <a:cubicBezTo>
                        <a:pt x="27943" y="40253"/>
                        <a:pt x="31057" y="28166"/>
                        <a:pt x="38444" y="18344"/>
                      </a:cubicBezTo>
                      <a:cubicBezTo>
                        <a:pt x="45833" y="8521"/>
                        <a:pt x="56561" y="2153"/>
                        <a:pt x="68675" y="454"/>
                      </a:cubicBezTo>
                      <a:cubicBezTo>
                        <a:pt x="93783" y="-3084"/>
                        <a:pt x="117022" y="14437"/>
                        <a:pt x="120561" y="39488"/>
                      </a:cubicBezTo>
                      <a:lnTo>
                        <a:pt x="141620" y="188719"/>
                      </a:lnTo>
                      <a:cubicBezTo>
                        <a:pt x="145555" y="216629"/>
                        <a:pt x="139441" y="245133"/>
                        <a:pt x="124382" y="268938"/>
                      </a:cubicBezTo>
                      <a:lnTo>
                        <a:pt x="13280" y="444918"/>
                      </a:lnTo>
                      <a:cubicBezTo>
                        <a:pt x="11922" y="447098"/>
                        <a:pt x="9572" y="448286"/>
                        <a:pt x="7166" y="448286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282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  <p:sp>
            <p:nvSpPr>
              <p:cNvPr id="412" name="Forma Livre: Forma 411">
                <a:extLst>
                  <a:ext uri="{FF2B5EF4-FFF2-40B4-BE49-F238E27FC236}">
                    <a16:creationId xmlns:a16="http://schemas.microsoft.com/office/drawing/2014/main" id="{A37D9FA3-AE44-126F-3E48-4CBC95F5CA44}"/>
                  </a:ext>
                </a:extLst>
              </p:cNvPr>
              <p:cNvSpPr/>
              <p:nvPr/>
            </p:nvSpPr>
            <p:spPr>
              <a:xfrm>
                <a:off x="9931869" y="3928715"/>
                <a:ext cx="182308" cy="121876"/>
              </a:xfrm>
              <a:custGeom>
                <a:avLst/>
                <a:gdLst>
                  <a:gd name="connsiteX0" fmla="*/ 150533 w 182308"/>
                  <a:gd name="connsiteY0" fmla="*/ 121877 h 121876"/>
                  <a:gd name="connsiteX1" fmla="*/ 143146 w 182308"/>
                  <a:gd name="connsiteY1" fmla="*/ 120433 h 121876"/>
                  <a:gd name="connsiteX2" fmla="*/ 12455 w 182308"/>
                  <a:gd name="connsiteY2" fmla="*/ 67784 h 121876"/>
                  <a:gd name="connsiteX3" fmla="*/ 1615 w 182308"/>
                  <a:gd name="connsiteY3" fmla="*/ 57112 h 121876"/>
                  <a:gd name="connsiteX4" fmla="*/ 1445 w 182308"/>
                  <a:gd name="connsiteY4" fmla="*/ 41912 h 121876"/>
                  <a:gd name="connsiteX5" fmla="*/ 13333 w 182308"/>
                  <a:gd name="connsiteY5" fmla="*/ 12445 h 121876"/>
                  <a:gd name="connsiteX6" fmla="*/ 23976 w 182308"/>
                  <a:gd name="connsiteY6" fmla="*/ 1604 h 121876"/>
                  <a:gd name="connsiteX7" fmla="*/ 39177 w 182308"/>
                  <a:gd name="connsiteY7" fmla="*/ 1434 h 121876"/>
                  <a:gd name="connsiteX8" fmla="*/ 169866 w 182308"/>
                  <a:gd name="connsiteY8" fmla="*/ 54112 h 121876"/>
                  <a:gd name="connsiteX9" fmla="*/ 180877 w 182308"/>
                  <a:gd name="connsiteY9" fmla="*/ 79955 h 121876"/>
                  <a:gd name="connsiteX10" fmla="*/ 168989 w 182308"/>
                  <a:gd name="connsiteY10" fmla="*/ 109422 h 121876"/>
                  <a:gd name="connsiteX11" fmla="*/ 150533 w 182308"/>
                  <a:gd name="connsiteY11" fmla="*/ 121848 h 121876"/>
                  <a:gd name="connsiteX12" fmla="*/ 31789 w 182308"/>
                  <a:gd name="connsiteY12" fmla="*/ 14455 h 121876"/>
                  <a:gd name="connsiteX13" fmla="*/ 29638 w 182308"/>
                  <a:gd name="connsiteY13" fmla="*/ 14908 h 121876"/>
                  <a:gd name="connsiteX14" fmla="*/ 26722 w 182308"/>
                  <a:gd name="connsiteY14" fmla="*/ 17852 h 121876"/>
                  <a:gd name="connsiteX15" fmla="*/ 26722 w 182308"/>
                  <a:gd name="connsiteY15" fmla="*/ 17852 h 121876"/>
                  <a:gd name="connsiteX16" fmla="*/ 14833 w 182308"/>
                  <a:gd name="connsiteY16" fmla="*/ 47318 h 121876"/>
                  <a:gd name="connsiteX17" fmla="*/ 14890 w 182308"/>
                  <a:gd name="connsiteY17" fmla="*/ 51479 h 121876"/>
                  <a:gd name="connsiteX18" fmla="*/ 17834 w 182308"/>
                  <a:gd name="connsiteY18" fmla="*/ 54395 h 121876"/>
                  <a:gd name="connsiteX19" fmla="*/ 148523 w 182308"/>
                  <a:gd name="connsiteY19" fmla="*/ 107044 h 121876"/>
                  <a:gd name="connsiteX20" fmla="*/ 155600 w 182308"/>
                  <a:gd name="connsiteY20" fmla="*/ 104044 h 121876"/>
                  <a:gd name="connsiteX21" fmla="*/ 167488 w 182308"/>
                  <a:gd name="connsiteY21" fmla="*/ 74577 h 121876"/>
                  <a:gd name="connsiteX22" fmla="*/ 167432 w 182308"/>
                  <a:gd name="connsiteY22" fmla="*/ 70416 h 121876"/>
                  <a:gd name="connsiteX23" fmla="*/ 164489 w 182308"/>
                  <a:gd name="connsiteY23" fmla="*/ 67501 h 121876"/>
                  <a:gd name="connsiteX24" fmla="*/ 33798 w 182308"/>
                  <a:gd name="connsiteY24" fmla="*/ 14823 h 121876"/>
                  <a:gd name="connsiteX25" fmla="*/ 31789 w 182308"/>
                  <a:gd name="connsiteY25" fmla="*/ 14426 h 121876"/>
                  <a:gd name="connsiteX26" fmla="*/ 20014 w 182308"/>
                  <a:gd name="connsiteY26" fmla="*/ 15162 h 121876"/>
                  <a:gd name="connsiteX27" fmla="*/ 20070 w 182308"/>
                  <a:gd name="connsiteY27" fmla="*/ 15162 h 121876"/>
                  <a:gd name="connsiteX28" fmla="*/ 20014 w 182308"/>
                  <a:gd name="connsiteY28" fmla="*/ 15162 h 1218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182308" h="121876">
                    <a:moveTo>
                      <a:pt x="150533" y="121877"/>
                    </a:moveTo>
                    <a:cubicBezTo>
                      <a:pt x="148071" y="121877"/>
                      <a:pt x="145551" y="121424"/>
                      <a:pt x="143146" y="120433"/>
                    </a:cubicBezTo>
                    <a:lnTo>
                      <a:pt x="12455" y="67784"/>
                    </a:lnTo>
                    <a:cubicBezTo>
                      <a:pt x="7559" y="65802"/>
                      <a:pt x="3709" y="62009"/>
                      <a:pt x="1615" y="57112"/>
                    </a:cubicBezTo>
                    <a:cubicBezTo>
                      <a:pt x="-480" y="52215"/>
                      <a:pt x="-537" y="46837"/>
                      <a:pt x="1445" y="41912"/>
                    </a:cubicBezTo>
                    <a:lnTo>
                      <a:pt x="13333" y="12445"/>
                    </a:lnTo>
                    <a:cubicBezTo>
                      <a:pt x="15314" y="7548"/>
                      <a:pt x="19108" y="3698"/>
                      <a:pt x="23976" y="1604"/>
                    </a:cubicBezTo>
                    <a:cubicBezTo>
                      <a:pt x="28873" y="-491"/>
                      <a:pt x="34280" y="-519"/>
                      <a:pt x="39177" y="1434"/>
                    </a:cubicBezTo>
                    <a:lnTo>
                      <a:pt x="169866" y="54112"/>
                    </a:lnTo>
                    <a:cubicBezTo>
                      <a:pt x="180029" y="58216"/>
                      <a:pt x="184954" y="69793"/>
                      <a:pt x="180877" y="79955"/>
                    </a:cubicBezTo>
                    <a:lnTo>
                      <a:pt x="168989" y="109422"/>
                    </a:lnTo>
                    <a:cubicBezTo>
                      <a:pt x="165876" y="117150"/>
                      <a:pt x="158402" y="121848"/>
                      <a:pt x="150533" y="121848"/>
                    </a:cubicBezTo>
                    <a:close/>
                    <a:moveTo>
                      <a:pt x="31789" y="14455"/>
                    </a:moveTo>
                    <a:cubicBezTo>
                      <a:pt x="31053" y="14455"/>
                      <a:pt x="30345" y="14596"/>
                      <a:pt x="29638" y="14908"/>
                    </a:cubicBezTo>
                    <a:cubicBezTo>
                      <a:pt x="28307" y="15474"/>
                      <a:pt x="27260" y="16521"/>
                      <a:pt x="26722" y="17852"/>
                    </a:cubicBezTo>
                    <a:lnTo>
                      <a:pt x="26722" y="17852"/>
                    </a:lnTo>
                    <a:lnTo>
                      <a:pt x="14833" y="47318"/>
                    </a:lnTo>
                    <a:cubicBezTo>
                      <a:pt x="14296" y="48649"/>
                      <a:pt x="14324" y="50121"/>
                      <a:pt x="14890" y="51479"/>
                    </a:cubicBezTo>
                    <a:cubicBezTo>
                      <a:pt x="15456" y="52810"/>
                      <a:pt x="16504" y="53857"/>
                      <a:pt x="17834" y="54395"/>
                    </a:cubicBezTo>
                    <a:lnTo>
                      <a:pt x="148523" y="107044"/>
                    </a:lnTo>
                    <a:cubicBezTo>
                      <a:pt x="151297" y="108177"/>
                      <a:pt x="154468" y="106818"/>
                      <a:pt x="155600" y="104044"/>
                    </a:cubicBezTo>
                    <a:lnTo>
                      <a:pt x="167488" y="74577"/>
                    </a:lnTo>
                    <a:cubicBezTo>
                      <a:pt x="168027" y="73247"/>
                      <a:pt x="167998" y="71775"/>
                      <a:pt x="167432" y="70416"/>
                    </a:cubicBezTo>
                    <a:cubicBezTo>
                      <a:pt x="166866" y="69086"/>
                      <a:pt x="165819" y="68038"/>
                      <a:pt x="164489" y="67501"/>
                    </a:cubicBezTo>
                    <a:lnTo>
                      <a:pt x="33798" y="14823"/>
                    </a:lnTo>
                    <a:cubicBezTo>
                      <a:pt x="33147" y="14568"/>
                      <a:pt x="32468" y="14426"/>
                      <a:pt x="31789" y="14426"/>
                    </a:cubicBezTo>
                    <a:close/>
                    <a:moveTo>
                      <a:pt x="20014" y="15162"/>
                    </a:moveTo>
                    <a:lnTo>
                      <a:pt x="20070" y="15162"/>
                    </a:lnTo>
                    <a:lnTo>
                      <a:pt x="20014" y="15162"/>
                    </a:lnTo>
                    <a:close/>
                  </a:path>
                </a:pathLst>
              </a:custGeom>
              <a:solidFill>
                <a:srgbClr val="262626"/>
              </a:solidFill>
              <a:ln w="2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400" name="Gráfico 3">
              <a:extLst>
                <a:ext uri="{FF2B5EF4-FFF2-40B4-BE49-F238E27FC236}">
                  <a16:creationId xmlns:a16="http://schemas.microsoft.com/office/drawing/2014/main" id="{18CA9715-E990-384B-595D-3DAE576CC100}"/>
                </a:ext>
              </a:extLst>
            </p:cNvPr>
            <p:cNvGrpSpPr/>
            <p:nvPr/>
          </p:nvGrpSpPr>
          <p:grpSpPr>
            <a:xfrm>
              <a:off x="9547486" y="3510707"/>
              <a:ext cx="300314" cy="539885"/>
              <a:chOff x="9547486" y="3510707"/>
              <a:chExt cx="300314" cy="539885"/>
            </a:xfrm>
            <a:solidFill>
              <a:srgbClr val="262626"/>
            </a:solidFill>
          </p:grpSpPr>
          <p:grpSp>
            <p:nvGrpSpPr>
              <p:cNvPr id="407" name="Gráfico 3">
                <a:extLst>
                  <a:ext uri="{FF2B5EF4-FFF2-40B4-BE49-F238E27FC236}">
                    <a16:creationId xmlns:a16="http://schemas.microsoft.com/office/drawing/2014/main" id="{84299007-A753-443C-3FA3-7C073E136234}"/>
                  </a:ext>
                </a:extLst>
              </p:cNvPr>
              <p:cNvGrpSpPr/>
              <p:nvPr/>
            </p:nvGrpSpPr>
            <p:grpSpPr>
              <a:xfrm>
                <a:off x="9547486" y="3510707"/>
                <a:ext cx="243104" cy="448314"/>
                <a:chOff x="9547486" y="3510707"/>
                <a:chExt cx="243104" cy="448314"/>
              </a:xfrm>
              <a:solidFill>
                <a:srgbClr val="262626"/>
              </a:solidFill>
            </p:grpSpPr>
            <p:sp>
              <p:nvSpPr>
                <p:cNvPr id="409" name="Forma Livre: Forma 408">
                  <a:extLst>
                    <a:ext uri="{FF2B5EF4-FFF2-40B4-BE49-F238E27FC236}">
                      <a16:creationId xmlns:a16="http://schemas.microsoft.com/office/drawing/2014/main" id="{8CD91BCB-FD2A-DCCF-CB2C-F49AC4465A13}"/>
                    </a:ext>
                  </a:extLst>
                </p:cNvPr>
                <p:cNvSpPr/>
                <p:nvPr/>
              </p:nvSpPr>
              <p:spPr>
                <a:xfrm>
                  <a:off x="9623617" y="3683545"/>
                  <a:ext cx="166973" cy="235083"/>
                </a:xfrm>
                <a:custGeom>
                  <a:avLst/>
                  <a:gdLst>
                    <a:gd name="connsiteX0" fmla="*/ 159730 w 166973"/>
                    <a:gd name="connsiteY0" fmla="*/ 235027 h 235083"/>
                    <a:gd name="connsiteX1" fmla="*/ 152682 w 166973"/>
                    <a:gd name="connsiteY1" fmla="*/ 229337 h 235083"/>
                    <a:gd name="connsiteX2" fmla="*/ 129725 w 166973"/>
                    <a:gd name="connsiteY2" fmla="*/ 122793 h 235083"/>
                    <a:gd name="connsiteX3" fmla="*/ 107024 w 166973"/>
                    <a:gd name="connsiteY3" fmla="*/ 76908 h 235083"/>
                    <a:gd name="connsiteX4" fmla="*/ 62470 w 166973"/>
                    <a:gd name="connsiteY4" fmla="*/ 24712 h 235083"/>
                    <a:gd name="connsiteX5" fmla="*/ 26323 w 166973"/>
                    <a:gd name="connsiteY5" fmla="*/ 18711 h 235083"/>
                    <a:gd name="connsiteX6" fmla="*/ 16359 w 166973"/>
                    <a:gd name="connsiteY6" fmla="*/ 51093 h 235083"/>
                    <a:gd name="connsiteX7" fmla="*/ 20775 w 166973"/>
                    <a:gd name="connsiteY7" fmla="*/ 58396 h 235083"/>
                    <a:gd name="connsiteX8" fmla="*/ 79284 w 166973"/>
                    <a:gd name="connsiteY8" fmla="*/ 126925 h 235083"/>
                    <a:gd name="connsiteX9" fmla="*/ 78492 w 166973"/>
                    <a:gd name="connsiteY9" fmla="*/ 137087 h 235083"/>
                    <a:gd name="connsiteX10" fmla="*/ 68330 w 166973"/>
                    <a:gd name="connsiteY10" fmla="*/ 136295 h 235083"/>
                    <a:gd name="connsiteX11" fmla="*/ 9821 w 166973"/>
                    <a:gd name="connsiteY11" fmla="*/ 67794 h 235083"/>
                    <a:gd name="connsiteX12" fmla="*/ 2970 w 166973"/>
                    <a:gd name="connsiteY12" fmla="*/ 56499 h 235083"/>
                    <a:gd name="connsiteX13" fmla="*/ 18313 w 166973"/>
                    <a:gd name="connsiteY13" fmla="*/ 6709 h 235083"/>
                    <a:gd name="connsiteX14" fmla="*/ 73453 w 166973"/>
                    <a:gd name="connsiteY14" fmla="*/ 15371 h 235083"/>
                    <a:gd name="connsiteX15" fmla="*/ 118007 w 166973"/>
                    <a:gd name="connsiteY15" fmla="*/ 67567 h 235083"/>
                    <a:gd name="connsiteX16" fmla="*/ 143850 w 166973"/>
                    <a:gd name="connsiteY16" fmla="*/ 119792 h 235083"/>
                    <a:gd name="connsiteX17" fmla="*/ 166807 w 166973"/>
                    <a:gd name="connsiteY17" fmla="*/ 226337 h 235083"/>
                    <a:gd name="connsiteX18" fmla="*/ 161287 w 166973"/>
                    <a:gd name="connsiteY18" fmla="*/ 234913 h 235083"/>
                    <a:gd name="connsiteX19" fmla="*/ 159759 w 166973"/>
                    <a:gd name="connsiteY19" fmla="*/ 235083 h 2350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166973" h="235083">
                      <a:moveTo>
                        <a:pt x="159730" y="235027"/>
                      </a:moveTo>
                      <a:cubicBezTo>
                        <a:pt x="156390" y="235027"/>
                        <a:pt x="153418" y="232705"/>
                        <a:pt x="152682" y="229337"/>
                      </a:cubicBezTo>
                      <a:lnTo>
                        <a:pt x="129725" y="122793"/>
                      </a:lnTo>
                      <a:cubicBezTo>
                        <a:pt x="126102" y="105922"/>
                        <a:pt x="118234" y="90042"/>
                        <a:pt x="107024" y="76908"/>
                      </a:cubicBezTo>
                      <a:lnTo>
                        <a:pt x="62470" y="24712"/>
                      </a:lnTo>
                      <a:cubicBezTo>
                        <a:pt x="53270" y="13955"/>
                        <a:pt x="37419" y="11294"/>
                        <a:pt x="26323" y="18711"/>
                      </a:cubicBezTo>
                      <a:cubicBezTo>
                        <a:pt x="15821" y="25731"/>
                        <a:pt x="11632" y="39346"/>
                        <a:pt x="16359" y="51093"/>
                      </a:cubicBezTo>
                      <a:cubicBezTo>
                        <a:pt x="17435" y="53754"/>
                        <a:pt x="18907" y="56216"/>
                        <a:pt x="20775" y="58396"/>
                      </a:cubicBezTo>
                      <a:lnTo>
                        <a:pt x="79284" y="126925"/>
                      </a:lnTo>
                      <a:cubicBezTo>
                        <a:pt x="81860" y="129954"/>
                        <a:pt x="81520" y="134511"/>
                        <a:pt x="78492" y="137087"/>
                      </a:cubicBezTo>
                      <a:cubicBezTo>
                        <a:pt x="75463" y="139663"/>
                        <a:pt x="70905" y="139323"/>
                        <a:pt x="68330" y="136295"/>
                      </a:cubicBezTo>
                      <a:lnTo>
                        <a:pt x="9821" y="67794"/>
                      </a:lnTo>
                      <a:cubicBezTo>
                        <a:pt x="6934" y="64425"/>
                        <a:pt x="4641" y="60632"/>
                        <a:pt x="2970" y="56499"/>
                      </a:cubicBezTo>
                      <a:cubicBezTo>
                        <a:pt x="-4304" y="38440"/>
                        <a:pt x="2150" y="17494"/>
                        <a:pt x="18313" y="6709"/>
                      </a:cubicBezTo>
                      <a:cubicBezTo>
                        <a:pt x="35636" y="-4868"/>
                        <a:pt x="59357" y="-1132"/>
                        <a:pt x="73453" y="15371"/>
                      </a:cubicBezTo>
                      <a:lnTo>
                        <a:pt x="118007" y="67567"/>
                      </a:lnTo>
                      <a:cubicBezTo>
                        <a:pt x="130773" y="82513"/>
                        <a:pt x="139718" y="100572"/>
                        <a:pt x="143850" y="119792"/>
                      </a:cubicBezTo>
                      <a:lnTo>
                        <a:pt x="166807" y="226337"/>
                      </a:lnTo>
                      <a:cubicBezTo>
                        <a:pt x="167656" y="230243"/>
                        <a:pt x="165165" y="234064"/>
                        <a:pt x="161287" y="234913"/>
                      </a:cubicBezTo>
                      <a:cubicBezTo>
                        <a:pt x="160777" y="235027"/>
                        <a:pt x="160268" y="235083"/>
                        <a:pt x="159759" y="235083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282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410" name="Forma Livre: Forma 409">
                  <a:extLst>
                    <a:ext uri="{FF2B5EF4-FFF2-40B4-BE49-F238E27FC236}">
                      <a16:creationId xmlns:a16="http://schemas.microsoft.com/office/drawing/2014/main" id="{1C6A4D63-3200-59A2-8348-F5025B4C8281}"/>
                    </a:ext>
                  </a:extLst>
                </p:cNvPr>
                <p:cNvSpPr/>
                <p:nvPr/>
              </p:nvSpPr>
              <p:spPr>
                <a:xfrm>
                  <a:off x="9547486" y="3510707"/>
                  <a:ext cx="142830" cy="448314"/>
                </a:xfrm>
                <a:custGeom>
                  <a:avLst/>
                  <a:gdLst>
                    <a:gd name="connsiteX0" fmla="*/ 135601 w 142830"/>
                    <a:gd name="connsiteY0" fmla="*/ 448286 h 448314"/>
                    <a:gd name="connsiteX1" fmla="*/ 129487 w 142830"/>
                    <a:gd name="connsiteY1" fmla="*/ 444918 h 448314"/>
                    <a:gd name="connsiteX2" fmla="*/ 18385 w 142830"/>
                    <a:gd name="connsiteY2" fmla="*/ 268938 h 448314"/>
                    <a:gd name="connsiteX3" fmla="*/ 1175 w 142830"/>
                    <a:gd name="connsiteY3" fmla="*/ 188719 h 448314"/>
                    <a:gd name="connsiteX4" fmla="*/ 22235 w 142830"/>
                    <a:gd name="connsiteY4" fmla="*/ 39488 h 448314"/>
                    <a:gd name="connsiteX5" fmla="*/ 74120 w 142830"/>
                    <a:gd name="connsiteY5" fmla="*/ 454 h 448314"/>
                    <a:gd name="connsiteX6" fmla="*/ 104351 w 142830"/>
                    <a:gd name="connsiteY6" fmla="*/ 18344 h 448314"/>
                    <a:gd name="connsiteX7" fmla="*/ 113154 w 142830"/>
                    <a:gd name="connsiteY7" fmla="*/ 52339 h 448314"/>
                    <a:gd name="connsiteX8" fmla="*/ 91160 w 142830"/>
                    <a:gd name="connsiteY8" fmla="*/ 207740 h 448314"/>
                    <a:gd name="connsiteX9" fmla="*/ 83008 w 142830"/>
                    <a:gd name="connsiteY9" fmla="*/ 213883 h 448314"/>
                    <a:gd name="connsiteX10" fmla="*/ 76866 w 142830"/>
                    <a:gd name="connsiteY10" fmla="*/ 205731 h 448314"/>
                    <a:gd name="connsiteX11" fmla="*/ 98859 w 142830"/>
                    <a:gd name="connsiteY11" fmla="*/ 50330 h 448314"/>
                    <a:gd name="connsiteX12" fmla="*/ 92830 w 142830"/>
                    <a:gd name="connsiteY12" fmla="*/ 27034 h 448314"/>
                    <a:gd name="connsiteX13" fmla="*/ 72110 w 142830"/>
                    <a:gd name="connsiteY13" fmla="*/ 14749 h 448314"/>
                    <a:gd name="connsiteX14" fmla="*/ 48814 w 142830"/>
                    <a:gd name="connsiteY14" fmla="*/ 20806 h 448314"/>
                    <a:gd name="connsiteX15" fmla="*/ 36530 w 142830"/>
                    <a:gd name="connsiteY15" fmla="*/ 41526 h 448314"/>
                    <a:gd name="connsiteX16" fmla="*/ 15469 w 142830"/>
                    <a:gd name="connsiteY16" fmla="*/ 190757 h 448314"/>
                    <a:gd name="connsiteX17" fmla="*/ 30613 w 142830"/>
                    <a:gd name="connsiteY17" fmla="*/ 261267 h 448314"/>
                    <a:gd name="connsiteX18" fmla="*/ 141715 w 142830"/>
                    <a:gd name="connsiteY18" fmla="*/ 437247 h 448314"/>
                    <a:gd name="connsiteX19" fmla="*/ 139450 w 142830"/>
                    <a:gd name="connsiteY19" fmla="*/ 447211 h 448314"/>
                    <a:gd name="connsiteX20" fmla="*/ 135601 w 142830"/>
                    <a:gd name="connsiteY20" fmla="*/ 448315 h 4483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142830" h="448314">
                      <a:moveTo>
                        <a:pt x="135601" y="448286"/>
                      </a:moveTo>
                      <a:cubicBezTo>
                        <a:pt x="133223" y="448286"/>
                        <a:pt x="130874" y="447098"/>
                        <a:pt x="129487" y="444918"/>
                      </a:cubicBezTo>
                      <a:lnTo>
                        <a:pt x="18385" y="268938"/>
                      </a:lnTo>
                      <a:cubicBezTo>
                        <a:pt x="3354" y="245105"/>
                        <a:pt x="-2788" y="216629"/>
                        <a:pt x="1175" y="188719"/>
                      </a:cubicBezTo>
                      <a:lnTo>
                        <a:pt x="22235" y="39488"/>
                      </a:lnTo>
                      <a:cubicBezTo>
                        <a:pt x="25773" y="14437"/>
                        <a:pt x="49012" y="-3084"/>
                        <a:pt x="74120" y="454"/>
                      </a:cubicBezTo>
                      <a:cubicBezTo>
                        <a:pt x="86206" y="2153"/>
                        <a:pt x="96963" y="8521"/>
                        <a:pt x="104351" y="18344"/>
                      </a:cubicBezTo>
                      <a:cubicBezTo>
                        <a:pt x="111739" y="28166"/>
                        <a:pt x="114852" y="40253"/>
                        <a:pt x="113154" y="52339"/>
                      </a:cubicBezTo>
                      <a:lnTo>
                        <a:pt x="91160" y="207740"/>
                      </a:lnTo>
                      <a:cubicBezTo>
                        <a:pt x="90594" y="211703"/>
                        <a:pt x="86942" y="214421"/>
                        <a:pt x="83008" y="213883"/>
                      </a:cubicBezTo>
                      <a:cubicBezTo>
                        <a:pt x="79073" y="213317"/>
                        <a:pt x="76299" y="209665"/>
                        <a:pt x="76866" y="205731"/>
                      </a:cubicBezTo>
                      <a:lnTo>
                        <a:pt x="98859" y="50330"/>
                      </a:lnTo>
                      <a:cubicBezTo>
                        <a:pt x="100048" y="42036"/>
                        <a:pt x="97897" y="33771"/>
                        <a:pt x="92830" y="27034"/>
                      </a:cubicBezTo>
                      <a:cubicBezTo>
                        <a:pt x="87763" y="20297"/>
                        <a:pt x="80404" y="15938"/>
                        <a:pt x="72110" y="14749"/>
                      </a:cubicBezTo>
                      <a:cubicBezTo>
                        <a:pt x="63845" y="13560"/>
                        <a:pt x="55551" y="15740"/>
                        <a:pt x="48814" y="20806"/>
                      </a:cubicBezTo>
                      <a:cubicBezTo>
                        <a:pt x="42077" y="25873"/>
                        <a:pt x="37718" y="33233"/>
                        <a:pt x="36530" y="41526"/>
                      </a:cubicBezTo>
                      <a:lnTo>
                        <a:pt x="15469" y="190757"/>
                      </a:lnTo>
                      <a:cubicBezTo>
                        <a:pt x="12016" y="215270"/>
                        <a:pt x="17395" y="240321"/>
                        <a:pt x="30613" y="261267"/>
                      </a:cubicBezTo>
                      <a:lnTo>
                        <a:pt x="141715" y="437247"/>
                      </a:lnTo>
                      <a:cubicBezTo>
                        <a:pt x="143838" y="440615"/>
                        <a:pt x="142847" y="445088"/>
                        <a:pt x="139450" y="447211"/>
                      </a:cubicBezTo>
                      <a:cubicBezTo>
                        <a:pt x="138262" y="447975"/>
                        <a:pt x="136931" y="448315"/>
                        <a:pt x="135601" y="448315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282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  <p:sp>
            <p:nvSpPr>
              <p:cNvPr id="408" name="Forma Livre: Forma 407">
                <a:extLst>
                  <a:ext uri="{FF2B5EF4-FFF2-40B4-BE49-F238E27FC236}">
                    <a16:creationId xmlns:a16="http://schemas.microsoft.com/office/drawing/2014/main" id="{6A074333-839E-8979-16F5-794EDC042228}"/>
                  </a:ext>
                </a:extLst>
              </p:cNvPr>
              <p:cNvSpPr/>
              <p:nvPr/>
            </p:nvSpPr>
            <p:spPr>
              <a:xfrm>
                <a:off x="9665479" y="3928704"/>
                <a:ext cx="182321" cy="121887"/>
              </a:xfrm>
              <a:custGeom>
                <a:avLst/>
                <a:gdLst>
                  <a:gd name="connsiteX0" fmla="*/ 31789 w 182321"/>
                  <a:gd name="connsiteY0" fmla="*/ 121888 h 121887"/>
                  <a:gd name="connsiteX1" fmla="*/ 13334 w 182321"/>
                  <a:gd name="connsiteY1" fmla="*/ 109461 h 121887"/>
                  <a:gd name="connsiteX2" fmla="*/ 1445 w 182321"/>
                  <a:gd name="connsiteY2" fmla="*/ 79966 h 121887"/>
                  <a:gd name="connsiteX3" fmla="*/ 1615 w 182321"/>
                  <a:gd name="connsiteY3" fmla="*/ 64766 h 121887"/>
                  <a:gd name="connsiteX4" fmla="*/ 12456 w 182321"/>
                  <a:gd name="connsiteY4" fmla="*/ 54123 h 121887"/>
                  <a:gd name="connsiteX5" fmla="*/ 143146 w 182321"/>
                  <a:gd name="connsiteY5" fmla="*/ 1445 h 121887"/>
                  <a:gd name="connsiteX6" fmla="*/ 158346 w 182321"/>
                  <a:gd name="connsiteY6" fmla="*/ 1615 h 121887"/>
                  <a:gd name="connsiteX7" fmla="*/ 168989 w 182321"/>
                  <a:gd name="connsiteY7" fmla="*/ 12456 h 121887"/>
                  <a:gd name="connsiteX8" fmla="*/ 180878 w 182321"/>
                  <a:gd name="connsiteY8" fmla="*/ 41923 h 121887"/>
                  <a:gd name="connsiteX9" fmla="*/ 169866 w 182321"/>
                  <a:gd name="connsiteY9" fmla="*/ 67766 h 121887"/>
                  <a:gd name="connsiteX10" fmla="*/ 39177 w 182321"/>
                  <a:gd name="connsiteY10" fmla="*/ 120416 h 121887"/>
                  <a:gd name="connsiteX11" fmla="*/ 31789 w 182321"/>
                  <a:gd name="connsiteY11" fmla="*/ 121859 h 121887"/>
                  <a:gd name="connsiteX12" fmla="*/ 150534 w 182321"/>
                  <a:gd name="connsiteY12" fmla="*/ 14466 h 121887"/>
                  <a:gd name="connsiteX13" fmla="*/ 148524 w 182321"/>
                  <a:gd name="connsiteY13" fmla="*/ 14862 h 121887"/>
                  <a:gd name="connsiteX14" fmla="*/ 17834 w 182321"/>
                  <a:gd name="connsiteY14" fmla="*/ 67540 h 121887"/>
                  <a:gd name="connsiteX15" fmla="*/ 14890 w 182321"/>
                  <a:gd name="connsiteY15" fmla="*/ 70455 h 121887"/>
                  <a:gd name="connsiteX16" fmla="*/ 14833 w 182321"/>
                  <a:gd name="connsiteY16" fmla="*/ 74588 h 121887"/>
                  <a:gd name="connsiteX17" fmla="*/ 26723 w 182321"/>
                  <a:gd name="connsiteY17" fmla="*/ 104083 h 121887"/>
                  <a:gd name="connsiteX18" fmla="*/ 33799 w 182321"/>
                  <a:gd name="connsiteY18" fmla="*/ 107083 h 121887"/>
                  <a:gd name="connsiteX19" fmla="*/ 164489 w 182321"/>
                  <a:gd name="connsiteY19" fmla="*/ 54434 h 121887"/>
                  <a:gd name="connsiteX20" fmla="*/ 167433 w 182321"/>
                  <a:gd name="connsiteY20" fmla="*/ 51518 h 121887"/>
                  <a:gd name="connsiteX21" fmla="*/ 167489 w 182321"/>
                  <a:gd name="connsiteY21" fmla="*/ 47357 h 121887"/>
                  <a:gd name="connsiteX22" fmla="*/ 155601 w 182321"/>
                  <a:gd name="connsiteY22" fmla="*/ 17891 h 121887"/>
                  <a:gd name="connsiteX23" fmla="*/ 155601 w 182321"/>
                  <a:gd name="connsiteY23" fmla="*/ 17891 h 121887"/>
                  <a:gd name="connsiteX24" fmla="*/ 152685 w 182321"/>
                  <a:gd name="connsiteY24" fmla="*/ 14947 h 121887"/>
                  <a:gd name="connsiteX25" fmla="*/ 150534 w 182321"/>
                  <a:gd name="connsiteY25" fmla="*/ 14494 h 1218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82321" h="121887">
                    <a:moveTo>
                      <a:pt x="31789" y="121888"/>
                    </a:moveTo>
                    <a:cubicBezTo>
                      <a:pt x="23920" y="121888"/>
                      <a:pt x="16447" y="117189"/>
                      <a:pt x="13334" y="109461"/>
                    </a:cubicBezTo>
                    <a:lnTo>
                      <a:pt x="1445" y="79966"/>
                    </a:lnTo>
                    <a:cubicBezTo>
                      <a:pt x="-537" y="75069"/>
                      <a:pt x="-480" y="69663"/>
                      <a:pt x="1615" y="64766"/>
                    </a:cubicBezTo>
                    <a:cubicBezTo>
                      <a:pt x="3709" y="59869"/>
                      <a:pt x="7559" y="56104"/>
                      <a:pt x="12456" y="54123"/>
                    </a:cubicBezTo>
                    <a:lnTo>
                      <a:pt x="143146" y="1445"/>
                    </a:lnTo>
                    <a:cubicBezTo>
                      <a:pt x="148042" y="-537"/>
                      <a:pt x="153449" y="-480"/>
                      <a:pt x="158346" y="1615"/>
                    </a:cubicBezTo>
                    <a:cubicBezTo>
                      <a:pt x="163243" y="3709"/>
                      <a:pt x="167007" y="7559"/>
                      <a:pt x="168989" y="12456"/>
                    </a:cubicBezTo>
                    <a:lnTo>
                      <a:pt x="180878" y="41923"/>
                    </a:lnTo>
                    <a:cubicBezTo>
                      <a:pt x="184982" y="52085"/>
                      <a:pt x="180029" y="63690"/>
                      <a:pt x="169866" y="67766"/>
                    </a:cubicBezTo>
                    <a:lnTo>
                      <a:pt x="39177" y="120416"/>
                    </a:lnTo>
                    <a:cubicBezTo>
                      <a:pt x="36743" y="121378"/>
                      <a:pt x="34252" y="121859"/>
                      <a:pt x="31789" y="121859"/>
                    </a:cubicBezTo>
                    <a:close/>
                    <a:moveTo>
                      <a:pt x="150534" y="14466"/>
                    </a:moveTo>
                    <a:cubicBezTo>
                      <a:pt x="149854" y="14466"/>
                      <a:pt x="149175" y="14607"/>
                      <a:pt x="148524" y="14862"/>
                    </a:cubicBezTo>
                    <a:lnTo>
                      <a:pt x="17834" y="67540"/>
                    </a:lnTo>
                    <a:cubicBezTo>
                      <a:pt x="16504" y="68078"/>
                      <a:pt x="15457" y="69097"/>
                      <a:pt x="14890" y="70455"/>
                    </a:cubicBezTo>
                    <a:cubicBezTo>
                      <a:pt x="14324" y="71786"/>
                      <a:pt x="14296" y="73258"/>
                      <a:pt x="14833" y="74588"/>
                    </a:cubicBezTo>
                    <a:lnTo>
                      <a:pt x="26723" y="104083"/>
                    </a:lnTo>
                    <a:cubicBezTo>
                      <a:pt x="27826" y="106857"/>
                      <a:pt x="31025" y="108187"/>
                      <a:pt x="33799" y="107083"/>
                    </a:cubicBezTo>
                    <a:lnTo>
                      <a:pt x="164489" y="54434"/>
                    </a:lnTo>
                    <a:cubicBezTo>
                      <a:pt x="165819" y="53896"/>
                      <a:pt x="166867" y="52877"/>
                      <a:pt x="167433" y="51518"/>
                    </a:cubicBezTo>
                    <a:cubicBezTo>
                      <a:pt x="167998" y="50188"/>
                      <a:pt x="168027" y="48688"/>
                      <a:pt x="167489" y="47357"/>
                    </a:cubicBezTo>
                    <a:lnTo>
                      <a:pt x="155601" y="17891"/>
                    </a:lnTo>
                    <a:lnTo>
                      <a:pt x="155601" y="17891"/>
                    </a:lnTo>
                    <a:cubicBezTo>
                      <a:pt x="155062" y="16560"/>
                      <a:pt x="154044" y="15513"/>
                      <a:pt x="152685" y="14947"/>
                    </a:cubicBezTo>
                    <a:cubicBezTo>
                      <a:pt x="151977" y="14664"/>
                      <a:pt x="151270" y="14494"/>
                      <a:pt x="150534" y="14494"/>
                    </a:cubicBezTo>
                    <a:close/>
                  </a:path>
                </a:pathLst>
              </a:custGeom>
              <a:solidFill>
                <a:srgbClr val="262626"/>
              </a:solidFill>
              <a:ln w="2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401" name="Gráfico 3">
              <a:extLst>
                <a:ext uri="{FF2B5EF4-FFF2-40B4-BE49-F238E27FC236}">
                  <a16:creationId xmlns:a16="http://schemas.microsoft.com/office/drawing/2014/main" id="{B6958FB6-1568-295C-0146-534F65078BA3}"/>
                </a:ext>
              </a:extLst>
            </p:cNvPr>
            <p:cNvGrpSpPr/>
            <p:nvPr/>
          </p:nvGrpSpPr>
          <p:grpSpPr>
            <a:xfrm>
              <a:off x="9647284" y="3335294"/>
              <a:ext cx="485095" cy="421394"/>
              <a:chOff x="9647284" y="3335294"/>
              <a:chExt cx="485095" cy="421394"/>
            </a:xfrm>
            <a:solidFill>
              <a:srgbClr val="262626"/>
            </a:solidFill>
          </p:grpSpPr>
          <p:sp>
            <p:nvSpPr>
              <p:cNvPr id="402" name="Forma Livre: Forma 401">
                <a:extLst>
                  <a:ext uri="{FF2B5EF4-FFF2-40B4-BE49-F238E27FC236}">
                    <a16:creationId xmlns:a16="http://schemas.microsoft.com/office/drawing/2014/main" id="{7B45C439-A15F-3AE1-85DD-4C5615F04855}"/>
                  </a:ext>
                </a:extLst>
              </p:cNvPr>
              <p:cNvSpPr/>
              <p:nvPr/>
            </p:nvSpPr>
            <p:spPr>
              <a:xfrm>
                <a:off x="9647284" y="3335323"/>
                <a:ext cx="485095" cy="149966"/>
              </a:xfrm>
              <a:custGeom>
                <a:avLst/>
                <a:gdLst>
                  <a:gd name="connsiteX0" fmla="*/ 7214 w 485095"/>
                  <a:gd name="connsiteY0" fmla="*/ 149938 h 149966"/>
                  <a:gd name="connsiteX1" fmla="*/ 3619 w 485095"/>
                  <a:gd name="connsiteY1" fmla="*/ 148975 h 149966"/>
                  <a:gd name="connsiteX2" fmla="*/ 958 w 485095"/>
                  <a:gd name="connsiteY2" fmla="*/ 139125 h 149966"/>
                  <a:gd name="connsiteX3" fmla="*/ 21225 w 485095"/>
                  <a:gd name="connsiteY3" fmla="*/ 108951 h 149966"/>
                  <a:gd name="connsiteX4" fmla="*/ 242523 w 485095"/>
                  <a:gd name="connsiteY4" fmla="*/ 0 h 149966"/>
                  <a:gd name="connsiteX5" fmla="*/ 463878 w 485095"/>
                  <a:gd name="connsiteY5" fmla="*/ 108979 h 149966"/>
                  <a:gd name="connsiteX6" fmla="*/ 484117 w 485095"/>
                  <a:gd name="connsiteY6" fmla="*/ 139097 h 149966"/>
                  <a:gd name="connsiteX7" fmla="*/ 481513 w 485095"/>
                  <a:gd name="connsiteY7" fmla="*/ 148947 h 149966"/>
                  <a:gd name="connsiteX8" fmla="*/ 471662 w 485095"/>
                  <a:gd name="connsiteY8" fmla="*/ 146343 h 149966"/>
                  <a:gd name="connsiteX9" fmla="*/ 452470 w 485095"/>
                  <a:gd name="connsiteY9" fmla="*/ 117810 h 149966"/>
                  <a:gd name="connsiteX10" fmla="*/ 242551 w 485095"/>
                  <a:gd name="connsiteY10" fmla="*/ 14436 h 149966"/>
                  <a:gd name="connsiteX11" fmla="*/ 32690 w 485095"/>
                  <a:gd name="connsiteY11" fmla="*/ 117782 h 149966"/>
                  <a:gd name="connsiteX12" fmla="*/ 13498 w 485095"/>
                  <a:gd name="connsiteY12" fmla="*/ 146343 h 149966"/>
                  <a:gd name="connsiteX13" fmla="*/ 7242 w 485095"/>
                  <a:gd name="connsiteY13" fmla="*/ 149966 h 1499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85095" h="149966">
                    <a:moveTo>
                      <a:pt x="7214" y="149938"/>
                    </a:moveTo>
                    <a:cubicBezTo>
                      <a:pt x="5997" y="149938"/>
                      <a:pt x="4751" y="149626"/>
                      <a:pt x="3619" y="148975"/>
                    </a:cubicBezTo>
                    <a:cubicBezTo>
                      <a:pt x="166" y="146994"/>
                      <a:pt x="-1023" y="142578"/>
                      <a:pt x="958" y="139125"/>
                    </a:cubicBezTo>
                    <a:cubicBezTo>
                      <a:pt x="6987" y="128680"/>
                      <a:pt x="13810" y="118546"/>
                      <a:pt x="21225" y="108951"/>
                    </a:cubicBezTo>
                    <a:cubicBezTo>
                      <a:pt x="74583" y="39714"/>
                      <a:pt x="155227" y="0"/>
                      <a:pt x="242523" y="0"/>
                    </a:cubicBezTo>
                    <a:cubicBezTo>
                      <a:pt x="329819" y="0"/>
                      <a:pt x="410520" y="39714"/>
                      <a:pt x="463878" y="108979"/>
                    </a:cubicBezTo>
                    <a:cubicBezTo>
                      <a:pt x="471095" y="118292"/>
                      <a:pt x="477918" y="128425"/>
                      <a:pt x="484117" y="139097"/>
                    </a:cubicBezTo>
                    <a:cubicBezTo>
                      <a:pt x="486126" y="142550"/>
                      <a:pt x="484938" y="146966"/>
                      <a:pt x="481513" y="148947"/>
                    </a:cubicBezTo>
                    <a:cubicBezTo>
                      <a:pt x="478088" y="150957"/>
                      <a:pt x="473643" y="149768"/>
                      <a:pt x="471662" y="146343"/>
                    </a:cubicBezTo>
                    <a:cubicBezTo>
                      <a:pt x="465774" y="136238"/>
                      <a:pt x="459320" y="126614"/>
                      <a:pt x="452470" y="117810"/>
                    </a:cubicBezTo>
                    <a:cubicBezTo>
                      <a:pt x="401830" y="52112"/>
                      <a:pt x="325347" y="14436"/>
                      <a:pt x="242551" y="14436"/>
                    </a:cubicBezTo>
                    <a:cubicBezTo>
                      <a:pt x="159756" y="14436"/>
                      <a:pt x="83301" y="52112"/>
                      <a:pt x="32690" y="117782"/>
                    </a:cubicBezTo>
                    <a:cubicBezTo>
                      <a:pt x="25641" y="126868"/>
                      <a:pt x="19187" y="136464"/>
                      <a:pt x="13498" y="146343"/>
                    </a:cubicBezTo>
                    <a:cubicBezTo>
                      <a:pt x="12168" y="148664"/>
                      <a:pt x="9733" y="149966"/>
                      <a:pt x="7242" y="149966"/>
                    </a:cubicBezTo>
                    <a:close/>
                  </a:path>
                </a:pathLst>
              </a:custGeom>
              <a:solidFill>
                <a:srgbClr val="262626"/>
              </a:solidFill>
              <a:ln w="2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03" name="Forma Livre: Forma 402">
                <a:extLst>
                  <a:ext uri="{FF2B5EF4-FFF2-40B4-BE49-F238E27FC236}">
                    <a16:creationId xmlns:a16="http://schemas.microsoft.com/office/drawing/2014/main" id="{3514D12A-B1C5-02F3-677D-824C47C4127B}"/>
                  </a:ext>
                </a:extLst>
              </p:cNvPr>
              <p:cNvSpPr/>
              <p:nvPr/>
            </p:nvSpPr>
            <p:spPr>
              <a:xfrm>
                <a:off x="9766506" y="3335294"/>
                <a:ext cx="246603" cy="421365"/>
              </a:xfrm>
              <a:custGeom>
                <a:avLst/>
                <a:gdLst>
                  <a:gd name="connsiteX0" fmla="*/ 224157 w 246603"/>
                  <a:gd name="connsiteY0" fmla="*/ 421366 h 421365"/>
                  <a:gd name="connsiteX1" fmla="*/ 219061 w 246603"/>
                  <a:gd name="connsiteY1" fmla="*/ 419243 h 421365"/>
                  <a:gd name="connsiteX2" fmla="*/ 217108 w 246603"/>
                  <a:gd name="connsiteY2" fmla="*/ 412563 h 421365"/>
                  <a:gd name="connsiteX3" fmla="*/ 217335 w 246603"/>
                  <a:gd name="connsiteY3" fmla="*/ 411657 h 421365"/>
                  <a:gd name="connsiteX4" fmla="*/ 232167 w 246603"/>
                  <a:gd name="connsiteY4" fmla="*/ 279325 h 421365"/>
                  <a:gd name="connsiteX5" fmla="*/ 217137 w 246603"/>
                  <a:gd name="connsiteY5" fmla="*/ 146230 h 421365"/>
                  <a:gd name="connsiteX6" fmla="*/ 216712 w 246603"/>
                  <a:gd name="connsiteY6" fmla="*/ 144446 h 421365"/>
                  <a:gd name="connsiteX7" fmla="*/ 123301 w 246603"/>
                  <a:gd name="connsiteY7" fmla="*/ 14408 h 421365"/>
                  <a:gd name="connsiteX8" fmla="*/ 29891 w 246603"/>
                  <a:gd name="connsiteY8" fmla="*/ 144446 h 421365"/>
                  <a:gd name="connsiteX9" fmla="*/ 29495 w 246603"/>
                  <a:gd name="connsiteY9" fmla="*/ 146117 h 421365"/>
                  <a:gd name="connsiteX10" fmla="*/ 14436 w 246603"/>
                  <a:gd name="connsiteY10" fmla="*/ 279297 h 421365"/>
                  <a:gd name="connsiteX11" fmla="*/ 29268 w 246603"/>
                  <a:gd name="connsiteY11" fmla="*/ 411544 h 421365"/>
                  <a:gd name="connsiteX12" fmla="*/ 27514 w 246603"/>
                  <a:gd name="connsiteY12" fmla="*/ 418932 h 421365"/>
                  <a:gd name="connsiteX13" fmla="*/ 17295 w 246603"/>
                  <a:gd name="connsiteY13" fmla="*/ 418932 h 421365"/>
                  <a:gd name="connsiteX14" fmla="*/ 15342 w 246603"/>
                  <a:gd name="connsiteY14" fmla="*/ 415450 h 421365"/>
                  <a:gd name="connsiteX15" fmla="*/ 15342 w 246603"/>
                  <a:gd name="connsiteY15" fmla="*/ 415450 h 421365"/>
                  <a:gd name="connsiteX16" fmla="*/ 0 w 246603"/>
                  <a:gd name="connsiteY16" fmla="*/ 279325 h 421365"/>
                  <a:gd name="connsiteX17" fmla="*/ 15455 w 246603"/>
                  <a:gd name="connsiteY17" fmla="*/ 142805 h 421365"/>
                  <a:gd name="connsiteX18" fmla="*/ 15879 w 246603"/>
                  <a:gd name="connsiteY18" fmla="*/ 140993 h 421365"/>
                  <a:gd name="connsiteX19" fmla="*/ 123301 w 246603"/>
                  <a:gd name="connsiteY19" fmla="*/ 0 h 421365"/>
                  <a:gd name="connsiteX20" fmla="*/ 230724 w 246603"/>
                  <a:gd name="connsiteY20" fmla="*/ 140993 h 421365"/>
                  <a:gd name="connsiteX21" fmla="*/ 231176 w 246603"/>
                  <a:gd name="connsiteY21" fmla="*/ 142918 h 421365"/>
                  <a:gd name="connsiteX22" fmla="*/ 246603 w 246603"/>
                  <a:gd name="connsiteY22" fmla="*/ 279325 h 421365"/>
                  <a:gd name="connsiteX23" fmla="*/ 231261 w 246603"/>
                  <a:gd name="connsiteY23" fmla="*/ 415450 h 421365"/>
                  <a:gd name="connsiteX24" fmla="*/ 231006 w 246603"/>
                  <a:gd name="connsiteY24" fmla="*/ 416327 h 421365"/>
                  <a:gd name="connsiteX25" fmla="*/ 229252 w 246603"/>
                  <a:gd name="connsiteY25" fmla="*/ 419243 h 421365"/>
                  <a:gd name="connsiteX26" fmla="*/ 224157 w 246603"/>
                  <a:gd name="connsiteY26" fmla="*/ 421366 h 4213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246603" h="421365">
                    <a:moveTo>
                      <a:pt x="224157" y="421366"/>
                    </a:moveTo>
                    <a:cubicBezTo>
                      <a:pt x="222317" y="421366"/>
                      <a:pt x="220477" y="420658"/>
                      <a:pt x="219061" y="419243"/>
                    </a:cubicBezTo>
                    <a:cubicBezTo>
                      <a:pt x="217250" y="417431"/>
                      <a:pt x="216599" y="414884"/>
                      <a:pt x="217108" y="412563"/>
                    </a:cubicBezTo>
                    <a:cubicBezTo>
                      <a:pt x="217165" y="412251"/>
                      <a:pt x="217250" y="411968"/>
                      <a:pt x="217335" y="411657"/>
                    </a:cubicBezTo>
                    <a:cubicBezTo>
                      <a:pt x="227044" y="371462"/>
                      <a:pt x="232167" y="325719"/>
                      <a:pt x="232167" y="279325"/>
                    </a:cubicBezTo>
                    <a:cubicBezTo>
                      <a:pt x="232167" y="232932"/>
                      <a:pt x="226959" y="186453"/>
                      <a:pt x="217137" y="146230"/>
                    </a:cubicBezTo>
                    <a:lnTo>
                      <a:pt x="216712" y="144446"/>
                    </a:lnTo>
                    <a:cubicBezTo>
                      <a:pt x="196813" y="64227"/>
                      <a:pt x="161034" y="14408"/>
                      <a:pt x="123301" y="14408"/>
                    </a:cubicBezTo>
                    <a:cubicBezTo>
                      <a:pt x="85570" y="14408"/>
                      <a:pt x="49790" y="64227"/>
                      <a:pt x="29891" y="144446"/>
                    </a:cubicBezTo>
                    <a:lnTo>
                      <a:pt x="29495" y="146117"/>
                    </a:lnTo>
                    <a:cubicBezTo>
                      <a:pt x="19644" y="186425"/>
                      <a:pt x="14436" y="232450"/>
                      <a:pt x="14436" y="279297"/>
                    </a:cubicBezTo>
                    <a:cubicBezTo>
                      <a:pt x="14436" y="326144"/>
                      <a:pt x="19559" y="371575"/>
                      <a:pt x="29268" y="411544"/>
                    </a:cubicBezTo>
                    <a:cubicBezTo>
                      <a:pt x="30117" y="414063"/>
                      <a:pt x="29523" y="416922"/>
                      <a:pt x="27514" y="418932"/>
                    </a:cubicBezTo>
                    <a:cubicBezTo>
                      <a:pt x="24683" y="421762"/>
                      <a:pt x="20125" y="421762"/>
                      <a:pt x="17295" y="418932"/>
                    </a:cubicBezTo>
                    <a:cubicBezTo>
                      <a:pt x="16333" y="417969"/>
                      <a:pt x="15653" y="416752"/>
                      <a:pt x="15342" y="415450"/>
                    </a:cubicBezTo>
                    <a:lnTo>
                      <a:pt x="15342" y="415450"/>
                    </a:lnTo>
                    <a:cubicBezTo>
                      <a:pt x="5293" y="374293"/>
                      <a:pt x="0" y="327219"/>
                      <a:pt x="0" y="279325"/>
                    </a:cubicBezTo>
                    <a:cubicBezTo>
                      <a:pt x="0" y="231431"/>
                      <a:pt x="5350" y="184132"/>
                      <a:pt x="15455" y="142805"/>
                    </a:cubicBezTo>
                    <a:lnTo>
                      <a:pt x="15879" y="140993"/>
                    </a:lnTo>
                    <a:cubicBezTo>
                      <a:pt x="37760" y="52706"/>
                      <a:pt x="77927" y="0"/>
                      <a:pt x="123301" y="0"/>
                    </a:cubicBezTo>
                    <a:cubicBezTo>
                      <a:pt x="168676" y="0"/>
                      <a:pt x="208815" y="52706"/>
                      <a:pt x="230724" y="140993"/>
                    </a:cubicBezTo>
                    <a:lnTo>
                      <a:pt x="231176" y="142918"/>
                    </a:lnTo>
                    <a:cubicBezTo>
                      <a:pt x="241254" y="184132"/>
                      <a:pt x="246603" y="231318"/>
                      <a:pt x="246603" y="279325"/>
                    </a:cubicBezTo>
                    <a:cubicBezTo>
                      <a:pt x="246603" y="327333"/>
                      <a:pt x="241310" y="374038"/>
                      <a:pt x="231261" y="415450"/>
                    </a:cubicBezTo>
                    <a:cubicBezTo>
                      <a:pt x="231205" y="415733"/>
                      <a:pt x="231091" y="416044"/>
                      <a:pt x="231006" y="416327"/>
                    </a:cubicBezTo>
                    <a:cubicBezTo>
                      <a:pt x="230639" y="417431"/>
                      <a:pt x="230044" y="418450"/>
                      <a:pt x="229252" y="419243"/>
                    </a:cubicBezTo>
                    <a:cubicBezTo>
                      <a:pt x="227836" y="420658"/>
                      <a:pt x="225996" y="421366"/>
                      <a:pt x="224157" y="421366"/>
                    </a:cubicBezTo>
                    <a:close/>
                  </a:path>
                </a:pathLst>
              </a:custGeom>
              <a:solidFill>
                <a:srgbClr val="262626"/>
              </a:solidFill>
              <a:ln w="2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04" name="Forma Livre: Forma 403">
                <a:extLst>
                  <a:ext uri="{FF2B5EF4-FFF2-40B4-BE49-F238E27FC236}">
                    <a16:creationId xmlns:a16="http://schemas.microsoft.com/office/drawing/2014/main" id="{45AA9D58-FC75-5CEE-EBDA-C1CA6CFA6361}"/>
                  </a:ext>
                </a:extLst>
              </p:cNvPr>
              <p:cNvSpPr/>
              <p:nvPr/>
            </p:nvSpPr>
            <p:spPr>
              <a:xfrm>
                <a:off x="9691183" y="3607430"/>
                <a:ext cx="397277" cy="14436"/>
              </a:xfrm>
              <a:custGeom>
                <a:avLst/>
                <a:gdLst>
                  <a:gd name="connsiteX0" fmla="*/ 390059 w 397277"/>
                  <a:gd name="connsiteY0" fmla="*/ 14436 h 14436"/>
                  <a:gd name="connsiteX1" fmla="*/ 7218 w 397277"/>
                  <a:gd name="connsiteY1" fmla="*/ 14436 h 14436"/>
                  <a:gd name="connsiteX2" fmla="*/ 0 w 397277"/>
                  <a:gd name="connsiteY2" fmla="*/ 7218 h 14436"/>
                  <a:gd name="connsiteX3" fmla="*/ 7218 w 397277"/>
                  <a:gd name="connsiteY3" fmla="*/ 0 h 14436"/>
                  <a:gd name="connsiteX4" fmla="*/ 390059 w 397277"/>
                  <a:gd name="connsiteY4" fmla="*/ 0 h 14436"/>
                  <a:gd name="connsiteX5" fmla="*/ 397278 w 397277"/>
                  <a:gd name="connsiteY5" fmla="*/ 7218 h 14436"/>
                  <a:gd name="connsiteX6" fmla="*/ 390059 w 397277"/>
                  <a:gd name="connsiteY6" fmla="*/ 14436 h 144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97277" h="14436">
                    <a:moveTo>
                      <a:pt x="390059" y="14436"/>
                    </a:moveTo>
                    <a:lnTo>
                      <a:pt x="7218" y="14436"/>
                    </a:lnTo>
                    <a:cubicBezTo>
                      <a:pt x="3227" y="14436"/>
                      <a:pt x="0" y="11209"/>
                      <a:pt x="0" y="7218"/>
                    </a:cubicBezTo>
                    <a:cubicBezTo>
                      <a:pt x="0" y="3227"/>
                      <a:pt x="3227" y="0"/>
                      <a:pt x="7218" y="0"/>
                    </a:cubicBezTo>
                    <a:lnTo>
                      <a:pt x="390059" y="0"/>
                    </a:lnTo>
                    <a:cubicBezTo>
                      <a:pt x="394050" y="0"/>
                      <a:pt x="397278" y="3227"/>
                      <a:pt x="397278" y="7218"/>
                    </a:cubicBezTo>
                    <a:cubicBezTo>
                      <a:pt x="397278" y="11209"/>
                      <a:pt x="394050" y="14436"/>
                      <a:pt x="390059" y="14436"/>
                    </a:cubicBezTo>
                    <a:close/>
                  </a:path>
                </a:pathLst>
              </a:custGeom>
              <a:solidFill>
                <a:srgbClr val="262626"/>
              </a:solidFill>
              <a:ln w="2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05" name="Forma Livre: Forma 404">
                <a:extLst>
                  <a:ext uri="{FF2B5EF4-FFF2-40B4-BE49-F238E27FC236}">
                    <a16:creationId xmlns:a16="http://schemas.microsoft.com/office/drawing/2014/main" id="{280158E6-2131-0125-8526-2225A1134788}"/>
                  </a:ext>
                </a:extLst>
              </p:cNvPr>
              <p:cNvSpPr/>
              <p:nvPr/>
            </p:nvSpPr>
            <p:spPr>
              <a:xfrm>
                <a:off x="9666999" y="3441473"/>
                <a:ext cx="445660" cy="53270"/>
              </a:xfrm>
              <a:custGeom>
                <a:avLst/>
                <a:gdLst>
                  <a:gd name="connsiteX0" fmla="*/ 222808 w 445660"/>
                  <a:gd name="connsiteY0" fmla="*/ 53271 h 53270"/>
                  <a:gd name="connsiteX1" fmla="*/ 4482 w 445660"/>
                  <a:gd name="connsiteY1" fmla="*/ 13897 h 53270"/>
                  <a:gd name="connsiteX2" fmla="*/ 548 w 445660"/>
                  <a:gd name="connsiteY2" fmla="*/ 4471 h 53270"/>
                  <a:gd name="connsiteX3" fmla="*/ 9974 w 445660"/>
                  <a:gd name="connsiteY3" fmla="*/ 536 h 53270"/>
                  <a:gd name="connsiteX4" fmla="*/ 222808 w 445660"/>
                  <a:gd name="connsiteY4" fmla="*/ 38834 h 53270"/>
                  <a:gd name="connsiteX5" fmla="*/ 435699 w 445660"/>
                  <a:gd name="connsiteY5" fmla="*/ 536 h 53270"/>
                  <a:gd name="connsiteX6" fmla="*/ 445124 w 445660"/>
                  <a:gd name="connsiteY6" fmla="*/ 4471 h 53270"/>
                  <a:gd name="connsiteX7" fmla="*/ 441190 w 445660"/>
                  <a:gd name="connsiteY7" fmla="*/ 13897 h 53270"/>
                  <a:gd name="connsiteX8" fmla="*/ 222808 w 445660"/>
                  <a:gd name="connsiteY8" fmla="*/ 53271 h 532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45660" h="53270">
                    <a:moveTo>
                      <a:pt x="222808" y="53271"/>
                    </a:moveTo>
                    <a:cubicBezTo>
                      <a:pt x="142787" y="53271"/>
                      <a:pt x="67294" y="39655"/>
                      <a:pt x="4482" y="13897"/>
                    </a:cubicBezTo>
                    <a:cubicBezTo>
                      <a:pt x="802" y="12396"/>
                      <a:pt x="-981" y="8179"/>
                      <a:pt x="548" y="4471"/>
                    </a:cubicBezTo>
                    <a:cubicBezTo>
                      <a:pt x="2048" y="791"/>
                      <a:pt x="6265" y="-964"/>
                      <a:pt x="9974" y="536"/>
                    </a:cubicBezTo>
                    <a:cubicBezTo>
                      <a:pt x="71058" y="25587"/>
                      <a:pt x="144655" y="38834"/>
                      <a:pt x="222808" y="38834"/>
                    </a:cubicBezTo>
                    <a:cubicBezTo>
                      <a:pt x="300961" y="38834"/>
                      <a:pt x="374614" y="25587"/>
                      <a:pt x="435699" y="536"/>
                    </a:cubicBezTo>
                    <a:cubicBezTo>
                      <a:pt x="439378" y="-964"/>
                      <a:pt x="443596" y="791"/>
                      <a:pt x="445124" y="4471"/>
                    </a:cubicBezTo>
                    <a:cubicBezTo>
                      <a:pt x="446625" y="8150"/>
                      <a:pt x="444870" y="12368"/>
                      <a:pt x="441190" y="13897"/>
                    </a:cubicBezTo>
                    <a:cubicBezTo>
                      <a:pt x="378379" y="39655"/>
                      <a:pt x="302858" y="53271"/>
                      <a:pt x="222808" y="53271"/>
                    </a:cubicBezTo>
                    <a:close/>
                  </a:path>
                </a:pathLst>
              </a:custGeom>
              <a:solidFill>
                <a:srgbClr val="262626"/>
              </a:solidFill>
              <a:ln w="2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06" name="Forma Livre: Forma 405">
                <a:extLst>
                  <a:ext uri="{FF2B5EF4-FFF2-40B4-BE49-F238E27FC236}">
                    <a16:creationId xmlns:a16="http://schemas.microsoft.com/office/drawing/2014/main" id="{01265C4F-6272-D989-D8E9-A45426076866}"/>
                  </a:ext>
                </a:extLst>
              </p:cNvPr>
              <p:cNvSpPr/>
              <p:nvPr/>
            </p:nvSpPr>
            <p:spPr>
              <a:xfrm>
                <a:off x="9781785" y="3734610"/>
                <a:ext cx="216021" cy="22078"/>
              </a:xfrm>
              <a:custGeom>
                <a:avLst/>
                <a:gdLst>
                  <a:gd name="connsiteX0" fmla="*/ 7224 w 216021"/>
                  <a:gd name="connsiteY0" fmla="*/ 22050 h 22078"/>
                  <a:gd name="connsiteX1" fmla="*/ 90 w 216021"/>
                  <a:gd name="connsiteY1" fmla="*/ 15993 h 22078"/>
                  <a:gd name="connsiteX2" fmla="*/ 6063 w 216021"/>
                  <a:gd name="connsiteY2" fmla="*/ 7728 h 22078"/>
                  <a:gd name="connsiteX3" fmla="*/ 10762 w 216021"/>
                  <a:gd name="connsiteY3" fmla="*/ 7048 h 22078"/>
                  <a:gd name="connsiteX4" fmla="*/ 205480 w 216021"/>
                  <a:gd name="connsiteY4" fmla="*/ 7048 h 22078"/>
                  <a:gd name="connsiteX5" fmla="*/ 209924 w 216021"/>
                  <a:gd name="connsiteY5" fmla="*/ 7699 h 22078"/>
                  <a:gd name="connsiteX6" fmla="*/ 215925 w 216021"/>
                  <a:gd name="connsiteY6" fmla="*/ 15965 h 22078"/>
                  <a:gd name="connsiteX7" fmla="*/ 207688 w 216021"/>
                  <a:gd name="connsiteY7" fmla="*/ 21966 h 22078"/>
                  <a:gd name="connsiteX8" fmla="*/ 203499 w 216021"/>
                  <a:gd name="connsiteY8" fmla="*/ 21343 h 22078"/>
                  <a:gd name="connsiteX9" fmla="*/ 12715 w 216021"/>
                  <a:gd name="connsiteY9" fmla="*/ 21343 h 22078"/>
                  <a:gd name="connsiteX10" fmla="*/ 8356 w 216021"/>
                  <a:gd name="connsiteY10" fmla="*/ 21994 h 22078"/>
                  <a:gd name="connsiteX11" fmla="*/ 7195 w 216021"/>
                  <a:gd name="connsiteY11" fmla="*/ 22079 h 220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16021" h="22078">
                    <a:moveTo>
                      <a:pt x="7224" y="22050"/>
                    </a:moveTo>
                    <a:cubicBezTo>
                      <a:pt x="3742" y="22050"/>
                      <a:pt x="685" y="19531"/>
                      <a:pt x="90" y="15993"/>
                    </a:cubicBezTo>
                    <a:cubicBezTo>
                      <a:pt x="-532" y="12058"/>
                      <a:pt x="2128" y="8350"/>
                      <a:pt x="6063" y="7728"/>
                    </a:cubicBezTo>
                    <a:cubicBezTo>
                      <a:pt x="7620" y="7473"/>
                      <a:pt x="9148" y="7246"/>
                      <a:pt x="10762" y="7048"/>
                    </a:cubicBezTo>
                    <a:cubicBezTo>
                      <a:pt x="73460" y="-2349"/>
                      <a:pt x="142471" y="-2349"/>
                      <a:pt x="205480" y="7048"/>
                    </a:cubicBezTo>
                    <a:cubicBezTo>
                      <a:pt x="206867" y="7218"/>
                      <a:pt x="208396" y="7473"/>
                      <a:pt x="209924" y="7699"/>
                    </a:cubicBezTo>
                    <a:cubicBezTo>
                      <a:pt x="213859" y="8322"/>
                      <a:pt x="216576" y="12030"/>
                      <a:pt x="215925" y="15965"/>
                    </a:cubicBezTo>
                    <a:cubicBezTo>
                      <a:pt x="215302" y="19899"/>
                      <a:pt x="211622" y="22588"/>
                      <a:pt x="207688" y="21966"/>
                    </a:cubicBezTo>
                    <a:cubicBezTo>
                      <a:pt x="206273" y="21739"/>
                      <a:pt x="204914" y="21513"/>
                      <a:pt x="203499" y="21343"/>
                    </a:cubicBezTo>
                    <a:cubicBezTo>
                      <a:pt x="141565" y="12087"/>
                      <a:pt x="74366" y="12087"/>
                      <a:pt x="12715" y="21343"/>
                    </a:cubicBezTo>
                    <a:cubicBezTo>
                      <a:pt x="11129" y="21541"/>
                      <a:pt x="9743" y="21767"/>
                      <a:pt x="8356" y="21994"/>
                    </a:cubicBezTo>
                    <a:cubicBezTo>
                      <a:pt x="7960" y="22050"/>
                      <a:pt x="7591" y="22079"/>
                      <a:pt x="7195" y="22079"/>
                    </a:cubicBezTo>
                    <a:close/>
                  </a:path>
                </a:pathLst>
              </a:custGeom>
              <a:solidFill>
                <a:srgbClr val="262626"/>
              </a:solidFill>
              <a:ln w="2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grpSp>
        <p:nvGrpSpPr>
          <p:cNvPr id="415" name="Gráfico 3">
            <a:extLst>
              <a:ext uri="{FF2B5EF4-FFF2-40B4-BE49-F238E27FC236}">
                <a16:creationId xmlns:a16="http://schemas.microsoft.com/office/drawing/2014/main" id="{FEF15932-4830-91CF-2B8F-1DAC5C25DCD3}"/>
              </a:ext>
            </a:extLst>
          </p:cNvPr>
          <p:cNvGrpSpPr/>
          <p:nvPr/>
        </p:nvGrpSpPr>
        <p:grpSpPr>
          <a:xfrm>
            <a:off x="5694695" y="3381393"/>
            <a:ext cx="622350" cy="623128"/>
            <a:chOff x="5663524" y="3350183"/>
            <a:chExt cx="684691" cy="685547"/>
          </a:xfrm>
          <a:solidFill>
            <a:srgbClr val="262626"/>
          </a:solidFill>
        </p:grpSpPr>
        <p:grpSp>
          <p:nvGrpSpPr>
            <p:cNvPr id="416" name="Gráfico 3">
              <a:extLst>
                <a:ext uri="{FF2B5EF4-FFF2-40B4-BE49-F238E27FC236}">
                  <a16:creationId xmlns:a16="http://schemas.microsoft.com/office/drawing/2014/main" id="{1C3C742E-83A1-9EBC-FF90-0DABD78E5610}"/>
                </a:ext>
              </a:extLst>
            </p:cNvPr>
            <p:cNvGrpSpPr/>
            <p:nvPr/>
          </p:nvGrpSpPr>
          <p:grpSpPr>
            <a:xfrm>
              <a:off x="5887495" y="3350183"/>
              <a:ext cx="460720" cy="569039"/>
              <a:chOff x="5887495" y="3350183"/>
              <a:chExt cx="460720" cy="569039"/>
            </a:xfrm>
            <a:solidFill>
              <a:srgbClr val="262626"/>
            </a:solidFill>
          </p:grpSpPr>
          <p:sp>
            <p:nvSpPr>
              <p:cNvPr id="421" name="Forma Livre: Forma 420">
                <a:extLst>
                  <a:ext uri="{FF2B5EF4-FFF2-40B4-BE49-F238E27FC236}">
                    <a16:creationId xmlns:a16="http://schemas.microsoft.com/office/drawing/2014/main" id="{663A1645-61AA-BC80-7847-CBFC49684459}"/>
                  </a:ext>
                </a:extLst>
              </p:cNvPr>
              <p:cNvSpPr/>
              <p:nvPr/>
            </p:nvSpPr>
            <p:spPr>
              <a:xfrm>
                <a:off x="5887495" y="3350183"/>
                <a:ext cx="460720" cy="569039"/>
              </a:xfrm>
              <a:custGeom>
                <a:avLst/>
                <a:gdLst>
                  <a:gd name="connsiteX0" fmla="*/ 375271 w 460720"/>
                  <a:gd name="connsiteY0" fmla="*/ 569039 h 569039"/>
                  <a:gd name="connsiteX1" fmla="*/ 10093 w 460720"/>
                  <a:gd name="connsiteY1" fmla="*/ 569039 h 569039"/>
                  <a:gd name="connsiteX2" fmla="*/ 2875 w 460720"/>
                  <a:gd name="connsiteY2" fmla="*/ 561821 h 569039"/>
                  <a:gd name="connsiteX3" fmla="*/ 10093 w 460720"/>
                  <a:gd name="connsiteY3" fmla="*/ 554603 h 569039"/>
                  <a:gd name="connsiteX4" fmla="*/ 375271 w 460720"/>
                  <a:gd name="connsiteY4" fmla="*/ 554603 h 569039"/>
                  <a:gd name="connsiteX5" fmla="*/ 436639 w 460720"/>
                  <a:gd name="connsiteY5" fmla="*/ 519135 h 569039"/>
                  <a:gd name="connsiteX6" fmla="*/ 436639 w 460720"/>
                  <a:gd name="connsiteY6" fmla="*/ 448313 h 569039"/>
                  <a:gd name="connsiteX7" fmla="*/ 206623 w 460720"/>
                  <a:gd name="connsiteY7" fmla="*/ 49875 h 569039"/>
                  <a:gd name="connsiteX8" fmla="*/ 145227 w 460720"/>
                  <a:gd name="connsiteY8" fmla="*/ 14436 h 569039"/>
                  <a:gd name="connsiteX9" fmla="*/ 83859 w 460720"/>
                  <a:gd name="connsiteY9" fmla="*/ 49875 h 569039"/>
                  <a:gd name="connsiteX10" fmla="*/ 13461 w 460720"/>
                  <a:gd name="connsiteY10" fmla="*/ 171847 h 569039"/>
                  <a:gd name="connsiteX11" fmla="*/ 3611 w 460720"/>
                  <a:gd name="connsiteY11" fmla="*/ 174479 h 569039"/>
                  <a:gd name="connsiteX12" fmla="*/ 978 w 460720"/>
                  <a:gd name="connsiteY12" fmla="*/ 164629 h 569039"/>
                  <a:gd name="connsiteX13" fmla="*/ 71376 w 460720"/>
                  <a:gd name="connsiteY13" fmla="*/ 42657 h 569039"/>
                  <a:gd name="connsiteX14" fmla="*/ 145255 w 460720"/>
                  <a:gd name="connsiteY14" fmla="*/ 0 h 569039"/>
                  <a:gd name="connsiteX15" fmla="*/ 219134 w 460720"/>
                  <a:gd name="connsiteY15" fmla="*/ 42657 h 569039"/>
                  <a:gd name="connsiteX16" fmla="*/ 449150 w 460720"/>
                  <a:gd name="connsiteY16" fmla="*/ 441095 h 569039"/>
                  <a:gd name="connsiteX17" fmla="*/ 449150 w 460720"/>
                  <a:gd name="connsiteY17" fmla="*/ 526354 h 569039"/>
                  <a:gd name="connsiteX18" fmla="*/ 375271 w 460720"/>
                  <a:gd name="connsiteY18" fmla="*/ 569039 h 5690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60720" h="569039">
                    <a:moveTo>
                      <a:pt x="375271" y="569039"/>
                    </a:moveTo>
                    <a:lnTo>
                      <a:pt x="10093" y="569039"/>
                    </a:lnTo>
                    <a:cubicBezTo>
                      <a:pt x="6102" y="569039"/>
                      <a:pt x="2875" y="565812"/>
                      <a:pt x="2875" y="561821"/>
                    </a:cubicBezTo>
                    <a:cubicBezTo>
                      <a:pt x="2875" y="557830"/>
                      <a:pt x="6102" y="554603"/>
                      <a:pt x="10093" y="554603"/>
                    </a:cubicBezTo>
                    <a:lnTo>
                      <a:pt x="375271" y="554603"/>
                    </a:lnTo>
                    <a:cubicBezTo>
                      <a:pt x="400888" y="554603"/>
                      <a:pt x="423844" y="541356"/>
                      <a:pt x="436639" y="519135"/>
                    </a:cubicBezTo>
                    <a:cubicBezTo>
                      <a:pt x="449433" y="496943"/>
                      <a:pt x="449433" y="470477"/>
                      <a:pt x="436639" y="448313"/>
                    </a:cubicBezTo>
                    <a:lnTo>
                      <a:pt x="206623" y="49875"/>
                    </a:lnTo>
                    <a:cubicBezTo>
                      <a:pt x="193800" y="27683"/>
                      <a:pt x="170844" y="14436"/>
                      <a:pt x="145227" y="14436"/>
                    </a:cubicBezTo>
                    <a:cubicBezTo>
                      <a:pt x="119609" y="14436"/>
                      <a:pt x="96653" y="27683"/>
                      <a:pt x="83859" y="49875"/>
                    </a:cubicBezTo>
                    <a:lnTo>
                      <a:pt x="13461" y="171847"/>
                    </a:lnTo>
                    <a:cubicBezTo>
                      <a:pt x="11480" y="175300"/>
                      <a:pt x="7064" y="176489"/>
                      <a:pt x="3611" y="174479"/>
                    </a:cubicBezTo>
                    <a:cubicBezTo>
                      <a:pt x="157" y="172498"/>
                      <a:pt x="-1032" y="168082"/>
                      <a:pt x="978" y="164629"/>
                    </a:cubicBezTo>
                    <a:lnTo>
                      <a:pt x="71376" y="42657"/>
                    </a:lnTo>
                    <a:cubicBezTo>
                      <a:pt x="86803" y="15936"/>
                      <a:pt x="114429" y="0"/>
                      <a:pt x="145255" y="0"/>
                    </a:cubicBezTo>
                    <a:cubicBezTo>
                      <a:pt x="176080" y="0"/>
                      <a:pt x="203707" y="15936"/>
                      <a:pt x="219134" y="42657"/>
                    </a:cubicBezTo>
                    <a:lnTo>
                      <a:pt x="449150" y="441095"/>
                    </a:lnTo>
                    <a:cubicBezTo>
                      <a:pt x="464577" y="467760"/>
                      <a:pt x="464577" y="499661"/>
                      <a:pt x="449150" y="526354"/>
                    </a:cubicBezTo>
                    <a:cubicBezTo>
                      <a:pt x="433723" y="553075"/>
                      <a:pt x="406096" y="569039"/>
                      <a:pt x="375271" y="569039"/>
                    </a:cubicBezTo>
                    <a:close/>
                  </a:path>
                </a:pathLst>
              </a:custGeom>
              <a:solidFill>
                <a:srgbClr val="262626"/>
              </a:solidFill>
              <a:ln w="2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grpSp>
            <p:nvGrpSpPr>
              <p:cNvPr id="422" name="Gráfico 3">
                <a:extLst>
                  <a:ext uri="{FF2B5EF4-FFF2-40B4-BE49-F238E27FC236}">
                    <a16:creationId xmlns:a16="http://schemas.microsoft.com/office/drawing/2014/main" id="{04260D4E-7EAE-C526-22DC-B7A205CADDD1}"/>
                  </a:ext>
                </a:extLst>
              </p:cNvPr>
              <p:cNvGrpSpPr/>
              <p:nvPr/>
            </p:nvGrpSpPr>
            <p:grpSpPr>
              <a:xfrm>
                <a:off x="5988734" y="3492620"/>
                <a:ext cx="93438" cy="354534"/>
                <a:chOff x="5988734" y="3492620"/>
                <a:chExt cx="93438" cy="354534"/>
              </a:xfrm>
              <a:solidFill>
                <a:srgbClr val="262626"/>
              </a:solidFill>
            </p:grpSpPr>
            <p:sp>
              <p:nvSpPr>
                <p:cNvPr id="423" name="Forma Livre: Forma 422">
                  <a:extLst>
                    <a:ext uri="{FF2B5EF4-FFF2-40B4-BE49-F238E27FC236}">
                      <a16:creationId xmlns:a16="http://schemas.microsoft.com/office/drawing/2014/main" id="{FE092A51-FF14-DABF-C56E-602D155A2BB4}"/>
                    </a:ext>
                  </a:extLst>
                </p:cNvPr>
                <p:cNvSpPr/>
                <p:nvPr/>
              </p:nvSpPr>
              <p:spPr>
                <a:xfrm>
                  <a:off x="5990516" y="3492620"/>
                  <a:ext cx="91656" cy="250736"/>
                </a:xfrm>
                <a:custGeom>
                  <a:avLst/>
                  <a:gdLst>
                    <a:gd name="connsiteX0" fmla="*/ 42234 w 91656"/>
                    <a:gd name="connsiteY0" fmla="*/ 250736 h 250736"/>
                    <a:gd name="connsiteX1" fmla="*/ 32384 w 91656"/>
                    <a:gd name="connsiteY1" fmla="*/ 249632 h 250736"/>
                    <a:gd name="connsiteX2" fmla="*/ 27034 w 91656"/>
                    <a:gd name="connsiteY2" fmla="*/ 240942 h 250736"/>
                    <a:gd name="connsiteX3" fmla="*/ 35724 w 91656"/>
                    <a:gd name="connsiteY3" fmla="*/ 235592 h 250736"/>
                    <a:gd name="connsiteX4" fmla="*/ 42234 w 91656"/>
                    <a:gd name="connsiteY4" fmla="*/ 236300 h 250736"/>
                    <a:gd name="connsiteX5" fmla="*/ 72805 w 91656"/>
                    <a:gd name="connsiteY5" fmla="*/ 206550 h 250736"/>
                    <a:gd name="connsiteX6" fmla="*/ 77221 w 91656"/>
                    <a:gd name="connsiteY6" fmla="*/ 50527 h 250736"/>
                    <a:gd name="connsiteX7" fmla="*/ 77221 w 91656"/>
                    <a:gd name="connsiteY7" fmla="*/ 49423 h 250736"/>
                    <a:gd name="connsiteX8" fmla="*/ 42234 w 91656"/>
                    <a:gd name="connsiteY8" fmla="*/ 14436 h 250736"/>
                    <a:gd name="connsiteX9" fmla="*/ 13192 w 91656"/>
                    <a:gd name="connsiteY9" fmla="*/ 29835 h 250736"/>
                    <a:gd name="connsiteX10" fmla="*/ 3172 w 91656"/>
                    <a:gd name="connsiteY10" fmla="*/ 31760 h 250736"/>
                    <a:gd name="connsiteX11" fmla="*/ 1247 w 91656"/>
                    <a:gd name="connsiteY11" fmla="*/ 21739 h 250736"/>
                    <a:gd name="connsiteX12" fmla="*/ 42234 w 91656"/>
                    <a:gd name="connsiteY12" fmla="*/ 0 h 250736"/>
                    <a:gd name="connsiteX13" fmla="*/ 91657 w 91656"/>
                    <a:gd name="connsiteY13" fmla="*/ 49423 h 250736"/>
                    <a:gd name="connsiteX14" fmla="*/ 91657 w 91656"/>
                    <a:gd name="connsiteY14" fmla="*/ 50725 h 250736"/>
                    <a:gd name="connsiteX15" fmla="*/ 87213 w 91656"/>
                    <a:gd name="connsiteY15" fmla="*/ 206946 h 250736"/>
                    <a:gd name="connsiteX16" fmla="*/ 42234 w 91656"/>
                    <a:gd name="connsiteY16" fmla="*/ 250708 h 2507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91656" h="250736">
                      <a:moveTo>
                        <a:pt x="42234" y="250736"/>
                      </a:moveTo>
                      <a:cubicBezTo>
                        <a:pt x="38809" y="250736"/>
                        <a:pt x="35497" y="250368"/>
                        <a:pt x="32384" y="249632"/>
                      </a:cubicBezTo>
                      <a:cubicBezTo>
                        <a:pt x="28506" y="248698"/>
                        <a:pt x="26100" y="244820"/>
                        <a:pt x="27034" y="240942"/>
                      </a:cubicBezTo>
                      <a:cubicBezTo>
                        <a:pt x="27968" y="237064"/>
                        <a:pt x="31817" y="234658"/>
                        <a:pt x="35724" y="235592"/>
                      </a:cubicBezTo>
                      <a:cubicBezTo>
                        <a:pt x="37734" y="236074"/>
                        <a:pt x="39913" y="236300"/>
                        <a:pt x="42234" y="236300"/>
                      </a:cubicBezTo>
                      <a:cubicBezTo>
                        <a:pt x="58907" y="236300"/>
                        <a:pt x="72324" y="223223"/>
                        <a:pt x="72805" y="206550"/>
                      </a:cubicBezTo>
                      <a:lnTo>
                        <a:pt x="77221" y="50527"/>
                      </a:lnTo>
                      <a:lnTo>
                        <a:pt x="77221" y="49423"/>
                      </a:lnTo>
                      <a:cubicBezTo>
                        <a:pt x="77221" y="30146"/>
                        <a:pt x="61511" y="14436"/>
                        <a:pt x="42234" y="14436"/>
                      </a:cubicBezTo>
                      <a:cubicBezTo>
                        <a:pt x="30572" y="14436"/>
                        <a:pt x="19731" y="20182"/>
                        <a:pt x="13192" y="29835"/>
                      </a:cubicBezTo>
                      <a:cubicBezTo>
                        <a:pt x="10956" y="33147"/>
                        <a:pt x="6455" y="33996"/>
                        <a:pt x="3172" y="31760"/>
                      </a:cubicBezTo>
                      <a:cubicBezTo>
                        <a:pt x="-140" y="29523"/>
                        <a:pt x="-989" y="25023"/>
                        <a:pt x="1247" y="21739"/>
                      </a:cubicBezTo>
                      <a:cubicBezTo>
                        <a:pt x="10475" y="8124"/>
                        <a:pt x="25817" y="0"/>
                        <a:pt x="42234" y="0"/>
                      </a:cubicBezTo>
                      <a:cubicBezTo>
                        <a:pt x="69493" y="0"/>
                        <a:pt x="91657" y="22164"/>
                        <a:pt x="91657" y="49423"/>
                      </a:cubicBezTo>
                      <a:lnTo>
                        <a:pt x="91657" y="50725"/>
                      </a:lnTo>
                      <a:lnTo>
                        <a:pt x="87213" y="206946"/>
                      </a:lnTo>
                      <a:cubicBezTo>
                        <a:pt x="86534" y="231488"/>
                        <a:pt x="66748" y="250708"/>
                        <a:pt x="42234" y="250708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282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424" name="Forma Livre: Forma 423">
                  <a:extLst>
                    <a:ext uri="{FF2B5EF4-FFF2-40B4-BE49-F238E27FC236}">
                      <a16:creationId xmlns:a16="http://schemas.microsoft.com/office/drawing/2014/main" id="{BFFA6C03-8640-5711-0EE0-76CAF0F05C5D}"/>
                    </a:ext>
                  </a:extLst>
                </p:cNvPr>
                <p:cNvSpPr/>
                <p:nvPr/>
              </p:nvSpPr>
              <p:spPr>
                <a:xfrm>
                  <a:off x="5988734" y="3779022"/>
                  <a:ext cx="87975" cy="68132"/>
                </a:xfrm>
                <a:custGeom>
                  <a:avLst/>
                  <a:gdLst>
                    <a:gd name="connsiteX0" fmla="*/ 56697 w 87975"/>
                    <a:gd name="connsiteY0" fmla="*/ 68133 h 68132"/>
                    <a:gd name="connsiteX1" fmla="*/ 31278 w 87975"/>
                    <a:gd name="connsiteY1" fmla="*/ 68133 h 68132"/>
                    <a:gd name="connsiteX2" fmla="*/ 0 w 87975"/>
                    <a:gd name="connsiteY2" fmla="*/ 36855 h 68132"/>
                    <a:gd name="connsiteX3" fmla="*/ 0 w 87975"/>
                    <a:gd name="connsiteY3" fmla="*/ 31278 h 68132"/>
                    <a:gd name="connsiteX4" fmla="*/ 31278 w 87975"/>
                    <a:gd name="connsiteY4" fmla="*/ 0 h 68132"/>
                    <a:gd name="connsiteX5" fmla="*/ 56697 w 87975"/>
                    <a:gd name="connsiteY5" fmla="*/ 0 h 68132"/>
                    <a:gd name="connsiteX6" fmla="*/ 87976 w 87975"/>
                    <a:gd name="connsiteY6" fmla="*/ 31278 h 68132"/>
                    <a:gd name="connsiteX7" fmla="*/ 87976 w 87975"/>
                    <a:gd name="connsiteY7" fmla="*/ 36855 h 68132"/>
                    <a:gd name="connsiteX8" fmla="*/ 56697 w 87975"/>
                    <a:gd name="connsiteY8" fmla="*/ 68133 h 68132"/>
                    <a:gd name="connsiteX9" fmla="*/ 31278 w 87975"/>
                    <a:gd name="connsiteY9" fmla="*/ 14436 h 68132"/>
                    <a:gd name="connsiteX10" fmla="*/ 14436 w 87975"/>
                    <a:gd name="connsiteY10" fmla="*/ 31278 h 68132"/>
                    <a:gd name="connsiteX11" fmla="*/ 14436 w 87975"/>
                    <a:gd name="connsiteY11" fmla="*/ 36855 h 68132"/>
                    <a:gd name="connsiteX12" fmla="*/ 31278 w 87975"/>
                    <a:gd name="connsiteY12" fmla="*/ 53697 h 68132"/>
                    <a:gd name="connsiteX13" fmla="*/ 56697 w 87975"/>
                    <a:gd name="connsiteY13" fmla="*/ 53697 h 68132"/>
                    <a:gd name="connsiteX14" fmla="*/ 73539 w 87975"/>
                    <a:gd name="connsiteY14" fmla="*/ 36855 h 68132"/>
                    <a:gd name="connsiteX15" fmla="*/ 73539 w 87975"/>
                    <a:gd name="connsiteY15" fmla="*/ 31278 h 68132"/>
                    <a:gd name="connsiteX16" fmla="*/ 56697 w 87975"/>
                    <a:gd name="connsiteY16" fmla="*/ 14436 h 68132"/>
                    <a:gd name="connsiteX17" fmla="*/ 31278 w 87975"/>
                    <a:gd name="connsiteY17" fmla="*/ 14436 h 681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87975" h="68132">
                      <a:moveTo>
                        <a:pt x="56697" y="68133"/>
                      </a:moveTo>
                      <a:lnTo>
                        <a:pt x="31278" y="68133"/>
                      </a:lnTo>
                      <a:cubicBezTo>
                        <a:pt x="14040" y="68133"/>
                        <a:pt x="0" y="54093"/>
                        <a:pt x="0" y="36855"/>
                      </a:cubicBezTo>
                      <a:lnTo>
                        <a:pt x="0" y="31278"/>
                      </a:lnTo>
                      <a:cubicBezTo>
                        <a:pt x="0" y="14040"/>
                        <a:pt x="14040" y="0"/>
                        <a:pt x="31278" y="0"/>
                      </a:cubicBezTo>
                      <a:lnTo>
                        <a:pt x="56697" y="0"/>
                      </a:lnTo>
                      <a:cubicBezTo>
                        <a:pt x="73936" y="0"/>
                        <a:pt x="87976" y="14040"/>
                        <a:pt x="87976" y="31278"/>
                      </a:cubicBezTo>
                      <a:lnTo>
                        <a:pt x="87976" y="36855"/>
                      </a:lnTo>
                      <a:cubicBezTo>
                        <a:pt x="87976" y="54093"/>
                        <a:pt x="73936" y="68133"/>
                        <a:pt x="56697" y="68133"/>
                      </a:cubicBezTo>
                      <a:close/>
                      <a:moveTo>
                        <a:pt x="31278" y="14436"/>
                      </a:moveTo>
                      <a:cubicBezTo>
                        <a:pt x="21994" y="14436"/>
                        <a:pt x="14436" y="21994"/>
                        <a:pt x="14436" y="31278"/>
                      </a:cubicBezTo>
                      <a:lnTo>
                        <a:pt x="14436" y="36855"/>
                      </a:lnTo>
                      <a:cubicBezTo>
                        <a:pt x="14436" y="46139"/>
                        <a:pt x="21994" y="53697"/>
                        <a:pt x="31278" y="53697"/>
                      </a:cubicBezTo>
                      <a:lnTo>
                        <a:pt x="56697" y="53697"/>
                      </a:lnTo>
                      <a:cubicBezTo>
                        <a:pt x="65982" y="53697"/>
                        <a:pt x="73539" y="46139"/>
                        <a:pt x="73539" y="36855"/>
                      </a:cubicBezTo>
                      <a:lnTo>
                        <a:pt x="73539" y="31278"/>
                      </a:lnTo>
                      <a:cubicBezTo>
                        <a:pt x="73539" y="21994"/>
                        <a:pt x="65982" y="14436"/>
                        <a:pt x="56697" y="14436"/>
                      </a:cubicBezTo>
                      <a:lnTo>
                        <a:pt x="31278" y="14436"/>
                      </a:lnTo>
                      <a:close/>
                    </a:path>
                  </a:pathLst>
                </a:custGeom>
                <a:solidFill>
                  <a:srgbClr val="262626"/>
                </a:solidFill>
                <a:ln w="282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</p:grpSp>
        <p:grpSp>
          <p:nvGrpSpPr>
            <p:cNvPr id="417" name="Gráfico 3">
              <a:extLst>
                <a:ext uri="{FF2B5EF4-FFF2-40B4-BE49-F238E27FC236}">
                  <a16:creationId xmlns:a16="http://schemas.microsoft.com/office/drawing/2014/main" id="{B21D0FAF-E30B-2296-2966-85A1B5BAFF11}"/>
                </a:ext>
              </a:extLst>
            </p:cNvPr>
            <p:cNvGrpSpPr/>
            <p:nvPr/>
          </p:nvGrpSpPr>
          <p:grpSpPr>
            <a:xfrm>
              <a:off x="5663524" y="3559310"/>
              <a:ext cx="327021" cy="476421"/>
              <a:chOff x="5663524" y="3559310"/>
              <a:chExt cx="327021" cy="476421"/>
            </a:xfrm>
            <a:solidFill>
              <a:srgbClr val="262626"/>
            </a:solidFill>
          </p:grpSpPr>
          <p:sp>
            <p:nvSpPr>
              <p:cNvPr id="418" name="Forma Livre: Forma 417">
                <a:extLst>
                  <a:ext uri="{FF2B5EF4-FFF2-40B4-BE49-F238E27FC236}">
                    <a16:creationId xmlns:a16="http://schemas.microsoft.com/office/drawing/2014/main" id="{A196ED5B-C859-32F6-7E34-A4D121812719}"/>
                  </a:ext>
                </a:extLst>
              </p:cNvPr>
              <p:cNvSpPr/>
              <p:nvPr/>
            </p:nvSpPr>
            <p:spPr>
              <a:xfrm>
                <a:off x="5703181" y="3955717"/>
                <a:ext cx="247707" cy="80014"/>
              </a:xfrm>
              <a:custGeom>
                <a:avLst/>
                <a:gdLst>
                  <a:gd name="connsiteX0" fmla="*/ 123840 w 247707"/>
                  <a:gd name="connsiteY0" fmla="*/ 80014 h 80014"/>
                  <a:gd name="connsiteX1" fmla="*/ 0 w 247707"/>
                  <a:gd name="connsiteY1" fmla="*/ 37244 h 80014"/>
                  <a:gd name="connsiteX2" fmla="*/ 60066 w 247707"/>
                  <a:gd name="connsiteY2" fmla="*/ 134 h 80014"/>
                  <a:gd name="connsiteX3" fmla="*/ 68530 w 247707"/>
                  <a:gd name="connsiteY3" fmla="*/ 5852 h 80014"/>
                  <a:gd name="connsiteX4" fmla="*/ 62812 w 247707"/>
                  <a:gd name="connsiteY4" fmla="*/ 14316 h 80014"/>
                  <a:gd name="connsiteX5" fmla="*/ 14436 w 247707"/>
                  <a:gd name="connsiteY5" fmla="*/ 37244 h 80014"/>
                  <a:gd name="connsiteX6" fmla="*/ 123840 w 247707"/>
                  <a:gd name="connsiteY6" fmla="*/ 65578 h 80014"/>
                  <a:gd name="connsiteX7" fmla="*/ 233271 w 247707"/>
                  <a:gd name="connsiteY7" fmla="*/ 37244 h 80014"/>
                  <a:gd name="connsiteX8" fmla="*/ 184896 w 247707"/>
                  <a:gd name="connsiteY8" fmla="*/ 14316 h 80014"/>
                  <a:gd name="connsiteX9" fmla="*/ 179178 w 247707"/>
                  <a:gd name="connsiteY9" fmla="*/ 5852 h 80014"/>
                  <a:gd name="connsiteX10" fmla="*/ 187642 w 247707"/>
                  <a:gd name="connsiteY10" fmla="*/ 134 h 80014"/>
                  <a:gd name="connsiteX11" fmla="*/ 247707 w 247707"/>
                  <a:gd name="connsiteY11" fmla="*/ 37244 h 80014"/>
                  <a:gd name="connsiteX12" fmla="*/ 123840 w 247707"/>
                  <a:gd name="connsiteY12" fmla="*/ 80014 h 800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47707" h="80014">
                    <a:moveTo>
                      <a:pt x="123840" y="80014"/>
                    </a:moveTo>
                    <a:cubicBezTo>
                      <a:pt x="62302" y="80014"/>
                      <a:pt x="0" y="65323"/>
                      <a:pt x="0" y="37244"/>
                    </a:cubicBezTo>
                    <a:cubicBezTo>
                      <a:pt x="0" y="15108"/>
                      <a:pt x="37647" y="4493"/>
                      <a:pt x="60066" y="134"/>
                    </a:cubicBezTo>
                    <a:cubicBezTo>
                      <a:pt x="63944" y="-630"/>
                      <a:pt x="67765" y="1946"/>
                      <a:pt x="68530" y="5852"/>
                    </a:cubicBezTo>
                    <a:cubicBezTo>
                      <a:pt x="69293" y="9758"/>
                      <a:pt x="66718" y="13551"/>
                      <a:pt x="62812" y="14316"/>
                    </a:cubicBezTo>
                    <a:cubicBezTo>
                      <a:pt x="27316" y="21194"/>
                      <a:pt x="14436" y="31809"/>
                      <a:pt x="14436" y="37244"/>
                    </a:cubicBezTo>
                    <a:cubicBezTo>
                      <a:pt x="14436" y="48793"/>
                      <a:pt x="57065" y="65578"/>
                      <a:pt x="123840" y="65578"/>
                    </a:cubicBezTo>
                    <a:cubicBezTo>
                      <a:pt x="190614" y="65578"/>
                      <a:pt x="233271" y="48793"/>
                      <a:pt x="233271" y="37244"/>
                    </a:cubicBezTo>
                    <a:cubicBezTo>
                      <a:pt x="233271" y="31809"/>
                      <a:pt x="220392" y="21194"/>
                      <a:pt x="184896" y="14316"/>
                    </a:cubicBezTo>
                    <a:cubicBezTo>
                      <a:pt x="180990" y="13551"/>
                      <a:pt x="178414" y="9758"/>
                      <a:pt x="179178" y="5852"/>
                    </a:cubicBezTo>
                    <a:cubicBezTo>
                      <a:pt x="179943" y="1946"/>
                      <a:pt x="183736" y="-630"/>
                      <a:pt x="187642" y="134"/>
                    </a:cubicBezTo>
                    <a:cubicBezTo>
                      <a:pt x="210089" y="4493"/>
                      <a:pt x="247707" y="15080"/>
                      <a:pt x="247707" y="37244"/>
                    </a:cubicBezTo>
                    <a:cubicBezTo>
                      <a:pt x="247707" y="65323"/>
                      <a:pt x="185377" y="80014"/>
                      <a:pt x="123840" y="80014"/>
                    </a:cubicBezTo>
                    <a:close/>
                  </a:path>
                </a:pathLst>
              </a:custGeom>
              <a:solidFill>
                <a:srgbClr val="262626"/>
              </a:solidFill>
              <a:ln w="2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19" name="Forma Livre: Forma 418">
                <a:extLst>
                  <a:ext uri="{FF2B5EF4-FFF2-40B4-BE49-F238E27FC236}">
                    <a16:creationId xmlns:a16="http://schemas.microsoft.com/office/drawing/2014/main" id="{8A8CF6EE-6E18-2C42-F37D-E20E64DF1DD8}"/>
                  </a:ext>
                </a:extLst>
              </p:cNvPr>
              <p:cNvSpPr/>
              <p:nvPr/>
            </p:nvSpPr>
            <p:spPr>
              <a:xfrm>
                <a:off x="5663524" y="3559310"/>
                <a:ext cx="327021" cy="431046"/>
              </a:xfrm>
              <a:custGeom>
                <a:avLst/>
                <a:gdLst>
                  <a:gd name="connsiteX0" fmla="*/ 141135 w 327021"/>
                  <a:gd name="connsiteY0" fmla="*/ 431047 h 431046"/>
                  <a:gd name="connsiteX1" fmla="*/ 133917 w 327021"/>
                  <a:gd name="connsiteY1" fmla="*/ 423829 h 431046"/>
                  <a:gd name="connsiteX2" fmla="*/ 133917 w 327021"/>
                  <a:gd name="connsiteY2" fmla="*/ 284534 h 431046"/>
                  <a:gd name="connsiteX3" fmla="*/ 48036 w 327021"/>
                  <a:gd name="connsiteY3" fmla="*/ 239216 h 431046"/>
                  <a:gd name="connsiteX4" fmla="*/ 0 w 327021"/>
                  <a:gd name="connsiteY4" fmla="*/ 123726 h 431046"/>
                  <a:gd name="connsiteX5" fmla="*/ 0 w 327021"/>
                  <a:gd name="connsiteY5" fmla="*/ 7218 h 431046"/>
                  <a:gd name="connsiteX6" fmla="*/ 7218 w 327021"/>
                  <a:gd name="connsiteY6" fmla="*/ 0 h 431046"/>
                  <a:gd name="connsiteX7" fmla="*/ 165903 w 327021"/>
                  <a:gd name="connsiteY7" fmla="*/ 0 h 431046"/>
                  <a:gd name="connsiteX8" fmla="*/ 172555 w 327021"/>
                  <a:gd name="connsiteY8" fmla="*/ 4416 h 431046"/>
                  <a:gd name="connsiteX9" fmla="*/ 199247 w 327021"/>
                  <a:gd name="connsiteY9" fmla="*/ 67765 h 431046"/>
                  <a:gd name="connsiteX10" fmla="*/ 199530 w 327021"/>
                  <a:gd name="connsiteY10" fmla="*/ 72605 h 431046"/>
                  <a:gd name="connsiteX11" fmla="*/ 179122 w 327021"/>
                  <a:gd name="connsiteY11" fmla="*/ 142465 h 431046"/>
                  <a:gd name="connsiteX12" fmla="*/ 195964 w 327021"/>
                  <a:gd name="connsiteY12" fmla="*/ 168535 h 431046"/>
                  <a:gd name="connsiteX13" fmla="*/ 192765 w 327021"/>
                  <a:gd name="connsiteY13" fmla="*/ 144560 h 431046"/>
                  <a:gd name="connsiteX14" fmla="*/ 193473 w 327021"/>
                  <a:gd name="connsiteY14" fmla="*/ 140342 h 431046"/>
                  <a:gd name="connsiteX15" fmla="*/ 227157 w 327021"/>
                  <a:gd name="connsiteY15" fmla="*/ 73992 h 431046"/>
                  <a:gd name="connsiteX16" fmla="*/ 218128 w 327021"/>
                  <a:gd name="connsiteY16" fmla="*/ 8180 h 431046"/>
                  <a:gd name="connsiteX17" fmla="*/ 219826 w 327021"/>
                  <a:gd name="connsiteY17" fmla="*/ 2463 h 431046"/>
                  <a:gd name="connsiteX18" fmla="*/ 225261 w 327021"/>
                  <a:gd name="connsiteY18" fmla="*/ 0 h 431046"/>
                  <a:gd name="connsiteX19" fmla="*/ 319804 w 327021"/>
                  <a:gd name="connsiteY19" fmla="*/ 0 h 431046"/>
                  <a:gd name="connsiteX20" fmla="*/ 327021 w 327021"/>
                  <a:gd name="connsiteY20" fmla="*/ 7218 h 431046"/>
                  <a:gd name="connsiteX21" fmla="*/ 327021 w 327021"/>
                  <a:gd name="connsiteY21" fmla="*/ 123726 h 431046"/>
                  <a:gd name="connsiteX22" fmla="*/ 186934 w 327021"/>
                  <a:gd name="connsiteY22" fmla="*/ 285496 h 431046"/>
                  <a:gd name="connsiteX23" fmla="*/ 178754 w 327021"/>
                  <a:gd name="connsiteY23" fmla="*/ 279382 h 431046"/>
                  <a:gd name="connsiteX24" fmla="*/ 184868 w 327021"/>
                  <a:gd name="connsiteY24" fmla="*/ 271202 h 431046"/>
                  <a:gd name="connsiteX25" fmla="*/ 312585 w 327021"/>
                  <a:gd name="connsiteY25" fmla="*/ 123698 h 431046"/>
                  <a:gd name="connsiteX26" fmla="*/ 312585 w 327021"/>
                  <a:gd name="connsiteY26" fmla="*/ 14408 h 431046"/>
                  <a:gd name="connsiteX27" fmla="*/ 233554 w 327021"/>
                  <a:gd name="connsiteY27" fmla="*/ 14408 h 431046"/>
                  <a:gd name="connsiteX28" fmla="*/ 241763 w 327021"/>
                  <a:gd name="connsiteY28" fmla="*/ 74247 h 431046"/>
                  <a:gd name="connsiteX29" fmla="*/ 241056 w 327021"/>
                  <a:gd name="connsiteY29" fmla="*/ 78493 h 431046"/>
                  <a:gd name="connsiteX30" fmla="*/ 207371 w 327021"/>
                  <a:gd name="connsiteY30" fmla="*/ 144843 h 431046"/>
                  <a:gd name="connsiteX31" fmla="*/ 214533 w 327021"/>
                  <a:gd name="connsiteY31" fmla="*/ 198483 h 431046"/>
                  <a:gd name="connsiteX32" fmla="*/ 209862 w 327021"/>
                  <a:gd name="connsiteY32" fmla="*/ 206211 h 431046"/>
                  <a:gd name="connsiteX33" fmla="*/ 201314 w 327021"/>
                  <a:gd name="connsiteY33" fmla="*/ 203352 h 431046"/>
                  <a:gd name="connsiteX34" fmla="*/ 165223 w 327021"/>
                  <a:gd name="connsiteY34" fmla="*/ 147475 h 431046"/>
                  <a:gd name="connsiteX35" fmla="*/ 164346 w 327021"/>
                  <a:gd name="connsiteY35" fmla="*/ 141531 h 431046"/>
                  <a:gd name="connsiteX36" fmla="*/ 184953 w 327021"/>
                  <a:gd name="connsiteY36" fmla="*/ 70964 h 431046"/>
                  <a:gd name="connsiteX37" fmla="*/ 161119 w 327021"/>
                  <a:gd name="connsiteY37" fmla="*/ 14380 h 431046"/>
                  <a:gd name="connsiteX38" fmla="*/ 14436 w 327021"/>
                  <a:gd name="connsiteY38" fmla="*/ 14380 h 431046"/>
                  <a:gd name="connsiteX39" fmla="*/ 14436 w 327021"/>
                  <a:gd name="connsiteY39" fmla="*/ 123670 h 431046"/>
                  <a:gd name="connsiteX40" fmla="*/ 58226 w 327021"/>
                  <a:gd name="connsiteY40" fmla="*/ 228940 h 431046"/>
                  <a:gd name="connsiteX41" fmla="*/ 142154 w 327021"/>
                  <a:gd name="connsiteY41" fmla="*/ 271202 h 431046"/>
                  <a:gd name="connsiteX42" fmla="*/ 148324 w 327021"/>
                  <a:gd name="connsiteY42" fmla="*/ 278335 h 431046"/>
                  <a:gd name="connsiteX43" fmla="*/ 148324 w 327021"/>
                  <a:gd name="connsiteY43" fmla="*/ 423772 h 431046"/>
                  <a:gd name="connsiteX44" fmla="*/ 141107 w 327021"/>
                  <a:gd name="connsiteY44" fmla="*/ 430990 h 431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</a:cxnLst>
                <a:rect l="l" t="t" r="r" b="b"/>
                <a:pathLst>
                  <a:path w="327021" h="431046">
                    <a:moveTo>
                      <a:pt x="141135" y="431047"/>
                    </a:moveTo>
                    <a:cubicBezTo>
                      <a:pt x="137144" y="431047"/>
                      <a:pt x="133917" y="427820"/>
                      <a:pt x="133917" y="423829"/>
                    </a:cubicBezTo>
                    <a:lnTo>
                      <a:pt x="133917" y="284534"/>
                    </a:lnTo>
                    <a:cubicBezTo>
                      <a:pt x="101733" y="278561"/>
                      <a:pt x="71445" y="262625"/>
                      <a:pt x="48036" y="239216"/>
                    </a:cubicBezTo>
                    <a:cubicBezTo>
                      <a:pt x="17069" y="208249"/>
                      <a:pt x="0" y="167233"/>
                      <a:pt x="0" y="123726"/>
                    </a:cubicBezTo>
                    <a:lnTo>
                      <a:pt x="0" y="7218"/>
                    </a:lnTo>
                    <a:cubicBezTo>
                      <a:pt x="0" y="3227"/>
                      <a:pt x="3227" y="0"/>
                      <a:pt x="7218" y="0"/>
                    </a:cubicBezTo>
                    <a:lnTo>
                      <a:pt x="165903" y="0"/>
                    </a:lnTo>
                    <a:cubicBezTo>
                      <a:pt x="168818" y="0"/>
                      <a:pt x="171422" y="1727"/>
                      <a:pt x="172555" y="4416"/>
                    </a:cubicBezTo>
                    <a:lnTo>
                      <a:pt x="199247" y="67765"/>
                    </a:lnTo>
                    <a:cubicBezTo>
                      <a:pt x="199898" y="69294"/>
                      <a:pt x="199983" y="70992"/>
                      <a:pt x="199530" y="72605"/>
                    </a:cubicBezTo>
                    <a:lnTo>
                      <a:pt x="179122" y="142465"/>
                    </a:lnTo>
                    <a:lnTo>
                      <a:pt x="195964" y="168535"/>
                    </a:lnTo>
                    <a:lnTo>
                      <a:pt x="192765" y="144560"/>
                    </a:lnTo>
                    <a:cubicBezTo>
                      <a:pt x="192567" y="143116"/>
                      <a:pt x="192822" y="141644"/>
                      <a:pt x="193473" y="140342"/>
                    </a:cubicBezTo>
                    <a:lnTo>
                      <a:pt x="227157" y="73992"/>
                    </a:lnTo>
                    <a:lnTo>
                      <a:pt x="218128" y="8180"/>
                    </a:lnTo>
                    <a:cubicBezTo>
                      <a:pt x="217845" y="6114"/>
                      <a:pt x="218467" y="4019"/>
                      <a:pt x="219826" y="2463"/>
                    </a:cubicBezTo>
                    <a:cubicBezTo>
                      <a:pt x="221185" y="906"/>
                      <a:pt x="223195" y="0"/>
                      <a:pt x="225261" y="0"/>
                    </a:cubicBezTo>
                    <a:lnTo>
                      <a:pt x="319804" y="0"/>
                    </a:lnTo>
                    <a:cubicBezTo>
                      <a:pt x="323794" y="0"/>
                      <a:pt x="327021" y="3227"/>
                      <a:pt x="327021" y="7218"/>
                    </a:cubicBezTo>
                    <a:lnTo>
                      <a:pt x="327021" y="123726"/>
                    </a:lnTo>
                    <a:cubicBezTo>
                      <a:pt x="327021" y="204399"/>
                      <a:pt x="266786" y="273947"/>
                      <a:pt x="186934" y="285496"/>
                    </a:cubicBezTo>
                    <a:cubicBezTo>
                      <a:pt x="183000" y="286091"/>
                      <a:pt x="179320" y="283317"/>
                      <a:pt x="178754" y="279382"/>
                    </a:cubicBezTo>
                    <a:cubicBezTo>
                      <a:pt x="178188" y="275447"/>
                      <a:pt x="180905" y="271768"/>
                      <a:pt x="184868" y="271202"/>
                    </a:cubicBezTo>
                    <a:cubicBezTo>
                      <a:pt x="257671" y="260643"/>
                      <a:pt x="312585" y="197237"/>
                      <a:pt x="312585" y="123698"/>
                    </a:cubicBezTo>
                    <a:lnTo>
                      <a:pt x="312585" y="14408"/>
                    </a:lnTo>
                    <a:lnTo>
                      <a:pt x="233554" y="14408"/>
                    </a:lnTo>
                    <a:lnTo>
                      <a:pt x="241763" y="74247"/>
                    </a:lnTo>
                    <a:cubicBezTo>
                      <a:pt x="241962" y="75691"/>
                      <a:pt x="241707" y="77191"/>
                      <a:pt x="241056" y="78493"/>
                    </a:cubicBezTo>
                    <a:lnTo>
                      <a:pt x="207371" y="144843"/>
                    </a:lnTo>
                    <a:lnTo>
                      <a:pt x="214533" y="198483"/>
                    </a:lnTo>
                    <a:cubicBezTo>
                      <a:pt x="214986" y="201823"/>
                      <a:pt x="213032" y="205050"/>
                      <a:pt x="209862" y="206211"/>
                    </a:cubicBezTo>
                    <a:cubicBezTo>
                      <a:pt x="206720" y="207371"/>
                      <a:pt x="203125" y="206211"/>
                      <a:pt x="201314" y="203352"/>
                    </a:cubicBezTo>
                    <a:lnTo>
                      <a:pt x="165223" y="147475"/>
                    </a:lnTo>
                    <a:cubicBezTo>
                      <a:pt x="164091" y="145720"/>
                      <a:pt x="163780" y="143541"/>
                      <a:pt x="164346" y="141531"/>
                    </a:cubicBezTo>
                    <a:lnTo>
                      <a:pt x="184953" y="70964"/>
                    </a:lnTo>
                    <a:lnTo>
                      <a:pt x="161119" y="14380"/>
                    </a:lnTo>
                    <a:lnTo>
                      <a:pt x="14436" y="14380"/>
                    </a:lnTo>
                    <a:lnTo>
                      <a:pt x="14436" y="123670"/>
                    </a:lnTo>
                    <a:cubicBezTo>
                      <a:pt x="14436" y="163327"/>
                      <a:pt x="30005" y="200691"/>
                      <a:pt x="58226" y="228940"/>
                    </a:cubicBezTo>
                    <a:cubicBezTo>
                      <a:pt x="80956" y="251642"/>
                      <a:pt x="110762" y="266673"/>
                      <a:pt x="142154" y="271202"/>
                    </a:cubicBezTo>
                    <a:cubicBezTo>
                      <a:pt x="145692" y="271711"/>
                      <a:pt x="148324" y="274768"/>
                      <a:pt x="148324" y="278335"/>
                    </a:cubicBezTo>
                    <a:lnTo>
                      <a:pt x="148324" y="423772"/>
                    </a:lnTo>
                    <a:cubicBezTo>
                      <a:pt x="148324" y="427763"/>
                      <a:pt x="145098" y="430990"/>
                      <a:pt x="141107" y="430990"/>
                    </a:cubicBezTo>
                    <a:close/>
                  </a:path>
                </a:pathLst>
              </a:custGeom>
              <a:solidFill>
                <a:srgbClr val="262626"/>
              </a:solidFill>
              <a:ln w="2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20" name="Forma Livre: Forma 419">
                <a:extLst>
                  <a:ext uri="{FF2B5EF4-FFF2-40B4-BE49-F238E27FC236}">
                    <a16:creationId xmlns:a16="http://schemas.microsoft.com/office/drawing/2014/main" id="{3A4FF32B-6941-D772-E8DD-89CB5CC00EF8}"/>
                  </a:ext>
                </a:extLst>
              </p:cNvPr>
              <p:cNvSpPr/>
              <p:nvPr/>
            </p:nvSpPr>
            <p:spPr>
              <a:xfrm>
                <a:off x="5842221" y="3870479"/>
                <a:ext cx="14436" cy="119876"/>
              </a:xfrm>
              <a:custGeom>
                <a:avLst/>
                <a:gdLst>
                  <a:gd name="connsiteX0" fmla="*/ 7218 w 14436"/>
                  <a:gd name="connsiteY0" fmla="*/ 119877 h 119876"/>
                  <a:gd name="connsiteX1" fmla="*/ 0 w 14436"/>
                  <a:gd name="connsiteY1" fmla="*/ 112659 h 119876"/>
                  <a:gd name="connsiteX2" fmla="*/ 0 w 14436"/>
                  <a:gd name="connsiteY2" fmla="*/ 7218 h 119876"/>
                  <a:gd name="connsiteX3" fmla="*/ 7218 w 14436"/>
                  <a:gd name="connsiteY3" fmla="*/ 0 h 119876"/>
                  <a:gd name="connsiteX4" fmla="*/ 14436 w 14436"/>
                  <a:gd name="connsiteY4" fmla="*/ 7218 h 119876"/>
                  <a:gd name="connsiteX5" fmla="*/ 14436 w 14436"/>
                  <a:gd name="connsiteY5" fmla="*/ 112659 h 119876"/>
                  <a:gd name="connsiteX6" fmla="*/ 7218 w 14436"/>
                  <a:gd name="connsiteY6" fmla="*/ 119877 h 1198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4436" h="119876">
                    <a:moveTo>
                      <a:pt x="7218" y="119877"/>
                    </a:moveTo>
                    <a:cubicBezTo>
                      <a:pt x="3227" y="119877"/>
                      <a:pt x="0" y="116650"/>
                      <a:pt x="0" y="112659"/>
                    </a:cubicBezTo>
                    <a:lnTo>
                      <a:pt x="0" y="7218"/>
                    </a:lnTo>
                    <a:cubicBezTo>
                      <a:pt x="0" y="3227"/>
                      <a:pt x="3227" y="0"/>
                      <a:pt x="7218" y="0"/>
                    </a:cubicBezTo>
                    <a:cubicBezTo>
                      <a:pt x="11209" y="0"/>
                      <a:pt x="14436" y="3227"/>
                      <a:pt x="14436" y="7218"/>
                    </a:cubicBezTo>
                    <a:lnTo>
                      <a:pt x="14436" y="112659"/>
                    </a:lnTo>
                    <a:cubicBezTo>
                      <a:pt x="14436" y="116650"/>
                      <a:pt x="11209" y="119877"/>
                      <a:pt x="7218" y="119877"/>
                    </a:cubicBezTo>
                    <a:close/>
                  </a:path>
                </a:pathLst>
              </a:custGeom>
              <a:solidFill>
                <a:srgbClr val="262626"/>
              </a:solidFill>
              <a:ln w="2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grpSp>
        <p:nvGrpSpPr>
          <p:cNvPr id="425" name="Gráfico 3">
            <a:extLst>
              <a:ext uri="{FF2B5EF4-FFF2-40B4-BE49-F238E27FC236}">
                <a16:creationId xmlns:a16="http://schemas.microsoft.com/office/drawing/2014/main" id="{FFC2DBEC-4A43-CDB5-00B2-6DFE472F86FE}"/>
              </a:ext>
            </a:extLst>
          </p:cNvPr>
          <p:cNvGrpSpPr/>
          <p:nvPr/>
        </p:nvGrpSpPr>
        <p:grpSpPr>
          <a:xfrm>
            <a:off x="9606713" y="5183356"/>
            <a:ext cx="566216" cy="632302"/>
            <a:chOff x="9578354" y="5151688"/>
            <a:chExt cx="622933" cy="695638"/>
          </a:xfrm>
          <a:solidFill>
            <a:srgbClr val="262626"/>
          </a:solidFill>
        </p:grpSpPr>
        <p:sp>
          <p:nvSpPr>
            <p:cNvPr id="426" name="Forma Livre: Forma 425">
              <a:extLst>
                <a:ext uri="{FF2B5EF4-FFF2-40B4-BE49-F238E27FC236}">
                  <a16:creationId xmlns:a16="http://schemas.microsoft.com/office/drawing/2014/main" id="{6D58A03B-D262-2B57-AC81-E42662028EEC}"/>
                </a:ext>
              </a:extLst>
            </p:cNvPr>
            <p:cNvSpPr/>
            <p:nvPr/>
          </p:nvSpPr>
          <p:spPr>
            <a:xfrm>
              <a:off x="9578354" y="5151688"/>
              <a:ext cx="489640" cy="597161"/>
            </a:xfrm>
            <a:custGeom>
              <a:avLst/>
              <a:gdLst>
                <a:gd name="connsiteX0" fmla="*/ 157155 w 489640"/>
                <a:gd name="connsiteY0" fmla="*/ 597162 h 597161"/>
                <a:gd name="connsiteX1" fmla="*/ 154099 w 489640"/>
                <a:gd name="connsiteY1" fmla="*/ 596482 h 597161"/>
                <a:gd name="connsiteX2" fmla="*/ 0 w 489640"/>
                <a:gd name="connsiteY2" fmla="*/ 355511 h 597161"/>
                <a:gd name="connsiteX3" fmla="*/ 0 w 489640"/>
                <a:gd name="connsiteY3" fmla="*/ 63986 h 597161"/>
                <a:gd name="connsiteX4" fmla="*/ 7218 w 489640"/>
                <a:gd name="connsiteY4" fmla="*/ 56768 h 597161"/>
                <a:gd name="connsiteX5" fmla="*/ 240800 w 489640"/>
                <a:gd name="connsiteY5" fmla="*/ 1231 h 597161"/>
                <a:gd name="connsiteX6" fmla="*/ 248896 w 489640"/>
                <a:gd name="connsiteY6" fmla="*/ 1231 h 597161"/>
                <a:gd name="connsiteX7" fmla="*/ 482422 w 489640"/>
                <a:gd name="connsiteY7" fmla="*/ 56768 h 597161"/>
                <a:gd name="connsiteX8" fmla="*/ 489640 w 489640"/>
                <a:gd name="connsiteY8" fmla="*/ 63986 h 597161"/>
                <a:gd name="connsiteX9" fmla="*/ 489640 w 489640"/>
                <a:gd name="connsiteY9" fmla="*/ 131213 h 597161"/>
                <a:gd name="connsiteX10" fmla="*/ 482422 w 489640"/>
                <a:gd name="connsiteY10" fmla="*/ 138432 h 597161"/>
                <a:gd name="connsiteX11" fmla="*/ 475204 w 489640"/>
                <a:gd name="connsiteY11" fmla="*/ 131213 h 597161"/>
                <a:gd name="connsiteX12" fmla="*/ 475204 w 489640"/>
                <a:gd name="connsiteY12" fmla="*/ 71176 h 597161"/>
                <a:gd name="connsiteX13" fmla="*/ 244848 w 489640"/>
                <a:gd name="connsiteY13" fmla="*/ 15866 h 597161"/>
                <a:gd name="connsiteX14" fmla="*/ 14464 w 489640"/>
                <a:gd name="connsiteY14" fmla="*/ 71176 h 597161"/>
                <a:gd name="connsiteX15" fmla="*/ 14464 w 489640"/>
                <a:gd name="connsiteY15" fmla="*/ 355511 h 597161"/>
                <a:gd name="connsiteX16" fmla="*/ 160241 w 489640"/>
                <a:gd name="connsiteY16" fmla="*/ 583405 h 597161"/>
                <a:gd name="connsiteX17" fmla="*/ 163723 w 489640"/>
                <a:gd name="connsiteY17" fmla="*/ 593000 h 597161"/>
                <a:gd name="connsiteX18" fmla="*/ 157184 w 489640"/>
                <a:gd name="connsiteY18" fmla="*/ 597162 h 597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89640" h="597161">
                  <a:moveTo>
                    <a:pt x="157155" y="597162"/>
                  </a:moveTo>
                  <a:cubicBezTo>
                    <a:pt x="156137" y="597162"/>
                    <a:pt x="155089" y="596935"/>
                    <a:pt x="154099" y="596482"/>
                  </a:cubicBezTo>
                  <a:cubicBezTo>
                    <a:pt x="59046" y="552126"/>
                    <a:pt x="0" y="459792"/>
                    <a:pt x="0" y="355511"/>
                  </a:cubicBezTo>
                  <a:lnTo>
                    <a:pt x="0" y="63986"/>
                  </a:lnTo>
                  <a:cubicBezTo>
                    <a:pt x="0" y="59995"/>
                    <a:pt x="3227" y="56768"/>
                    <a:pt x="7218" y="56768"/>
                  </a:cubicBezTo>
                  <a:cubicBezTo>
                    <a:pt x="101987" y="56768"/>
                    <a:pt x="189311" y="35991"/>
                    <a:pt x="240800" y="1231"/>
                  </a:cubicBezTo>
                  <a:cubicBezTo>
                    <a:pt x="243235" y="-410"/>
                    <a:pt x="246433" y="-410"/>
                    <a:pt x="248896" y="1231"/>
                  </a:cubicBezTo>
                  <a:cubicBezTo>
                    <a:pt x="300300" y="36020"/>
                    <a:pt x="387625" y="56768"/>
                    <a:pt x="482422" y="56768"/>
                  </a:cubicBezTo>
                  <a:cubicBezTo>
                    <a:pt x="486413" y="56768"/>
                    <a:pt x="489640" y="59995"/>
                    <a:pt x="489640" y="63986"/>
                  </a:cubicBezTo>
                  <a:lnTo>
                    <a:pt x="489640" y="131213"/>
                  </a:lnTo>
                  <a:cubicBezTo>
                    <a:pt x="489640" y="135205"/>
                    <a:pt x="486413" y="138432"/>
                    <a:pt x="482422" y="138432"/>
                  </a:cubicBezTo>
                  <a:cubicBezTo>
                    <a:pt x="478430" y="138432"/>
                    <a:pt x="475204" y="135205"/>
                    <a:pt x="475204" y="131213"/>
                  </a:cubicBezTo>
                  <a:lnTo>
                    <a:pt x="475204" y="71176"/>
                  </a:lnTo>
                  <a:cubicBezTo>
                    <a:pt x="382784" y="70157"/>
                    <a:pt x="297611" y="49692"/>
                    <a:pt x="244848" y="15866"/>
                  </a:cubicBezTo>
                  <a:cubicBezTo>
                    <a:pt x="192029" y="49720"/>
                    <a:pt x="106828" y="70157"/>
                    <a:pt x="14464" y="71176"/>
                  </a:cubicBezTo>
                  <a:lnTo>
                    <a:pt x="14464" y="355511"/>
                  </a:lnTo>
                  <a:cubicBezTo>
                    <a:pt x="14464" y="454130"/>
                    <a:pt x="70312" y="541455"/>
                    <a:pt x="160241" y="583405"/>
                  </a:cubicBezTo>
                  <a:cubicBezTo>
                    <a:pt x="163864" y="585103"/>
                    <a:pt x="165421" y="589377"/>
                    <a:pt x="163723" y="593000"/>
                  </a:cubicBezTo>
                  <a:cubicBezTo>
                    <a:pt x="162506" y="595633"/>
                    <a:pt x="159902" y="597162"/>
                    <a:pt x="157184" y="597162"/>
                  </a:cubicBezTo>
                  <a:close/>
                </a:path>
              </a:pathLst>
            </a:custGeom>
            <a:solidFill>
              <a:srgbClr val="262626"/>
            </a:solidFill>
            <a:ln w="2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grpSp>
          <p:nvGrpSpPr>
            <p:cNvPr id="427" name="Gráfico 3">
              <a:extLst>
                <a:ext uri="{FF2B5EF4-FFF2-40B4-BE49-F238E27FC236}">
                  <a16:creationId xmlns:a16="http://schemas.microsoft.com/office/drawing/2014/main" id="{28A7A210-1FC0-295C-3A56-C6769D6D4852}"/>
                </a:ext>
              </a:extLst>
            </p:cNvPr>
            <p:cNvGrpSpPr/>
            <p:nvPr/>
          </p:nvGrpSpPr>
          <p:grpSpPr>
            <a:xfrm>
              <a:off x="9747371" y="5303593"/>
              <a:ext cx="453917" cy="543733"/>
              <a:chOff x="9747371" y="5303593"/>
              <a:chExt cx="453917" cy="543733"/>
            </a:xfrm>
            <a:solidFill>
              <a:srgbClr val="262626"/>
            </a:solidFill>
          </p:grpSpPr>
          <p:grpSp>
            <p:nvGrpSpPr>
              <p:cNvPr id="428" name="Gráfico 3">
                <a:extLst>
                  <a:ext uri="{FF2B5EF4-FFF2-40B4-BE49-F238E27FC236}">
                    <a16:creationId xmlns:a16="http://schemas.microsoft.com/office/drawing/2014/main" id="{DEF7D4F2-9AC5-BB8D-4EEF-E2B881D75F28}"/>
                  </a:ext>
                </a:extLst>
              </p:cNvPr>
              <p:cNvGrpSpPr/>
              <p:nvPr/>
            </p:nvGrpSpPr>
            <p:grpSpPr>
              <a:xfrm>
                <a:off x="9747371" y="5393409"/>
                <a:ext cx="453917" cy="453917"/>
                <a:chOff x="9747371" y="5393409"/>
                <a:chExt cx="453917" cy="453917"/>
              </a:xfrm>
              <a:solidFill>
                <a:srgbClr val="262626"/>
              </a:solidFill>
            </p:grpSpPr>
            <p:sp>
              <p:nvSpPr>
                <p:cNvPr id="433" name="Forma Livre: Forma 432">
                  <a:extLst>
                    <a:ext uri="{FF2B5EF4-FFF2-40B4-BE49-F238E27FC236}">
                      <a16:creationId xmlns:a16="http://schemas.microsoft.com/office/drawing/2014/main" id="{93F21C67-04F3-C109-4E94-222B878B5045}"/>
                    </a:ext>
                  </a:extLst>
                </p:cNvPr>
                <p:cNvSpPr/>
                <p:nvPr/>
              </p:nvSpPr>
              <p:spPr>
                <a:xfrm>
                  <a:off x="9747371" y="5393409"/>
                  <a:ext cx="453917" cy="453917"/>
                </a:xfrm>
                <a:custGeom>
                  <a:avLst/>
                  <a:gdLst>
                    <a:gd name="connsiteX0" fmla="*/ 226959 w 453917"/>
                    <a:gd name="connsiteY0" fmla="*/ 453918 h 453917"/>
                    <a:gd name="connsiteX1" fmla="*/ 0 w 453917"/>
                    <a:gd name="connsiteY1" fmla="*/ 226959 h 453917"/>
                    <a:gd name="connsiteX2" fmla="*/ 226959 w 453917"/>
                    <a:gd name="connsiteY2" fmla="*/ 0 h 453917"/>
                    <a:gd name="connsiteX3" fmla="*/ 453918 w 453917"/>
                    <a:gd name="connsiteY3" fmla="*/ 226959 h 453917"/>
                    <a:gd name="connsiteX4" fmla="*/ 226959 w 453917"/>
                    <a:gd name="connsiteY4" fmla="*/ 453918 h 453917"/>
                    <a:gd name="connsiteX5" fmla="*/ 226959 w 453917"/>
                    <a:gd name="connsiteY5" fmla="*/ 14408 h 453917"/>
                    <a:gd name="connsiteX6" fmla="*/ 14436 w 453917"/>
                    <a:gd name="connsiteY6" fmla="*/ 226931 h 453917"/>
                    <a:gd name="connsiteX7" fmla="*/ 226959 w 453917"/>
                    <a:gd name="connsiteY7" fmla="*/ 439454 h 453917"/>
                    <a:gd name="connsiteX8" fmla="*/ 439482 w 453917"/>
                    <a:gd name="connsiteY8" fmla="*/ 226931 h 453917"/>
                    <a:gd name="connsiteX9" fmla="*/ 226959 w 453917"/>
                    <a:gd name="connsiteY9" fmla="*/ 14408 h 4539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453917" h="453917">
                      <a:moveTo>
                        <a:pt x="226959" y="453918"/>
                      </a:moveTo>
                      <a:cubicBezTo>
                        <a:pt x="101817" y="453918"/>
                        <a:pt x="0" y="352100"/>
                        <a:pt x="0" y="226959"/>
                      </a:cubicBezTo>
                      <a:cubicBezTo>
                        <a:pt x="0" y="101817"/>
                        <a:pt x="101817" y="0"/>
                        <a:pt x="226959" y="0"/>
                      </a:cubicBezTo>
                      <a:cubicBezTo>
                        <a:pt x="352100" y="0"/>
                        <a:pt x="453918" y="101817"/>
                        <a:pt x="453918" y="226959"/>
                      </a:cubicBezTo>
                      <a:cubicBezTo>
                        <a:pt x="453918" y="352100"/>
                        <a:pt x="352100" y="453918"/>
                        <a:pt x="226959" y="453918"/>
                      </a:cubicBezTo>
                      <a:close/>
                      <a:moveTo>
                        <a:pt x="226959" y="14408"/>
                      </a:moveTo>
                      <a:cubicBezTo>
                        <a:pt x="109771" y="14408"/>
                        <a:pt x="14436" y="109743"/>
                        <a:pt x="14436" y="226931"/>
                      </a:cubicBezTo>
                      <a:cubicBezTo>
                        <a:pt x="14436" y="344118"/>
                        <a:pt x="109771" y="439454"/>
                        <a:pt x="226959" y="439454"/>
                      </a:cubicBezTo>
                      <a:cubicBezTo>
                        <a:pt x="344146" y="439454"/>
                        <a:pt x="439482" y="344118"/>
                        <a:pt x="439482" y="226931"/>
                      </a:cubicBezTo>
                      <a:cubicBezTo>
                        <a:pt x="439482" y="109743"/>
                        <a:pt x="344146" y="14408"/>
                        <a:pt x="226959" y="14408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282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434" name="Forma Livre: Forma 433">
                  <a:extLst>
                    <a:ext uri="{FF2B5EF4-FFF2-40B4-BE49-F238E27FC236}">
                      <a16:creationId xmlns:a16="http://schemas.microsoft.com/office/drawing/2014/main" id="{6411DFAB-2075-1579-FA47-D888AC2DA685}"/>
                    </a:ext>
                  </a:extLst>
                </p:cNvPr>
                <p:cNvSpPr/>
                <p:nvPr/>
              </p:nvSpPr>
              <p:spPr>
                <a:xfrm>
                  <a:off x="9818735" y="5462171"/>
                  <a:ext cx="81227" cy="79222"/>
                </a:xfrm>
                <a:custGeom>
                  <a:avLst/>
                  <a:gdLst>
                    <a:gd name="connsiteX0" fmla="*/ 7213 w 81227"/>
                    <a:gd name="connsiteY0" fmla="*/ 79223 h 79222"/>
                    <a:gd name="connsiteX1" fmla="*/ 3590 w 81227"/>
                    <a:gd name="connsiteY1" fmla="*/ 78232 h 79222"/>
                    <a:gd name="connsiteX2" fmla="*/ 985 w 81227"/>
                    <a:gd name="connsiteY2" fmla="*/ 68353 h 79222"/>
                    <a:gd name="connsiteX3" fmla="*/ 70562 w 81227"/>
                    <a:gd name="connsiteY3" fmla="*/ 871 h 79222"/>
                    <a:gd name="connsiteX4" fmla="*/ 80356 w 81227"/>
                    <a:gd name="connsiteY4" fmla="*/ 3787 h 79222"/>
                    <a:gd name="connsiteX5" fmla="*/ 77440 w 81227"/>
                    <a:gd name="connsiteY5" fmla="*/ 13581 h 79222"/>
                    <a:gd name="connsiteX6" fmla="*/ 13469 w 81227"/>
                    <a:gd name="connsiteY6" fmla="*/ 75628 h 79222"/>
                    <a:gd name="connsiteX7" fmla="*/ 7213 w 81227"/>
                    <a:gd name="connsiteY7" fmla="*/ 79223 h 792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1227" h="79222">
                      <a:moveTo>
                        <a:pt x="7213" y="79223"/>
                      </a:moveTo>
                      <a:cubicBezTo>
                        <a:pt x="5967" y="79223"/>
                        <a:pt x="4722" y="78911"/>
                        <a:pt x="3590" y="78232"/>
                      </a:cubicBezTo>
                      <a:cubicBezTo>
                        <a:pt x="137" y="76222"/>
                        <a:pt x="-1024" y="71806"/>
                        <a:pt x="985" y="68353"/>
                      </a:cubicBezTo>
                      <a:cubicBezTo>
                        <a:pt x="17573" y="39905"/>
                        <a:pt x="41633" y="16581"/>
                        <a:pt x="70562" y="871"/>
                      </a:cubicBezTo>
                      <a:cubicBezTo>
                        <a:pt x="74072" y="-1025"/>
                        <a:pt x="78460" y="277"/>
                        <a:pt x="80356" y="3787"/>
                      </a:cubicBezTo>
                      <a:cubicBezTo>
                        <a:pt x="82253" y="7297"/>
                        <a:pt x="80950" y="11684"/>
                        <a:pt x="77440" y="13581"/>
                      </a:cubicBezTo>
                      <a:cubicBezTo>
                        <a:pt x="50833" y="28017"/>
                        <a:pt x="28725" y="49473"/>
                        <a:pt x="13469" y="75628"/>
                      </a:cubicBezTo>
                      <a:cubicBezTo>
                        <a:pt x="12138" y="77921"/>
                        <a:pt x="9704" y="79223"/>
                        <a:pt x="7213" y="79223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282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435" name="Forma Livre: Forma 434">
                  <a:extLst>
                    <a:ext uri="{FF2B5EF4-FFF2-40B4-BE49-F238E27FC236}">
                      <a16:creationId xmlns:a16="http://schemas.microsoft.com/office/drawing/2014/main" id="{574E9FEE-CDC1-23CB-FE3D-B5C41EBCBA55}"/>
                    </a:ext>
                  </a:extLst>
                </p:cNvPr>
                <p:cNvSpPr/>
                <p:nvPr/>
              </p:nvSpPr>
              <p:spPr>
                <a:xfrm>
                  <a:off x="9795491" y="5577534"/>
                  <a:ext cx="22865" cy="103182"/>
                </a:xfrm>
                <a:custGeom>
                  <a:avLst/>
                  <a:gdLst>
                    <a:gd name="connsiteX0" fmla="*/ 15625 w 22865"/>
                    <a:gd name="connsiteY0" fmla="*/ 103183 h 103182"/>
                    <a:gd name="connsiteX1" fmla="*/ 8775 w 22865"/>
                    <a:gd name="connsiteY1" fmla="*/ 98201 h 103182"/>
                    <a:gd name="connsiteX2" fmla="*/ 0 w 22865"/>
                    <a:gd name="connsiteY2" fmla="*/ 42806 h 103182"/>
                    <a:gd name="connsiteX3" fmla="*/ 3878 w 22865"/>
                    <a:gd name="connsiteY3" fmla="*/ 5725 h 103182"/>
                    <a:gd name="connsiteX4" fmla="*/ 12426 w 22865"/>
                    <a:gd name="connsiteY4" fmla="*/ 148 h 103182"/>
                    <a:gd name="connsiteX5" fmla="*/ 18002 w 22865"/>
                    <a:gd name="connsiteY5" fmla="*/ 8697 h 103182"/>
                    <a:gd name="connsiteX6" fmla="*/ 14436 w 22865"/>
                    <a:gd name="connsiteY6" fmla="*/ 42777 h 103182"/>
                    <a:gd name="connsiteX7" fmla="*/ 22503 w 22865"/>
                    <a:gd name="connsiteY7" fmla="*/ 93672 h 103182"/>
                    <a:gd name="connsiteX8" fmla="*/ 17889 w 22865"/>
                    <a:gd name="connsiteY8" fmla="*/ 102786 h 103182"/>
                    <a:gd name="connsiteX9" fmla="*/ 15653 w 22865"/>
                    <a:gd name="connsiteY9" fmla="*/ 103154 h 1031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2865" h="103182">
                      <a:moveTo>
                        <a:pt x="15625" y="103183"/>
                      </a:moveTo>
                      <a:cubicBezTo>
                        <a:pt x="12596" y="103183"/>
                        <a:pt x="9765" y="101258"/>
                        <a:pt x="8775" y="98201"/>
                      </a:cubicBezTo>
                      <a:cubicBezTo>
                        <a:pt x="2944" y="80368"/>
                        <a:pt x="0" y="61742"/>
                        <a:pt x="0" y="42806"/>
                      </a:cubicBezTo>
                      <a:cubicBezTo>
                        <a:pt x="0" y="30323"/>
                        <a:pt x="1302" y="17840"/>
                        <a:pt x="3878" y="5725"/>
                      </a:cubicBezTo>
                      <a:cubicBezTo>
                        <a:pt x="4699" y="1818"/>
                        <a:pt x="8520" y="-644"/>
                        <a:pt x="12426" y="148"/>
                      </a:cubicBezTo>
                      <a:cubicBezTo>
                        <a:pt x="16333" y="969"/>
                        <a:pt x="18823" y="4819"/>
                        <a:pt x="18002" y="8697"/>
                      </a:cubicBezTo>
                      <a:cubicBezTo>
                        <a:pt x="15653" y="19821"/>
                        <a:pt x="14436" y="31285"/>
                        <a:pt x="14436" y="42777"/>
                      </a:cubicBezTo>
                      <a:cubicBezTo>
                        <a:pt x="14436" y="60157"/>
                        <a:pt x="17153" y="77283"/>
                        <a:pt x="22503" y="93672"/>
                      </a:cubicBezTo>
                      <a:cubicBezTo>
                        <a:pt x="23749" y="97465"/>
                        <a:pt x="21682" y="101541"/>
                        <a:pt x="17889" y="102786"/>
                      </a:cubicBezTo>
                      <a:cubicBezTo>
                        <a:pt x="17153" y="103041"/>
                        <a:pt x="16389" y="103154"/>
                        <a:pt x="15653" y="103154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282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  <p:sp>
            <p:nvSpPr>
              <p:cNvPr id="429" name="Forma Livre: Forma 428">
                <a:extLst>
                  <a:ext uri="{FF2B5EF4-FFF2-40B4-BE49-F238E27FC236}">
                    <a16:creationId xmlns:a16="http://schemas.microsoft.com/office/drawing/2014/main" id="{DE5F3A88-FF24-12CD-FC4E-85D625C0F706}"/>
                  </a:ext>
                </a:extLst>
              </p:cNvPr>
              <p:cNvSpPr/>
              <p:nvPr/>
            </p:nvSpPr>
            <p:spPr>
              <a:xfrm>
                <a:off x="9906168" y="5303593"/>
                <a:ext cx="136323" cy="64141"/>
              </a:xfrm>
              <a:custGeom>
                <a:avLst/>
                <a:gdLst>
                  <a:gd name="connsiteX0" fmla="*/ 104252 w 136323"/>
                  <a:gd name="connsiteY0" fmla="*/ 64142 h 64141"/>
                  <a:gd name="connsiteX1" fmla="*/ 32071 w 136323"/>
                  <a:gd name="connsiteY1" fmla="*/ 64142 h 64141"/>
                  <a:gd name="connsiteX2" fmla="*/ 0 w 136323"/>
                  <a:gd name="connsiteY2" fmla="*/ 32071 h 64141"/>
                  <a:gd name="connsiteX3" fmla="*/ 32071 w 136323"/>
                  <a:gd name="connsiteY3" fmla="*/ 0 h 64141"/>
                  <a:gd name="connsiteX4" fmla="*/ 104252 w 136323"/>
                  <a:gd name="connsiteY4" fmla="*/ 0 h 64141"/>
                  <a:gd name="connsiteX5" fmla="*/ 136323 w 136323"/>
                  <a:gd name="connsiteY5" fmla="*/ 32071 h 64141"/>
                  <a:gd name="connsiteX6" fmla="*/ 104252 w 136323"/>
                  <a:gd name="connsiteY6" fmla="*/ 64142 h 64141"/>
                  <a:gd name="connsiteX7" fmla="*/ 32071 w 136323"/>
                  <a:gd name="connsiteY7" fmla="*/ 14408 h 64141"/>
                  <a:gd name="connsiteX8" fmla="*/ 14436 w 136323"/>
                  <a:gd name="connsiteY8" fmla="*/ 32043 h 64141"/>
                  <a:gd name="connsiteX9" fmla="*/ 32071 w 136323"/>
                  <a:gd name="connsiteY9" fmla="*/ 49677 h 64141"/>
                  <a:gd name="connsiteX10" fmla="*/ 104252 w 136323"/>
                  <a:gd name="connsiteY10" fmla="*/ 49677 h 64141"/>
                  <a:gd name="connsiteX11" fmla="*/ 121887 w 136323"/>
                  <a:gd name="connsiteY11" fmla="*/ 32043 h 64141"/>
                  <a:gd name="connsiteX12" fmla="*/ 104252 w 136323"/>
                  <a:gd name="connsiteY12" fmla="*/ 14408 h 64141"/>
                  <a:gd name="connsiteX13" fmla="*/ 32071 w 136323"/>
                  <a:gd name="connsiteY13" fmla="*/ 14408 h 641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36323" h="64141">
                    <a:moveTo>
                      <a:pt x="104252" y="64142"/>
                    </a:moveTo>
                    <a:lnTo>
                      <a:pt x="32071" y="64142"/>
                    </a:lnTo>
                    <a:cubicBezTo>
                      <a:pt x="14380" y="64142"/>
                      <a:pt x="0" y="49762"/>
                      <a:pt x="0" y="32071"/>
                    </a:cubicBezTo>
                    <a:cubicBezTo>
                      <a:pt x="0" y="14380"/>
                      <a:pt x="14380" y="0"/>
                      <a:pt x="32071" y="0"/>
                    </a:cubicBezTo>
                    <a:lnTo>
                      <a:pt x="104252" y="0"/>
                    </a:lnTo>
                    <a:cubicBezTo>
                      <a:pt x="121943" y="0"/>
                      <a:pt x="136323" y="14380"/>
                      <a:pt x="136323" y="32071"/>
                    </a:cubicBezTo>
                    <a:cubicBezTo>
                      <a:pt x="136323" y="49762"/>
                      <a:pt x="121943" y="64142"/>
                      <a:pt x="104252" y="64142"/>
                    </a:cubicBezTo>
                    <a:close/>
                    <a:moveTo>
                      <a:pt x="32071" y="14408"/>
                    </a:moveTo>
                    <a:cubicBezTo>
                      <a:pt x="22334" y="14408"/>
                      <a:pt x="14436" y="22334"/>
                      <a:pt x="14436" y="32043"/>
                    </a:cubicBezTo>
                    <a:cubicBezTo>
                      <a:pt x="14436" y="41752"/>
                      <a:pt x="22362" y="49677"/>
                      <a:pt x="32071" y="49677"/>
                    </a:cubicBezTo>
                    <a:lnTo>
                      <a:pt x="104252" y="49677"/>
                    </a:lnTo>
                    <a:cubicBezTo>
                      <a:pt x="113989" y="49677"/>
                      <a:pt x="121887" y="41752"/>
                      <a:pt x="121887" y="32043"/>
                    </a:cubicBezTo>
                    <a:cubicBezTo>
                      <a:pt x="121887" y="22334"/>
                      <a:pt x="113961" y="14408"/>
                      <a:pt x="104252" y="14408"/>
                    </a:cubicBezTo>
                    <a:lnTo>
                      <a:pt x="32071" y="14408"/>
                    </a:lnTo>
                    <a:close/>
                  </a:path>
                </a:pathLst>
              </a:custGeom>
              <a:solidFill>
                <a:srgbClr val="262626"/>
              </a:solidFill>
              <a:ln w="2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grpSp>
            <p:nvGrpSpPr>
              <p:cNvPr id="430" name="Gráfico 3">
                <a:extLst>
                  <a:ext uri="{FF2B5EF4-FFF2-40B4-BE49-F238E27FC236}">
                    <a16:creationId xmlns:a16="http://schemas.microsoft.com/office/drawing/2014/main" id="{5AF18BF9-6427-2750-0E4E-0DB97733BB1E}"/>
                  </a:ext>
                </a:extLst>
              </p:cNvPr>
              <p:cNvGrpSpPr/>
              <p:nvPr/>
            </p:nvGrpSpPr>
            <p:grpSpPr>
              <a:xfrm>
                <a:off x="9939032" y="5522258"/>
                <a:ext cx="133378" cy="133407"/>
                <a:chOff x="9939032" y="5522258"/>
                <a:chExt cx="133378" cy="133407"/>
              </a:xfrm>
              <a:solidFill>
                <a:srgbClr val="262626"/>
              </a:solidFill>
            </p:grpSpPr>
            <p:sp>
              <p:nvSpPr>
                <p:cNvPr id="431" name="Forma Livre: Forma 430">
                  <a:extLst>
                    <a:ext uri="{FF2B5EF4-FFF2-40B4-BE49-F238E27FC236}">
                      <a16:creationId xmlns:a16="http://schemas.microsoft.com/office/drawing/2014/main" id="{912984D2-CC29-FF1F-F04D-5BE1C1D71E11}"/>
                    </a:ext>
                  </a:extLst>
                </p:cNvPr>
                <p:cNvSpPr/>
                <p:nvPr/>
              </p:nvSpPr>
              <p:spPr>
                <a:xfrm>
                  <a:off x="9939032" y="5585070"/>
                  <a:ext cx="70595" cy="70595"/>
                </a:xfrm>
                <a:custGeom>
                  <a:avLst/>
                  <a:gdLst>
                    <a:gd name="connsiteX0" fmla="*/ 35298 w 70595"/>
                    <a:gd name="connsiteY0" fmla="*/ 70596 h 70595"/>
                    <a:gd name="connsiteX1" fmla="*/ 0 w 70595"/>
                    <a:gd name="connsiteY1" fmla="*/ 35298 h 70595"/>
                    <a:gd name="connsiteX2" fmla="*/ 35298 w 70595"/>
                    <a:gd name="connsiteY2" fmla="*/ 0 h 70595"/>
                    <a:gd name="connsiteX3" fmla="*/ 70595 w 70595"/>
                    <a:gd name="connsiteY3" fmla="*/ 35298 h 70595"/>
                    <a:gd name="connsiteX4" fmla="*/ 35298 w 70595"/>
                    <a:gd name="connsiteY4" fmla="*/ 70596 h 70595"/>
                    <a:gd name="connsiteX5" fmla="*/ 35298 w 70595"/>
                    <a:gd name="connsiteY5" fmla="*/ 14465 h 70595"/>
                    <a:gd name="connsiteX6" fmla="*/ 14436 w 70595"/>
                    <a:gd name="connsiteY6" fmla="*/ 35326 h 70595"/>
                    <a:gd name="connsiteX7" fmla="*/ 35298 w 70595"/>
                    <a:gd name="connsiteY7" fmla="*/ 56188 h 70595"/>
                    <a:gd name="connsiteX8" fmla="*/ 56160 w 70595"/>
                    <a:gd name="connsiteY8" fmla="*/ 35326 h 70595"/>
                    <a:gd name="connsiteX9" fmla="*/ 35298 w 70595"/>
                    <a:gd name="connsiteY9" fmla="*/ 14465 h 705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70595" h="70595">
                      <a:moveTo>
                        <a:pt x="35298" y="70596"/>
                      </a:moveTo>
                      <a:cubicBezTo>
                        <a:pt x="15851" y="70596"/>
                        <a:pt x="0" y="54773"/>
                        <a:pt x="0" y="35298"/>
                      </a:cubicBezTo>
                      <a:cubicBezTo>
                        <a:pt x="0" y="15823"/>
                        <a:pt x="15823" y="0"/>
                        <a:pt x="35298" y="0"/>
                      </a:cubicBezTo>
                      <a:cubicBezTo>
                        <a:pt x="54772" y="0"/>
                        <a:pt x="70595" y="15823"/>
                        <a:pt x="70595" y="35298"/>
                      </a:cubicBezTo>
                      <a:cubicBezTo>
                        <a:pt x="70595" y="54773"/>
                        <a:pt x="54772" y="70596"/>
                        <a:pt x="35298" y="70596"/>
                      </a:cubicBezTo>
                      <a:close/>
                      <a:moveTo>
                        <a:pt x="35298" y="14465"/>
                      </a:moveTo>
                      <a:cubicBezTo>
                        <a:pt x="23805" y="14465"/>
                        <a:pt x="14436" y="23806"/>
                        <a:pt x="14436" y="35326"/>
                      </a:cubicBezTo>
                      <a:cubicBezTo>
                        <a:pt x="14436" y="46847"/>
                        <a:pt x="23777" y="56188"/>
                        <a:pt x="35298" y="56188"/>
                      </a:cubicBezTo>
                      <a:cubicBezTo>
                        <a:pt x="46819" y="56188"/>
                        <a:pt x="56160" y="46819"/>
                        <a:pt x="56160" y="35326"/>
                      </a:cubicBezTo>
                      <a:cubicBezTo>
                        <a:pt x="56160" y="23834"/>
                        <a:pt x="46819" y="14465"/>
                        <a:pt x="35298" y="14465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282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432" name="Forma Livre: Forma 431">
                  <a:extLst>
                    <a:ext uri="{FF2B5EF4-FFF2-40B4-BE49-F238E27FC236}">
                      <a16:creationId xmlns:a16="http://schemas.microsoft.com/office/drawing/2014/main" id="{061AFF20-26B1-28FA-BD7F-BBF4FA95C03B}"/>
                    </a:ext>
                  </a:extLst>
                </p:cNvPr>
                <p:cNvSpPr/>
                <p:nvPr/>
              </p:nvSpPr>
              <p:spPr>
                <a:xfrm>
                  <a:off x="9986954" y="5522258"/>
                  <a:ext cx="85456" cy="85456"/>
                </a:xfrm>
                <a:custGeom>
                  <a:avLst/>
                  <a:gdLst>
                    <a:gd name="connsiteX0" fmla="*/ 7218 w 85456"/>
                    <a:gd name="connsiteY0" fmla="*/ 85456 h 85456"/>
                    <a:gd name="connsiteX1" fmla="*/ 2123 w 85456"/>
                    <a:gd name="connsiteY1" fmla="*/ 83333 h 85456"/>
                    <a:gd name="connsiteX2" fmla="*/ 2123 w 85456"/>
                    <a:gd name="connsiteY2" fmla="*/ 73115 h 85456"/>
                    <a:gd name="connsiteX3" fmla="*/ 73115 w 85456"/>
                    <a:gd name="connsiteY3" fmla="*/ 2123 h 85456"/>
                    <a:gd name="connsiteX4" fmla="*/ 83333 w 85456"/>
                    <a:gd name="connsiteY4" fmla="*/ 2123 h 85456"/>
                    <a:gd name="connsiteX5" fmla="*/ 83333 w 85456"/>
                    <a:gd name="connsiteY5" fmla="*/ 12342 h 85456"/>
                    <a:gd name="connsiteX6" fmla="*/ 12342 w 85456"/>
                    <a:gd name="connsiteY6" fmla="*/ 83305 h 85456"/>
                    <a:gd name="connsiteX7" fmla="*/ 7247 w 85456"/>
                    <a:gd name="connsiteY7" fmla="*/ 85428 h 854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5456" h="85456">
                      <a:moveTo>
                        <a:pt x="7218" y="85456"/>
                      </a:moveTo>
                      <a:cubicBezTo>
                        <a:pt x="5379" y="85456"/>
                        <a:pt x="3538" y="84749"/>
                        <a:pt x="2123" y="83333"/>
                      </a:cubicBezTo>
                      <a:cubicBezTo>
                        <a:pt x="-708" y="80503"/>
                        <a:pt x="-708" y="75946"/>
                        <a:pt x="2123" y="73115"/>
                      </a:cubicBezTo>
                      <a:lnTo>
                        <a:pt x="73115" y="2123"/>
                      </a:lnTo>
                      <a:cubicBezTo>
                        <a:pt x="75946" y="-708"/>
                        <a:pt x="80503" y="-708"/>
                        <a:pt x="83333" y="2123"/>
                      </a:cubicBezTo>
                      <a:cubicBezTo>
                        <a:pt x="86164" y="4954"/>
                        <a:pt x="86164" y="9511"/>
                        <a:pt x="83333" y="12342"/>
                      </a:cubicBezTo>
                      <a:lnTo>
                        <a:pt x="12342" y="83305"/>
                      </a:lnTo>
                      <a:cubicBezTo>
                        <a:pt x="10926" y="84720"/>
                        <a:pt x="9086" y="85428"/>
                        <a:pt x="7247" y="85428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282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</p:grpSp>
      </p:grpSp>
      <p:grpSp>
        <p:nvGrpSpPr>
          <p:cNvPr id="436" name="Gráfico 3">
            <a:extLst>
              <a:ext uri="{FF2B5EF4-FFF2-40B4-BE49-F238E27FC236}">
                <a16:creationId xmlns:a16="http://schemas.microsoft.com/office/drawing/2014/main" id="{B4B15B54-4FE6-CCE8-FDDE-FB450FFA7813}"/>
              </a:ext>
            </a:extLst>
          </p:cNvPr>
          <p:cNvGrpSpPr/>
          <p:nvPr/>
        </p:nvGrpSpPr>
        <p:grpSpPr>
          <a:xfrm>
            <a:off x="10601355" y="3341840"/>
            <a:ext cx="527862" cy="648234"/>
            <a:chOff x="10574918" y="3309374"/>
            <a:chExt cx="580736" cy="713166"/>
          </a:xfrm>
          <a:solidFill>
            <a:srgbClr val="262626"/>
          </a:solidFill>
        </p:grpSpPr>
        <p:sp>
          <p:nvSpPr>
            <p:cNvPr id="437" name="Forma Livre: Forma 436">
              <a:extLst>
                <a:ext uri="{FF2B5EF4-FFF2-40B4-BE49-F238E27FC236}">
                  <a16:creationId xmlns:a16="http://schemas.microsoft.com/office/drawing/2014/main" id="{29A3DE1B-FF4F-A753-C87F-3C9EBC4B6091}"/>
                </a:ext>
              </a:extLst>
            </p:cNvPr>
            <p:cNvSpPr/>
            <p:nvPr/>
          </p:nvSpPr>
          <p:spPr>
            <a:xfrm>
              <a:off x="10746918" y="3783919"/>
              <a:ext cx="373132" cy="238621"/>
            </a:xfrm>
            <a:custGeom>
              <a:avLst/>
              <a:gdLst>
                <a:gd name="connsiteX0" fmla="*/ 365914 w 373132"/>
                <a:gd name="connsiteY0" fmla="*/ 238621 h 238621"/>
                <a:gd name="connsiteX1" fmla="*/ 7218 w 373132"/>
                <a:gd name="connsiteY1" fmla="*/ 238621 h 238621"/>
                <a:gd name="connsiteX2" fmla="*/ 0 w 373132"/>
                <a:gd name="connsiteY2" fmla="*/ 231403 h 238621"/>
                <a:gd name="connsiteX3" fmla="*/ 0 w 373132"/>
                <a:gd name="connsiteY3" fmla="*/ 7218 h 238621"/>
                <a:gd name="connsiteX4" fmla="*/ 7218 w 373132"/>
                <a:gd name="connsiteY4" fmla="*/ 0 h 238621"/>
                <a:gd name="connsiteX5" fmla="*/ 14436 w 373132"/>
                <a:gd name="connsiteY5" fmla="*/ 7218 h 238621"/>
                <a:gd name="connsiteX6" fmla="*/ 14436 w 373132"/>
                <a:gd name="connsiteY6" fmla="*/ 224185 h 238621"/>
                <a:gd name="connsiteX7" fmla="*/ 358696 w 373132"/>
                <a:gd name="connsiteY7" fmla="*/ 224185 h 238621"/>
                <a:gd name="connsiteX8" fmla="*/ 358696 w 373132"/>
                <a:gd name="connsiteY8" fmla="*/ 7218 h 238621"/>
                <a:gd name="connsiteX9" fmla="*/ 365914 w 373132"/>
                <a:gd name="connsiteY9" fmla="*/ 0 h 238621"/>
                <a:gd name="connsiteX10" fmla="*/ 373132 w 373132"/>
                <a:gd name="connsiteY10" fmla="*/ 7218 h 238621"/>
                <a:gd name="connsiteX11" fmla="*/ 373132 w 373132"/>
                <a:gd name="connsiteY11" fmla="*/ 231403 h 238621"/>
                <a:gd name="connsiteX12" fmla="*/ 365914 w 373132"/>
                <a:gd name="connsiteY12" fmla="*/ 238621 h 238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73132" h="238621">
                  <a:moveTo>
                    <a:pt x="365914" y="238621"/>
                  </a:moveTo>
                  <a:lnTo>
                    <a:pt x="7218" y="238621"/>
                  </a:lnTo>
                  <a:cubicBezTo>
                    <a:pt x="3227" y="238621"/>
                    <a:pt x="0" y="235394"/>
                    <a:pt x="0" y="231403"/>
                  </a:cubicBezTo>
                  <a:lnTo>
                    <a:pt x="0" y="7218"/>
                  </a:lnTo>
                  <a:cubicBezTo>
                    <a:pt x="0" y="3227"/>
                    <a:pt x="3227" y="0"/>
                    <a:pt x="7218" y="0"/>
                  </a:cubicBezTo>
                  <a:cubicBezTo>
                    <a:pt x="11209" y="0"/>
                    <a:pt x="14436" y="3227"/>
                    <a:pt x="14436" y="7218"/>
                  </a:cubicBezTo>
                  <a:lnTo>
                    <a:pt x="14436" y="224185"/>
                  </a:lnTo>
                  <a:lnTo>
                    <a:pt x="358696" y="224185"/>
                  </a:lnTo>
                  <a:lnTo>
                    <a:pt x="358696" y="7218"/>
                  </a:lnTo>
                  <a:cubicBezTo>
                    <a:pt x="358696" y="3227"/>
                    <a:pt x="361923" y="0"/>
                    <a:pt x="365914" y="0"/>
                  </a:cubicBezTo>
                  <a:cubicBezTo>
                    <a:pt x="369906" y="0"/>
                    <a:pt x="373132" y="3227"/>
                    <a:pt x="373132" y="7218"/>
                  </a:cubicBezTo>
                  <a:lnTo>
                    <a:pt x="373132" y="231403"/>
                  </a:lnTo>
                  <a:cubicBezTo>
                    <a:pt x="373132" y="235394"/>
                    <a:pt x="369906" y="238621"/>
                    <a:pt x="365914" y="238621"/>
                  </a:cubicBezTo>
                  <a:close/>
                </a:path>
              </a:pathLst>
            </a:custGeom>
            <a:solidFill>
              <a:srgbClr val="262626"/>
            </a:solidFill>
            <a:ln w="2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38" name="Forma Livre: Forma 437">
              <a:extLst>
                <a:ext uri="{FF2B5EF4-FFF2-40B4-BE49-F238E27FC236}">
                  <a16:creationId xmlns:a16="http://schemas.microsoft.com/office/drawing/2014/main" id="{3F845233-7596-9852-86AA-77EC775B8585}"/>
                </a:ext>
              </a:extLst>
            </p:cNvPr>
            <p:cNvSpPr/>
            <p:nvPr/>
          </p:nvSpPr>
          <p:spPr>
            <a:xfrm>
              <a:off x="10711286" y="3551332"/>
              <a:ext cx="229383" cy="247023"/>
            </a:xfrm>
            <a:custGeom>
              <a:avLst/>
              <a:gdLst>
                <a:gd name="connsiteX0" fmla="*/ 7213 w 229383"/>
                <a:gd name="connsiteY0" fmla="*/ 247023 h 247023"/>
                <a:gd name="connsiteX1" fmla="*/ 2316 w 229383"/>
                <a:gd name="connsiteY1" fmla="*/ 245098 h 247023"/>
                <a:gd name="connsiteX2" fmla="*/ 1920 w 229383"/>
                <a:gd name="connsiteY2" fmla="*/ 234908 h 247023"/>
                <a:gd name="connsiteX3" fmla="*/ 216877 w 229383"/>
                <a:gd name="connsiteY3" fmla="*/ 2316 h 247023"/>
                <a:gd name="connsiteX4" fmla="*/ 227068 w 229383"/>
                <a:gd name="connsiteY4" fmla="*/ 1920 h 247023"/>
                <a:gd name="connsiteX5" fmla="*/ 227464 w 229383"/>
                <a:gd name="connsiteY5" fmla="*/ 12110 h 247023"/>
                <a:gd name="connsiteX6" fmla="*/ 12507 w 229383"/>
                <a:gd name="connsiteY6" fmla="*/ 244702 h 247023"/>
                <a:gd name="connsiteX7" fmla="*/ 7213 w 229383"/>
                <a:gd name="connsiteY7" fmla="*/ 247023 h 247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9383" h="247023">
                  <a:moveTo>
                    <a:pt x="7213" y="247023"/>
                  </a:moveTo>
                  <a:cubicBezTo>
                    <a:pt x="5458" y="247023"/>
                    <a:pt x="3703" y="246401"/>
                    <a:pt x="2316" y="245098"/>
                  </a:cubicBezTo>
                  <a:cubicBezTo>
                    <a:pt x="-599" y="242381"/>
                    <a:pt x="-797" y="237824"/>
                    <a:pt x="1920" y="234908"/>
                  </a:cubicBezTo>
                  <a:lnTo>
                    <a:pt x="216877" y="2316"/>
                  </a:lnTo>
                  <a:cubicBezTo>
                    <a:pt x="219594" y="-599"/>
                    <a:pt x="224152" y="-797"/>
                    <a:pt x="227068" y="1920"/>
                  </a:cubicBezTo>
                  <a:cubicBezTo>
                    <a:pt x="229983" y="4637"/>
                    <a:pt x="230181" y="9195"/>
                    <a:pt x="227464" y="12110"/>
                  </a:cubicBezTo>
                  <a:lnTo>
                    <a:pt x="12507" y="244702"/>
                  </a:lnTo>
                  <a:cubicBezTo>
                    <a:pt x="11091" y="246231"/>
                    <a:pt x="9138" y="247023"/>
                    <a:pt x="7213" y="247023"/>
                  </a:cubicBezTo>
                  <a:close/>
                </a:path>
              </a:pathLst>
            </a:custGeom>
            <a:solidFill>
              <a:srgbClr val="262626"/>
            </a:solidFill>
            <a:ln w="2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39" name="Forma Livre: Forma 438">
              <a:extLst>
                <a:ext uri="{FF2B5EF4-FFF2-40B4-BE49-F238E27FC236}">
                  <a16:creationId xmlns:a16="http://schemas.microsoft.com/office/drawing/2014/main" id="{BA619348-ED1E-597A-2B69-8C40990DF792}"/>
                </a:ext>
              </a:extLst>
            </p:cNvPr>
            <p:cNvSpPr/>
            <p:nvPr/>
          </p:nvSpPr>
          <p:spPr>
            <a:xfrm>
              <a:off x="10926243" y="3551332"/>
              <a:ext cx="229412" cy="247023"/>
            </a:xfrm>
            <a:custGeom>
              <a:avLst/>
              <a:gdLst>
                <a:gd name="connsiteX0" fmla="*/ 222199 w 229412"/>
                <a:gd name="connsiteY0" fmla="*/ 247023 h 247023"/>
                <a:gd name="connsiteX1" fmla="*/ 216905 w 229412"/>
                <a:gd name="connsiteY1" fmla="*/ 244702 h 247023"/>
                <a:gd name="connsiteX2" fmla="*/ 1920 w 229412"/>
                <a:gd name="connsiteY2" fmla="*/ 12110 h 247023"/>
                <a:gd name="connsiteX3" fmla="*/ 2317 w 229412"/>
                <a:gd name="connsiteY3" fmla="*/ 1920 h 247023"/>
                <a:gd name="connsiteX4" fmla="*/ 12506 w 229412"/>
                <a:gd name="connsiteY4" fmla="*/ 2316 h 247023"/>
                <a:gd name="connsiteX5" fmla="*/ 227492 w 229412"/>
                <a:gd name="connsiteY5" fmla="*/ 234908 h 247023"/>
                <a:gd name="connsiteX6" fmla="*/ 227096 w 229412"/>
                <a:gd name="connsiteY6" fmla="*/ 245098 h 247023"/>
                <a:gd name="connsiteX7" fmla="*/ 222199 w 229412"/>
                <a:gd name="connsiteY7" fmla="*/ 247023 h 247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9412" h="247023">
                  <a:moveTo>
                    <a:pt x="222199" y="247023"/>
                  </a:moveTo>
                  <a:cubicBezTo>
                    <a:pt x="220246" y="247023"/>
                    <a:pt x="218321" y="246231"/>
                    <a:pt x="216905" y="244702"/>
                  </a:cubicBezTo>
                  <a:lnTo>
                    <a:pt x="1920" y="12110"/>
                  </a:lnTo>
                  <a:cubicBezTo>
                    <a:pt x="-797" y="9195"/>
                    <a:pt x="-599" y="4609"/>
                    <a:pt x="2317" y="1920"/>
                  </a:cubicBezTo>
                  <a:cubicBezTo>
                    <a:pt x="5260" y="-797"/>
                    <a:pt x="9817" y="-599"/>
                    <a:pt x="12506" y="2316"/>
                  </a:cubicBezTo>
                  <a:lnTo>
                    <a:pt x="227492" y="234908"/>
                  </a:lnTo>
                  <a:cubicBezTo>
                    <a:pt x="230210" y="237824"/>
                    <a:pt x="230011" y="242409"/>
                    <a:pt x="227096" y="245098"/>
                  </a:cubicBezTo>
                  <a:cubicBezTo>
                    <a:pt x="225709" y="246372"/>
                    <a:pt x="223953" y="247023"/>
                    <a:pt x="222199" y="247023"/>
                  </a:cubicBezTo>
                  <a:close/>
                </a:path>
              </a:pathLst>
            </a:custGeom>
            <a:solidFill>
              <a:srgbClr val="262626"/>
            </a:solidFill>
            <a:ln w="2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40" name="Forma Livre: Forma 439">
              <a:extLst>
                <a:ext uri="{FF2B5EF4-FFF2-40B4-BE49-F238E27FC236}">
                  <a16:creationId xmlns:a16="http://schemas.microsoft.com/office/drawing/2014/main" id="{7654F411-FB41-DEC9-FB79-BC197C331E84}"/>
                </a:ext>
              </a:extLst>
            </p:cNvPr>
            <p:cNvSpPr/>
            <p:nvPr/>
          </p:nvSpPr>
          <p:spPr>
            <a:xfrm>
              <a:off x="10926266" y="3864252"/>
              <a:ext cx="14435" cy="158288"/>
            </a:xfrm>
            <a:custGeom>
              <a:avLst/>
              <a:gdLst>
                <a:gd name="connsiteX0" fmla="*/ 7218 w 14435"/>
                <a:gd name="connsiteY0" fmla="*/ 158288 h 158288"/>
                <a:gd name="connsiteX1" fmla="*/ 0 w 14435"/>
                <a:gd name="connsiteY1" fmla="*/ 151070 h 158288"/>
                <a:gd name="connsiteX2" fmla="*/ 0 w 14435"/>
                <a:gd name="connsiteY2" fmla="*/ 7218 h 158288"/>
                <a:gd name="connsiteX3" fmla="*/ 7218 w 14435"/>
                <a:gd name="connsiteY3" fmla="*/ 0 h 158288"/>
                <a:gd name="connsiteX4" fmla="*/ 14436 w 14435"/>
                <a:gd name="connsiteY4" fmla="*/ 7218 h 158288"/>
                <a:gd name="connsiteX5" fmla="*/ 14436 w 14435"/>
                <a:gd name="connsiteY5" fmla="*/ 151070 h 158288"/>
                <a:gd name="connsiteX6" fmla="*/ 7218 w 14435"/>
                <a:gd name="connsiteY6" fmla="*/ 158288 h 1582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435" h="158288">
                  <a:moveTo>
                    <a:pt x="7218" y="158288"/>
                  </a:moveTo>
                  <a:cubicBezTo>
                    <a:pt x="3227" y="158288"/>
                    <a:pt x="0" y="155061"/>
                    <a:pt x="0" y="151070"/>
                  </a:cubicBezTo>
                  <a:lnTo>
                    <a:pt x="0" y="7218"/>
                  </a:lnTo>
                  <a:cubicBezTo>
                    <a:pt x="0" y="3227"/>
                    <a:pt x="3227" y="0"/>
                    <a:pt x="7218" y="0"/>
                  </a:cubicBezTo>
                  <a:cubicBezTo>
                    <a:pt x="11209" y="0"/>
                    <a:pt x="14436" y="3227"/>
                    <a:pt x="14436" y="7218"/>
                  </a:cubicBezTo>
                  <a:lnTo>
                    <a:pt x="14436" y="151070"/>
                  </a:lnTo>
                  <a:cubicBezTo>
                    <a:pt x="14436" y="155061"/>
                    <a:pt x="11209" y="158288"/>
                    <a:pt x="7218" y="158288"/>
                  </a:cubicBezTo>
                  <a:close/>
                </a:path>
              </a:pathLst>
            </a:custGeom>
            <a:solidFill>
              <a:srgbClr val="262626"/>
            </a:solidFill>
            <a:ln w="2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41" name="Forma Livre: Forma 440">
              <a:extLst>
                <a:ext uri="{FF2B5EF4-FFF2-40B4-BE49-F238E27FC236}">
                  <a16:creationId xmlns:a16="http://schemas.microsoft.com/office/drawing/2014/main" id="{EAE1BF22-D693-A6D6-0ABD-7CF602E091ED}"/>
                </a:ext>
              </a:extLst>
            </p:cNvPr>
            <p:cNvSpPr/>
            <p:nvPr/>
          </p:nvSpPr>
          <p:spPr>
            <a:xfrm>
              <a:off x="10574918" y="3309374"/>
              <a:ext cx="450084" cy="713166"/>
            </a:xfrm>
            <a:custGeom>
              <a:avLst/>
              <a:gdLst>
                <a:gd name="connsiteX0" fmla="*/ 106216 w 450084"/>
                <a:gd name="connsiteY0" fmla="*/ 713167 h 713166"/>
                <a:gd name="connsiteX1" fmla="*/ 102452 w 450084"/>
                <a:gd name="connsiteY1" fmla="*/ 712091 h 713166"/>
                <a:gd name="connsiteX2" fmla="*/ 16995 w 450084"/>
                <a:gd name="connsiteY2" fmla="*/ 497049 h 713166"/>
                <a:gd name="connsiteX3" fmla="*/ 17194 w 450084"/>
                <a:gd name="connsiteY3" fmla="*/ 496285 h 713166"/>
                <a:gd name="connsiteX4" fmla="*/ 2163 w 450084"/>
                <a:gd name="connsiteY4" fmla="*/ 370605 h 713166"/>
                <a:gd name="connsiteX5" fmla="*/ 1370 w 450084"/>
                <a:gd name="connsiteY5" fmla="*/ 361236 h 713166"/>
                <a:gd name="connsiteX6" fmla="*/ 10513 w 450084"/>
                <a:gd name="connsiteY6" fmla="*/ 359028 h 713166"/>
                <a:gd name="connsiteX7" fmla="*/ 49095 w 450084"/>
                <a:gd name="connsiteY7" fmla="*/ 376521 h 713166"/>
                <a:gd name="connsiteX8" fmla="*/ 95403 w 450084"/>
                <a:gd name="connsiteY8" fmla="*/ 398883 h 713166"/>
                <a:gd name="connsiteX9" fmla="*/ 80883 w 450084"/>
                <a:gd name="connsiteY9" fmla="*/ 359113 h 713166"/>
                <a:gd name="connsiteX10" fmla="*/ 58039 w 450084"/>
                <a:gd name="connsiteY10" fmla="*/ 225423 h 713166"/>
                <a:gd name="connsiteX11" fmla="*/ 89459 w 450084"/>
                <a:gd name="connsiteY11" fmla="*/ 161734 h 713166"/>
                <a:gd name="connsiteX12" fmla="*/ 122068 w 450084"/>
                <a:gd name="connsiteY12" fmla="*/ 75570 h 713166"/>
                <a:gd name="connsiteX13" fmla="*/ 124615 w 450084"/>
                <a:gd name="connsiteY13" fmla="*/ 66625 h 713166"/>
                <a:gd name="connsiteX14" fmla="*/ 133872 w 450084"/>
                <a:gd name="connsiteY14" fmla="*/ 67616 h 713166"/>
                <a:gd name="connsiteX15" fmla="*/ 159970 w 450084"/>
                <a:gd name="connsiteY15" fmla="*/ 93431 h 713166"/>
                <a:gd name="connsiteX16" fmla="*/ 231755 w 450084"/>
                <a:gd name="connsiteY16" fmla="*/ 188455 h 713166"/>
                <a:gd name="connsiteX17" fmla="*/ 267675 w 450084"/>
                <a:gd name="connsiteY17" fmla="*/ 9928 h 713166"/>
                <a:gd name="connsiteX18" fmla="*/ 269713 w 450084"/>
                <a:gd name="connsiteY18" fmla="*/ 1691 h 713166"/>
                <a:gd name="connsiteX19" fmla="*/ 278205 w 450084"/>
                <a:gd name="connsiteY19" fmla="*/ 1124 h 713166"/>
                <a:gd name="connsiteX20" fmla="*/ 449712 w 450084"/>
                <a:gd name="connsiteY20" fmla="*/ 274760 h 713166"/>
                <a:gd name="connsiteX21" fmla="*/ 442126 w 450084"/>
                <a:gd name="connsiteY21" fmla="*/ 281582 h 713166"/>
                <a:gd name="connsiteX22" fmla="*/ 435304 w 450084"/>
                <a:gd name="connsiteY22" fmla="*/ 273996 h 713166"/>
                <a:gd name="connsiteX23" fmla="*/ 287206 w 450084"/>
                <a:gd name="connsiteY23" fmla="*/ 24222 h 713166"/>
                <a:gd name="connsiteX24" fmla="*/ 233963 w 450084"/>
                <a:gd name="connsiteY24" fmla="*/ 214412 h 713166"/>
                <a:gd name="connsiteX25" fmla="*/ 225838 w 450084"/>
                <a:gd name="connsiteY25" fmla="*/ 217837 h 713166"/>
                <a:gd name="connsiteX26" fmla="*/ 220461 w 450084"/>
                <a:gd name="connsiteY26" fmla="*/ 210845 h 713166"/>
                <a:gd name="connsiteX27" fmla="*/ 149978 w 450084"/>
                <a:gd name="connsiteY27" fmla="*/ 103819 h 713166"/>
                <a:gd name="connsiteX28" fmla="*/ 137919 w 450084"/>
                <a:gd name="connsiteY28" fmla="*/ 92157 h 713166"/>
                <a:gd name="connsiteX29" fmla="*/ 101772 w 450084"/>
                <a:gd name="connsiteY29" fmla="*/ 169263 h 713166"/>
                <a:gd name="connsiteX30" fmla="*/ 72249 w 450084"/>
                <a:gd name="connsiteY30" fmla="*/ 228055 h 713166"/>
                <a:gd name="connsiteX31" fmla="*/ 94271 w 450084"/>
                <a:gd name="connsiteY31" fmla="*/ 353678 h 713166"/>
                <a:gd name="connsiteX32" fmla="*/ 113406 w 450084"/>
                <a:gd name="connsiteY32" fmla="*/ 415584 h 713166"/>
                <a:gd name="connsiteX33" fmla="*/ 109330 w 450084"/>
                <a:gd name="connsiteY33" fmla="*/ 422858 h 713166"/>
                <a:gd name="connsiteX34" fmla="*/ 101121 w 450084"/>
                <a:gd name="connsiteY34" fmla="*/ 421443 h 713166"/>
                <a:gd name="connsiteX35" fmla="*/ 43434 w 450084"/>
                <a:gd name="connsiteY35" fmla="*/ 389797 h 713166"/>
                <a:gd name="connsiteX36" fmla="*/ 27044 w 450084"/>
                <a:gd name="connsiteY36" fmla="*/ 382748 h 713166"/>
                <a:gd name="connsiteX37" fmla="*/ 37546 w 450084"/>
                <a:gd name="connsiteY37" fmla="*/ 429114 h 713166"/>
                <a:gd name="connsiteX38" fmla="*/ 31007 w 450084"/>
                <a:gd name="connsiteY38" fmla="*/ 500446 h 713166"/>
                <a:gd name="connsiteX39" fmla="*/ 110038 w 450084"/>
                <a:gd name="connsiteY39" fmla="*/ 699778 h 713166"/>
                <a:gd name="connsiteX40" fmla="*/ 112387 w 450084"/>
                <a:gd name="connsiteY40" fmla="*/ 709713 h 713166"/>
                <a:gd name="connsiteX41" fmla="*/ 106245 w 450084"/>
                <a:gd name="connsiteY41" fmla="*/ 713138 h 713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450084" h="713166">
                  <a:moveTo>
                    <a:pt x="106216" y="713167"/>
                  </a:moveTo>
                  <a:cubicBezTo>
                    <a:pt x="104914" y="713167"/>
                    <a:pt x="103613" y="712827"/>
                    <a:pt x="102452" y="712091"/>
                  </a:cubicBezTo>
                  <a:cubicBezTo>
                    <a:pt x="101291" y="711383"/>
                    <a:pt x="-13631" y="638665"/>
                    <a:pt x="16995" y="497049"/>
                  </a:cubicBezTo>
                  <a:cubicBezTo>
                    <a:pt x="17052" y="496794"/>
                    <a:pt x="17109" y="496539"/>
                    <a:pt x="17194" y="496285"/>
                  </a:cubicBezTo>
                  <a:cubicBezTo>
                    <a:pt x="28403" y="462657"/>
                    <a:pt x="27044" y="395062"/>
                    <a:pt x="2163" y="370605"/>
                  </a:cubicBezTo>
                  <a:cubicBezTo>
                    <a:pt x="-384" y="368114"/>
                    <a:pt x="-724" y="364123"/>
                    <a:pt x="1370" y="361236"/>
                  </a:cubicBezTo>
                  <a:cubicBezTo>
                    <a:pt x="3465" y="358349"/>
                    <a:pt x="7343" y="357414"/>
                    <a:pt x="10513" y="359028"/>
                  </a:cubicBezTo>
                  <a:cubicBezTo>
                    <a:pt x="23195" y="365510"/>
                    <a:pt x="36357" y="371115"/>
                    <a:pt x="49095" y="376521"/>
                  </a:cubicBezTo>
                  <a:cubicBezTo>
                    <a:pt x="65993" y="383683"/>
                    <a:pt x="82213" y="390589"/>
                    <a:pt x="95403" y="398883"/>
                  </a:cubicBezTo>
                  <a:cubicBezTo>
                    <a:pt x="91865" y="386173"/>
                    <a:pt x="86487" y="372926"/>
                    <a:pt x="80883" y="359113"/>
                  </a:cubicBezTo>
                  <a:cubicBezTo>
                    <a:pt x="65541" y="321352"/>
                    <a:pt x="48160" y="278553"/>
                    <a:pt x="58039" y="225423"/>
                  </a:cubicBezTo>
                  <a:cubicBezTo>
                    <a:pt x="61352" y="207618"/>
                    <a:pt x="74995" y="185341"/>
                    <a:pt x="89459" y="161734"/>
                  </a:cubicBezTo>
                  <a:cubicBezTo>
                    <a:pt x="108736" y="130229"/>
                    <a:pt x="130617" y="94535"/>
                    <a:pt x="122068" y="75570"/>
                  </a:cubicBezTo>
                  <a:cubicBezTo>
                    <a:pt x="120625" y="72371"/>
                    <a:pt x="121700" y="68578"/>
                    <a:pt x="124615" y="66625"/>
                  </a:cubicBezTo>
                  <a:cubicBezTo>
                    <a:pt x="127531" y="64644"/>
                    <a:pt x="131438" y="65068"/>
                    <a:pt x="133872" y="67616"/>
                  </a:cubicBezTo>
                  <a:cubicBezTo>
                    <a:pt x="142053" y="76164"/>
                    <a:pt x="151167" y="84939"/>
                    <a:pt x="159970" y="93431"/>
                  </a:cubicBezTo>
                  <a:cubicBezTo>
                    <a:pt x="190541" y="122869"/>
                    <a:pt x="221961" y="153157"/>
                    <a:pt x="231755" y="188455"/>
                  </a:cubicBezTo>
                  <a:cubicBezTo>
                    <a:pt x="264986" y="126606"/>
                    <a:pt x="289386" y="63398"/>
                    <a:pt x="267675" y="9928"/>
                  </a:cubicBezTo>
                  <a:cubicBezTo>
                    <a:pt x="266486" y="7012"/>
                    <a:pt x="267336" y="3700"/>
                    <a:pt x="269713" y="1691"/>
                  </a:cubicBezTo>
                  <a:cubicBezTo>
                    <a:pt x="272119" y="-319"/>
                    <a:pt x="275544" y="-574"/>
                    <a:pt x="278205" y="1124"/>
                  </a:cubicBezTo>
                  <a:cubicBezTo>
                    <a:pt x="397600" y="76192"/>
                    <a:pt x="455317" y="168244"/>
                    <a:pt x="449712" y="274760"/>
                  </a:cubicBezTo>
                  <a:cubicBezTo>
                    <a:pt x="449514" y="278752"/>
                    <a:pt x="446146" y="281752"/>
                    <a:pt x="442126" y="281582"/>
                  </a:cubicBezTo>
                  <a:cubicBezTo>
                    <a:pt x="438135" y="281384"/>
                    <a:pt x="435078" y="277987"/>
                    <a:pt x="435304" y="273996"/>
                  </a:cubicBezTo>
                  <a:cubicBezTo>
                    <a:pt x="440343" y="178123"/>
                    <a:pt x="390552" y="94167"/>
                    <a:pt x="287206" y="24222"/>
                  </a:cubicBezTo>
                  <a:cubicBezTo>
                    <a:pt x="300539" y="83977"/>
                    <a:pt x="269911" y="150666"/>
                    <a:pt x="233963" y="214412"/>
                  </a:cubicBezTo>
                  <a:cubicBezTo>
                    <a:pt x="232349" y="217271"/>
                    <a:pt x="229009" y="218657"/>
                    <a:pt x="225838" y="217837"/>
                  </a:cubicBezTo>
                  <a:cubicBezTo>
                    <a:pt x="222668" y="217016"/>
                    <a:pt x="220461" y="214129"/>
                    <a:pt x="220461" y="210845"/>
                  </a:cubicBezTo>
                  <a:cubicBezTo>
                    <a:pt x="220461" y="171726"/>
                    <a:pt x="184624" y="137221"/>
                    <a:pt x="149978" y="103819"/>
                  </a:cubicBezTo>
                  <a:cubicBezTo>
                    <a:pt x="145987" y="99970"/>
                    <a:pt x="141939" y="96063"/>
                    <a:pt x="137919" y="92157"/>
                  </a:cubicBezTo>
                  <a:cubicBezTo>
                    <a:pt x="134919" y="115113"/>
                    <a:pt x="118133" y="142514"/>
                    <a:pt x="101772" y="169263"/>
                  </a:cubicBezTo>
                  <a:cubicBezTo>
                    <a:pt x="88044" y="191682"/>
                    <a:pt x="75051" y="212883"/>
                    <a:pt x="72249" y="228055"/>
                  </a:cubicBezTo>
                  <a:cubicBezTo>
                    <a:pt x="63135" y="277025"/>
                    <a:pt x="79694" y="317757"/>
                    <a:pt x="94271" y="353678"/>
                  </a:cubicBezTo>
                  <a:cubicBezTo>
                    <a:pt x="103018" y="375191"/>
                    <a:pt x="111255" y="395515"/>
                    <a:pt x="113406" y="415584"/>
                  </a:cubicBezTo>
                  <a:cubicBezTo>
                    <a:pt x="113746" y="418641"/>
                    <a:pt x="112104" y="421556"/>
                    <a:pt x="109330" y="422858"/>
                  </a:cubicBezTo>
                  <a:cubicBezTo>
                    <a:pt x="106556" y="424189"/>
                    <a:pt x="103273" y="423623"/>
                    <a:pt x="101121" y="421443"/>
                  </a:cubicBezTo>
                  <a:cubicBezTo>
                    <a:pt x="88667" y="408988"/>
                    <a:pt x="66701" y="399647"/>
                    <a:pt x="43434" y="389797"/>
                  </a:cubicBezTo>
                  <a:cubicBezTo>
                    <a:pt x="38027" y="387504"/>
                    <a:pt x="32535" y="385183"/>
                    <a:pt x="27044" y="382748"/>
                  </a:cubicBezTo>
                  <a:cubicBezTo>
                    <a:pt x="33583" y="397892"/>
                    <a:pt x="36385" y="415131"/>
                    <a:pt x="37546" y="429114"/>
                  </a:cubicBezTo>
                  <a:cubicBezTo>
                    <a:pt x="39640" y="454561"/>
                    <a:pt x="37121" y="481820"/>
                    <a:pt x="31007" y="500446"/>
                  </a:cubicBezTo>
                  <a:cubicBezTo>
                    <a:pt x="2871" y="631616"/>
                    <a:pt x="105622" y="697060"/>
                    <a:pt x="110038" y="699778"/>
                  </a:cubicBezTo>
                  <a:cubicBezTo>
                    <a:pt x="113435" y="701872"/>
                    <a:pt x="114482" y="706316"/>
                    <a:pt x="112387" y="709713"/>
                  </a:cubicBezTo>
                  <a:cubicBezTo>
                    <a:pt x="111028" y="711921"/>
                    <a:pt x="108651" y="713138"/>
                    <a:pt x="106245" y="713138"/>
                  </a:cubicBezTo>
                  <a:close/>
                </a:path>
              </a:pathLst>
            </a:custGeom>
            <a:solidFill>
              <a:srgbClr val="262626"/>
            </a:solidFill>
            <a:ln w="2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42" name="Forma Livre: Forma 441">
              <a:extLst>
                <a:ext uri="{FF2B5EF4-FFF2-40B4-BE49-F238E27FC236}">
                  <a16:creationId xmlns:a16="http://schemas.microsoft.com/office/drawing/2014/main" id="{1DF7FDDC-706F-FB37-3E0C-EF47B4EAF7B0}"/>
                </a:ext>
              </a:extLst>
            </p:cNvPr>
            <p:cNvSpPr/>
            <p:nvPr/>
          </p:nvSpPr>
          <p:spPr>
            <a:xfrm>
              <a:off x="10713389" y="3472444"/>
              <a:ext cx="194528" cy="229217"/>
            </a:xfrm>
            <a:custGeom>
              <a:avLst/>
              <a:gdLst>
                <a:gd name="connsiteX0" fmla="*/ 17734 w 194528"/>
                <a:gd name="connsiteY0" fmla="*/ 229218 h 229217"/>
                <a:gd name="connsiteX1" fmla="*/ 10742 w 194528"/>
                <a:gd name="connsiteY1" fmla="*/ 223754 h 229217"/>
                <a:gd name="connsiteX2" fmla="*/ 8846 w 194528"/>
                <a:gd name="connsiteY2" fmla="*/ 216480 h 229217"/>
                <a:gd name="connsiteX3" fmla="*/ 20961 w 194528"/>
                <a:gd name="connsiteY3" fmla="*/ 70533 h 229217"/>
                <a:gd name="connsiteX4" fmla="*/ 26056 w 194528"/>
                <a:gd name="connsiteY4" fmla="*/ 66400 h 229217"/>
                <a:gd name="connsiteX5" fmla="*/ 32368 w 194528"/>
                <a:gd name="connsiteY5" fmla="*/ 68070 h 229217"/>
                <a:gd name="connsiteX6" fmla="*/ 111060 w 194528"/>
                <a:gd name="connsiteY6" fmla="*/ 110784 h 229217"/>
                <a:gd name="connsiteX7" fmla="*/ 180098 w 194528"/>
                <a:gd name="connsiteY7" fmla="*/ 6674 h 229217"/>
                <a:gd name="connsiteX8" fmla="*/ 187854 w 194528"/>
                <a:gd name="connsiteY8" fmla="*/ 22 h 229217"/>
                <a:gd name="connsiteX9" fmla="*/ 194506 w 194528"/>
                <a:gd name="connsiteY9" fmla="*/ 7778 h 229217"/>
                <a:gd name="connsiteX10" fmla="*/ 116296 w 194528"/>
                <a:gd name="connsiteY10" fmla="*/ 124485 h 229217"/>
                <a:gd name="connsiteX11" fmla="*/ 112022 w 194528"/>
                <a:gd name="connsiteY11" fmla="*/ 125447 h 229217"/>
                <a:gd name="connsiteX12" fmla="*/ 30415 w 194528"/>
                <a:gd name="connsiteY12" fmla="*/ 85196 h 229217"/>
                <a:gd name="connsiteX13" fmla="*/ 22829 w 194528"/>
                <a:gd name="connsiteY13" fmla="*/ 212687 h 229217"/>
                <a:gd name="connsiteX14" fmla="*/ 24783 w 194528"/>
                <a:gd name="connsiteY14" fmla="*/ 220160 h 229217"/>
                <a:gd name="connsiteX15" fmla="*/ 19517 w 194528"/>
                <a:gd name="connsiteY15" fmla="*/ 228906 h 229217"/>
                <a:gd name="connsiteX16" fmla="*/ 17763 w 194528"/>
                <a:gd name="connsiteY16" fmla="*/ 229133 h 229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94528" h="229217">
                  <a:moveTo>
                    <a:pt x="17734" y="229218"/>
                  </a:moveTo>
                  <a:cubicBezTo>
                    <a:pt x="14507" y="229218"/>
                    <a:pt x="11563" y="227038"/>
                    <a:pt x="10742" y="223754"/>
                  </a:cubicBezTo>
                  <a:cubicBezTo>
                    <a:pt x="10176" y="221433"/>
                    <a:pt x="9525" y="219027"/>
                    <a:pt x="8846" y="216480"/>
                  </a:cubicBezTo>
                  <a:cubicBezTo>
                    <a:pt x="977" y="186900"/>
                    <a:pt x="-10912" y="142233"/>
                    <a:pt x="20961" y="70533"/>
                  </a:cubicBezTo>
                  <a:cubicBezTo>
                    <a:pt x="21895" y="68438"/>
                    <a:pt x="23792" y="66882"/>
                    <a:pt x="26056" y="66400"/>
                  </a:cubicBezTo>
                  <a:cubicBezTo>
                    <a:pt x="28292" y="65919"/>
                    <a:pt x="30670" y="66542"/>
                    <a:pt x="32368" y="68070"/>
                  </a:cubicBezTo>
                  <a:cubicBezTo>
                    <a:pt x="56542" y="89696"/>
                    <a:pt x="95095" y="108010"/>
                    <a:pt x="111060" y="110784"/>
                  </a:cubicBezTo>
                  <a:cubicBezTo>
                    <a:pt x="145423" y="89498"/>
                    <a:pt x="177409" y="41491"/>
                    <a:pt x="180098" y="6674"/>
                  </a:cubicBezTo>
                  <a:cubicBezTo>
                    <a:pt x="180410" y="2683"/>
                    <a:pt x="183920" y="-289"/>
                    <a:pt x="187854" y="22"/>
                  </a:cubicBezTo>
                  <a:cubicBezTo>
                    <a:pt x="191817" y="334"/>
                    <a:pt x="194817" y="3787"/>
                    <a:pt x="194506" y="7778"/>
                  </a:cubicBezTo>
                  <a:cubicBezTo>
                    <a:pt x="191421" y="48001"/>
                    <a:pt x="155585" y="101443"/>
                    <a:pt x="116296" y="124485"/>
                  </a:cubicBezTo>
                  <a:cubicBezTo>
                    <a:pt x="114994" y="125249"/>
                    <a:pt x="113494" y="125589"/>
                    <a:pt x="112022" y="125447"/>
                  </a:cubicBezTo>
                  <a:cubicBezTo>
                    <a:pt x="95066" y="123947"/>
                    <a:pt x="57165" y="106312"/>
                    <a:pt x="30415" y="85196"/>
                  </a:cubicBezTo>
                  <a:cubicBezTo>
                    <a:pt x="5364" y="147073"/>
                    <a:pt x="15809" y="186334"/>
                    <a:pt x="22829" y="212687"/>
                  </a:cubicBezTo>
                  <a:cubicBezTo>
                    <a:pt x="23537" y="215291"/>
                    <a:pt x="24188" y="217782"/>
                    <a:pt x="24783" y="220160"/>
                  </a:cubicBezTo>
                  <a:cubicBezTo>
                    <a:pt x="25745" y="224038"/>
                    <a:pt x="23396" y="227944"/>
                    <a:pt x="19517" y="228906"/>
                  </a:cubicBezTo>
                  <a:cubicBezTo>
                    <a:pt x="18923" y="229048"/>
                    <a:pt x="18329" y="229133"/>
                    <a:pt x="17763" y="229133"/>
                  </a:cubicBezTo>
                  <a:close/>
                </a:path>
              </a:pathLst>
            </a:custGeom>
            <a:solidFill>
              <a:srgbClr val="262626"/>
            </a:solidFill>
            <a:ln w="2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43" name="Forma Livre: Forma 442">
              <a:extLst>
                <a:ext uri="{FF2B5EF4-FFF2-40B4-BE49-F238E27FC236}">
                  <a16:creationId xmlns:a16="http://schemas.microsoft.com/office/drawing/2014/main" id="{A808AD44-E5D8-F5BC-B582-812664FD24F0}"/>
                </a:ext>
              </a:extLst>
            </p:cNvPr>
            <p:cNvSpPr/>
            <p:nvPr/>
          </p:nvSpPr>
          <p:spPr>
            <a:xfrm>
              <a:off x="10658907" y="3796492"/>
              <a:ext cx="49312" cy="151065"/>
            </a:xfrm>
            <a:custGeom>
              <a:avLst/>
              <a:gdLst>
                <a:gd name="connsiteX0" fmla="*/ 42099 w 49312"/>
                <a:gd name="connsiteY0" fmla="*/ 151065 h 151065"/>
                <a:gd name="connsiteX1" fmla="*/ 36466 w 49312"/>
                <a:gd name="connsiteY1" fmla="*/ 148348 h 151065"/>
                <a:gd name="connsiteX2" fmla="*/ 3518 w 49312"/>
                <a:gd name="connsiteY2" fmla="*/ 5741 h 151065"/>
                <a:gd name="connsiteX3" fmla="*/ 12067 w 49312"/>
                <a:gd name="connsiteY3" fmla="*/ 165 h 151065"/>
                <a:gd name="connsiteX4" fmla="*/ 17643 w 49312"/>
                <a:gd name="connsiteY4" fmla="*/ 8713 h 151065"/>
                <a:gd name="connsiteX5" fmla="*/ 47732 w 49312"/>
                <a:gd name="connsiteY5" fmla="*/ 139346 h 151065"/>
                <a:gd name="connsiteX6" fmla="*/ 46600 w 49312"/>
                <a:gd name="connsiteY6" fmla="*/ 149480 h 151065"/>
                <a:gd name="connsiteX7" fmla="*/ 42099 w 49312"/>
                <a:gd name="connsiteY7" fmla="*/ 151065 h 151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9312" h="151065">
                  <a:moveTo>
                    <a:pt x="42099" y="151065"/>
                  </a:moveTo>
                  <a:cubicBezTo>
                    <a:pt x="39976" y="151065"/>
                    <a:pt x="37881" y="150131"/>
                    <a:pt x="36466" y="148348"/>
                  </a:cubicBezTo>
                  <a:cubicBezTo>
                    <a:pt x="34428" y="145800"/>
                    <a:pt x="-13098" y="85225"/>
                    <a:pt x="3518" y="5741"/>
                  </a:cubicBezTo>
                  <a:cubicBezTo>
                    <a:pt x="4338" y="1835"/>
                    <a:pt x="8132" y="-684"/>
                    <a:pt x="12067" y="165"/>
                  </a:cubicBezTo>
                  <a:cubicBezTo>
                    <a:pt x="15972" y="986"/>
                    <a:pt x="18464" y="4807"/>
                    <a:pt x="17643" y="8713"/>
                  </a:cubicBezTo>
                  <a:cubicBezTo>
                    <a:pt x="2442" y="81375"/>
                    <a:pt x="47279" y="138780"/>
                    <a:pt x="47732" y="139346"/>
                  </a:cubicBezTo>
                  <a:cubicBezTo>
                    <a:pt x="50223" y="142460"/>
                    <a:pt x="49713" y="146989"/>
                    <a:pt x="46600" y="149480"/>
                  </a:cubicBezTo>
                  <a:cubicBezTo>
                    <a:pt x="45270" y="150556"/>
                    <a:pt x="43684" y="151065"/>
                    <a:pt x="42099" y="151065"/>
                  </a:cubicBezTo>
                  <a:close/>
                </a:path>
              </a:pathLst>
            </a:custGeom>
            <a:solidFill>
              <a:srgbClr val="262626"/>
            </a:solidFill>
            <a:ln w="2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444" name="Gráfico 3">
            <a:extLst>
              <a:ext uri="{FF2B5EF4-FFF2-40B4-BE49-F238E27FC236}">
                <a16:creationId xmlns:a16="http://schemas.microsoft.com/office/drawing/2014/main" id="{1D60AC0D-BA99-940D-5DFF-8BBF247318C8}"/>
              </a:ext>
            </a:extLst>
          </p:cNvPr>
          <p:cNvGrpSpPr/>
          <p:nvPr/>
        </p:nvGrpSpPr>
        <p:grpSpPr>
          <a:xfrm>
            <a:off x="5762755" y="4296530"/>
            <a:ext cx="542326" cy="599382"/>
            <a:chOff x="5735592" y="4266511"/>
            <a:chExt cx="596651" cy="659420"/>
          </a:xfrm>
          <a:solidFill>
            <a:srgbClr val="262626"/>
          </a:solidFill>
        </p:grpSpPr>
        <p:sp>
          <p:nvSpPr>
            <p:cNvPr id="445" name="Forma Livre: Forma 444">
              <a:extLst>
                <a:ext uri="{FF2B5EF4-FFF2-40B4-BE49-F238E27FC236}">
                  <a16:creationId xmlns:a16="http://schemas.microsoft.com/office/drawing/2014/main" id="{019E719C-D05A-1829-1291-516742514CE7}"/>
                </a:ext>
              </a:extLst>
            </p:cNvPr>
            <p:cNvSpPr/>
            <p:nvPr/>
          </p:nvSpPr>
          <p:spPr>
            <a:xfrm>
              <a:off x="6054730" y="4610568"/>
              <a:ext cx="146001" cy="315364"/>
            </a:xfrm>
            <a:custGeom>
              <a:avLst/>
              <a:gdLst>
                <a:gd name="connsiteX0" fmla="*/ 138742 w 146001"/>
                <a:gd name="connsiteY0" fmla="*/ 315364 h 315364"/>
                <a:gd name="connsiteX1" fmla="*/ 136959 w 146001"/>
                <a:gd name="connsiteY1" fmla="*/ 315138 h 315364"/>
                <a:gd name="connsiteX2" fmla="*/ 70355 w 146001"/>
                <a:gd name="connsiteY2" fmla="*/ 271121 h 315364"/>
                <a:gd name="connsiteX3" fmla="*/ 41256 w 146001"/>
                <a:gd name="connsiteY3" fmla="*/ 225294 h 315364"/>
                <a:gd name="connsiteX4" fmla="*/ 14 w 146001"/>
                <a:gd name="connsiteY4" fmla="*/ 62477 h 315364"/>
                <a:gd name="connsiteX5" fmla="*/ 6071 w 146001"/>
                <a:gd name="connsiteY5" fmla="*/ 54891 h 315364"/>
                <a:gd name="connsiteX6" fmla="*/ 134581 w 146001"/>
                <a:gd name="connsiteY6" fmla="*/ 1335 h 315364"/>
                <a:gd name="connsiteX7" fmla="*/ 144658 w 146001"/>
                <a:gd name="connsiteY7" fmla="*/ 3034 h 315364"/>
                <a:gd name="connsiteX8" fmla="*/ 142960 w 146001"/>
                <a:gd name="connsiteY8" fmla="*/ 13082 h 315364"/>
                <a:gd name="connsiteX9" fmla="*/ 14987 w 146001"/>
                <a:gd name="connsiteY9" fmla="*/ 67968 h 315364"/>
                <a:gd name="connsiteX10" fmla="*/ 54333 w 146001"/>
                <a:gd name="connsiteY10" fmla="*/ 219095 h 315364"/>
                <a:gd name="connsiteX11" fmla="*/ 80799 w 146001"/>
                <a:gd name="connsiteY11" fmla="*/ 261073 h 315364"/>
                <a:gd name="connsiteX12" fmla="*/ 140554 w 146001"/>
                <a:gd name="connsiteY12" fmla="*/ 301098 h 315364"/>
                <a:gd name="connsiteX13" fmla="*/ 145762 w 146001"/>
                <a:gd name="connsiteY13" fmla="*/ 309873 h 315364"/>
                <a:gd name="connsiteX14" fmla="*/ 138771 w 146001"/>
                <a:gd name="connsiteY14" fmla="*/ 315307 h 315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6001" h="315364">
                  <a:moveTo>
                    <a:pt x="138742" y="315364"/>
                  </a:moveTo>
                  <a:cubicBezTo>
                    <a:pt x="138148" y="315364"/>
                    <a:pt x="137553" y="315307"/>
                    <a:pt x="136959" y="315138"/>
                  </a:cubicBezTo>
                  <a:cubicBezTo>
                    <a:pt x="108709" y="307919"/>
                    <a:pt x="88272" y="289719"/>
                    <a:pt x="70355" y="271121"/>
                  </a:cubicBezTo>
                  <a:cubicBezTo>
                    <a:pt x="55041" y="255213"/>
                    <a:pt x="41794" y="226511"/>
                    <a:pt x="41256" y="225294"/>
                  </a:cubicBezTo>
                  <a:cubicBezTo>
                    <a:pt x="6099" y="153368"/>
                    <a:pt x="240" y="66156"/>
                    <a:pt x="14" y="62477"/>
                  </a:cubicBezTo>
                  <a:cubicBezTo>
                    <a:pt x="-213" y="58768"/>
                    <a:pt x="2391" y="55485"/>
                    <a:pt x="6071" y="54891"/>
                  </a:cubicBezTo>
                  <a:cubicBezTo>
                    <a:pt x="74204" y="43823"/>
                    <a:pt x="133987" y="1760"/>
                    <a:pt x="134581" y="1335"/>
                  </a:cubicBezTo>
                  <a:cubicBezTo>
                    <a:pt x="137836" y="-986"/>
                    <a:pt x="142337" y="-193"/>
                    <a:pt x="144658" y="3034"/>
                  </a:cubicBezTo>
                  <a:cubicBezTo>
                    <a:pt x="146979" y="6289"/>
                    <a:pt x="146215" y="10789"/>
                    <a:pt x="142960" y="13082"/>
                  </a:cubicBezTo>
                  <a:cubicBezTo>
                    <a:pt x="140497" y="14837"/>
                    <a:pt x="83602" y="54919"/>
                    <a:pt x="14987" y="67968"/>
                  </a:cubicBezTo>
                  <a:cubicBezTo>
                    <a:pt x="17026" y="89424"/>
                    <a:pt x="25716" y="160586"/>
                    <a:pt x="54333" y="219095"/>
                  </a:cubicBezTo>
                  <a:cubicBezTo>
                    <a:pt x="54531" y="219519"/>
                    <a:pt x="67213" y="246948"/>
                    <a:pt x="80799" y="261073"/>
                  </a:cubicBezTo>
                  <a:cubicBezTo>
                    <a:pt x="97217" y="278113"/>
                    <a:pt x="115814" y="294785"/>
                    <a:pt x="140554" y="301098"/>
                  </a:cubicBezTo>
                  <a:cubicBezTo>
                    <a:pt x="144404" y="302088"/>
                    <a:pt x="146753" y="306023"/>
                    <a:pt x="145762" y="309873"/>
                  </a:cubicBezTo>
                  <a:cubicBezTo>
                    <a:pt x="144941" y="313128"/>
                    <a:pt x="141997" y="315307"/>
                    <a:pt x="138771" y="315307"/>
                  </a:cubicBezTo>
                  <a:close/>
                </a:path>
              </a:pathLst>
            </a:custGeom>
            <a:solidFill>
              <a:srgbClr val="262626"/>
            </a:solidFill>
            <a:ln w="2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46" name="Forma Livre: Forma 445">
              <a:extLst>
                <a:ext uri="{FF2B5EF4-FFF2-40B4-BE49-F238E27FC236}">
                  <a16:creationId xmlns:a16="http://schemas.microsoft.com/office/drawing/2014/main" id="{813E90BF-BD50-A856-F464-125248BBCB15}"/>
                </a:ext>
              </a:extLst>
            </p:cNvPr>
            <p:cNvSpPr/>
            <p:nvPr/>
          </p:nvSpPr>
          <p:spPr>
            <a:xfrm>
              <a:off x="6186252" y="4610588"/>
              <a:ext cx="145990" cy="315343"/>
            </a:xfrm>
            <a:custGeom>
              <a:avLst/>
              <a:gdLst>
                <a:gd name="connsiteX0" fmla="*/ 7220 w 145990"/>
                <a:gd name="connsiteY0" fmla="*/ 315344 h 315343"/>
                <a:gd name="connsiteX1" fmla="*/ 228 w 145990"/>
                <a:gd name="connsiteY1" fmla="*/ 309909 h 315343"/>
                <a:gd name="connsiteX2" fmla="*/ 5437 w 145990"/>
                <a:gd name="connsiteY2" fmla="*/ 301134 h 315343"/>
                <a:gd name="connsiteX3" fmla="*/ 62927 w 145990"/>
                <a:gd name="connsiteY3" fmla="*/ 263798 h 315343"/>
                <a:gd name="connsiteX4" fmla="*/ 94035 w 145990"/>
                <a:gd name="connsiteY4" fmla="*/ 214234 h 315343"/>
                <a:gd name="connsiteX5" fmla="*/ 131032 w 145990"/>
                <a:gd name="connsiteY5" fmla="*/ 67976 h 315343"/>
                <a:gd name="connsiteX6" fmla="*/ 3059 w 145990"/>
                <a:gd name="connsiteY6" fmla="*/ 13090 h 315343"/>
                <a:gd name="connsiteX7" fmla="*/ 1361 w 145990"/>
                <a:gd name="connsiteY7" fmla="*/ 3041 h 315343"/>
                <a:gd name="connsiteX8" fmla="*/ 11410 w 145990"/>
                <a:gd name="connsiteY8" fmla="*/ 1343 h 315343"/>
                <a:gd name="connsiteX9" fmla="*/ 139920 w 145990"/>
                <a:gd name="connsiteY9" fmla="*/ 54898 h 315343"/>
                <a:gd name="connsiteX10" fmla="*/ 145977 w 145990"/>
                <a:gd name="connsiteY10" fmla="*/ 62484 h 315343"/>
                <a:gd name="connsiteX11" fmla="*/ 107226 w 145990"/>
                <a:gd name="connsiteY11" fmla="*/ 220065 h 315343"/>
                <a:gd name="connsiteX12" fmla="*/ 73145 w 145990"/>
                <a:gd name="connsiteY12" fmla="*/ 273988 h 315343"/>
                <a:gd name="connsiteX13" fmla="*/ 9004 w 145990"/>
                <a:gd name="connsiteY13" fmla="*/ 315117 h 315343"/>
                <a:gd name="connsiteX14" fmla="*/ 7220 w 145990"/>
                <a:gd name="connsiteY14" fmla="*/ 315344 h 3153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5990" h="315343">
                  <a:moveTo>
                    <a:pt x="7220" y="315344"/>
                  </a:moveTo>
                  <a:cubicBezTo>
                    <a:pt x="3993" y="315344"/>
                    <a:pt x="1078" y="313164"/>
                    <a:pt x="228" y="309909"/>
                  </a:cubicBezTo>
                  <a:cubicBezTo>
                    <a:pt x="-762" y="306059"/>
                    <a:pt x="1559" y="302125"/>
                    <a:pt x="5437" y="301134"/>
                  </a:cubicBezTo>
                  <a:cubicBezTo>
                    <a:pt x="29469" y="294991"/>
                    <a:pt x="47981" y="278800"/>
                    <a:pt x="62927" y="263798"/>
                  </a:cubicBezTo>
                  <a:cubicBezTo>
                    <a:pt x="80618" y="245993"/>
                    <a:pt x="93894" y="214545"/>
                    <a:pt x="94035" y="214234"/>
                  </a:cubicBezTo>
                  <a:cubicBezTo>
                    <a:pt x="120785" y="156546"/>
                    <a:pt x="129050" y="88809"/>
                    <a:pt x="131032" y="67976"/>
                  </a:cubicBezTo>
                  <a:cubicBezTo>
                    <a:pt x="62417" y="54927"/>
                    <a:pt x="5522" y="14845"/>
                    <a:pt x="3059" y="13090"/>
                  </a:cubicBezTo>
                  <a:cubicBezTo>
                    <a:pt x="-196" y="10769"/>
                    <a:pt x="-932" y="6268"/>
                    <a:pt x="1361" y="3041"/>
                  </a:cubicBezTo>
                  <a:cubicBezTo>
                    <a:pt x="3654" y="-214"/>
                    <a:pt x="8183" y="-978"/>
                    <a:pt x="11410" y="1343"/>
                  </a:cubicBezTo>
                  <a:cubicBezTo>
                    <a:pt x="12004" y="1768"/>
                    <a:pt x="71787" y="43831"/>
                    <a:pt x="139920" y="54898"/>
                  </a:cubicBezTo>
                  <a:cubicBezTo>
                    <a:pt x="143571" y="55493"/>
                    <a:pt x="146204" y="58776"/>
                    <a:pt x="145977" y="62484"/>
                  </a:cubicBezTo>
                  <a:cubicBezTo>
                    <a:pt x="145751" y="65994"/>
                    <a:pt x="140203" y="149016"/>
                    <a:pt x="107226" y="220065"/>
                  </a:cubicBezTo>
                  <a:cubicBezTo>
                    <a:pt x="106773" y="221197"/>
                    <a:pt x="92875" y="254146"/>
                    <a:pt x="73145" y="273988"/>
                  </a:cubicBezTo>
                  <a:cubicBezTo>
                    <a:pt x="56813" y="290406"/>
                    <a:pt x="36432" y="308126"/>
                    <a:pt x="9004" y="315117"/>
                  </a:cubicBezTo>
                  <a:cubicBezTo>
                    <a:pt x="8409" y="315259"/>
                    <a:pt x="7815" y="315344"/>
                    <a:pt x="7220" y="315344"/>
                  </a:cubicBezTo>
                  <a:close/>
                </a:path>
              </a:pathLst>
            </a:custGeom>
            <a:solidFill>
              <a:srgbClr val="262626"/>
            </a:solidFill>
            <a:ln w="2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47" name="Forma Livre: Forma 446">
              <a:extLst>
                <a:ext uri="{FF2B5EF4-FFF2-40B4-BE49-F238E27FC236}">
                  <a16:creationId xmlns:a16="http://schemas.microsoft.com/office/drawing/2014/main" id="{F3E79F50-F857-E3FD-E35D-4A77D9A99091}"/>
                </a:ext>
              </a:extLst>
            </p:cNvPr>
            <p:cNvSpPr/>
            <p:nvPr/>
          </p:nvSpPr>
          <p:spPr>
            <a:xfrm>
              <a:off x="5735592" y="4266511"/>
              <a:ext cx="492159" cy="577191"/>
            </a:xfrm>
            <a:custGeom>
              <a:avLst/>
              <a:gdLst>
                <a:gd name="connsiteX0" fmla="*/ 294441 w 492159"/>
                <a:gd name="connsiteY0" fmla="*/ 577191 h 577191"/>
                <a:gd name="connsiteX1" fmla="*/ 7218 w 492159"/>
                <a:gd name="connsiteY1" fmla="*/ 577191 h 577191"/>
                <a:gd name="connsiteX2" fmla="*/ 0 w 492159"/>
                <a:gd name="connsiteY2" fmla="*/ 569973 h 577191"/>
                <a:gd name="connsiteX3" fmla="*/ 0 w 492159"/>
                <a:gd name="connsiteY3" fmla="*/ 127576 h 577191"/>
                <a:gd name="connsiteX4" fmla="*/ 7218 w 492159"/>
                <a:gd name="connsiteY4" fmla="*/ 120358 h 577191"/>
                <a:gd name="connsiteX5" fmla="*/ 118575 w 492159"/>
                <a:gd name="connsiteY5" fmla="*/ 120358 h 577191"/>
                <a:gd name="connsiteX6" fmla="*/ 118575 w 492159"/>
                <a:gd name="connsiteY6" fmla="*/ 7218 h 577191"/>
                <a:gd name="connsiteX7" fmla="*/ 125793 w 492159"/>
                <a:gd name="connsiteY7" fmla="*/ 0 h 577191"/>
                <a:gd name="connsiteX8" fmla="*/ 366367 w 492159"/>
                <a:gd name="connsiteY8" fmla="*/ 0 h 577191"/>
                <a:gd name="connsiteX9" fmla="*/ 373585 w 492159"/>
                <a:gd name="connsiteY9" fmla="*/ 7218 h 577191"/>
                <a:gd name="connsiteX10" fmla="*/ 373585 w 492159"/>
                <a:gd name="connsiteY10" fmla="*/ 120358 h 577191"/>
                <a:gd name="connsiteX11" fmla="*/ 484941 w 492159"/>
                <a:gd name="connsiteY11" fmla="*/ 120358 h 577191"/>
                <a:gd name="connsiteX12" fmla="*/ 492160 w 492159"/>
                <a:gd name="connsiteY12" fmla="*/ 127576 h 577191"/>
                <a:gd name="connsiteX13" fmla="*/ 492160 w 492159"/>
                <a:gd name="connsiteY13" fmla="*/ 306782 h 577191"/>
                <a:gd name="connsiteX14" fmla="*/ 484941 w 492159"/>
                <a:gd name="connsiteY14" fmla="*/ 314000 h 577191"/>
                <a:gd name="connsiteX15" fmla="*/ 477724 w 492159"/>
                <a:gd name="connsiteY15" fmla="*/ 306782 h 577191"/>
                <a:gd name="connsiteX16" fmla="*/ 477724 w 492159"/>
                <a:gd name="connsiteY16" fmla="*/ 134794 h 577191"/>
                <a:gd name="connsiteX17" fmla="*/ 366367 w 492159"/>
                <a:gd name="connsiteY17" fmla="*/ 134794 h 577191"/>
                <a:gd name="connsiteX18" fmla="*/ 359149 w 492159"/>
                <a:gd name="connsiteY18" fmla="*/ 127576 h 577191"/>
                <a:gd name="connsiteX19" fmla="*/ 359149 w 492159"/>
                <a:gd name="connsiteY19" fmla="*/ 14436 h 577191"/>
                <a:gd name="connsiteX20" fmla="*/ 133011 w 492159"/>
                <a:gd name="connsiteY20" fmla="*/ 14436 h 577191"/>
                <a:gd name="connsiteX21" fmla="*/ 133011 w 492159"/>
                <a:gd name="connsiteY21" fmla="*/ 127576 h 577191"/>
                <a:gd name="connsiteX22" fmla="*/ 125793 w 492159"/>
                <a:gd name="connsiteY22" fmla="*/ 134794 h 577191"/>
                <a:gd name="connsiteX23" fmla="*/ 14436 w 492159"/>
                <a:gd name="connsiteY23" fmla="*/ 134794 h 577191"/>
                <a:gd name="connsiteX24" fmla="*/ 14436 w 492159"/>
                <a:gd name="connsiteY24" fmla="*/ 562755 h 577191"/>
                <a:gd name="connsiteX25" fmla="*/ 294441 w 492159"/>
                <a:gd name="connsiteY25" fmla="*/ 562755 h 577191"/>
                <a:gd name="connsiteX26" fmla="*/ 301659 w 492159"/>
                <a:gd name="connsiteY26" fmla="*/ 569973 h 577191"/>
                <a:gd name="connsiteX27" fmla="*/ 294441 w 492159"/>
                <a:gd name="connsiteY27" fmla="*/ 577191 h 577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92159" h="577191">
                  <a:moveTo>
                    <a:pt x="294441" y="577191"/>
                  </a:moveTo>
                  <a:lnTo>
                    <a:pt x="7218" y="577191"/>
                  </a:lnTo>
                  <a:cubicBezTo>
                    <a:pt x="3227" y="577191"/>
                    <a:pt x="0" y="573964"/>
                    <a:pt x="0" y="569973"/>
                  </a:cubicBezTo>
                  <a:lnTo>
                    <a:pt x="0" y="127576"/>
                  </a:lnTo>
                  <a:cubicBezTo>
                    <a:pt x="0" y="123585"/>
                    <a:pt x="3227" y="120358"/>
                    <a:pt x="7218" y="120358"/>
                  </a:cubicBezTo>
                  <a:lnTo>
                    <a:pt x="118575" y="120358"/>
                  </a:lnTo>
                  <a:lnTo>
                    <a:pt x="118575" y="7218"/>
                  </a:lnTo>
                  <a:cubicBezTo>
                    <a:pt x="118575" y="3227"/>
                    <a:pt x="121801" y="0"/>
                    <a:pt x="125793" y="0"/>
                  </a:cubicBezTo>
                  <a:lnTo>
                    <a:pt x="366367" y="0"/>
                  </a:lnTo>
                  <a:cubicBezTo>
                    <a:pt x="370358" y="0"/>
                    <a:pt x="373585" y="3227"/>
                    <a:pt x="373585" y="7218"/>
                  </a:cubicBezTo>
                  <a:lnTo>
                    <a:pt x="373585" y="120358"/>
                  </a:lnTo>
                  <a:lnTo>
                    <a:pt x="484941" y="120358"/>
                  </a:lnTo>
                  <a:cubicBezTo>
                    <a:pt x="488933" y="120358"/>
                    <a:pt x="492160" y="123585"/>
                    <a:pt x="492160" y="127576"/>
                  </a:cubicBezTo>
                  <a:lnTo>
                    <a:pt x="492160" y="306782"/>
                  </a:lnTo>
                  <a:cubicBezTo>
                    <a:pt x="492160" y="310774"/>
                    <a:pt x="488933" y="314000"/>
                    <a:pt x="484941" y="314000"/>
                  </a:cubicBezTo>
                  <a:cubicBezTo>
                    <a:pt x="480950" y="314000"/>
                    <a:pt x="477724" y="310774"/>
                    <a:pt x="477724" y="306782"/>
                  </a:cubicBezTo>
                  <a:lnTo>
                    <a:pt x="477724" y="134794"/>
                  </a:lnTo>
                  <a:lnTo>
                    <a:pt x="366367" y="134794"/>
                  </a:lnTo>
                  <a:cubicBezTo>
                    <a:pt x="362376" y="134794"/>
                    <a:pt x="359149" y="131567"/>
                    <a:pt x="359149" y="127576"/>
                  </a:cubicBezTo>
                  <a:lnTo>
                    <a:pt x="359149" y="14436"/>
                  </a:lnTo>
                  <a:lnTo>
                    <a:pt x="133011" y="14436"/>
                  </a:lnTo>
                  <a:lnTo>
                    <a:pt x="133011" y="127576"/>
                  </a:lnTo>
                  <a:cubicBezTo>
                    <a:pt x="133011" y="131567"/>
                    <a:pt x="129784" y="134794"/>
                    <a:pt x="125793" y="134794"/>
                  </a:cubicBezTo>
                  <a:lnTo>
                    <a:pt x="14436" y="134794"/>
                  </a:lnTo>
                  <a:lnTo>
                    <a:pt x="14436" y="562755"/>
                  </a:lnTo>
                  <a:lnTo>
                    <a:pt x="294441" y="562755"/>
                  </a:lnTo>
                  <a:cubicBezTo>
                    <a:pt x="298432" y="562755"/>
                    <a:pt x="301659" y="565982"/>
                    <a:pt x="301659" y="569973"/>
                  </a:cubicBezTo>
                  <a:cubicBezTo>
                    <a:pt x="301659" y="573964"/>
                    <a:pt x="298432" y="577191"/>
                    <a:pt x="294441" y="577191"/>
                  </a:cubicBezTo>
                  <a:close/>
                </a:path>
              </a:pathLst>
            </a:custGeom>
            <a:solidFill>
              <a:srgbClr val="262626"/>
            </a:solidFill>
            <a:ln w="2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48" name="Forma Livre: Forma 447">
              <a:extLst>
                <a:ext uri="{FF2B5EF4-FFF2-40B4-BE49-F238E27FC236}">
                  <a16:creationId xmlns:a16="http://schemas.microsoft.com/office/drawing/2014/main" id="{EAF0F0B7-08DE-C3F5-FD2B-F671A674977F}"/>
                </a:ext>
              </a:extLst>
            </p:cNvPr>
            <p:cNvSpPr/>
            <p:nvPr/>
          </p:nvSpPr>
          <p:spPr>
            <a:xfrm>
              <a:off x="5846580" y="4473882"/>
              <a:ext cx="109573" cy="109573"/>
            </a:xfrm>
            <a:custGeom>
              <a:avLst/>
              <a:gdLst>
                <a:gd name="connsiteX0" fmla="*/ 102355 w 109573"/>
                <a:gd name="connsiteY0" fmla="*/ 109573 h 109573"/>
                <a:gd name="connsiteX1" fmla="*/ 7218 w 109573"/>
                <a:gd name="connsiteY1" fmla="*/ 109573 h 109573"/>
                <a:gd name="connsiteX2" fmla="*/ 0 w 109573"/>
                <a:gd name="connsiteY2" fmla="*/ 102355 h 109573"/>
                <a:gd name="connsiteX3" fmla="*/ 0 w 109573"/>
                <a:gd name="connsiteY3" fmla="*/ 7218 h 109573"/>
                <a:gd name="connsiteX4" fmla="*/ 7218 w 109573"/>
                <a:gd name="connsiteY4" fmla="*/ 0 h 109573"/>
                <a:gd name="connsiteX5" fmla="*/ 102355 w 109573"/>
                <a:gd name="connsiteY5" fmla="*/ 0 h 109573"/>
                <a:gd name="connsiteX6" fmla="*/ 109573 w 109573"/>
                <a:gd name="connsiteY6" fmla="*/ 7218 h 109573"/>
                <a:gd name="connsiteX7" fmla="*/ 109573 w 109573"/>
                <a:gd name="connsiteY7" fmla="*/ 102355 h 109573"/>
                <a:gd name="connsiteX8" fmla="*/ 102355 w 109573"/>
                <a:gd name="connsiteY8" fmla="*/ 109573 h 109573"/>
                <a:gd name="connsiteX9" fmla="*/ 14436 w 109573"/>
                <a:gd name="connsiteY9" fmla="*/ 95137 h 109573"/>
                <a:gd name="connsiteX10" fmla="*/ 95137 w 109573"/>
                <a:gd name="connsiteY10" fmla="*/ 95137 h 109573"/>
                <a:gd name="connsiteX11" fmla="*/ 95137 w 109573"/>
                <a:gd name="connsiteY11" fmla="*/ 14436 h 109573"/>
                <a:gd name="connsiteX12" fmla="*/ 14436 w 109573"/>
                <a:gd name="connsiteY12" fmla="*/ 14436 h 109573"/>
                <a:gd name="connsiteX13" fmla="*/ 14436 w 109573"/>
                <a:gd name="connsiteY13" fmla="*/ 95137 h 109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573" h="109573">
                  <a:moveTo>
                    <a:pt x="102355" y="109573"/>
                  </a:moveTo>
                  <a:lnTo>
                    <a:pt x="7218" y="109573"/>
                  </a:lnTo>
                  <a:cubicBezTo>
                    <a:pt x="3227" y="109573"/>
                    <a:pt x="0" y="106346"/>
                    <a:pt x="0" y="102355"/>
                  </a:cubicBezTo>
                  <a:lnTo>
                    <a:pt x="0" y="7218"/>
                  </a:lnTo>
                  <a:cubicBezTo>
                    <a:pt x="0" y="3227"/>
                    <a:pt x="3227" y="0"/>
                    <a:pt x="7218" y="0"/>
                  </a:cubicBezTo>
                  <a:lnTo>
                    <a:pt x="102355" y="0"/>
                  </a:lnTo>
                  <a:cubicBezTo>
                    <a:pt x="106346" y="0"/>
                    <a:pt x="109573" y="3227"/>
                    <a:pt x="109573" y="7218"/>
                  </a:cubicBezTo>
                  <a:lnTo>
                    <a:pt x="109573" y="102355"/>
                  </a:lnTo>
                  <a:cubicBezTo>
                    <a:pt x="109573" y="106346"/>
                    <a:pt x="106346" y="109573"/>
                    <a:pt x="102355" y="109573"/>
                  </a:cubicBezTo>
                  <a:close/>
                  <a:moveTo>
                    <a:pt x="14436" y="95137"/>
                  </a:moveTo>
                  <a:lnTo>
                    <a:pt x="95137" y="95137"/>
                  </a:lnTo>
                  <a:lnTo>
                    <a:pt x="95137" y="14436"/>
                  </a:lnTo>
                  <a:lnTo>
                    <a:pt x="14436" y="14436"/>
                  </a:lnTo>
                  <a:lnTo>
                    <a:pt x="14436" y="95137"/>
                  </a:lnTo>
                  <a:close/>
                </a:path>
              </a:pathLst>
            </a:custGeom>
            <a:solidFill>
              <a:srgbClr val="262626"/>
            </a:solidFill>
            <a:ln w="2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49" name="Forma Livre: Forma 448">
              <a:extLst>
                <a:ext uri="{FF2B5EF4-FFF2-40B4-BE49-F238E27FC236}">
                  <a16:creationId xmlns:a16="http://schemas.microsoft.com/office/drawing/2014/main" id="{10FB8954-9C4B-74A1-3372-E45331F81AE7}"/>
                </a:ext>
              </a:extLst>
            </p:cNvPr>
            <p:cNvSpPr/>
            <p:nvPr/>
          </p:nvSpPr>
          <p:spPr>
            <a:xfrm>
              <a:off x="6007161" y="4473882"/>
              <a:ext cx="109573" cy="109573"/>
            </a:xfrm>
            <a:custGeom>
              <a:avLst/>
              <a:gdLst>
                <a:gd name="connsiteX0" fmla="*/ 102355 w 109573"/>
                <a:gd name="connsiteY0" fmla="*/ 109573 h 109573"/>
                <a:gd name="connsiteX1" fmla="*/ 7218 w 109573"/>
                <a:gd name="connsiteY1" fmla="*/ 109573 h 109573"/>
                <a:gd name="connsiteX2" fmla="*/ 0 w 109573"/>
                <a:gd name="connsiteY2" fmla="*/ 102355 h 109573"/>
                <a:gd name="connsiteX3" fmla="*/ 0 w 109573"/>
                <a:gd name="connsiteY3" fmla="*/ 7218 h 109573"/>
                <a:gd name="connsiteX4" fmla="*/ 7218 w 109573"/>
                <a:gd name="connsiteY4" fmla="*/ 0 h 109573"/>
                <a:gd name="connsiteX5" fmla="*/ 102355 w 109573"/>
                <a:gd name="connsiteY5" fmla="*/ 0 h 109573"/>
                <a:gd name="connsiteX6" fmla="*/ 109573 w 109573"/>
                <a:gd name="connsiteY6" fmla="*/ 7218 h 109573"/>
                <a:gd name="connsiteX7" fmla="*/ 109573 w 109573"/>
                <a:gd name="connsiteY7" fmla="*/ 102355 h 109573"/>
                <a:gd name="connsiteX8" fmla="*/ 102355 w 109573"/>
                <a:gd name="connsiteY8" fmla="*/ 109573 h 109573"/>
                <a:gd name="connsiteX9" fmla="*/ 14436 w 109573"/>
                <a:gd name="connsiteY9" fmla="*/ 95137 h 109573"/>
                <a:gd name="connsiteX10" fmla="*/ 95137 w 109573"/>
                <a:gd name="connsiteY10" fmla="*/ 95137 h 109573"/>
                <a:gd name="connsiteX11" fmla="*/ 95137 w 109573"/>
                <a:gd name="connsiteY11" fmla="*/ 14436 h 109573"/>
                <a:gd name="connsiteX12" fmla="*/ 14436 w 109573"/>
                <a:gd name="connsiteY12" fmla="*/ 14436 h 109573"/>
                <a:gd name="connsiteX13" fmla="*/ 14436 w 109573"/>
                <a:gd name="connsiteY13" fmla="*/ 95137 h 109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573" h="109573">
                  <a:moveTo>
                    <a:pt x="102355" y="109573"/>
                  </a:moveTo>
                  <a:lnTo>
                    <a:pt x="7218" y="109573"/>
                  </a:lnTo>
                  <a:cubicBezTo>
                    <a:pt x="3227" y="109573"/>
                    <a:pt x="0" y="106346"/>
                    <a:pt x="0" y="102355"/>
                  </a:cubicBezTo>
                  <a:lnTo>
                    <a:pt x="0" y="7218"/>
                  </a:lnTo>
                  <a:cubicBezTo>
                    <a:pt x="0" y="3227"/>
                    <a:pt x="3227" y="0"/>
                    <a:pt x="7218" y="0"/>
                  </a:cubicBezTo>
                  <a:lnTo>
                    <a:pt x="102355" y="0"/>
                  </a:lnTo>
                  <a:cubicBezTo>
                    <a:pt x="106347" y="0"/>
                    <a:pt x="109573" y="3227"/>
                    <a:pt x="109573" y="7218"/>
                  </a:cubicBezTo>
                  <a:lnTo>
                    <a:pt x="109573" y="102355"/>
                  </a:lnTo>
                  <a:cubicBezTo>
                    <a:pt x="109573" y="106346"/>
                    <a:pt x="106347" y="109573"/>
                    <a:pt x="102355" y="109573"/>
                  </a:cubicBezTo>
                  <a:close/>
                  <a:moveTo>
                    <a:pt x="14436" y="95137"/>
                  </a:moveTo>
                  <a:lnTo>
                    <a:pt x="95137" y="95137"/>
                  </a:lnTo>
                  <a:lnTo>
                    <a:pt x="95137" y="14436"/>
                  </a:lnTo>
                  <a:lnTo>
                    <a:pt x="14436" y="14436"/>
                  </a:lnTo>
                  <a:lnTo>
                    <a:pt x="14436" y="95137"/>
                  </a:lnTo>
                  <a:close/>
                </a:path>
              </a:pathLst>
            </a:custGeom>
            <a:solidFill>
              <a:srgbClr val="262626"/>
            </a:solidFill>
            <a:ln w="2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50" name="Forma Livre: Forma 449">
              <a:extLst>
                <a:ext uri="{FF2B5EF4-FFF2-40B4-BE49-F238E27FC236}">
                  <a16:creationId xmlns:a16="http://schemas.microsoft.com/office/drawing/2014/main" id="{EABB253C-F079-D903-4119-61B31BEE13EC}"/>
                </a:ext>
              </a:extLst>
            </p:cNvPr>
            <p:cNvSpPr/>
            <p:nvPr/>
          </p:nvSpPr>
          <p:spPr>
            <a:xfrm>
              <a:off x="5846580" y="4655721"/>
              <a:ext cx="109573" cy="109573"/>
            </a:xfrm>
            <a:custGeom>
              <a:avLst/>
              <a:gdLst>
                <a:gd name="connsiteX0" fmla="*/ 102355 w 109573"/>
                <a:gd name="connsiteY0" fmla="*/ 109573 h 109573"/>
                <a:gd name="connsiteX1" fmla="*/ 7218 w 109573"/>
                <a:gd name="connsiteY1" fmla="*/ 109573 h 109573"/>
                <a:gd name="connsiteX2" fmla="*/ 0 w 109573"/>
                <a:gd name="connsiteY2" fmla="*/ 102355 h 109573"/>
                <a:gd name="connsiteX3" fmla="*/ 0 w 109573"/>
                <a:gd name="connsiteY3" fmla="*/ 7218 h 109573"/>
                <a:gd name="connsiteX4" fmla="*/ 7218 w 109573"/>
                <a:gd name="connsiteY4" fmla="*/ 0 h 109573"/>
                <a:gd name="connsiteX5" fmla="*/ 102355 w 109573"/>
                <a:gd name="connsiteY5" fmla="*/ 0 h 109573"/>
                <a:gd name="connsiteX6" fmla="*/ 109573 w 109573"/>
                <a:gd name="connsiteY6" fmla="*/ 7218 h 109573"/>
                <a:gd name="connsiteX7" fmla="*/ 109573 w 109573"/>
                <a:gd name="connsiteY7" fmla="*/ 102355 h 109573"/>
                <a:gd name="connsiteX8" fmla="*/ 102355 w 109573"/>
                <a:gd name="connsiteY8" fmla="*/ 109573 h 109573"/>
                <a:gd name="connsiteX9" fmla="*/ 14436 w 109573"/>
                <a:gd name="connsiteY9" fmla="*/ 95137 h 109573"/>
                <a:gd name="connsiteX10" fmla="*/ 95137 w 109573"/>
                <a:gd name="connsiteY10" fmla="*/ 95137 h 109573"/>
                <a:gd name="connsiteX11" fmla="*/ 95137 w 109573"/>
                <a:gd name="connsiteY11" fmla="*/ 14436 h 109573"/>
                <a:gd name="connsiteX12" fmla="*/ 14436 w 109573"/>
                <a:gd name="connsiteY12" fmla="*/ 14436 h 109573"/>
                <a:gd name="connsiteX13" fmla="*/ 14436 w 109573"/>
                <a:gd name="connsiteY13" fmla="*/ 95137 h 109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573" h="109573">
                  <a:moveTo>
                    <a:pt x="102355" y="109573"/>
                  </a:moveTo>
                  <a:lnTo>
                    <a:pt x="7218" y="109573"/>
                  </a:lnTo>
                  <a:cubicBezTo>
                    <a:pt x="3227" y="109573"/>
                    <a:pt x="0" y="106346"/>
                    <a:pt x="0" y="102355"/>
                  </a:cubicBezTo>
                  <a:lnTo>
                    <a:pt x="0" y="7218"/>
                  </a:lnTo>
                  <a:cubicBezTo>
                    <a:pt x="0" y="3227"/>
                    <a:pt x="3227" y="0"/>
                    <a:pt x="7218" y="0"/>
                  </a:cubicBezTo>
                  <a:lnTo>
                    <a:pt x="102355" y="0"/>
                  </a:lnTo>
                  <a:cubicBezTo>
                    <a:pt x="106346" y="0"/>
                    <a:pt x="109573" y="3227"/>
                    <a:pt x="109573" y="7218"/>
                  </a:cubicBezTo>
                  <a:lnTo>
                    <a:pt x="109573" y="102355"/>
                  </a:lnTo>
                  <a:cubicBezTo>
                    <a:pt x="109573" y="106346"/>
                    <a:pt x="106346" y="109573"/>
                    <a:pt x="102355" y="109573"/>
                  </a:cubicBezTo>
                  <a:close/>
                  <a:moveTo>
                    <a:pt x="14436" y="95137"/>
                  </a:moveTo>
                  <a:lnTo>
                    <a:pt x="95137" y="95137"/>
                  </a:lnTo>
                  <a:lnTo>
                    <a:pt x="95137" y="14436"/>
                  </a:lnTo>
                  <a:lnTo>
                    <a:pt x="14436" y="14436"/>
                  </a:lnTo>
                  <a:lnTo>
                    <a:pt x="14436" y="95137"/>
                  </a:lnTo>
                  <a:close/>
                </a:path>
              </a:pathLst>
            </a:custGeom>
            <a:solidFill>
              <a:srgbClr val="262626"/>
            </a:solidFill>
            <a:ln w="2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51" name="Forma Livre: Forma 450">
              <a:extLst>
                <a:ext uri="{FF2B5EF4-FFF2-40B4-BE49-F238E27FC236}">
                  <a16:creationId xmlns:a16="http://schemas.microsoft.com/office/drawing/2014/main" id="{5869331D-2646-59CC-AE73-54CC2E25C95D}"/>
                </a:ext>
              </a:extLst>
            </p:cNvPr>
            <p:cNvSpPr/>
            <p:nvPr/>
          </p:nvSpPr>
          <p:spPr>
            <a:xfrm>
              <a:off x="6007161" y="4655721"/>
              <a:ext cx="14436" cy="109573"/>
            </a:xfrm>
            <a:custGeom>
              <a:avLst/>
              <a:gdLst>
                <a:gd name="connsiteX0" fmla="*/ 7218 w 14436"/>
                <a:gd name="connsiteY0" fmla="*/ 109573 h 109573"/>
                <a:gd name="connsiteX1" fmla="*/ 0 w 14436"/>
                <a:gd name="connsiteY1" fmla="*/ 102355 h 109573"/>
                <a:gd name="connsiteX2" fmla="*/ 0 w 14436"/>
                <a:gd name="connsiteY2" fmla="*/ 7218 h 109573"/>
                <a:gd name="connsiteX3" fmla="*/ 7218 w 14436"/>
                <a:gd name="connsiteY3" fmla="*/ 0 h 109573"/>
                <a:gd name="connsiteX4" fmla="*/ 14436 w 14436"/>
                <a:gd name="connsiteY4" fmla="*/ 7218 h 109573"/>
                <a:gd name="connsiteX5" fmla="*/ 14436 w 14436"/>
                <a:gd name="connsiteY5" fmla="*/ 102355 h 109573"/>
                <a:gd name="connsiteX6" fmla="*/ 7218 w 14436"/>
                <a:gd name="connsiteY6" fmla="*/ 109573 h 109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436" h="109573">
                  <a:moveTo>
                    <a:pt x="7218" y="109573"/>
                  </a:moveTo>
                  <a:cubicBezTo>
                    <a:pt x="3227" y="109573"/>
                    <a:pt x="0" y="106346"/>
                    <a:pt x="0" y="102355"/>
                  </a:cubicBezTo>
                  <a:lnTo>
                    <a:pt x="0" y="7218"/>
                  </a:lnTo>
                  <a:cubicBezTo>
                    <a:pt x="0" y="3227"/>
                    <a:pt x="3227" y="0"/>
                    <a:pt x="7218" y="0"/>
                  </a:cubicBezTo>
                  <a:cubicBezTo>
                    <a:pt x="11209" y="0"/>
                    <a:pt x="14436" y="3227"/>
                    <a:pt x="14436" y="7218"/>
                  </a:cubicBezTo>
                  <a:lnTo>
                    <a:pt x="14436" y="102355"/>
                  </a:lnTo>
                  <a:cubicBezTo>
                    <a:pt x="14436" y="106346"/>
                    <a:pt x="11209" y="109573"/>
                    <a:pt x="7218" y="109573"/>
                  </a:cubicBezTo>
                  <a:close/>
                </a:path>
              </a:pathLst>
            </a:custGeom>
            <a:solidFill>
              <a:srgbClr val="262626"/>
            </a:solidFill>
            <a:ln w="2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452" name="Gráfico 3">
            <a:extLst>
              <a:ext uri="{FF2B5EF4-FFF2-40B4-BE49-F238E27FC236}">
                <a16:creationId xmlns:a16="http://schemas.microsoft.com/office/drawing/2014/main" id="{E6D3EBC8-6E38-6497-D98F-1A0AF696408D}"/>
              </a:ext>
            </a:extLst>
          </p:cNvPr>
          <p:cNvGrpSpPr/>
          <p:nvPr/>
        </p:nvGrpSpPr>
        <p:grpSpPr>
          <a:xfrm>
            <a:off x="4759067" y="4306620"/>
            <a:ext cx="551622" cy="579260"/>
            <a:chOff x="4731439" y="4277607"/>
            <a:chExt cx="606878" cy="637285"/>
          </a:xfrm>
          <a:solidFill>
            <a:srgbClr val="262626"/>
          </a:solidFill>
        </p:grpSpPr>
        <p:grpSp>
          <p:nvGrpSpPr>
            <p:cNvPr id="453" name="Gráfico 3">
              <a:extLst>
                <a:ext uri="{FF2B5EF4-FFF2-40B4-BE49-F238E27FC236}">
                  <a16:creationId xmlns:a16="http://schemas.microsoft.com/office/drawing/2014/main" id="{FD0F96A4-FFB9-776E-A9FE-4F2ECAADE519}"/>
                </a:ext>
              </a:extLst>
            </p:cNvPr>
            <p:cNvGrpSpPr/>
            <p:nvPr/>
          </p:nvGrpSpPr>
          <p:grpSpPr>
            <a:xfrm>
              <a:off x="4844454" y="4277607"/>
              <a:ext cx="373621" cy="396909"/>
              <a:chOff x="4844454" y="4277607"/>
              <a:chExt cx="373621" cy="396909"/>
            </a:xfrm>
            <a:solidFill>
              <a:srgbClr val="262626"/>
            </a:solidFill>
          </p:grpSpPr>
          <p:sp>
            <p:nvSpPr>
              <p:cNvPr id="468" name="Forma Livre: Forma 467">
                <a:extLst>
                  <a:ext uri="{FF2B5EF4-FFF2-40B4-BE49-F238E27FC236}">
                    <a16:creationId xmlns:a16="http://schemas.microsoft.com/office/drawing/2014/main" id="{81B23231-E768-DED8-B61A-47002E5690E5}"/>
                  </a:ext>
                </a:extLst>
              </p:cNvPr>
              <p:cNvSpPr/>
              <p:nvPr/>
            </p:nvSpPr>
            <p:spPr>
              <a:xfrm>
                <a:off x="4967305" y="4277607"/>
                <a:ext cx="135133" cy="135133"/>
              </a:xfrm>
              <a:custGeom>
                <a:avLst/>
                <a:gdLst>
                  <a:gd name="connsiteX0" fmla="*/ 67567 w 135133"/>
                  <a:gd name="connsiteY0" fmla="*/ 135134 h 135133"/>
                  <a:gd name="connsiteX1" fmla="*/ 0 w 135133"/>
                  <a:gd name="connsiteY1" fmla="*/ 67567 h 135133"/>
                  <a:gd name="connsiteX2" fmla="*/ 67567 w 135133"/>
                  <a:gd name="connsiteY2" fmla="*/ 0 h 135133"/>
                  <a:gd name="connsiteX3" fmla="*/ 135134 w 135133"/>
                  <a:gd name="connsiteY3" fmla="*/ 67567 h 135133"/>
                  <a:gd name="connsiteX4" fmla="*/ 67567 w 135133"/>
                  <a:gd name="connsiteY4" fmla="*/ 135134 h 135133"/>
                  <a:gd name="connsiteX5" fmla="*/ 67567 w 135133"/>
                  <a:gd name="connsiteY5" fmla="*/ 14465 h 135133"/>
                  <a:gd name="connsiteX6" fmla="*/ 14436 w 135133"/>
                  <a:gd name="connsiteY6" fmla="*/ 67595 h 135133"/>
                  <a:gd name="connsiteX7" fmla="*/ 67567 w 135133"/>
                  <a:gd name="connsiteY7" fmla="*/ 120726 h 135133"/>
                  <a:gd name="connsiteX8" fmla="*/ 120698 w 135133"/>
                  <a:gd name="connsiteY8" fmla="*/ 67595 h 135133"/>
                  <a:gd name="connsiteX9" fmla="*/ 67567 w 135133"/>
                  <a:gd name="connsiteY9" fmla="*/ 14465 h 1351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5133" h="135133">
                    <a:moveTo>
                      <a:pt x="67567" y="135134"/>
                    </a:moveTo>
                    <a:cubicBezTo>
                      <a:pt x="30316" y="135134"/>
                      <a:pt x="0" y="104818"/>
                      <a:pt x="0" y="67567"/>
                    </a:cubicBezTo>
                    <a:cubicBezTo>
                      <a:pt x="0" y="30316"/>
                      <a:pt x="30316" y="0"/>
                      <a:pt x="67567" y="0"/>
                    </a:cubicBezTo>
                    <a:cubicBezTo>
                      <a:pt x="104818" y="0"/>
                      <a:pt x="135134" y="30316"/>
                      <a:pt x="135134" y="67567"/>
                    </a:cubicBezTo>
                    <a:cubicBezTo>
                      <a:pt x="135134" y="104818"/>
                      <a:pt x="104818" y="135134"/>
                      <a:pt x="67567" y="135134"/>
                    </a:cubicBezTo>
                    <a:close/>
                    <a:moveTo>
                      <a:pt x="67567" y="14465"/>
                    </a:moveTo>
                    <a:cubicBezTo>
                      <a:pt x="38270" y="14465"/>
                      <a:pt x="14436" y="38298"/>
                      <a:pt x="14436" y="67595"/>
                    </a:cubicBezTo>
                    <a:cubicBezTo>
                      <a:pt x="14436" y="96892"/>
                      <a:pt x="38270" y="120726"/>
                      <a:pt x="67567" y="120726"/>
                    </a:cubicBezTo>
                    <a:cubicBezTo>
                      <a:pt x="96864" y="120726"/>
                      <a:pt x="120698" y="96892"/>
                      <a:pt x="120698" y="67595"/>
                    </a:cubicBezTo>
                    <a:cubicBezTo>
                      <a:pt x="120698" y="38298"/>
                      <a:pt x="96864" y="14465"/>
                      <a:pt x="67567" y="14465"/>
                    </a:cubicBezTo>
                    <a:close/>
                  </a:path>
                </a:pathLst>
              </a:custGeom>
              <a:solidFill>
                <a:srgbClr val="262626"/>
              </a:solidFill>
              <a:ln w="2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69" name="Forma Livre: Forma 468">
                <a:extLst>
                  <a:ext uri="{FF2B5EF4-FFF2-40B4-BE49-F238E27FC236}">
                    <a16:creationId xmlns:a16="http://schemas.microsoft.com/office/drawing/2014/main" id="{08CF44B5-E95C-D719-DC6B-52FA090C233B}"/>
                  </a:ext>
                </a:extLst>
              </p:cNvPr>
              <p:cNvSpPr/>
              <p:nvPr/>
            </p:nvSpPr>
            <p:spPr>
              <a:xfrm>
                <a:off x="4986242" y="4444189"/>
                <a:ext cx="97260" cy="14436"/>
              </a:xfrm>
              <a:custGeom>
                <a:avLst/>
                <a:gdLst>
                  <a:gd name="connsiteX0" fmla="*/ 90042 w 97260"/>
                  <a:gd name="connsiteY0" fmla="*/ 14436 h 14436"/>
                  <a:gd name="connsiteX1" fmla="*/ 7218 w 97260"/>
                  <a:gd name="connsiteY1" fmla="*/ 14436 h 14436"/>
                  <a:gd name="connsiteX2" fmla="*/ 0 w 97260"/>
                  <a:gd name="connsiteY2" fmla="*/ 7218 h 14436"/>
                  <a:gd name="connsiteX3" fmla="*/ 7218 w 97260"/>
                  <a:gd name="connsiteY3" fmla="*/ 0 h 14436"/>
                  <a:gd name="connsiteX4" fmla="*/ 90042 w 97260"/>
                  <a:gd name="connsiteY4" fmla="*/ 0 h 14436"/>
                  <a:gd name="connsiteX5" fmla="*/ 97260 w 97260"/>
                  <a:gd name="connsiteY5" fmla="*/ 7218 h 14436"/>
                  <a:gd name="connsiteX6" fmla="*/ 90042 w 97260"/>
                  <a:gd name="connsiteY6" fmla="*/ 14436 h 144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7260" h="14436">
                    <a:moveTo>
                      <a:pt x="90042" y="14436"/>
                    </a:moveTo>
                    <a:lnTo>
                      <a:pt x="7218" y="14436"/>
                    </a:lnTo>
                    <a:cubicBezTo>
                      <a:pt x="3227" y="14436"/>
                      <a:pt x="0" y="11209"/>
                      <a:pt x="0" y="7218"/>
                    </a:cubicBezTo>
                    <a:cubicBezTo>
                      <a:pt x="0" y="3227"/>
                      <a:pt x="3227" y="0"/>
                      <a:pt x="7218" y="0"/>
                    </a:cubicBezTo>
                    <a:lnTo>
                      <a:pt x="90042" y="0"/>
                    </a:lnTo>
                    <a:cubicBezTo>
                      <a:pt x="94033" y="0"/>
                      <a:pt x="97260" y="3227"/>
                      <a:pt x="97260" y="7218"/>
                    </a:cubicBezTo>
                    <a:cubicBezTo>
                      <a:pt x="97260" y="11209"/>
                      <a:pt x="94033" y="14436"/>
                      <a:pt x="90042" y="14436"/>
                    </a:cubicBezTo>
                    <a:close/>
                  </a:path>
                </a:pathLst>
              </a:custGeom>
              <a:solidFill>
                <a:srgbClr val="262626"/>
              </a:solidFill>
              <a:ln w="2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70" name="Forma Livre: Forma 469">
                <a:extLst>
                  <a:ext uri="{FF2B5EF4-FFF2-40B4-BE49-F238E27FC236}">
                    <a16:creationId xmlns:a16="http://schemas.microsoft.com/office/drawing/2014/main" id="{438B3420-5EA7-36DE-C171-6C602DD61908}"/>
                  </a:ext>
                </a:extLst>
              </p:cNvPr>
              <p:cNvSpPr/>
              <p:nvPr/>
            </p:nvSpPr>
            <p:spPr>
              <a:xfrm>
                <a:off x="5087804" y="4621188"/>
                <a:ext cx="14578" cy="53328"/>
              </a:xfrm>
              <a:custGeom>
                <a:avLst/>
                <a:gdLst>
                  <a:gd name="connsiteX0" fmla="*/ 7218 w 14578"/>
                  <a:gd name="connsiteY0" fmla="*/ 53329 h 53328"/>
                  <a:gd name="connsiteX1" fmla="*/ 7190 w 14578"/>
                  <a:gd name="connsiteY1" fmla="*/ 53329 h 53328"/>
                  <a:gd name="connsiteX2" fmla="*/ 0 w 14578"/>
                  <a:gd name="connsiteY2" fmla="*/ 46082 h 53328"/>
                  <a:gd name="connsiteX3" fmla="*/ 170 w 14578"/>
                  <a:gd name="connsiteY3" fmla="*/ 7190 h 53328"/>
                  <a:gd name="connsiteX4" fmla="*/ 7388 w 14578"/>
                  <a:gd name="connsiteY4" fmla="*/ 0 h 53328"/>
                  <a:gd name="connsiteX5" fmla="*/ 7388 w 14578"/>
                  <a:gd name="connsiteY5" fmla="*/ 0 h 53328"/>
                  <a:gd name="connsiteX6" fmla="*/ 14578 w 14578"/>
                  <a:gd name="connsiteY6" fmla="*/ 7246 h 53328"/>
                  <a:gd name="connsiteX7" fmla="*/ 14408 w 14578"/>
                  <a:gd name="connsiteY7" fmla="*/ 46139 h 53328"/>
                  <a:gd name="connsiteX8" fmla="*/ 7190 w 14578"/>
                  <a:gd name="connsiteY8" fmla="*/ 53329 h 533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578" h="53328">
                    <a:moveTo>
                      <a:pt x="7218" y="53329"/>
                    </a:moveTo>
                    <a:lnTo>
                      <a:pt x="7190" y="53329"/>
                    </a:lnTo>
                    <a:cubicBezTo>
                      <a:pt x="3199" y="53329"/>
                      <a:pt x="-28" y="50074"/>
                      <a:pt x="0" y="46082"/>
                    </a:cubicBezTo>
                    <a:lnTo>
                      <a:pt x="170" y="7190"/>
                    </a:lnTo>
                    <a:cubicBezTo>
                      <a:pt x="170" y="3199"/>
                      <a:pt x="3425" y="0"/>
                      <a:pt x="7388" y="0"/>
                    </a:cubicBezTo>
                    <a:lnTo>
                      <a:pt x="7388" y="0"/>
                    </a:lnTo>
                    <a:cubicBezTo>
                      <a:pt x="11379" y="0"/>
                      <a:pt x="14606" y="3255"/>
                      <a:pt x="14578" y="7246"/>
                    </a:cubicBezTo>
                    <a:lnTo>
                      <a:pt x="14408" y="46139"/>
                    </a:lnTo>
                    <a:cubicBezTo>
                      <a:pt x="14408" y="50130"/>
                      <a:pt x="11153" y="53329"/>
                      <a:pt x="7190" y="53329"/>
                    </a:cubicBezTo>
                    <a:close/>
                  </a:path>
                </a:pathLst>
              </a:custGeom>
              <a:solidFill>
                <a:srgbClr val="262626"/>
              </a:solidFill>
              <a:ln w="2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71" name="Forma Livre: Forma 470">
                <a:extLst>
                  <a:ext uri="{FF2B5EF4-FFF2-40B4-BE49-F238E27FC236}">
                    <a16:creationId xmlns:a16="http://schemas.microsoft.com/office/drawing/2014/main" id="{D3338B8C-4A04-AFE6-6189-7633B5F7F3C8}"/>
                  </a:ext>
                </a:extLst>
              </p:cNvPr>
              <p:cNvSpPr/>
              <p:nvPr/>
            </p:nvSpPr>
            <p:spPr>
              <a:xfrm>
                <a:off x="5087975" y="4527296"/>
                <a:ext cx="14436" cy="108327"/>
              </a:xfrm>
              <a:custGeom>
                <a:avLst/>
                <a:gdLst>
                  <a:gd name="connsiteX0" fmla="*/ 7218 w 14436"/>
                  <a:gd name="connsiteY0" fmla="*/ 108328 h 108327"/>
                  <a:gd name="connsiteX1" fmla="*/ 0 w 14436"/>
                  <a:gd name="connsiteY1" fmla="*/ 101110 h 108327"/>
                  <a:gd name="connsiteX2" fmla="*/ 0 w 14436"/>
                  <a:gd name="connsiteY2" fmla="*/ 7218 h 108327"/>
                  <a:gd name="connsiteX3" fmla="*/ 7218 w 14436"/>
                  <a:gd name="connsiteY3" fmla="*/ 0 h 108327"/>
                  <a:gd name="connsiteX4" fmla="*/ 14436 w 14436"/>
                  <a:gd name="connsiteY4" fmla="*/ 7218 h 108327"/>
                  <a:gd name="connsiteX5" fmla="*/ 14436 w 14436"/>
                  <a:gd name="connsiteY5" fmla="*/ 101110 h 108327"/>
                  <a:gd name="connsiteX6" fmla="*/ 7218 w 14436"/>
                  <a:gd name="connsiteY6" fmla="*/ 108328 h 1083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4436" h="108327">
                    <a:moveTo>
                      <a:pt x="7218" y="108328"/>
                    </a:moveTo>
                    <a:cubicBezTo>
                      <a:pt x="3227" y="108328"/>
                      <a:pt x="0" y="105101"/>
                      <a:pt x="0" y="101110"/>
                    </a:cubicBezTo>
                    <a:lnTo>
                      <a:pt x="0" y="7218"/>
                    </a:lnTo>
                    <a:cubicBezTo>
                      <a:pt x="0" y="3227"/>
                      <a:pt x="3227" y="0"/>
                      <a:pt x="7218" y="0"/>
                    </a:cubicBezTo>
                    <a:cubicBezTo>
                      <a:pt x="11209" y="0"/>
                      <a:pt x="14436" y="3227"/>
                      <a:pt x="14436" y="7218"/>
                    </a:cubicBezTo>
                    <a:lnTo>
                      <a:pt x="14436" y="101110"/>
                    </a:lnTo>
                    <a:cubicBezTo>
                      <a:pt x="14436" y="105101"/>
                      <a:pt x="11209" y="108328"/>
                      <a:pt x="7218" y="108328"/>
                    </a:cubicBezTo>
                    <a:close/>
                  </a:path>
                </a:pathLst>
              </a:custGeom>
              <a:solidFill>
                <a:srgbClr val="262626"/>
              </a:solidFill>
              <a:ln w="2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72" name="Forma Livre: Forma 471">
                <a:extLst>
                  <a:ext uri="{FF2B5EF4-FFF2-40B4-BE49-F238E27FC236}">
                    <a16:creationId xmlns:a16="http://schemas.microsoft.com/office/drawing/2014/main" id="{C6025759-91FF-3E64-EAC3-86E80B08F4CA}"/>
                  </a:ext>
                </a:extLst>
              </p:cNvPr>
              <p:cNvSpPr/>
              <p:nvPr/>
            </p:nvSpPr>
            <p:spPr>
              <a:xfrm>
                <a:off x="4967249" y="4527183"/>
                <a:ext cx="14436" cy="82908"/>
              </a:xfrm>
              <a:custGeom>
                <a:avLst/>
                <a:gdLst>
                  <a:gd name="connsiteX0" fmla="*/ 7218 w 14436"/>
                  <a:gd name="connsiteY0" fmla="*/ 82909 h 82908"/>
                  <a:gd name="connsiteX1" fmla="*/ 0 w 14436"/>
                  <a:gd name="connsiteY1" fmla="*/ 75691 h 82908"/>
                  <a:gd name="connsiteX2" fmla="*/ 0 w 14436"/>
                  <a:gd name="connsiteY2" fmla="*/ 7218 h 82908"/>
                  <a:gd name="connsiteX3" fmla="*/ 7218 w 14436"/>
                  <a:gd name="connsiteY3" fmla="*/ 0 h 82908"/>
                  <a:gd name="connsiteX4" fmla="*/ 14436 w 14436"/>
                  <a:gd name="connsiteY4" fmla="*/ 7218 h 82908"/>
                  <a:gd name="connsiteX5" fmla="*/ 14436 w 14436"/>
                  <a:gd name="connsiteY5" fmla="*/ 75691 h 82908"/>
                  <a:gd name="connsiteX6" fmla="*/ 7218 w 14436"/>
                  <a:gd name="connsiteY6" fmla="*/ 82909 h 829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4436" h="82908">
                    <a:moveTo>
                      <a:pt x="7218" y="82909"/>
                    </a:moveTo>
                    <a:cubicBezTo>
                      <a:pt x="3227" y="82909"/>
                      <a:pt x="0" y="79682"/>
                      <a:pt x="0" y="75691"/>
                    </a:cubicBezTo>
                    <a:lnTo>
                      <a:pt x="0" y="7218"/>
                    </a:lnTo>
                    <a:cubicBezTo>
                      <a:pt x="0" y="3227"/>
                      <a:pt x="3227" y="0"/>
                      <a:pt x="7218" y="0"/>
                    </a:cubicBezTo>
                    <a:cubicBezTo>
                      <a:pt x="11209" y="0"/>
                      <a:pt x="14436" y="3227"/>
                      <a:pt x="14436" y="7218"/>
                    </a:cubicBezTo>
                    <a:lnTo>
                      <a:pt x="14436" y="75691"/>
                    </a:lnTo>
                    <a:cubicBezTo>
                      <a:pt x="14436" y="79682"/>
                      <a:pt x="11209" y="82909"/>
                      <a:pt x="7218" y="82909"/>
                    </a:cubicBezTo>
                    <a:close/>
                  </a:path>
                </a:pathLst>
              </a:custGeom>
              <a:solidFill>
                <a:srgbClr val="262626"/>
              </a:solidFill>
              <a:ln w="2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73" name="Forma Livre: Forma 472">
                <a:extLst>
                  <a:ext uri="{FF2B5EF4-FFF2-40B4-BE49-F238E27FC236}">
                    <a16:creationId xmlns:a16="http://schemas.microsoft.com/office/drawing/2014/main" id="{3DE552DE-C18D-4C1A-5721-B1A0667E35E6}"/>
                  </a:ext>
                </a:extLst>
              </p:cNvPr>
              <p:cNvSpPr/>
              <p:nvPr/>
            </p:nvSpPr>
            <p:spPr>
              <a:xfrm>
                <a:off x="4844454" y="4295900"/>
                <a:ext cx="156214" cy="245803"/>
              </a:xfrm>
              <a:custGeom>
                <a:avLst/>
                <a:gdLst>
                  <a:gd name="connsiteX0" fmla="*/ 130125 w 156214"/>
                  <a:gd name="connsiteY0" fmla="*/ 245804 h 245803"/>
                  <a:gd name="connsiteX1" fmla="*/ 124040 w 156214"/>
                  <a:gd name="connsiteY1" fmla="*/ 242464 h 245803"/>
                  <a:gd name="connsiteX2" fmla="*/ 16759 w 156214"/>
                  <a:gd name="connsiteY2" fmla="*/ 74070 h 245803"/>
                  <a:gd name="connsiteX3" fmla="*/ 14268 w 156214"/>
                  <a:gd name="connsiteY3" fmla="*/ 70220 h 245803"/>
                  <a:gd name="connsiteX4" fmla="*/ 12259 w 156214"/>
                  <a:gd name="connsiteY4" fmla="*/ 7777 h 245803"/>
                  <a:gd name="connsiteX5" fmla="*/ 63238 w 156214"/>
                  <a:gd name="connsiteY5" fmla="*/ 13834 h 245803"/>
                  <a:gd name="connsiteX6" fmla="*/ 64342 w 156214"/>
                  <a:gd name="connsiteY6" fmla="*/ 15137 h 245803"/>
                  <a:gd name="connsiteX7" fmla="*/ 155007 w 156214"/>
                  <a:gd name="connsiteY7" fmla="*/ 151516 h 245803"/>
                  <a:gd name="connsiteX8" fmla="*/ 152997 w 156214"/>
                  <a:gd name="connsiteY8" fmla="*/ 161536 h 245803"/>
                  <a:gd name="connsiteX9" fmla="*/ 142977 w 156214"/>
                  <a:gd name="connsiteY9" fmla="*/ 159526 h 245803"/>
                  <a:gd name="connsiteX10" fmla="*/ 52850 w 156214"/>
                  <a:gd name="connsiteY10" fmla="*/ 23968 h 245803"/>
                  <a:gd name="connsiteX11" fmla="*/ 22138 w 156214"/>
                  <a:gd name="connsiteY11" fmla="*/ 18335 h 245803"/>
                  <a:gd name="connsiteX12" fmla="*/ 26299 w 156214"/>
                  <a:gd name="connsiteY12" fmla="*/ 62295 h 245803"/>
                  <a:gd name="connsiteX13" fmla="*/ 28987 w 156214"/>
                  <a:gd name="connsiteY13" fmla="*/ 66427 h 245803"/>
                  <a:gd name="connsiteX14" fmla="*/ 136183 w 156214"/>
                  <a:gd name="connsiteY14" fmla="*/ 234708 h 245803"/>
                  <a:gd name="connsiteX15" fmla="*/ 133975 w 156214"/>
                  <a:gd name="connsiteY15" fmla="*/ 244671 h 245803"/>
                  <a:gd name="connsiteX16" fmla="*/ 130097 w 156214"/>
                  <a:gd name="connsiteY16" fmla="*/ 245804 h 2458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56214" h="245803">
                    <a:moveTo>
                      <a:pt x="130125" y="245804"/>
                    </a:moveTo>
                    <a:cubicBezTo>
                      <a:pt x="127748" y="245804"/>
                      <a:pt x="125399" y="244615"/>
                      <a:pt x="124040" y="242464"/>
                    </a:cubicBezTo>
                    <a:cubicBezTo>
                      <a:pt x="123049" y="240907"/>
                      <a:pt x="24317" y="86157"/>
                      <a:pt x="16759" y="74070"/>
                    </a:cubicBezTo>
                    <a:cubicBezTo>
                      <a:pt x="16023" y="72909"/>
                      <a:pt x="15174" y="71607"/>
                      <a:pt x="14268" y="70220"/>
                    </a:cubicBezTo>
                    <a:cubicBezTo>
                      <a:pt x="5748" y="57341"/>
                      <a:pt x="-11971" y="30535"/>
                      <a:pt x="12259" y="7777"/>
                    </a:cubicBezTo>
                    <a:cubicBezTo>
                      <a:pt x="29695" y="-8612"/>
                      <a:pt x="53246" y="4578"/>
                      <a:pt x="63238" y="13834"/>
                    </a:cubicBezTo>
                    <a:cubicBezTo>
                      <a:pt x="63663" y="14231"/>
                      <a:pt x="64031" y="14655"/>
                      <a:pt x="64342" y="15137"/>
                    </a:cubicBezTo>
                    <a:lnTo>
                      <a:pt x="155007" y="151516"/>
                    </a:lnTo>
                    <a:cubicBezTo>
                      <a:pt x="157215" y="154828"/>
                      <a:pt x="156309" y="159328"/>
                      <a:pt x="152997" y="161536"/>
                    </a:cubicBezTo>
                    <a:cubicBezTo>
                      <a:pt x="149685" y="163744"/>
                      <a:pt x="145185" y="162838"/>
                      <a:pt x="142977" y="159526"/>
                    </a:cubicBezTo>
                    <a:lnTo>
                      <a:pt x="52850" y="23968"/>
                    </a:lnTo>
                    <a:cubicBezTo>
                      <a:pt x="49566" y="21194"/>
                      <a:pt x="32950" y="8145"/>
                      <a:pt x="22138" y="18335"/>
                    </a:cubicBezTo>
                    <a:cubicBezTo>
                      <a:pt x="7928" y="31696"/>
                      <a:pt x="15627" y="46160"/>
                      <a:pt x="26299" y="62295"/>
                    </a:cubicBezTo>
                    <a:cubicBezTo>
                      <a:pt x="27289" y="63795"/>
                      <a:pt x="28195" y="65182"/>
                      <a:pt x="28987" y="66427"/>
                    </a:cubicBezTo>
                    <a:cubicBezTo>
                      <a:pt x="36489" y="78457"/>
                      <a:pt x="135192" y="233122"/>
                      <a:pt x="136183" y="234708"/>
                    </a:cubicBezTo>
                    <a:cubicBezTo>
                      <a:pt x="138334" y="238076"/>
                      <a:pt x="137344" y="242520"/>
                      <a:pt x="133975" y="244671"/>
                    </a:cubicBezTo>
                    <a:cubicBezTo>
                      <a:pt x="132758" y="245436"/>
                      <a:pt x="131428" y="245804"/>
                      <a:pt x="130097" y="245804"/>
                    </a:cubicBezTo>
                    <a:close/>
                  </a:path>
                </a:pathLst>
              </a:custGeom>
              <a:solidFill>
                <a:srgbClr val="262626"/>
              </a:solidFill>
              <a:ln w="2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74" name="Forma Livre: Forma 473">
                <a:extLst>
                  <a:ext uri="{FF2B5EF4-FFF2-40B4-BE49-F238E27FC236}">
                    <a16:creationId xmlns:a16="http://schemas.microsoft.com/office/drawing/2014/main" id="{9D6C79CC-70D6-7132-9021-2CD14744F26A}"/>
                  </a:ext>
                </a:extLst>
              </p:cNvPr>
              <p:cNvSpPr/>
              <p:nvPr/>
            </p:nvSpPr>
            <p:spPr>
              <a:xfrm>
                <a:off x="5069070" y="4294730"/>
                <a:ext cx="149005" cy="247002"/>
              </a:xfrm>
              <a:custGeom>
                <a:avLst/>
                <a:gdLst>
                  <a:gd name="connsiteX0" fmla="*/ 26094 w 149005"/>
                  <a:gd name="connsiteY0" fmla="*/ 246974 h 247002"/>
                  <a:gd name="connsiteX1" fmla="*/ 22442 w 149005"/>
                  <a:gd name="connsiteY1" fmla="*/ 245984 h 247002"/>
                  <a:gd name="connsiteX2" fmla="*/ 19895 w 149005"/>
                  <a:gd name="connsiteY2" fmla="*/ 236105 h 247002"/>
                  <a:gd name="connsiteX3" fmla="*/ 115626 w 149005"/>
                  <a:gd name="connsiteY3" fmla="*/ 74420 h 247002"/>
                  <a:gd name="connsiteX4" fmla="*/ 118825 w 149005"/>
                  <a:gd name="connsiteY4" fmla="*/ 69551 h 247002"/>
                  <a:gd name="connsiteX5" fmla="*/ 127458 w 149005"/>
                  <a:gd name="connsiteY5" fmla="*/ 20865 h 247002"/>
                  <a:gd name="connsiteX6" fmla="*/ 99067 w 149005"/>
                  <a:gd name="connsiteY6" fmla="*/ 19364 h 247002"/>
                  <a:gd name="connsiteX7" fmla="*/ 13384 w 149005"/>
                  <a:gd name="connsiteY7" fmla="*/ 160442 h 247002"/>
                  <a:gd name="connsiteX8" fmla="*/ 3477 w 149005"/>
                  <a:gd name="connsiteY8" fmla="*/ 162877 h 247002"/>
                  <a:gd name="connsiteX9" fmla="*/ 1043 w 149005"/>
                  <a:gd name="connsiteY9" fmla="*/ 152970 h 247002"/>
                  <a:gd name="connsiteX10" fmla="*/ 87065 w 149005"/>
                  <a:gd name="connsiteY10" fmla="*/ 11354 h 247002"/>
                  <a:gd name="connsiteX11" fmla="*/ 87603 w 149005"/>
                  <a:gd name="connsiteY11" fmla="*/ 10589 h 247002"/>
                  <a:gd name="connsiteX12" fmla="*/ 135893 w 149005"/>
                  <a:gd name="connsiteY12" fmla="*/ 9146 h 247002"/>
                  <a:gd name="connsiteX13" fmla="*/ 130855 w 149005"/>
                  <a:gd name="connsiteY13" fmla="*/ 77590 h 247002"/>
                  <a:gd name="connsiteX14" fmla="*/ 127911 w 149005"/>
                  <a:gd name="connsiteY14" fmla="*/ 82063 h 247002"/>
                  <a:gd name="connsiteX15" fmla="*/ 32349 w 149005"/>
                  <a:gd name="connsiteY15" fmla="*/ 243436 h 247002"/>
                  <a:gd name="connsiteX16" fmla="*/ 26122 w 149005"/>
                  <a:gd name="connsiteY16" fmla="*/ 247003 h 247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49005" h="247002">
                    <a:moveTo>
                      <a:pt x="26094" y="246974"/>
                    </a:moveTo>
                    <a:cubicBezTo>
                      <a:pt x="24848" y="246974"/>
                      <a:pt x="23575" y="246663"/>
                      <a:pt x="22442" y="245984"/>
                    </a:cubicBezTo>
                    <a:cubicBezTo>
                      <a:pt x="19017" y="243974"/>
                      <a:pt x="17857" y="239530"/>
                      <a:pt x="19895" y="236105"/>
                    </a:cubicBezTo>
                    <a:cubicBezTo>
                      <a:pt x="23490" y="230019"/>
                      <a:pt x="108040" y="86535"/>
                      <a:pt x="115626" y="74420"/>
                    </a:cubicBezTo>
                    <a:cubicBezTo>
                      <a:pt x="116475" y="73033"/>
                      <a:pt x="117579" y="71419"/>
                      <a:pt x="118825" y="69551"/>
                    </a:cubicBezTo>
                    <a:cubicBezTo>
                      <a:pt x="133714" y="47303"/>
                      <a:pt x="140875" y="30517"/>
                      <a:pt x="127458" y="20865"/>
                    </a:cubicBezTo>
                    <a:cubicBezTo>
                      <a:pt x="110559" y="8693"/>
                      <a:pt x="100992" y="17326"/>
                      <a:pt x="99067" y="19364"/>
                    </a:cubicBezTo>
                    <a:lnTo>
                      <a:pt x="13384" y="160442"/>
                    </a:lnTo>
                    <a:cubicBezTo>
                      <a:pt x="11318" y="163839"/>
                      <a:pt x="6874" y="164915"/>
                      <a:pt x="3477" y="162877"/>
                    </a:cubicBezTo>
                    <a:cubicBezTo>
                      <a:pt x="80" y="160810"/>
                      <a:pt x="-1024" y="156366"/>
                      <a:pt x="1043" y="152970"/>
                    </a:cubicBezTo>
                    <a:lnTo>
                      <a:pt x="87065" y="11354"/>
                    </a:lnTo>
                    <a:cubicBezTo>
                      <a:pt x="87235" y="11099"/>
                      <a:pt x="87405" y="10844"/>
                      <a:pt x="87603" y="10589"/>
                    </a:cubicBezTo>
                    <a:cubicBezTo>
                      <a:pt x="93944" y="2635"/>
                      <a:pt x="112229" y="-7895"/>
                      <a:pt x="135893" y="9146"/>
                    </a:cubicBezTo>
                    <a:cubicBezTo>
                      <a:pt x="163407" y="28904"/>
                      <a:pt x="140592" y="63013"/>
                      <a:pt x="130855" y="77590"/>
                    </a:cubicBezTo>
                    <a:cubicBezTo>
                      <a:pt x="129723" y="79289"/>
                      <a:pt x="128704" y="80817"/>
                      <a:pt x="127911" y="82063"/>
                    </a:cubicBezTo>
                    <a:cubicBezTo>
                      <a:pt x="120410" y="94036"/>
                      <a:pt x="33227" y="241936"/>
                      <a:pt x="32349" y="243436"/>
                    </a:cubicBezTo>
                    <a:cubicBezTo>
                      <a:pt x="31019" y="245729"/>
                      <a:pt x="28613" y="247003"/>
                      <a:pt x="26122" y="247003"/>
                    </a:cubicBezTo>
                    <a:close/>
                  </a:path>
                </a:pathLst>
              </a:custGeom>
              <a:solidFill>
                <a:srgbClr val="262626"/>
              </a:solidFill>
              <a:ln w="2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sp>
          <p:nvSpPr>
            <p:cNvPr id="454" name="Forma Livre: Forma 453">
              <a:extLst>
                <a:ext uri="{FF2B5EF4-FFF2-40B4-BE49-F238E27FC236}">
                  <a16:creationId xmlns:a16="http://schemas.microsoft.com/office/drawing/2014/main" id="{5D3839B8-ADBC-4E17-D601-C1AC704D2A4A}"/>
                </a:ext>
              </a:extLst>
            </p:cNvPr>
            <p:cNvSpPr/>
            <p:nvPr/>
          </p:nvSpPr>
          <p:spPr>
            <a:xfrm>
              <a:off x="4731439" y="4621192"/>
              <a:ext cx="121900" cy="54116"/>
            </a:xfrm>
            <a:custGeom>
              <a:avLst/>
              <a:gdLst>
                <a:gd name="connsiteX0" fmla="*/ 36477 w 121900"/>
                <a:gd name="connsiteY0" fmla="*/ 54117 h 54116"/>
                <a:gd name="connsiteX1" fmla="*/ 5085 w 121900"/>
                <a:gd name="connsiteY1" fmla="*/ 49305 h 54116"/>
                <a:gd name="connsiteX2" fmla="*/ 330 w 121900"/>
                <a:gd name="connsiteY2" fmla="*/ 40275 h 54116"/>
                <a:gd name="connsiteX3" fmla="*/ 9360 w 121900"/>
                <a:gd name="connsiteY3" fmla="*/ 35520 h 54116"/>
                <a:gd name="connsiteX4" fmla="*/ 109196 w 121900"/>
                <a:gd name="connsiteY4" fmla="*/ 2515 h 54116"/>
                <a:gd name="connsiteX5" fmla="*/ 119386 w 121900"/>
                <a:gd name="connsiteY5" fmla="*/ 1750 h 54116"/>
                <a:gd name="connsiteX6" fmla="*/ 120150 w 121900"/>
                <a:gd name="connsiteY6" fmla="*/ 11941 h 54116"/>
                <a:gd name="connsiteX7" fmla="*/ 36477 w 121900"/>
                <a:gd name="connsiteY7" fmla="*/ 54117 h 54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00" h="54116">
                  <a:moveTo>
                    <a:pt x="36477" y="54117"/>
                  </a:moveTo>
                  <a:cubicBezTo>
                    <a:pt x="24107" y="54117"/>
                    <a:pt x="13294" y="51852"/>
                    <a:pt x="5085" y="49305"/>
                  </a:cubicBezTo>
                  <a:cubicBezTo>
                    <a:pt x="1264" y="48116"/>
                    <a:pt x="-859" y="44097"/>
                    <a:pt x="330" y="40275"/>
                  </a:cubicBezTo>
                  <a:cubicBezTo>
                    <a:pt x="1519" y="36482"/>
                    <a:pt x="5567" y="34331"/>
                    <a:pt x="9360" y="35520"/>
                  </a:cubicBezTo>
                  <a:cubicBezTo>
                    <a:pt x="30420" y="42030"/>
                    <a:pt x="71407" y="46418"/>
                    <a:pt x="109196" y="2515"/>
                  </a:cubicBezTo>
                  <a:cubicBezTo>
                    <a:pt x="111800" y="-514"/>
                    <a:pt x="116357" y="-854"/>
                    <a:pt x="119386" y="1750"/>
                  </a:cubicBezTo>
                  <a:cubicBezTo>
                    <a:pt x="122415" y="4355"/>
                    <a:pt x="122754" y="8912"/>
                    <a:pt x="120150" y="11941"/>
                  </a:cubicBezTo>
                  <a:cubicBezTo>
                    <a:pt x="91476" y="45229"/>
                    <a:pt x="60933" y="54117"/>
                    <a:pt x="36477" y="54117"/>
                  </a:cubicBezTo>
                  <a:close/>
                </a:path>
              </a:pathLst>
            </a:custGeom>
            <a:solidFill>
              <a:srgbClr val="262626"/>
            </a:solidFill>
            <a:ln w="2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55" name="Forma Livre: Forma 454">
              <a:extLst>
                <a:ext uri="{FF2B5EF4-FFF2-40B4-BE49-F238E27FC236}">
                  <a16:creationId xmlns:a16="http://schemas.microsoft.com/office/drawing/2014/main" id="{E2F217CE-C7B8-AF57-FC2E-4C2AA76DDB38}"/>
                </a:ext>
              </a:extLst>
            </p:cNvPr>
            <p:cNvSpPr/>
            <p:nvPr/>
          </p:nvSpPr>
          <p:spPr>
            <a:xfrm>
              <a:off x="4838893" y="4581572"/>
              <a:ext cx="172367" cy="54080"/>
            </a:xfrm>
            <a:custGeom>
              <a:avLst/>
              <a:gdLst>
                <a:gd name="connsiteX0" fmla="*/ 7205 w 172367"/>
                <a:gd name="connsiteY0" fmla="*/ 54052 h 54080"/>
                <a:gd name="connsiteX1" fmla="*/ 3157 w 172367"/>
                <a:gd name="connsiteY1" fmla="*/ 52806 h 54080"/>
                <a:gd name="connsiteX2" fmla="*/ 1261 w 172367"/>
                <a:gd name="connsiteY2" fmla="*/ 42786 h 54080"/>
                <a:gd name="connsiteX3" fmla="*/ 80914 w 172367"/>
                <a:gd name="connsiteY3" fmla="*/ 157 h 54080"/>
                <a:gd name="connsiteX4" fmla="*/ 170617 w 172367"/>
                <a:gd name="connsiteY4" fmla="*/ 42135 h 54080"/>
                <a:gd name="connsiteX5" fmla="*/ 169853 w 172367"/>
                <a:gd name="connsiteY5" fmla="*/ 52325 h 54080"/>
                <a:gd name="connsiteX6" fmla="*/ 159662 w 172367"/>
                <a:gd name="connsiteY6" fmla="*/ 51561 h 54080"/>
                <a:gd name="connsiteX7" fmla="*/ 81735 w 172367"/>
                <a:gd name="connsiteY7" fmla="*/ 14565 h 54080"/>
                <a:gd name="connsiteX8" fmla="*/ 13178 w 172367"/>
                <a:gd name="connsiteY8" fmla="*/ 50910 h 54080"/>
                <a:gd name="connsiteX9" fmla="*/ 7205 w 172367"/>
                <a:gd name="connsiteY9" fmla="*/ 54080 h 54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2367" h="54080">
                  <a:moveTo>
                    <a:pt x="7205" y="54052"/>
                  </a:moveTo>
                  <a:cubicBezTo>
                    <a:pt x="5818" y="54052"/>
                    <a:pt x="4403" y="53655"/>
                    <a:pt x="3157" y="52806"/>
                  </a:cubicBezTo>
                  <a:cubicBezTo>
                    <a:pt x="-126" y="50570"/>
                    <a:pt x="-1004" y="46069"/>
                    <a:pt x="1261" y="42786"/>
                  </a:cubicBezTo>
                  <a:cubicBezTo>
                    <a:pt x="14678" y="23056"/>
                    <a:pt x="44513" y="2223"/>
                    <a:pt x="80914" y="157"/>
                  </a:cubicBezTo>
                  <a:cubicBezTo>
                    <a:pt x="104267" y="-1145"/>
                    <a:pt x="138716" y="5054"/>
                    <a:pt x="170617" y="42135"/>
                  </a:cubicBezTo>
                  <a:cubicBezTo>
                    <a:pt x="173221" y="45164"/>
                    <a:pt x="172881" y="49721"/>
                    <a:pt x="169853" y="52325"/>
                  </a:cubicBezTo>
                  <a:cubicBezTo>
                    <a:pt x="166824" y="54929"/>
                    <a:pt x="162266" y="54590"/>
                    <a:pt x="159662" y="51561"/>
                  </a:cubicBezTo>
                  <a:cubicBezTo>
                    <a:pt x="137442" y="25717"/>
                    <a:pt x="110523" y="12923"/>
                    <a:pt x="81735" y="14565"/>
                  </a:cubicBezTo>
                  <a:cubicBezTo>
                    <a:pt x="50401" y="16348"/>
                    <a:pt x="24245" y="34634"/>
                    <a:pt x="13178" y="50910"/>
                  </a:cubicBezTo>
                  <a:cubicBezTo>
                    <a:pt x="11791" y="52976"/>
                    <a:pt x="9526" y="54080"/>
                    <a:pt x="7205" y="54080"/>
                  </a:cubicBezTo>
                  <a:close/>
                </a:path>
              </a:pathLst>
            </a:custGeom>
            <a:solidFill>
              <a:srgbClr val="262626"/>
            </a:solidFill>
            <a:ln w="2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56" name="Forma Livre: Forma 455">
              <a:extLst>
                <a:ext uri="{FF2B5EF4-FFF2-40B4-BE49-F238E27FC236}">
                  <a16:creationId xmlns:a16="http://schemas.microsoft.com/office/drawing/2014/main" id="{BB5FE4F9-11DF-D16C-25ED-2FD6A02D6D1F}"/>
                </a:ext>
              </a:extLst>
            </p:cNvPr>
            <p:cNvSpPr/>
            <p:nvPr/>
          </p:nvSpPr>
          <p:spPr>
            <a:xfrm>
              <a:off x="4996797" y="4621173"/>
              <a:ext cx="172354" cy="54079"/>
            </a:xfrm>
            <a:custGeom>
              <a:avLst/>
              <a:gdLst>
                <a:gd name="connsiteX0" fmla="*/ 86592 w 172354"/>
                <a:gd name="connsiteY0" fmla="*/ 54079 h 54079"/>
                <a:gd name="connsiteX1" fmla="*/ 80930 w 172354"/>
                <a:gd name="connsiteY1" fmla="*/ 53909 h 54079"/>
                <a:gd name="connsiteX2" fmla="*/ 1248 w 172354"/>
                <a:gd name="connsiteY2" fmla="*/ 11280 h 54079"/>
                <a:gd name="connsiteX3" fmla="*/ 3145 w 172354"/>
                <a:gd name="connsiteY3" fmla="*/ 1260 h 54079"/>
                <a:gd name="connsiteX4" fmla="*/ 13165 w 172354"/>
                <a:gd name="connsiteY4" fmla="*/ 3156 h 54079"/>
                <a:gd name="connsiteX5" fmla="*/ 81723 w 172354"/>
                <a:gd name="connsiteY5" fmla="*/ 39501 h 54079"/>
                <a:gd name="connsiteX6" fmla="*/ 159650 w 172354"/>
                <a:gd name="connsiteY6" fmla="*/ 2505 h 54079"/>
                <a:gd name="connsiteX7" fmla="*/ 169840 w 172354"/>
                <a:gd name="connsiteY7" fmla="*/ 1741 h 54079"/>
                <a:gd name="connsiteX8" fmla="*/ 170605 w 172354"/>
                <a:gd name="connsiteY8" fmla="*/ 11931 h 54079"/>
                <a:gd name="connsiteX9" fmla="*/ 86563 w 172354"/>
                <a:gd name="connsiteY9" fmla="*/ 54079 h 54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2354" h="54079">
                  <a:moveTo>
                    <a:pt x="86592" y="54079"/>
                  </a:moveTo>
                  <a:cubicBezTo>
                    <a:pt x="84638" y="54079"/>
                    <a:pt x="82742" y="54023"/>
                    <a:pt x="80930" y="53909"/>
                  </a:cubicBezTo>
                  <a:cubicBezTo>
                    <a:pt x="44529" y="51843"/>
                    <a:pt x="14694" y="31010"/>
                    <a:pt x="1248" y="11280"/>
                  </a:cubicBezTo>
                  <a:cubicBezTo>
                    <a:pt x="-988" y="7968"/>
                    <a:pt x="-138" y="3496"/>
                    <a:pt x="3145" y="1260"/>
                  </a:cubicBezTo>
                  <a:cubicBezTo>
                    <a:pt x="6429" y="-976"/>
                    <a:pt x="10929" y="-127"/>
                    <a:pt x="13165" y="3156"/>
                  </a:cubicBezTo>
                  <a:cubicBezTo>
                    <a:pt x="24233" y="19432"/>
                    <a:pt x="50388" y="37718"/>
                    <a:pt x="81723" y="39501"/>
                  </a:cubicBezTo>
                  <a:cubicBezTo>
                    <a:pt x="110539" y="41200"/>
                    <a:pt x="137429" y="28349"/>
                    <a:pt x="159650" y="2505"/>
                  </a:cubicBezTo>
                  <a:cubicBezTo>
                    <a:pt x="162254" y="-495"/>
                    <a:pt x="166811" y="-863"/>
                    <a:pt x="169840" y="1741"/>
                  </a:cubicBezTo>
                  <a:cubicBezTo>
                    <a:pt x="172869" y="4345"/>
                    <a:pt x="173209" y="8902"/>
                    <a:pt x="170605" y="11931"/>
                  </a:cubicBezTo>
                  <a:cubicBezTo>
                    <a:pt x="141194" y="46125"/>
                    <a:pt x="109576" y="54079"/>
                    <a:pt x="86563" y="54079"/>
                  </a:cubicBezTo>
                  <a:close/>
                </a:path>
              </a:pathLst>
            </a:custGeom>
            <a:solidFill>
              <a:srgbClr val="262626"/>
            </a:solidFill>
            <a:ln w="2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57" name="Forma Livre: Forma 456">
              <a:extLst>
                <a:ext uri="{FF2B5EF4-FFF2-40B4-BE49-F238E27FC236}">
                  <a16:creationId xmlns:a16="http://schemas.microsoft.com/office/drawing/2014/main" id="{35FBEFA3-91DC-2DD6-D497-2DE2864C42FC}"/>
                </a:ext>
              </a:extLst>
            </p:cNvPr>
            <p:cNvSpPr/>
            <p:nvPr/>
          </p:nvSpPr>
          <p:spPr>
            <a:xfrm>
              <a:off x="5154733" y="4581578"/>
              <a:ext cx="172367" cy="54074"/>
            </a:xfrm>
            <a:custGeom>
              <a:avLst/>
              <a:gdLst>
                <a:gd name="connsiteX0" fmla="*/ 7205 w 172367"/>
                <a:gd name="connsiteY0" fmla="*/ 54046 h 54074"/>
                <a:gd name="connsiteX1" fmla="*/ 3157 w 172367"/>
                <a:gd name="connsiteY1" fmla="*/ 52801 h 54074"/>
                <a:gd name="connsiteX2" fmla="*/ 1261 w 172367"/>
                <a:gd name="connsiteY2" fmla="*/ 42780 h 54074"/>
                <a:gd name="connsiteX3" fmla="*/ 80915 w 172367"/>
                <a:gd name="connsiteY3" fmla="*/ 151 h 54074"/>
                <a:gd name="connsiteX4" fmla="*/ 170617 w 172367"/>
                <a:gd name="connsiteY4" fmla="*/ 42129 h 54074"/>
                <a:gd name="connsiteX5" fmla="*/ 169852 w 172367"/>
                <a:gd name="connsiteY5" fmla="*/ 52319 h 54074"/>
                <a:gd name="connsiteX6" fmla="*/ 159662 w 172367"/>
                <a:gd name="connsiteY6" fmla="*/ 51555 h 54074"/>
                <a:gd name="connsiteX7" fmla="*/ 81735 w 172367"/>
                <a:gd name="connsiteY7" fmla="*/ 14559 h 54074"/>
                <a:gd name="connsiteX8" fmla="*/ 13178 w 172367"/>
                <a:gd name="connsiteY8" fmla="*/ 50904 h 54074"/>
                <a:gd name="connsiteX9" fmla="*/ 7205 w 172367"/>
                <a:gd name="connsiteY9" fmla="*/ 54074 h 54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2367" h="54074">
                  <a:moveTo>
                    <a:pt x="7205" y="54046"/>
                  </a:moveTo>
                  <a:cubicBezTo>
                    <a:pt x="5818" y="54046"/>
                    <a:pt x="4403" y="53650"/>
                    <a:pt x="3157" y="52801"/>
                  </a:cubicBezTo>
                  <a:cubicBezTo>
                    <a:pt x="-126" y="50564"/>
                    <a:pt x="-1004" y="46064"/>
                    <a:pt x="1261" y="42780"/>
                  </a:cubicBezTo>
                  <a:cubicBezTo>
                    <a:pt x="14678" y="23051"/>
                    <a:pt x="44513" y="2217"/>
                    <a:pt x="80915" y="151"/>
                  </a:cubicBezTo>
                  <a:cubicBezTo>
                    <a:pt x="104267" y="-1123"/>
                    <a:pt x="138716" y="5048"/>
                    <a:pt x="170617" y="42129"/>
                  </a:cubicBezTo>
                  <a:cubicBezTo>
                    <a:pt x="173221" y="45158"/>
                    <a:pt x="172881" y="49715"/>
                    <a:pt x="169852" y="52319"/>
                  </a:cubicBezTo>
                  <a:cubicBezTo>
                    <a:pt x="166824" y="54924"/>
                    <a:pt x="162267" y="54584"/>
                    <a:pt x="159662" y="51555"/>
                  </a:cubicBezTo>
                  <a:cubicBezTo>
                    <a:pt x="137442" y="25712"/>
                    <a:pt x="110551" y="12917"/>
                    <a:pt x="81735" y="14559"/>
                  </a:cubicBezTo>
                  <a:cubicBezTo>
                    <a:pt x="50400" y="16342"/>
                    <a:pt x="24246" y="34628"/>
                    <a:pt x="13178" y="50904"/>
                  </a:cubicBezTo>
                  <a:cubicBezTo>
                    <a:pt x="11791" y="52970"/>
                    <a:pt x="9526" y="54074"/>
                    <a:pt x="7205" y="54074"/>
                  </a:cubicBezTo>
                  <a:close/>
                </a:path>
              </a:pathLst>
            </a:custGeom>
            <a:solidFill>
              <a:srgbClr val="262626"/>
            </a:solidFill>
            <a:ln w="2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58" name="Forma Livre: Forma 457">
              <a:extLst>
                <a:ext uri="{FF2B5EF4-FFF2-40B4-BE49-F238E27FC236}">
                  <a16:creationId xmlns:a16="http://schemas.microsoft.com/office/drawing/2014/main" id="{CB0FAC18-8F1E-094D-4B9E-A070382C2AEC}"/>
                </a:ext>
              </a:extLst>
            </p:cNvPr>
            <p:cNvSpPr/>
            <p:nvPr/>
          </p:nvSpPr>
          <p:spPr>
            <a:xfrm>
              <a:off x="5312639" y="4621186"/>
              <a:ext cx="25630" cy="27288"/>
            </a:xfrm>
            <a:custGeom>
              <a:avLst/>
              <a:gdLst>
                <a:gd name="connsiteX0" fmla="*/ 18429 w 25630"/>
                <a:gd name="connsiteY0" fmla="*/ 27289 h 27288"/>
                <a:gd name="connsiteX1" fmla="*/ 13532 w 25630"/>
                <a:gd name="connsiteY1" fmla="*/ 25364 h 27288"/>
                <a:gd name="connsiteX2" fmla="*/ 1247 w 25630"/>
                <a:gd name="connsiteY2" fmla="*/ 11267 h 27288"/>
                <a:gd name="connsiteX3" fmla="*/ 3172 w 25630"/>
                <a:gd name="connsiteY3" fmla="*/ 1247 h 27288"/>
                <a:gd name="connsiteX4" fmla="*/ 13192 w 25630"/>
                <a:gd name="connsiteY4" fmla="*/ 3172 h 27288"/>
                <a:gd name="connsiteX5" fmla="*/ 23326 w 25630"/>
                <a:gd name="connsiteY5" fmla="*/ 14777 h 27288"/>
                <a:gd name="connsiteX6" fmla="*/ 23722 w 25630"/>
                <a:gd name="connsiteY6" fmla="*/ 24968 h 27288"/>
                <a:gd name="connsiteX7" fmla="*/ 18429 w 25630"/>
                <a:gd name="connsiteY7" fmla="*/ 27289 h 272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630" h="27288">
                  <a:moveTo>
                    <a:pt x="18429" y="27289"/>
                  </a:moveTo>
                  <a:cubicBezTo>
                    <a:pt x="16674" y="27289"/>
                    <a:pt x="14919" y="26666"/>
                    <a:pt x="13532" y="25364"/>
                  </a:cubicBezTo>
                  <a:cubicBezTo>
                    <a:pt x="8691" y="20891"/>
                    <a:pt x="4559" y="16136"/>
                    <a:pt x="1247" y="11267"/>
                  </a:cubicBezTo>
                  <a:cubicBezTo>
                    <a:pt x="-989" y="7955"/>
                    <a:pt x="-140" y="3483"/>
                    <a:pt x="3172" y="1247"/>
                  </a:cubicBezTo>
                  <a:cubicBezTo>
                    <a:pt x="6455" y="-989"/>
                    <a:pt x="10956" y="-140"/>
                    <a:pt x="13192" y="3172"/>
                  </a:cubicBezTo>
                  <a:cubicBezTo>
                    <a:pt x="15881" y="7135"/>
                    <a:pt x="19306" y="11041"/>
                    <a:pt x="23326" y="14777"/>
                  </a:cubicBezTo>
                  <a:cubicBezTo>
                    <a:pt x="26241" y="17495"/>
                    <a:pt x="26411" y="22052"/>
                    <a:pt x="23722" y="24968"/>
                  </a:cubicBezTo>
                  <a:cubicBezTo>
                    <a:pt x="22307" y="26496"/>
                    <a:pt x="20354" y="27289"/>
                    <a:pt x="18429" y="27289"/>
                  </a:cubicBezTo>
                  <a:close/>
                </a:path>
              </a:pathLst>
            </a:custGeom>
            <a:solidFill>
              <a:srgbClr val="262626"/>
            </a:solidFill>
            <a:ln w="2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59" name="Forma Livre: Forma 458">
              <a:extLst>
                <a:ext uri="{FF2B5EF4-FFF2-40B4-BE49-F238E27FC236}">
                  <a16:creationId xmlns:a16="http://schemas.microsoft.com/office/drawing/2014/main" id="{65B3FF74-08DE-3718-DFA1-90828D52C9AC}"/>
                </a:ext>
              </a:extLst>
            </p:cNvPr>
            <p:cNvSpPr/>
            <p:nvPr/>
          </p:nvSpPr>
          <p:spPr>
            <a:xfrm>
              <a:off x="4731443" y="4712262"/>
              <a:ext cx="55125" cy="45927"/>
            </a:xfrm>
            <a:custGeom>
              <a:avLst/>
              <a:gdLst>
                <a:gd name="connsiteX0" fmla="*/ 47937 w 55125"/>
                <a:gd name="connsiteY0" fmla="*/ 45899 h 45927"/>
                <a:gd name="connsiteX1" fmla="*/ 42474 w 55125"/>
                <a:gd name="connsiteY1" fmla="*/ 43408 h 45927"/>
                <a:gd name="connsiteX2" fmla="*/ 4261 w 55125"/>
                <a:gd name="connsiteY2" fmla="*/ 13800 h 45927"/>
                <a:gd name="connsiteX3" fmla="*/ 638 w 55125"/>
                <a:gd name="connsiteY3" fmla="*/ 4261 h 45927"/>
                <a:gd name="connsiteX4" fmla="*/ 10177 w 55125"/>
                <a:gd name="connsiteY4" fmla="*/ 638 h 45927"/>
                <a:gd name="connsiteX5" fmla="*/ 53372 w 55125"/>
                <a:gd name="connsiteY5" fmla="*/ 33982 h 45927"/>
                <a:gd name="connsiteX6" fmla="*/ 52636 w 55125"/>
                <a:gd name="connsiteY6" fmla="*/ 44173 h 45927"/>
                <a:gd name="connsiteX7" fmla="*/ 47909 w 55125"/>
                <a:gd name="connsiteY7" fmla="*/ 45928 h 45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5125" h="45927">
                  <a:moveTo>
                    <a:pt x="47937" y="45899"/>
                  </a:moveTo>
                  <a:cubicBezTo>
                    <a:pt x="45899" y="45899"/>
                    <a:pt x="43890" y="45050"/>
                    <a:pt x="42474" y="43408"/>
                  </a:cubicBezTo>
                  <a:cubicBezTo>
                    <a:pt x="30840" y="29935"/>
                    <a:pt x="17989" y="19971"/>
                    <a:pt x="4261" y="13800"/>
                  </a:cubicBezTo>
                  <a:cubicBezTo>
                    <a:pt x="638" y="12158"/>
                    <a:pt x="-1004" y="7884"/>
                    <a:pt x="638" y="4261"/>
                  </a:cubicBezTo>
                  <a:cubicBezTo>
                    <a:pt x="2279" y="638"/>
                    <a:pt x="6554" y="-1004"/>
                    <a:pt x="10177" y="638"/>
                  </a:cubicBezTo>
                  <a:cubicBezTo>
                    <a:pt x="25830" y="7686"/>
                    <a:pt x="40351" y="18895"/>
                    <a:pt x="53372" y="33982"/>
                  </a:cubicBezTo>
                  <a:cubicBezTo>
                    <a:pt x="55976" y="37011"/>
                    <a:pt x="55637" y="41568"/>
                    <a:pt x="52636" y="44173"/>
                  </a:cubicBezTo>
                  <a:cubicBezTo>
                    <a:pt x="51278" y="45361"/>
                    <a:pt x="49579" y="45928"/>
                    <a:pt x="47909" y="45928"/>
                  </a:cubicBezTo>
                  <a:close/>
                </a:path>
              </a:pathLst>
            </a:custGeom>
            <a:solidFill>
              <a:srgbClr val="262626"/>
            </a:solidFill>
            <a:ln w="2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60" name="Forma Livre: Forma 459">
              <a:extLst>
                <a:ext uri="{FF2B5EF4-FFF2-40B4-BE49-F238E27FC236}">
                  <a16:creationId xmlns:a16="http://schemas.microsoft.com/office/drawing/2014/main" id="{EF89E429-0610-0FC4-CDAA-C8B44CC3715B}"/>
                </a:ext>
              </a:extLst>
            </p:cNvPr>
            <p:cNvSpPr/>
            <p:nvPr/>
          </p:nvSpPr>
          <p:spPr>
            <a:xfrm>
              <a:off x="4772131" y="4743701"/>
              <a:ext cx="172354" cy="54088"/>
            </a:xfrm>
            <a:custGeom>
              <a:avLst/>
              <a:gdLst>
                <a:gd name="connsiteX0" fmla="*/ 86592 w 172354"/>
                <a:gd name="connsiteY0" fmla="*/ 54089 h 54088"/>
                <a:gd name="connsiteX1" fmla="*/ 80930 w 172354"/>
                <a:gd name="connsiteY1" fmla="*/ 53919 h 54088"/>
                <a:gd name="connsiteX2" fmla="*/ 1248 w 172354"/>
                <a:gd name="connsiteY2" fmla="*/ 11290 h 54088"/>
                <a:gd name="connsiteX3" fmla="*/ 3145 w 172354"/>
                <a:gd name="connsiteY3" fmla="*/ 1269 h 54088"/>
                <a:gd name="connsiteX4" fmla="*/ 13165 w 172354"/>
                <a:gd name="connsiteY4" fmla="*/ 3166 h 54088"/>
                <a:gd name="connsiteX5" fmla="*/ 81723 w 172354"/>
                <a:gd name="connsiteY5" fmla="*/ 39511 h 54088"/>
                <a:gd name="connsiteX6" fmla="*/ 159650 w 172354"/>
                <a:gd name="connsiteY6" fmla="*/ 2515 h 54088"/>
                <a:gd name="connsiteX7" fmla="*/ 169840 w 172354"/>
                <a:gd name="connsiteY7" fmla="*/ 1750 h 54088"/>
                <a:gd name="connsiteX8" fmla="*/ 170604 w 172354"/>
                <a:gd name="connsiteY8" fmla="*/ 11941 h 54088"/>
                <a:gd name="connsiteX9" fmla="*/ 86563 w 172354"/>
                <a:gd name="connsiteY9" fmla="*/ 54089 h 54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2354" h="54088">
                  <a:moveTo>
                    <a:pt x="86592" y="54089"/>
                  </a:moveTo>
                  <a:cubicBezTo>
                    <a:pt x="84638" y="54089"/>
                    <a:pt x="82742" y="54032"/>
                    <a:pt x="80930" y="53919"/>
                  </a:cubicBezTo>
                  <a:cubicBezTo>
                    <a:pt x="44529" y="51852"/>
                    <a:pt x="14694" y="31019"/>
                    <a:pt x="1248" y="11290"/>
                  </a:cubicBezTo>
                  <a:cubicBezTo>
                    <a:pt x="-988" y="7978"/>
                    <a:pt x="-138" y="3505"/>
                    <a:pt x="3145" y="1269"/>
                  </a:cubicBezTo>
                  <a:cubicBezTo>
                    <a:pt x="6457" y="-967"/>
                    <a:pt x="10929" y="-118"/>
                    <a:pt x="13165" y="3166"/>
                  </a:cubicBezTo>
                  <a:cubicBezTo>
                    <a:pt x="24233" y="19442"/>
                    <a:pt x="50388" y="37756"/>
                    <a:pt x="81723" y="39511"/>
                  </a:cubicBezTo>
                  <a:cubicBezTo>
                    <a:pt x="110510" y="41068"/>
                    <a:pt x="137429" y="28358"/>
                    <a:pt x="159650" y="2515"/>
                  </a:cubicBezTo>
                  <a:cubicBezTo>
                    <a:pt x="162254" y="-514"/>
                    <a:pt x="166811" y="-854"/>
                    <a:pt x="169840" y="1750"/>
                  </a:cubicBezTo>
                  <a:cubicBezTo>
                    <a:pt x="172869" y="4355"/>
                    <a:pt x="173209" y="8912"/>
                    <a:pt x="170604" y="11941"/>
                  </a:cubicBezTo>
                  <a:cubicBezTo>
                    <a:pt x="141194" y="46135"/>
                    <a:pt x="109605" y="54089"/>
                    <a:pt x="86563" y="54089"/>
                  </a:cubicBezTo>
                  <a:close/>
                </a:path>
              </a:pathLst>
            </a:custGeom>
            <a:solidFill>
              <a:srgbClr val="262626"/>
            </a:solidFill>
            <a:ln w="2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61" name="Forma Livre: Forma 460">
              <a:extLst>
                <a:ext uri="{FF2B5EF4-FFF2-40B4-BE49-F238E27FC236}">
                  <a16:creationId xmlns:a16="http://schemas.microsoft.com/office/drawing/2014/main" id="{91405D6C-F0D0-AB56-C658-F33203ED8BAF}"/>
                </a:ext>
              </a:extLst>
            </p:cNvPr>
            <p:cNvSpPr/>
            <p:nvPr/>
          </p:nvSpPr>
          <p:spPr>
            <a:xfrm>
              <a:off x="4930067" y="4704098"/>
              <a:ext cx="172395" cy="54091"/>
            </a:xfrm>
            <a:custGeom>
              <a:avLst/>
              <a:gdLst>
                <a:gd name="connsiteX0" fmla="*/ 7205 w 172395"/>
                <a:gd name="connsiteY0" fmla="*/ 54063 h 54091"/>
                <a:gd name="connsiteX1" fmla="*/ 3157 w 172395"/>
                <a:gd name="connsiteY1" fmla="*/ 52817 h 54091"/>
                <a:gd name="connsiteX2" fmla="*/ 1261 w 172395"/>
                <a:gd name="connsiteY2" fmla="*/ 42797 h 54091"/>
                <a:gd name="connsiteX3" fmla="*/ 80943 w 172395"/>
                <a:gd name="connsiteY3" fmla="*/ 168 h 54091"/>
                <a:gd name="connsiteX4" fmla="*/ 170645 w 172395"/>
                <a:gd name="connsiteY4" fmla="*/ 42146 h 54091"/>
                <a:gd name="connsiteX5" fmla="*/ 169881 w 172395"/>
                <a:gd name="connsiteY5" fmla="*/ 52336 h 54091"/>
                <a:gd name="connsiteX6" fmla="*/ 159691 w 172395"/>
                <a:gd name="connsiteY6" fmla="*/ 51572 h 54091"/>
                <a:gd name="connsiteX7" fmla="*/ 81764 w 172395"/>
                <a:gd name="connsiteY7" fmla="*/ 14576 h 54091"/>
                <a:gd name="connsiteX8" fmla="*/ 13206 w 172395"/>
                <a:gd name="connsiteY8" fmla="*/ 50921 h 54091"/>
                <a:gd name="connsiteX9" fmla="*/ 7234 w 172395"/>
                <a:gd name="connsiteY9" fmla="*/ 54091 h 540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2395" h="54091">
                  <a:moveTo>
                    <a:pt x="7205" y="54063"/>
                  </a:moveTo>
                  <a:cubicBezTo>
                    <a:pt x="5818" y="54063"/>
                    <a:pt x="4403" y="53667"/>
                    <a:pt x="3157" y="52817"/>
                  </a:cubicBezTo>
                  <a:cubicBezTo>
                    <a:pt x="-126" y="50581"/>
                    <a:pt x="-1004" y="46081"/>
                    <a:pt x="1261" y="42797"/>
                  </a:cubicBezTo>
                  <a:cubicBezTo>
                    <a:pt x="14678" y="23068"/>
                    <a:pt x="44513" y="2206"/>
                    <a:pt x="80943" y="168"/>
                  </a:cubicBezTo>
                  <a:cubicBezTo>
                    <a:pt x="104239" y="-1191"/>
                    <a:pt x="138744" y="5065"/>
                    <a:pt x="170645" y="42146"/>
                  </a:cubicBezTo>
                  <a:cubicBezTo>
                    <a:pt x="173249" y="45175"/>
                    <a:pt x="172910" y="49732"/>
                    <a:pt x="169881" y="52336"/>
                  </a:cubicBezTo>
                  <a:cubicBezTo>
                    <a:pt x="166852" y="54940"/>
                    <a:pt x="162295" y="54601"/>
                    <a:pt x="159691" y="51572"/>
                  </a:cubicBezTo>
                  <a:cubicBezTo>
                    <a:pt x="137470" y="25757"/>
                    <a:pt x="110551" y="12934"/>
                    <a:pt x="81764" y="14576"/>
                  </a:cubicBezTo>
                  <a:cubicBezTo>
                    <a:pt x="50429" y="16359"/>
                    <a:pt x="24274" y="34645"/>
                    <a:pt x="13206" y="50921"/>
                  </a:cubicBezTo>
                  <a:cubicBezTo>
                    <a:pt x="11819" y="52987"/>
                    <a:pt x="9554" y="54091"/>
                    <a:pt x="7234" y="54091"/>
                  </a:cubicBezTo>
                  <a:close/>
                </a:path>
              </a:pathLst>
            </a:custGeom>
            <a:solidFill>
              <a:srgbClr val="262626"/>
            </a:solidFill>
            <a:ln w="2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62" name="Forma Livre: Forma 461">
              <a:extLst>
                <a:ext uri="{FF2B5EF4-FFF2-40B4-BE49-F238E27FC236}">
                  <a16:creationId xmlns:a16="http://schemas.microsoft.com/office/drawing/2014/main" id="{4722AE35-91B0-7849-72D7-91E218746BC2}"/>
                </a:ext>
              </a:extLst>
            </p:cNvPr>
            <p:cNvSpPr/>
            <p:nvPr/>
          </p:nvSpPr>
          <p:spPr>
            <a:xfrm>
              <a:off x="5088000" y="4743701"/>
              <a:ext cx="172354" cy="54088"/>
            </a:xfrm>
            <a:custGeom>
              <a:avLst/>
              <a:gdLst>
                <a:gd name="connsiteX0" fmla="*/ 86563 w 172354"/>
                <a:gd name="connsiteY0" fmla="*/ 54089 h 54088"/>
                <a:gd name="connsiteX1" fmla="*/ 80902 w 172354"/>
                <a:gd name="connsiteY1" fmla="*/ 53919 h 54088"/>
                <a:gd name="connsiteX2" fmla="*/ 1248 w 172354"/>
                <a:gd name="connsiteY2" fmla="*/ 11290 h 54088"/>
                <a:gd name="connsiteX3" fmla="*/ 3145 w 172354"/>
                <a:gd name="connsiteY3" fmla="*/ 1269 h 54088"/>
                <a:gd name="connsiteX4" fmla="*/ 13165 w 172354"/>
                <a:gd name="connsiteY4" fmla="*/ 3166 h 54088"/>
                <a:gd name="connsiteX5" fmla="*/ 81723 w 172354"/>
                <a:gd name="connsiteY5" fmla="*/ 39511 h 54088"/>
                <a:gd name="connsiteX6" fmla="*/ 159650 w 172354"/>
                <a:gd name="connsiteY6" fmla="*/ 2515 h 54088"/>
                <a:gd name="connsiteX7" fmla="*/ 169840 w 172354"/>
                <a:gd name="connsiteY7" fmla="*/ 1750 h 54088"/>
                <a:gd name="connsiteX8" fmla="*/ 170604 w 172354"/>
                <a:gd name="connsiteY8" fmla="*/ 11941 h 54088"/>
                <a:gd name="connsiteX9" fmla="*/ 86563 w 172354"/>
                <a:gd name="connsiteY9" fmla="*/ 54089 h 54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2354" h="54088">
                  <a:moveTo>
                    <a:pt x="86563" y="54089"/>
                  </a:moveTo>
                  <a:cubicBezTo>
                    <a:pt x="84610" y="54089"/>
                    <a:pt x="82714" y="54032"/>
                    <a:pt x="80902" y="53919"/>
                  </a:cubicBezTo>
                  <a:cubicBezTo>
                    <a:pt x="44500" y="51852"/>
                    <a:pt x="14665" y="31019"/>
                    <a:pt x="1248" y="11290"/>
                  </a:cubicBezTo>
                  <a:cubicBezTo>
                    <a:pt x="-988" y="7978"/>
                    <a:pt x="-139" y="3505"/>
                    <a:pt x="3145" y="1269"/>
                  </a:cubicBezTo>
                  <a:cubicBezTo>
                    <a:pt x="6457" y="-967"/>
                    <a:pt x="10929" y="-118"/>
                    <a:pt x="13165" y="3166"/>
                  </a:cubicBezTo>
                  <a:cubicBezTo>
                    <a:pt x="24233" y="19442"/>
                    <a:pt x="50388" y="37728"/>
                    <a:pt x="81723" y="39511"/>
                  </a:cubicBezTo>
                  <a:cubicBezTo>
                    <a:pt x="110454" y="41068"/>
                    <a:pt x="137458" y="28358"/>
                    <a:pt x="159650" y="2515"/>
                  </a:cubicBezTo>
                  <a:cubicBezTo>
                    <a:pt x="162254" y="-514"/>
                    <a:pt x="166811" y="-854"/>
                    <a:pt x="169840" y="1750"/>
                  </a:cubicBezTo>
                  <a:cubicBezTo>
                    <a:pt x="172869" y="4355"/>
                    <a:pt x="173208" y="8912"/>
                    <a:pt x="170604" y="11941"/>
                  </a:cubicBezTo>
                  <a:cubicBezTo>
                    <a:pt x="141194" y="46135"/>
                    <a:pt x="109576" y="54089"/>
                    <a:pt x="86563" y="54089"/>
                  </a:cubicBezTo>
                  <a:close/>
                </a:path>
              </a:pathLst>
            </a:custGeom>
            <a:solidFill>
              <a:srgbClr val="262626"/>
            </a:solidFill>
            <a:ln w="2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63" name="Forma Livre: Forma 462">
              <a:extLst>
                <a:ext uri="{FF2B5EF4-FFF2-40B4-BE49-F238E27FC236}">
                  <a16:creationId xmlns:a16="http://schemas.microsoft.com/office/drawing/2014/main" id="{FBFA50B1-911F-4853-1215-FF8D3F03F166}"/>
                </a:ext>
              </a:extLst>
            </p:cNvPr>
            <p:cNvSpPr/>
            <p:nvPr/>
          </p:nvSpPr>
          <p:spPr>
            <a:xfrm>
              <a:off x="5245921" y="4704181"/>
              <a:ext cx="92393" cy="53979"/>
            </a:xfrm>
            <a:custGeom>
              <a:avLst/>
              <a:gdLst>
                <a:gd name="connsiteX0" fmla="*/ 7220 w 92393"/>
                <a:gd name="connsiteY0" fmla="*/ 53980 h 53979"/>
                <a:gd name="connsiteX1" fmla="*/ 3172 w 92393"/>
                <a:gd name="connsiteY1" fmla="*/ 52734 h 53979"/>
                <a:gd name="connsiteX2" fmla="*/ 1247 w 92393"/>
                <a:gd name="connsiteY2" fmla="*/ 42714 h 53979"/>
                <a:gd name="connsiteX3" fmla="*/ 85090 w 92393"/>
                <a:gd name="connsiteY3" fmla="*/ 0 h 53979"/>
                <a:gd name="connsiteX4" fmla="*/ 92393 w 92393"/>
                <a:gd name="connsiteY4" fmla="*/ 7133 h 53979"/>
                <a:gd name="connsiteX5" fmla="*/ 85260 w 92393"/>
                <a:gd name="connsiteY5" fmla="*/ 14436 h 53979"/>
                <a:gd name="connsiteX6" fmla="*/ 13192 w 92393"/>
                <a:gd name="connsiteY6" fmla="*/ 50810 h 53979"/>
                <a:gd name="connsiteX7" fmla="*/ 7220 w 92393"/>
                <a:gd name="connsiteY7" fmla="*/ 53980 h 539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2393" h="53979">
                  <a:moveTo>
                    <a:pt x="7220" y="53980"/>
                  </a:moveTo>
                  <a:cubicBezTo>
                    <a:pt x="5833" y="53980"/>
                    <a:pt x="4417" y="53584"/>
                    <a:pt x="3172" y="52734"/>
                  </a:cubicBezTo>
                  <a:cubicBezTo>
                    <a:pt x="-140" y="50498"/>
                    <a:pt x="-989" y="46026"/>
                    <a:pt x="1247" y="42714"/>
                  </a:cubicBezTo>
                  <a:cubicBezTo>
                    <a:pt x="14947" y="22447"/>
                    <a:pt x="47047" y="453"/>
                    <a:pt x="85090" y="0"/>
                  </a:cubicBezTo>
                  <a:cubicBezTo>
                    <a:pt x="88854" y="0"/>
                    <a:pt x="92336" y="3142"/>
                    <a:pt x="92393" y="7133"/>
                  </a:cubicBezTo>
                  <a:cubicBezTo>
                    <a:pt x="92449" y="11124"/>
                    <a:pt x="89251" y="14380"/>
                    <a:pt x="85260" y="14436"/>
                  </a:cubicBezTo>
                  <a:cubicBezTo>
                    <a:pt x="52396" y="14832"/>
                    <a:pt x="24883" y="33571"/>
                    <a:pt x="13192" y="50810"/>
                  </a:cubicBezTo>
                  <a:cubicBezTo>
                    <a:pt x="11805" y="52876"/>
                    <a:pt x="9512" y="53980"/>
                    <a:pt x="7220" y="53980"/>
                  </a:cubicBezTo>
                  <a:close/>
                </a:path>
              </a:pathLst>
            </a:custGeom>
            <a:solidFill>
              <a:srgbClr val="262626"/>
            </a:solidFill>
            <a:ln w="2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64" name="Forma Livre: Forma 463">
              <a:extLst>
                <a:ext uri="{FF2B5EF4-FFF2-40B4-BE49-F238E27FC236}">
                  <a16:creationId xmlns:a16="http://schemas.microsoft.com/office/drawing/2014/main" id="{C7C7D9F7-6E50-3401-3EF1-AEF84D46C804}"/>
                </a:ext>
              </a:extLst>
            </p:cNvPr>
            <p:cNvSpPr/>
            <p:nvPr/>
          </p:nvSpPr>
          <p:spPr>
            <a:xfrm>
              <a:off x="4731440" y="4860747"/>
              <a:ext cx="139789" cy="54145"/>
            </a:xfrm>
            <a:custGeom>
              <a:avLst/>
              <a:gdLst>
                <a:gd name="connsiteX0" fmla="*/ 54677 w 139789"/>
                <a:gd name="connsiteY0" fmla="*/ 54089 h 54145"/>
                <a:gd name="connsiteX1" fmla="*/ 3867 w 139789"/>
                <a:gd name="connsiteY1" fmla="*/ 41436 h 54145"/>
                <a:gd name="connsiteX2" fmla="*/ 838 w 139789"/>
                <a:gd name="connsiteY2" fmla="*/ 31698 h 54145"/>
                <a:gd name="connsiteX3" fmla="*/ 10576 w 139789"/>
                <a:gd name="connsiteY3" fmla="*/ 28670 h 54145"/>
                <a:gd name="connsiteX4" fmla="*/ 127084 w 139789"/>
                <a:gd name="connsiteY4" fmla="*/ 2515 h 54145"/>
                <a:gd name="connsiteX5" fmla="*/ 137274 w 139789"/>
                <a:gd name="connsiteY5" fmla="*/ 1751 h 54145"/>
                <a:gd name="connsiteX6" fmla="*/ 138039 w 139789"/>
                <a:gd name="connsiteY6" fmla="*/ 11941 h 54145"/>
                <a:gd name="connsiteX7" fmla="*/ 54705 w 139789"/>
                <a:gd name="connsiteY7" fmla="*/ 54145 h 541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9789" h="54145">
                  <a:moveTo>
                    <a:pt x="54677" y="54089"/>
                  </a:moveTo>
                  <a:cubicBezTo>
                    <a:pt x="31239" y="54089"/>
                    <a:pt x="12388" y="45880"/>
                    <a:pt x="3867" y="41436"/>
                  </a:cubicBezTo>
                  <a:cubicBezTo>
                    <a:pt x="329" y="39596"/>
                    <a:pt x="-1030" y="35237"/>
                    <a:pt x="838" y="31698"/>
                  </a:cubicBezTo>
                  <a:cubicBezTo>
                    <a:pt x="2678" y="28160"/>
                    <a:pt x="7038" y="26801"/>
                    <a:pt x="10576" y="28670"/>
                  </a:cubicBezTo>
                  <a:cubicBezTo>
                    <a:pt x="70670" y="60174"/>
                    <a:pt x="114941" y="16611"/>
                    <a:pt x="127084" y="2515"/>
                  </a:cubicBezTo>
                  <a:cubicBezTo>
                    <a:pt x="129688" y="-514"/>
                    <a:pt x="134245" y="-854"/>
                    <a:pt x="137274" y="1751"/>
                  </a:cubicBezTo>
                  <a:cubicBezTo>
                    <a:pt x="140303" y="4355"/>
                    <a:pt x="140643" y="8912"/>
                    <a:pt x="138039" y="11941"/>
                  </a:cubicBezTo>
                  <a:cubicBezTo>
                    <a:pt x="109704" y="44861"/>
                    <a:pt x="79615" y="54145"/>
                    <a:pt x="54705" y="54145"/>
                  </a:cubicBezTo>
                  <a:close/>
                </a:path>
              </a:pathLst>
            </a:custGeom>
            <a:solidFill>
              <a:srgbClr val="262626"/>
            </a:solidFill>
            <a:ln w="2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65" name="Forma Livre: Forma 464">
              <a:extLst>
                <a:ext uri="{FF2B5EF4-FFF2-40B4-BE49-F238E27FC236}">
                  <a16:creationId xmlns:a16="http://schemas.microsoft.com/office/drawing/2014/main" id="{514B4348-18D3-1C9D-4A01-713911D558E3}"/>
                </a:ext>
              </a:extLst>
            </p:cNvPr>
            <p:cNvSpPr/>
            <p:nvPr/>
          </p:nvSpPr>
          <p:spPr>
            <a:xfrm>
              <a:off x="4856754" y="4821127"/>
              <a:ext cx="172395" cy="54079"/>
            </a:xfrm>
            <a:custGeom>
              <a:avLst/>
              <a:gdLst>
                <a:gd name="connsiteX0" fmla="*/ 7205 w 172395"/>
                <a:gd name="connsiteY0" fmla="*/ 54052 h 54079"/>
                <a:gd name="connsiteX1" fmla="*/ 3158 w 172395"/>
                <a:gd name="connsiteY1" fmla="*/ 52806 h 54079"/>
                <a:gd name="connsiteX2" fmla="*/ 1261 w 172395"/>
                <a:gd name="connsiteY2" fmla="*/ 42786 h 54079"/>
                <a:gd name="connsiteX3" fmla="*/ 80943 w 172395"/>
                <a:gd name="connsiteY3" fmla="*/ 157 h 54079"/>
                <a:gd name="connsiteX4" fmla="*/ 170645 w 172395"/>
                <a:gd name="connsiteY4" fmla="*/ 42135 h 54079"/>
                <a:gd name="connsiteX5" fmla="*/ 169881 w 172395"/>
                <a:gd name="connsiteY5" fmla="*/ 52325 h 54079"/>
                <a:gd name="connsiteX6" fmla="*/ 159691 w 172395"/>
                <a:gd name="connsiteY6" fmla="*/ 51561 h 54079"/>
                <a:gd name="connsiteX7" fmla="*/ 81764 w 172395"/>
                <a:gd name="connsiteY7" fmla="*/ 14564 h 54079"/>
                <a:gd name="connsiteX8" fmla="*/ 13206 w 172395"/>
                <a:gd name="connsiteY8" fmla="*/ 50910 h 54079"/>
                <a:gd name="connsiteX9" fmla="*/ 7233 w 172395"/>
                <a:gd name="connsiteY9" fmla="*/ 54080 h 54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2395" h="54079">
                  <a:moveTo>
                    <a:pt x="7205" y="54052"/>
                  </a:moveTo>
                  <a:cubicBezTo>
                    <a:pt x="5818" y="54052"/>
                    <a:pt x="4403" y="53655"/>
                    <a:pt x="3158" y="52806"/>
                  </a:cubicBezTo>
                  <a:cubicBezTo>
                    <a:pt x="-126" y="50570"/>
                    <a:pt x="-1004" y="46069"/>
                    <a:pt x="1261" y="42786"/>
                  </a:cubicBezTo>
                  <a:cubicBezTo>
                    <a:pt x="14678" y="23056"/>
                    <a:pt x="44513" y="2195"/>
                    <a:pt x="80943" y="157"/>
                  </a:cubicBezTo>
                  <a:cubicBezTo>
                    <a:pt x="104239" y="-1145"/>
                    <a:pt x="138744" y="5054"/>
                    <a:pt x="170645" y="42135"/>
                  </a:cubicBezTo>
                  <a:cubicBezTo>
                    <a:pt x="173249" y="45163"/>
                    <a:pt x="172910" y="49721"/>
                    <a:pt x="169881" y="52325"/>
                  </a:cubicBezTo>
                  <a:cubicBezTo>
                    <a:pt x="166852" y="54929"/>
                    <a:pt x="162295" y="54589"/>
                    <a:pt x="159691" y="51561"/>
                  </a:cubicBezTo>
                  <a:cubicBezTo>
                    <a:pt x="137470" y="25745"/>
                    <a:pt x="110579" y="12923"/>
                    <a:pt x="81764" y="14564"/>
                  </a:cubicBezTo>
                  <a:cubicBezTo>
                    <a:pt x="50429" y="16348"/>
                    <a:pt x="24274" y="34634"/>
                    <a:pt x="13206" y="50910"/>
                  </a:cubicBezTo>
                  <a:cubicBezTo>
                    <a:pt x="11819" y="52976"/>
                    <a:pt x="9554" y="54080"/>
                    <a:pt x="7233" y="54080"/>
                  </a:cubicBezTo>
                  <a:close/>
                </a:path>
              </a:pathLst>
            </a:custGeom>
            <a:solidFill>
              <a:srgbClr val="262626"/>
            </a:solidFill>
            <a:ln w="2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66" name="Forma Livre: Forma 465">
              <a:extLst>
                <a:ext uri="{FF2B5EF4-FFF2-40B4-BE49-F238E27FC236}">
                  <a16:creationId xmlns:a16="http://schemas.microsoft.com/office/drawing/2014/main" id="{28241820-07EB-8E85-BA07-7C4E26AF1224}"/>
                </a:ext>
              </a:extLst>
            </p:cNvPr>
            <p:cNvSpPr/>
            <p:nvPr/>
          </p:nvSpPr>
          <p:spPr>
            <a:xfrm>
              <a:off x="5014687" y="4860719"/>
              <a:ext cx="172354" cy="54088"/>
            </a:xfrm>
            <a:custGeom>
              <a:avLst/>
              <a:gdLst>
                <a:gd name="connsiteX0" fmla="*/ 86563 w 172354"/>
                <a:gd name="connsiteY0" fmla="*/ 54089 h 54088"/>
                <a:gd name="connsiteX1" fmla="*/ 80902 w 172354"/>
                <a:gd name="connsiteY1" fmla="*/ 53919 h 54088"/>
                <a:gd name="connsiteX2" fmla="*/ 1249 w 172354"/>
                <a:gd name="connsiteY2" fmla="*/ 11290 h 54088"/>
                <a:gd name="connsiteX3" fmla="*/ 3145 w 172354"/>
                <a:gd name="connsiteY3" fmla="*/ 1269 h 54088"/>
                <a:gd name="connsiteX4" fmla="*/ 13165 w 172354"/>
                <a:gd name="connsiteY4" fmla="*/ 3166 h 54088"/>
                <a:gd name="connsiteX5" fmla="*/ 81723 w 172354"/>
                <a:gd name="connsiteY5" fmla="*/ 39511 h 54088"/>
                <a:gd name="connsiteX6" fmla="*/ 159650 w 172354"/>
                <a:gd name="connsiteY6" fmla="*/ 2515 h 54088"/>
                <a:gd name="connsiteX7" fmla="*/ 169840 w 172354"/>
                <a:gd name="connsiteY7" fmla="*/ 1750 h 54088"/>
                <a:gd name="connsiteX8" fmla="*/ 170604 w 172354"/>
                <a:gd name="connsiteY8" fmla="*/ 11941 h 54088"/>
                <a:gd name="connsiteX9" fmla="*/ 86563 w 172354"/>
                <a:gd name="connsiteY9" fmla="*/ 54089 h 54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2354" h="54088">
                  <a:moveTo>
                    <a:pt x="86563" y="54089"/>
                  </a:moveTo>
                  <a:cubicBezTo>
                    <a:pt x="84610" y="54089"/>
                    <a:pt x="82713" y="54032"/>
                    <a:pt x="80902" y="53919"/>
                  </a:cubicBezTo>
                  <a:cubicBezTo>
                    <a:pt x="44500" y="51852"/>
                    <a:pt x="14666" y="31019"/>
                    <a:pt x="1249" y="11290"/>
                  </a:cubicBezTo>
                  <a:cubicBezTo>
                    <a:pt x="-988" y="7978"/>
                    <a:pt x="-138" y="3505"/>
                    <a:pt x="3145" y="1269"/>
                  </a:cubicBezTo>
                  <a:cubicBezTo>
                    <a:pt x="6457" y="-967"/>
                    <a:pt x="10929" y="-118"/>
                    <a:pt x="13165" y="3166"/>
                  </a:cubicBezTo>
                  <a:cubicBezTo>
                    <a:pt x="24233" y="19442"/>
                    <a:pt x="50388" y="37727"/>
                    <a:pt x="81723" y="39511"/>
                  </a:cubicBezTo>
                  <a:cubicBezTo>
                    <a:pt x="110539" y="41181"/>
                    <a:pt x="137430" y="28358"/>
                    <a:pt x="159650" y="2515"/>
                  </a:cubicBezTo>
                  <a:cubicBezTo>
                    <a:pt x="162254" y="-514"/>
                    <a:pt x="166811" y="-854"/>
                    <a:pt x="169840" y="1750"/>
                  </a:cubicBezTo>
                  <a:cubicBezTo>
                    <a:pt x="172869" y="4355"/>
                    <a:pt x="173209" y="8912"/>
                    <a:pt x="170604" y="11941"/>
                  </a:cubicBezTo>
                  <a:cubicBezTo>
                    <a:pt x="141194" y="46135"/>
                    <a:pt x="109576" y="54089"/>
                    <a:pt x="86563" y="54089"/>
                  </a:cubicBezTo>
                  <a:close/>
                </a:path>
              </a:pathLst>
            </a:custGeom>
            <a:solidFill>
              <a:srgbClr val="262626"/>
            </a:solidFill>
            <a:ln w="2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67" name="Forma Livre: Forma 466">
              <a:extLst>
                <a:ext uri="{FF2B5EF4-FFF2-40B4-BE49-F238E27FC236}">
                  <a16:creationId xmlns:a16="http://schemas.microsoft.com/office/drawing/2014/main" id="{BF28F050-342F-BE86-16C5-D3D57740C033}"/>
                </a:ext>
              </a:extLst>
            </p:cNvPr>
            <p:cNvSpPr/>
            <p:nvPr/>
          </p:nvSpPr>
          <p:spPr>
            <a:xfrm>
              <a:off x="5172587" y="4821133"/>
              <a:ext cx="165731" cy="54074"/>
            </a:xfrm>
            <a:custGeom>
              <a:avLst/>
              <a:gdLst>
                <a:gd name="connsiteX0" fmla="*/ 7213 w 165731"/>
                <a:gd name="connsiteY0" fmla="*/ 54018 h 54074"/>
                <a:gd name="connsiteX1" fmla="*/ 3165 w 165731"/>
                <a:gd name="connsiteY1" fmla="*/ 52773 h 54074"/>
                <a:gd name="connsiteX2" fmla="*/ 1268 w 165731"/>
                <a:gd name="connsiteY2" fmla="*/ 42752 h 54074"/>
                <a:gd name="connsiteX3" fmla="*/ 77554 w 165731"/>
                <a:gd name="connsiteY3" fmla="*/ 406 h 54074"/>
                <a:gd name="connsiteX4" fmla="*/ 163661 w 165731"/>
                <a:gd name="connsiteY4" fmla="*/ 34600 h 54074"/>
                <a:gd name="connsiteX5" fmla="*/ 163576 w 165731"/>
                <a:gd name="connsiteY5" fmla="*/ 44819 h 54074"/>
                <a:gd name="connsiteX6" fmla="*/ 153357 w 165731"/>
                <a:gd name="connsiteY6" fmla="*/ 44734 h 54074"/>
                <a:gd name="connsiteX7" fmla="*/ 78827 w 165731"/>
                <a:gd name="connsiteY7" fmla="*/ 14786 h 54074"/>
                <a:gd name="connsiteX8" fmla="*/ 13185 w 165731"/>
                <a:gd name="connsiteY8" fmla="*/ 50904 h 54074"/>
                <a:gd name="connsiteX9" fmla="*/ 7213 w 165731"/>
                <a:gd name="connsiteY9" fmla="*/ 54075 h 54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65731" h="54074">
                  <a:moveTo>
                    <a:pt x="7213" y="54018"/>
                  </a:moveTo>
                  <a:cubicBezTo>
                    <a:pt x="5826" y="54018"/>
                    <a:pt x="4410" y="53622"/>
                    <a:pt x="3165" y="52773"/>
                  </a:cubicBezTo>
                  <a:cubicBezTo>
                    <a:pt x="-147" y="50536"/>
                    <a:pt x="-996" y="46036"/>
                    <a:pt x="1268" y="42752"/>
                  </a:cubicBezTo>
                  <a:cubicBezTo>
                    <a:pt x="14091" y="23929"/>
                    <a:pt x="42652" y="3520"/>
                    <a:pt x="77554" y="406"/>
                  </a:cubicBezTo>
                  <a:cubicBezTo>
                    <a:pt x="99576" y="-1575"/>
                    <a:pt x="132354" y="2756"/>
                    <a:pt x="163661" y="34600"/>
                  </a:cubicBezTo>
                  <a:cubicBezTo>
                    <a:pt x="166463" y="37431"/>
                    <a:pt x="166407" y="42016"/>
                    <a:pt x="163576" y="44819"/>
                  </a:cubicBezTo>
                  <a:cubicBezTo>
                    <a:pt x="160746" y="47621"/>
                    <a:pt x="156160" y="47593"/>
                    <a:pt x="153357" y="44734"/>
                  </a:cubicBezTo>
                  <a:cubicBezTo>
                    <a:pt x="131703" y="22711"/>
                    <a:pt x="105945" y="12380"/>
                    <a:pt x="78827" y="14786"/>
                  </a:cubicBezTo>
                  <a:cubicBezTo>
                    <a:pt x="48795" y="17475"/>
                    <a:pt x="23744" y="35393"/>
                    <a:pt x="13185" y="50904"/>
                  </a:cubicBezTo>
                  <a:cubicBezTo>
                    <a:pt x="11798" y="52971"/>
                    <a:pt x="9534" y="54075"/>
                    <a:pt x="7213" y="54075"/>
                  </a:cubicBezTo>
                  <a:close/>
                </a:path>
              </a:pathLst>
            </a:custGeom>
            <a:solidFill>
              <a:srgbClr val="262626"/>
            </a:solidFill>
            <a:ln w="2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475" name="Gráfico 3">
            <a:extLst>
              <a:ext uri="{FF2B5EF4-FFF2-40B4-BE49-F238E27FC236}">
                <a16:creationId xmlns:a16="http://schemas.microsoft.com/office/drawing/2014/main" id="{7518C597-9B10-1213-27E6-E2EDCC80083C}"/>
              </a:ext>
            </a:extLst>
          </p:cNvPr>
          <p:cNvGrpSpPr/>
          <p:nvPr/>
        </p:nvGrpSpPr>
        <p:grpSpPr>
          <a:xfrm>
            <a:off x="3776351" y="3364963"/>
            <a:ext cx="575068" cy="655946"/>
            <a:chOff x="3747550" y="3332111"/>
            <a:chExt cx="632670" cy="721650"/>
          </a:xfrm>
          <a:solidFill>
            <a:srgbClr val="262626"/>
          </a:solidFill>
        </p:grpSpPr>
        <p:sp>
          <p:nvSpPr>
            <p:cNvPr id="476" name="Forma Livre: Forma 475">
              <a:extLst>
                <a:ext uri="{FF2B5EF4-FFF2-40B4-BE49-F238E27FC236}">
                  <a16:creationId xmlns:a16="http://schemas.microsoft.com/office/drawing/2014/main" id="{EBE79C1A-3BF8-21DF-254E-91C74B6370CC}"/>
                </a:ext>
              </a:extLst>
            </p:cNvPr>
            <p:cNvSpPr/>
            <p:nvPr/>
          </p:nvSpPr>
          <p:spPr>
            <a:xfrm>
              <a:off x="3824882" y="3797463"/>
              <a:ext cx="246221" cy="256298"/>
            </a:xfrm>
            <a:custGeom>
              <a:avLst/>
              <a:gdLst>
                <a:gd name="connsiteX0" fmla="*/ 239003 w 246221"/>
                <a:gd name="connsiteY0" fmla="*/ 256299 h 256298"/>
                <a:gd name="connsiteX1" fmla="*/ 237220 w 246221"/>
                <a:gd name="connsiteY1" fmla="*/ 256072 h 256298"/>
                <a:gd name="connsiteX2" fmla="*/ 552 w 246221"/>
                <a:gd name="connsiteY2" fmla="*/ 9978 h 256298"/>
                <a:gd name="connsiteX3" fmla="*/ 4458 w 246221"/>
                <a:gd name="connsiteY3" fmla="*/ 552 h 256298"/>
                <a:gd name="connsiteX4" fmla="*/ 13884 w 246221"/>
                <a:gd name="connsiteY4" fmla="*/ 4458 h 256298"/>
                <a:gd name="connsiteX5" fmla="*/ 240787 w 246221"/>
                <a:gd name="connsiteY5" fmla="*/ 242089 h 256298"/>
                <a:gd name="connsiteX6" fmla="*/ 245995 w 246221"/>
                <a:gd name="connsiteY6" fmla="*/ 250864 h 256298"/>
                <a:gd name="connsiteX7" fmla="*/ 239003 w 246221"/>
                <a:gd name="connsiteY7" fmla="*/ 256299 h 256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6221" h="256298">
                  <a:moveTo>
                    <a:pt x="239003" y="256299"/>
                  </a:moveTo>
                  <a:cubicBezTo>
                    <a:pt x="238409" y="256299"/>
                    <a:pt x="237815" y="256242"/>
                    <a:pt x="237220" y="256072"/>
                  </a:cubicBezTo>
                  <a:cubicBezTo>
                    <a:pt x="137356" y="230568"/>
                    <a:pt x="57731" y="147773"/>
                    <a:pt x="552" y="9978"/>
                  </a:cubicBezTo>
                  <a:cubicBezTo>
                    <a:pt x="-976" y="6298"/>
                    <a:pt x="779" y="2081"/>
                    <a:pt x="4458" y="552"/>
                  </a:cubicBezTo>
                  <a:cubicBezTo>
                    <a:pt x="8138" y="-976"/>
                    <a:pt x="12356" y="779"/>
                    <a:pt x="13884" y="4458"/>
                  </a:cubicBezTo>
                  <a:cubicBezTo>
                    <a:pt x="69223" y="137837"/>
                    <a:pt x="145565" y="217774"/>
                    <a:pt x="240787" y="242089"/>
                  </a:cubicBezTo>
                  <a:cubicBezTo>
                    <a:pt x="244636" y="243080"/>
                    <a:pt x="246986" y="247014"/>
                    <a:pt x="245995" y="250864"/>
                  </a:cubicBezTo>
                  <a:cubicBezTo>
                    <a:pt x="245174" y="254119"/>
                    <a:pt x="242230" y="256299"/>
                    <a:pt x="239003" y="256299"/>
                  </a:cubicBezTo>
                  <a:close/>
                </a:path>
              </a:pathLst>
            </a:custGeom>
            <a:solidFill>
              <a:srgbClr val="262626"/>
            </a:solidFill>
            <a:ln w="2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77" name="Forma Livre: Forma 476">
              <a:extLst>
                <a:ext uri="{FF2B5EF4-FFF2-40B4-BE49-F238E27FC236}">
                  <a16:creationId xmlns:a16="http://schemas.microsoft.com/office/drawing/2014/main" id="{B6B964CB-851C-57DE-850D-DB3552BC5815}"/>
                </a:ext>
              </a:extLst>
            </p:cNvPr>
            <p:cNvSpPr/>
            <p:nvPr/>
          </p:nvSpPr>
          <p:spPr>
            <a:xfrm>
              <a:off x="3747550" y="3332111"/>
              <a:ext cx="323566" cy="279139"/>
            </a:xfrm>
            <a:custGeom>
              <a:avLst/>
              <a:gdLst>
                <a:gd name="connsiteX0" fmla="*/ 26084 w 323566"/>
                <a:gd name="connsiteY0" fmla="*/ 279140 h 279139"/>
                <a:gd name="connsiteX1" fmla="*/ 19007 w 323566"/>
                <a:gd name="connsiteY1" fmla="*/ 273281 h 279139"/>
                <a:gd name="connsiteX2" fmla="*/ 14 w 323566"/>
                <a:gd name="connsiteY2" fmla="*/ 136477 h 279139"/>
                <a:gd name="connsiteX3" fmla="*/ 6071 w 323566"/>
                <a:gd name="connsiteY3" fmla="*/ 128891 h 279139"/>
                <a:gd name="connsiteX4" fmla="*/ 312146 w 323566"/>
                <a:gd name="connsiteY4" fmla="*/ 1343 h 279139"/>
                <a:gd name="connsiteX5" fmla="*/ 322223 w 323566"/>
                <a:gd name="connsiteY5" fmla="*/ 3041 h 279139"/>
                <a:gd name="connsiteX6" fmla="*/ 320525 w 323566"/>
                <a:gd name="connsiteY6" fmla="*/ 13118 h 279139"/>
                <a:gd name="connsiteX7" fmla="*/ 14931 w 323566"/>
                <a:gd name="connsiteY7" fmla="*/ 142053 h 279139"/>
                <a:gd name="connsiteX8" fmla="*/ 33189 w 323566"/>
                <a:gd name="connsiteY8" fmla="*/ 270535 h 279139"/>
                <a:gd name="connsiteX9" fmla="*/ 27471 w 323566"/>
                <a:gd name="connsiteY9" fmla="*/ 278998 h 279139"/>
                <a:gd name="connsiteX10" fmla="*/ 26084 w 323566"/>
                <a:gd name="connsiteY10" fmla="*/ 279140 h 279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23566" h="279139">
                  <a:moveTo>
                    <a:pt x="26084" y="279140"/>
                  </a:moveTo>
                  <a:cubicBezTo>
                    <a:pt x="22687" y="279140"/>
                    <a:pt x="19687" y="276734"/>
                    <a:pt x="19007" y="273281"/>
                  </a:cubicBezTo>
                  <a:cubicBezTo>
                    <a:pt x="3835" y="195071"/>
                    <a:pt x="70" y="137071"/>
                    <a:pt x="14" y="136477"/>
                  </a:cubicBezTo>
                  <a:cubicBezTo>
                    <a:pt x="-213" y="132769"/>
                    <a:pt x="2392" y="129485"/>
                    <a:pt x="6071" y="128891"/>
                  </a:cubicBezTo>
                  <a:cubicBezTo>
                    <a:pt x="168549" y="102481"/>
                    <a:pt x="310731" y="2362"/>
                    <a:pt x="312146" y="1343"/>
                  </a:cubicBezTo>
                  <a:cubicBezTo>
                    <a:pt x="315401" y="-978"/>
                    <a:pt x="319902" y="-214"/>
                    <a:pt x="322223" y="3041"/>
                  </a:cubicBezTo>
                  <a:cubicBezTo>
                    <a:pt x="324544" y="6297"/>
                    <a:pt x="323780" y="10797"/>
                    <a:pt x="320525" y="13118"/>
                  </a:cubicBezTo>
                  <a:cubicBezTo>
                    <a:pt x="319109" y="14138"/>
                    <a:pt x="178060" y="113521"/>
                    <a:pt x="14931" y="142053"/>
                  </a:cubicBezTo>
                  <a:cubicBezTo>
                    <a:pt x="16346" y="159122"/>
                    <a:pt x="21102" y="208290"/>
                    <a:pt x="33189" y="270535"/>
                  </a:cubicBezTo>
                  <a:cubicBezTo>
                    <a:pt x="33953" y="274441"/>
                    <a:pt x="31377" y="278234"/>
                    <a:pt x="27471" y="278998"/>
                  </a:cubicBezTo>
                  <a:cubicBezTo>
                    <a:pt x="27018" y="279083"/>
                    <a:pt x="26537" y="279140"/>
                    <a:pt x="26084" y="279140"/>
                  </a:cubicBezTo>
                  <a:close/>
                </a:path>
              </a:pathLst>
            </a:custGeom>
            <a:solidFill>
              <a:srgbClr val="262626"/>
            </a:solidFill>
            <a:ln w="2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78" name="Forma Livre: Forma 477">
              <a:extLst>
                <a:ext uri="{FF2B5EF4-FFF2-40B4-BE49-F238E27FC236}">
                  <a16:creationId xmlns:a16="http://schemas.microsoft.com/office/drawing/2014/main" id="{CC3B74FF-5597-3895-F9F8-E63FFDC48CC0}"/>
                </a:ext>
              </a:extLst>
            </p:cNvPr>
            <p:cNvSpPr/>
            <p:nvPr/>
          </p:nvSpPr>
          <p:spPr>
            <a:xfrm>
              <a:off x="4056665" y="3812822"/>
              <a:ext cx="239639" cy="240939"/>
            </a:xfrm>
            <a:custGeom>
              <a:avLst/>
              <a:gdLst>
                <a:gd name="connsiteX0" fmla="*/ 7220 w 239639"/>
                <a:gd name="connsiteY0" fmla="*/ 240940 h 240939"/>
                <a:gd name="connsiteX1" fmla="*/ 229 w 239639"/>
                <a:gd name="connsiteY1" fmla="*/ 235505 h 240939"/>
                <a:gd name="connsiteX2" fmla="*/ 5437 w 239639"/>
                <a:gd name="connsiteY2" fmla="*/ 226730 h 240939"/>
                <a:gd name="connsiteX3" fmla="*/ 225829 w 239639"/>
                <a:gd name="connsiteY3" fmla="*/ 4300 h 240939"/>
                <a:gd name="connsiteX4" fmla="*/ 235340 w 239639"/>
                <a:gd name="connsiteY4" fmla="*/ 620 h 240939"/>
                <a:gd name="connsiteX5" fmla="*/ 239019 w 239639"/>
                <a:gd name="connsiteY5" fmla="*/ 10131 h 240939"/>
                <a:gd name="connsiteX6" fmla="*/ 8975 w 239639"/>
                <a:gd name="connsiteY6" fmla="*/ 240713 h 240939"/>
                <a:gd name="connsiteX7" fmla="*/ 7192 w 239639"/>
                <a:gd name="connsiteY7" fmla="*/ 240940 h 240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39639" h="240939">
                  <a:moveTo>
                    <a:pt x="7220" y="240940"/>
                  </a:moveTo>
                  <a:cubicBezTo>
                    <a:pt x="3993" y="240940"/>
                    <a:pt x="1078" y="238760"/>
                    <a:pt x="229" y="235505"/>
                  </a:cubicBezTo>
                  <a:cubicBezTo>
                    <a:pt x="-762" y="231655"/>
                    <a:pt x="1559" y="227721"/>
                    <a:pt x="5437" y="226730"/>
                  </a:cubicBezTo>
                  <a:cubicBezTo>
                    <a:pt x="96894" y="203377"/>
                    <a:pt x="171028" y="128536"/>
                    <a:pt x="225829" y="4300"/>
                  </a:cubicBezTo>
                  <a:cubicBezTo>
                    <a:pt x="227442" y="649"/>
                    <a:pt x="231688" y="-993"/>
                    <a:pt x="235340" y="620"/>
                  </a:cubicBezTo>
                  <a:cubicBezTo>
                    <a:pt x="238991" y="2234"/>
                    <a:pt x="240633" y="6480"/>
                    <a:pt x="239019" y="10131"/>
                  </a:cubicBezTo>
                  <a:cubicBezTo>
                    <a:pt x="182350" y="138641"/>
                    <a:pt x="104961" y="216200"/>
                    <a:pt x="8975" y="240713"/>
                  </a:cubicBezTo>
                  <a:cubicBezTo>
                    <a:pt x="8381" y="240855"/>
                    <a:pt x="7786" y="240940"/>
                    <a:pt x="7192" y="240940"/>
                  </a:cubicBezTo>
                  <a:close/>
                </a:path>
              </a:pathLst>
            </a:custGeom>
            <a:solidFill>
              <a:srgbClr val="262626"/>
            </a:solidFill>
            <a:ln w="2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79" name="Forma Livre: Forma 478">
              <a:extLst>
                <a:ext uri="{FF2B5EF4-FFF2-40B4-BE49-F238E27FC236}">
                  <a16:creationId xmlns:a16="http://schemas.microsoft.com/office/drawing/2014/main" id="{D6CD2A83-DBB1-604B-9401-4756A3C84B9D}"/>
                </a:ext>
              </a:extLst>
            </p:cNvPr>
            <p:cNvSpPr/>
            <p:nvPr/>
          </p:nvSpPr>
          <p:spPr>
            <a:xfrm>
              <a:off x="4056667" y="3332152"/>
              <a:ext cx="323553" cy="343156"/>
            </a:xfrm>
            <a:custGeom>
              <a:avLst/>
              <a:gdLst>
                <a:gd name="connsiteX0" fmla="*/ 283317 w 323553"/>
                <a:gd name="connsiteY0" fmla="*/ 343156 h 343156"/>
                <a:gd name="connsiteX1" fmla="*/ 281562 w 323553"/>
                <a:gd name="connsiteY1" fmla="*/ 342930 h 343156"/>
                <a:gd name="connsiteX2" fmla="*/ 276297 w 323553"/>
                <a:gd name="connsiteY2" fmla="*/ 334183 h 343156"/>
                <a:gd name="connsiteX3" fmla="*/ 308623 w 323553"/>
                <a:gd name="connsiteY3" fmla="*/ 142041 h 343156"/>
                <a:gd name="connsiteX4" fmla="*/ 3029 w 323553"/>
                <a:gd name="connsiteY4" fmla="*/ 13106 h 343156"/>
                <a:gd name="connsiteX5" fmla="*/ 1331 w 323553"/>
                <a:gd name="connsiteY5" fmla="*/ 3029 h 343156"/>
                <a:gd name="connsiteX6" fmla="*/ 11408 w 323553"/>
                <a:gd name="connsiteY6" fmla="*/ 1331 h 343156"/>
                <a:gd name="connsiteX7" fmla="*/ 317483 w 323553"/>
                <a:gd name="connsiteY7" fmla="*/ 128878 h 343156"/>
                <a:gd name="connsiteX8" fmla="*/ 323540 w 323553"/>
                <a:gd name="connsiteY8" fmla="*/ 136465 h 343156"/>
                <a:gd name="connsiteX9" fmla="*/ 290309 w 323553"/>
                <a:gd name="connsiteY9" fmla="*/ 337665 h 343156"/>
                <a:gd name="connsiteX10" fmla="*/ 283317 w 323553"/>
                <a:gd name="connsiteY10" fmla="*/ 343128 h 343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23553" h="343156">
                  <a:moveTo>
                    <a:pt x="283317" y="343156"/>
                  </a:moveTo>
                  <a:cubicBezTo>
                    <a:pt x="282751" y="343156"/>
                    <a:pt x="282156" y="343100"/>
                    <a:pt x="281562" y="342930"/>
                  </a:cubicBezTo>
                  <a:cubicBezTo>
                    <a:pt x="277684" y="341967"/>
                    <a:pt x="275335" y="338033"/>
                    <a:pt x="276297" y="334183"/>
                  </a:cubicBezTo>
                  <a:cubicBezTo>
                    <a:pt x="299027" y="242952"/>
                    <a:pt x="306755" y="164544"/>
                    <a:pt x="308623" y="142041"/>
                  </a:cubicBezTo>
                  <a:cubicBezTo>
                    <a:pt x="145494" y="113537"/>
                    <a:pt x="4445" y="14125"/>
                    <a:pt x="3029" y="13106"/>
                  </a:cubicBezTo>
                  <a:cubicBezTo>
                    <a:pt x="-226" y="10785"/>
                    <a:pt x="-962" y="6284"/>
                    <a:pt x="1331" y="3029"/>
                  </a:cubicBezTo>
                  <a:cubicBezTo>
                    <a:pt x="3652" y="-226"/>
                    <a:pt x="8153" y="-962"/>
                    <a:pt x="11408" y="1331"/>
                  </a:cubicBezTo>
                  <a:cubicBezTo>
                    <a:pt x="12823" y="2350"/>
                    <a:pt x="155005" y="102469"/>
                    <a:pt x="317483" y="128878"/>
                  </a:cubicBezTo>
                  <a:cubicBezTo>
                    <a:pt x="321134" y="129473"/>
                    <a:pt x="323767" y="132756"/>
                    <a:pt x="323540" y="136465"/>
                  </a:cubicBezTo>
                  <a:cubicBezTo>
                    <a:pt x="323483" y="137370"/>
                    <a:pt x="317511" y="228629"/>
                    <a:pt x="290309" y="337665"/>
                  </a:cubicBezTo>
                  <a:cubicBezTo>
                    <a:pt x="289488" y="340948"/>
                    <a:pt x="286544" y="343128"/>
                    <a:pt x="283317" y="343128"/>
                  </a:cubicBezTo>
                  <a:close/>
                </a:path>
              </a:pathLst>
            </a:custGeom>
            <a:solidFill>
              <a:srgbClr val="262626"/>
            </a:solidFill>
            <a:ln w="2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80" name="Forma Livre: Forma 479">
              <a:extLst>
                <a:ext uri="{FF2B5EF4-FFF2-40B4-BE49-F238E27FC236}">
                  <a16:creationId xmlns:a16="http://schemas.microsoft.com/office/drawing/2014/main" id="{F26B9A50-7816-61F5-3D05-1D3E05F938A6}"/>
                </a:ext>
              </a:extLst>
            </p:cNvPr>
            <p:cNvSpPr/>
            <p:nvPr/>
          </p:nvSpPr>
          <p:spPr>
            <a:xfrm>
              <a:off x="3747593" y="3636521"/>
              <a:ext cx="623875" cy="145077"/>
            </a:xfrm>
            <a:custGeom>
              <a:avLst/>
              <a:gdLst>
                <a:gd name="connsiteX0" fmla="*/ 448906 w 623875"/>
                <a:gd name="connsiteY0" fmla="*/ 145049 h 145077"/>
                <a:gd name="connsiteX1" fmla="*/ 397728 w 623875"/>
                <a:gd name="connsiteY1" fmla="*/ 143634 h 145077"/>
                <a:gd name="connsiteX2" fmla="*/ 361921 w 623875"/>
                <a:gd name="connsiteY2" fmla="*/ 141879 h 145077"/>
                <a:gd name="connsiteX3" fmla="*/ 355043 w 623875"/>
                <a:gd name="connsiteY3" fmla="*/ 134349 h 145077"/>
                <a:gd name="connsiteX4" fmla="*/ 362572 w 623875"/>
                <a:gd name="connsiteY4" fmla="*/ 127471 h 145077"/>
                <a:gd name="connsiteX5" fmla="*/ 398493 w 623875"/>
                <a:gd name="connsiteY5" fmla="*/ 129226 h 145077"/>
                <a:gd name="connsiteX6" fmla="*/ 456464 w 623875"/>
                <a:gd name="connsiteY6" fmla="*/ 130613 h 145077"/>
                <a:gd name="connsiteX7" fmla="*/ 609346 w 623875"/>
                <a:gd name="connsiteY7" fmla="*/ 96617 h 145077"/>
                <a:gd name="connsiteX8" fmla="*/ 585370 w 623875"/>
                <a:gd name="connsiteY8" fmla="*/ 80596 h 145077"/>
                <a:gd name="connsiteX9" fmla="*/ 578124 w 623875"/>
                <a:gd name="connsiteY9" fmla="*/ 79011 h 145077"/>
                <a:gd name="connsiteX10" fmla="*/ 550667 w 623875"/>
                <a:gd name="connsiteY10" fmla="*/ 67801 h 145077"/>
                <a:gd name="connsiteX11" fmla="*/ 512369 w 623875"/>
                <a:gd name="connsiteY11" fmla="*/ 40939 h 145077"/>
                <a:gd name="connsiteX12" fmla="*/ 480864 w 623875"/>
                <a:gd name="connsiteY12" fmla="*/ 35900 h 145077"/>
                <a:gd name="connsiteX13" fmla="*/ 242384 w 623875"/>
                <a:gd name="connsiteY13" fmla="*/ 50987 h 145077"/>
                <a:gd name="connsiteX14" fmla="*/ 103825 w 623875"/>
                <a:gd name="connsiteY14" fmla="*/ 59593 h 145077"/>
                <a:gd name="connsiteX15" fmla="*/ 97145 w 623875"/>
                <a:gd name="connsiteY15" fmla="*/ 56026 h 145077"/>
                <a:gd name="connsiteX16" fmla="*/ 73198 w 623875"/>
                <a:gd name="connsiteY16" fmla="*/ 14840 h 145077"/>
                <a:gd name="connsiteX17" fmla="*/ 30456 w 623875"/>
                <a:gd name="connsiteY17" fmla="*/ 19143 h 145077"/>
                <a:gd name="connsiteX18" fmla="*/ 56016 w 623875"/>
                <a:gd name="connsiteY18" fmla="*/ 82237 h 145077"/>
                <a:gd name="connsiteX19" fmla="*/ 54686 w 623875"/>
                <a:gd name="connsiteY19" fmla="*/ 89795 h 145077"/>
                <a:gd name="connsiteX20" fmla="*/ 22813 w 623875"/>
                <a:gd name="connsiteY20" fmla="*/ 124923 h 145077"/>
                <a:gd name="connsiteX21" fmla="*/ 58649 w 623875"/>
                <a:gd name="connsiteY21" fmla="*/ 126848 h 145077"/>
                <a:gd name="connsiteX22" fmla="*/ 99183 w 623875"/>
                <a:gd name="connsiteY22" fmla="*/ 93135 h 145077"/>
                <a:gd name="connsiteX23" fmla="*/ 104561 w 623875"/>
                <a:gd name="connsiteY23" fmla="*/ 91522 h 145077"/>
                <a:gd name="connsiteX24" fmla="*/ 182177 w 623875"/>
                <a:gd name="connsiteY24" fmla="*/ 99787 h 145077"/>
                <a:gd name="connsiteX25" fmla="*/ 182715 w 623875"/>
                <a:gd name="connsiteY25" fmla="*/ 99872 h 145077"/>
                <a:gd name="connsiteX26" fmla="*/ 239157 w 623875"/>
                <a:gd name="connsiteY26" fmla="*/ 109157 h 145077"/>
                <a:gd name="connsiteX27" fmla="*/ 245158 w 623875"/>
                <a:gd name="connsiteY27" fmla="*/ 117394 h 145077"/>
                <a:gd name="connsiteX28" fmla="*/ 236893 w 623875"/>
                <a:gd name="connsiteY28" fmla="*/ 123395 h 145077"/>
                <a:gd name="connsiteX29" fmla="*/ 180337 w 623875"/>
                <a:gd name="connsiteY29" fmla="*/ 114082 h 145077"/>
                <a:gd name="connsiteX30" fmla="*/ 106033 w 623875"/>
                <a:gd name="connsiteY30" fmla="*/ 106185 h 145077"/>
                <a:gd name="connsiteX31" fmla="*/ 65669 w 623875"/>
                <a:gd name="connsiteY31" fmla="*/ 139756 h 145077"/>
                <a:gd name="connsiteX32" fmla="*/ 60659 w 623875"/>
                <a:gd name="connsiteY32" fmla="*/ 141426 h 145077"/>
                <a:gd name="connsiteX33" fmla="*/ 6820 w 623875"/>
                <a:gd name="connsiteY33" fmla="*/ 138567 h 145077"/>
                <a:gd name="connsiteX34" fmla="*/ 536 w 623875"/>
                <a:gd name="connsiteY34" fmla="*/ 134094 h 145077"/>
                <a:gd name="connsiteX35" fmla="*/ 1867 w 623875"/>
                <a:gd name="connsiteY35" fmla="*/ 126508 h 145077"/>
                <a:gd name="connsiteX36" fmla="*/ 40901 w 623875"/>
                <a:gd name="connsiteY36" fmla="*/ 83483 h 145077"/>
                <a:gd name="connsiteX37" fmla="*/ 13444 w 623875"/>
                <a:gd name="connsiteY37" fmla="*/ 15661 h 145077"/>
                <a:gd name="connsiteX38" fmla="*/ 13953 w 623875"/>
                <a:gd name="connsiteY38" fmla="*/ 9236 h 145077"/>
                <a:gd name="connsiteX39" fmla="*/ 19416 w 623875"/>
                <a:gd name="connsiteY39" fmla="*/ 5783 h 145077"/>
                <a:gd name="connsiteX40" fmla="*/ 76368 w 623875"/>
                <a:gd name="connsiteY40" fmla="*/ 36 h 145077"/>
                <a:gd name="connsiteX41" fmla="*/ 83332 w 623875"/>
                <a:gd name="connsiteY41" fmla="*/ 3603 h 145077"/>
                <a:gd name="connsiteX42" fmla="*/ 107392 w 623875"/>
                <a:gd name="connsiteY42" fmla="*/ 44958 h 145077"/>
                <a:gd name="connsiteX43" fmla="*/ 241478 w 623875"/>
                <a:gd name="connsiteY43" fmla="*/ 36636 h 145077"/>
                <a:gd name="connsiteX44" fmla="*/ 479703 w 623875"/>
                <a:gd name="connsiteY44" fmla="*/ 21577 h 145077"/>
                <a:gd name="connsiteX45" fmla="*/ 518284 w 623875"/>
                <a:gd name="connsiteY45" fmla="*/ 27805 h 145077"/>
                <a:gd name="connsiteX46" fmla="*/ 560376 w 623875"/>
                <a:gd name="connsiteY46" fmla="*/ 57158 h 145077"/>
                <a:gd name="connsiteX47" fmla="*/ 581011 w 623875"/>
                <a:gd name="connsiteY47" fmla="*/ 64914 h 145077"/>
                <a:gd name="connsiteX48" fmla="*/ 588852 w 623875"/>
                <a:gd name="connsiteY48" fmla="*/ 66613 h 145077"/>
                <a:gd name="connsiteX49" fmla="*/ 623725 w 623875"/>
                <a:gd name="connsiteY49" fmla="*/ 97947 h 145077"/>
                <a:gd name="connsiteX50" fmla="*/ 456520 w 623875"/>
                <a:gd name="connsiteY50" fmla="*/ 145077 h 145077"/>
                <a:gd name="connsiteX51" fmla="*/ 448963 w 623875"/>
                <a:gd name="connsiteY51" fmla="*/ 145077 h 1450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623875" h="145077">
                  <a:moveTo>
                    <a:pt x="448906" y="145049"/>
                  </a:moveTo>
                  <a:cubicBezTo>
                    <a:pt x="424818" y="145049"/>
                    <a:pt x="417599" y="144681"/>
                    <a:pt x="397728" y="143634"/>
                  </a:cubicBezTo>
                  <a:cubicBezTo>
                    <a:pt x="389039" y="143181"/>
                    <a:pt x="377942" y="142615"/>
                    <a:pt x="361921" y="141879"/>
                  </a:cubicBezTo>
                  <a:cubicBezTo>
                    <a:pt x="357930" y="141709"/>
                    <a:pt x="354845" y="138312"/>
                    <a:pt x="355043" y="134349"/>
                  </a:cubicBezTo>
                  <a:cubicBezTo>
                    <a:pt x="355213" y="130358"/>
                    <a:pt x="358638" y="127131"/>
                    <a:pt x="362572" y="127471"/>
                  </a:cubicBezTo>
                  <a:cubicBezTo>
                    <a:pt x="378650" y="128207"/>
                    <a:pt x="389775" y="128773"/>
                    <a:pt x="398493" y="129226"/>
                  </a:cubicBezTo>
                  <a:cubicBezTo>
                    <a:pt x="420005" y="130330"/>
                    <a:pt x="426516" y="130641"/>
                    <a:pt x="456464" y="130613"/>
                  </a:cubicBezTo>
                  <a:cubicBezTo>
                    <a:pt x="588088" y="130273"/>
                    <a:pt x="607732" y="114054"/>
                    <a:pt x="609346" y="96617"/>
                  </a:cubicBezTo>
                  <a:cubicBezTo>
                    <a:pt x="610110" y="87984"/>
                    <a:pt x="607194" y="86031"/>
                    <a:pt x="585370" y="80596"/>
                  </a:cubicBezTo>
                  <a:cubicBezTo>
                    <a:pt x="582993" y="80001"/>
                    <a:pt x="580558" y="79520"/>
                    <a:pt x="578124" y="79011"/>
                  </a:cubicBezTo>
                  <a:cubicBezTo>
                    <a:pt x="569009" y="77171"/>
                    <a:pt x="558677" y="75048"/>
                    <a:pt x="550667" y="67801"/>
                  </a:cubicBezTo>
                  <a:cubicBezTo>
                    <a:pt x="536372" y="54837"/>
                    <a:pt x="523861" y="46062"/>
                    <a:pt x="512369" y="40939"/>
                  </a:cubicBezTo>
                  <a:cubicBezTo>
                    <a:pt x="502603" y="36580"/>
                    <a:pt x="491705" y="34825"/>
                    <a:pt x="480864" y="35900"/>
                  </a:cubicBezTo>
                  <a:lnTo>
                    <a:pt x="242384" y="50987"/>
                  </a:lnTo>
                  <a:lnTo>
                    <a:pt x="103825" y="59593"/>
                  </a:lnTo>
                  <a:cubicBezTo>
                    <a:pt x="101136" y="59762"/>
                    <a:pt x="98504" y="58375"/>
                    <a:pt x="97145" y="56026"/>
                  </a:cubicBezTo>
                  <a:lnTo>
                    <a:pt x="73198" y="14840"/>
                  </a:lnTo>
                  <a:lnTo>
                    <a:pt x="30456" y="19143"/>
                  </a:lnTo>
                  <a:lnTo>
                    <a:pt x="56016" y="82237"/>
                  </a:lnTo>
                  <a:cubicBezTo>
                    <a:pt x="57064" y="84813"/>
                    <a:pt x="56526" y="87757"/>
                    <a:pt x="54686" y="89795"/>
                  </a:cubicBezTo>
                  <a:lnTo>
                    <a:pt x="22813" y="124923"/>
                  </a:lnTo>
                  <a:lnTo>
                    <a:pt x="58649" y="126848"/>
                  </a:lnTo>
                  <a:lnTo>
                    <a:pt x="99183" y="93135"/>
                  </a:lnTo>
                  <a:cubicBezTo>
                    <a:pt x="100684" y="91890"/>
                    <a:pt x="102608" y="91296"/>
                    <a:pt x="104561" y="91522"/>
                  </a:cubicBezTo>
                  <a:lnTo>
                    <a:pt x="182177" y="99787"/>
                  </a:lnTo>
                  <a:cubicBezTo>
                    <a:pt x="182347" y="99787"/>
                    <a:pt x="182545" y="99816"/>
                    <a:pt x="182715" y="99872"/>
                  </a:cubicBezTo>
                  <a:cubicBezTo>
                    <a:pt x="182856" y="99901"/>
                    <a:pt x="198538" y="102788"/>
                    <a:pt x="239157" y="109157"/>
                  </a:cubicBezTo>
                  <a:cubicBezTo>
                    <a:pt x="243092" y="109779"/>
                    <a:pt x="245781" y="113459"/>
                    <a:pt x="245158" y="117394"/>
                  </a:cubicBezTo>
                  <a:cubicBezTo>
                    <a:pt x="244535" y="121328"/>
                    <a:pt x="240827" y="124017"/>
                    <a:pt x="236893" y="123395"/>
                  </a:cubicBezTo>
                  <a:cubicBezTo>
                    <a:pt x="198991" y="117450"/>
                    <a:pt x="182630" y="114507"/>
                    <a:pt x="180337" y="114082"/>
                  </a:cubicBezTo>
                  <a:lnTo>
                    <a:pt x="106033" y="106185"/>
                  </a:lnTo>
                  <a:lnTo>
                    <a:pt x="65669" y="139756"/>
                  </a:lnTo>
                  <a:cubicBezTo>
                    <a:pt x="64282" y="140916"/>
                    <a:pt x="62499" y="141482"/>
                    <a:pt x="60659" y="141426"/>
                  </a:cubicBezTo>
                  <a:lnTo>
                    <a:pt x="6820" y="138567"/>
                  </a:lnTo>
                  <a:cubicBezTo>
                    <a:pt x="4046" y="138425"/>
                    <a:pt x="1584" y="136670"/>
                    <a:pt x="536" y="134094"/>
                  </a:cubicBezTo>
                  <a:cubicBezTo>
                    <a:pt x="-511" y="131519"/>
                    <a:pt x="-2" y="128546"/>
                    <a:pt x="1867" y="126508"/>
                  </a:cubicBezTo>
                  <a:lnTo>
                    <a:pt x="40901" y="83483"/>
                  </a:lnTo>
                  <a:lnTo>
                    <a:pt x="13444" y="15661"/>
                  </a:lnTo>
                  <a:cubicBezTo>
                    <a:pt x="12595" y="13567"/>
                    <a:pt x="12793" y="11161"/>
                    <a:pt x="13953" y="9236"/>
                  </a:cubicBezTo>
                  <a:cubicBezTo>
                    <a:pt x="15114" y="7283"/>
                    <a:pt x="17152" y="6009"/>
                    <a:pt x="19416" y="5783"/>
                  </a:cubicBezTo>
                  <a:lnTo>
                    <a:pt x="76368" y="36"/>
                  </a:lnTo>
                  <a:cubicBezTo>
                    <a:pt x="79171" y="-247"/>
                    <a:pt x="81917" y="1140"/>
                    <a:pt x="83332" y="3603"/>
                  </a:cubicBezTo>
                  <a:lnTo>
                    <a:pt x="107392" y="44958"/>
                  </a:lnTo>
                  <a:lnTo>
                    <a:pt x="241478" y="36636"/>
                  </a:lnTo>
                  <a:lnTo>
                    <a:pt x="479703" y="21577"/>
                  </a:lnTo>
                  <a:cubicBezTo>
                    <a:pt x="492781" y="20275"/>
                    <a:pt x="506226" y="22427"/>
                    <a:pt x="518284" y="27805"/>
                  </a:cubicBezTo>
                  <a:cubicBezTo>
                    <a:pt x="531164" y="33579"/>
                    <a:pt x="544949" y="43175"/>
                    <a:pt x="560376" y="57158"/>
                  </a:cubicBezTo>
                  <a:cubicBezTo>
                    <a:pt x="565443" y="61744"/>
                    <a:pt x="573001" y="63272"/>
                    <a:pt x="581011" y="64914"/>
                  </a:cubicBezTo>
                  <a:cubicBezTo>
                    <a:pt x="583644" y="65452"/>
                    <a:pt x="586276" y="65990"/>
                    <a:pt x="588852" y="66613"/>
                  </a:cubicBezTo>
                  <a:cubicBezTo>
                    <a:pt x="607817" y="71340"/>
                    <a:pt x="625707" y="75784"/>
                    <a:pt x="623725" y="97947"/>
                  </a:cubicBezTo>
                  <a:cubicBezTo>
                    <a:pt x="620979" y="127527"/>
                    <a:pt x="592758" y="144738"/>
                    <a:pt x="456520" y="145077"/>
                  </a:cubicBezTo>
                  <a:cubicBezTo>
                    <a:pt x="453832" y="145077"/>
                    <a:pt x="451312" y="145077"/>
                    <a:pt x="448963" y="145077"/>
                  </a:cubicBezTo>
                  <a:close/>
                </a:path>
              </a:pathLst>
            </a:custGeom>
            <a:solidFill>
              <a:srgbClr val="262626"/>
            </a:solidFill>
            <a:ln w="2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81" name="Forma Livre: Forma 480">
              <a:extLst>
                <a:ext uri="{FF2B5EF4-FFF2-40B4-BE49-F238E27FC236}">
                  <a16:creationId xmlns:a16="http://schemas.microsoft.com/office/drawing/2014/main" id="{ED3169A0-70FE-BA1D-413B-7349CA934BF0}"/>
                </a:ext>
              </a:extLst>
            </p:cNvPr>
            <p:cNvSpPr/>
            <p:nvPr/>
          </p:nvSpPr>
          <p:spPr>
            <a:xfrm>
              <a:off x="3929831" y="3730500"/>
              <a:ext cx="219586" cy="158859"/>
            </a:xfrm>
            <a:custGeom>
              <a:avLst/>
              <a:gdLst>
                <a:gd name="connsiteX0" fmla="*/ 32294 w 219586"/>
                <a:gd name="connsiteY0" fmla="*/ 158831 h 158859"/>
                <a:gd name="connsiteX1" fmla="*/ 2431 w 219586"/>
                <a:gd name="connsiteY1" fmla="*/ 151840 h 158859"/>
                <a:gd name="connsiteX2" fmla="*/ 1723 w 219586"/>
                <a:gd name="connsiteY2" fmla="*/ 141763 h 158859"/>
                <a:gd name="connsiteX3" fmla="*/ 103852 w 219586"/>
                <a:gd name="connsiteY3" fmla="*/ 3119 h 158859"/>
                <a:gd name="connsiteX4" fmla="*/ 113900 w 219586"/>
                <a:gd name="connsiteY4" fmla="*/ 1279 h 158859"/>
                <a:gd name="connsiteX5" fmla="*/ 115740 w 219586"/>
                <a:gd name="connsiteY5" fmla="*/ 11328 h 158859"/>
                <a:gd name="connsiteX6" fmla="*/ 19046 w 219586"/>
                <a:gd name="connsiteY6" fmla="*/ 143546 h 158859"/>
                <a:gd name="connsiteX7" fmla="*/ 73960 w 219586"/>
                <a:gd name="connsiteY7" fmla="*/ 139810 h 158859"/>
                <a:gd name="connsiteX8" fmla="*/ 207169 w 219586"/>
                <a:gd name="connsiteY8" fmla="*/ 2213 h 158859"/>
                <a:gd name="connsiteX9" fmla="*/ 217388 w 219586"/>
                <a:gd name="connsiteY9" fmla="*/ 2043 h 158859"/>
                <a:gd name="connsiteX10" fmla="*/ 217558 w 219586"/>
                <a:gd name="connsiteY10" fmla="*/ 12262 h 158859"/>
                <a:gd name="connsiteX11" fmla="*/ 82764 w 219586"/>
                <a:gd name="connsiteY11" fmla="*/ 151500 h 158859"/>
                <a:gd name="connsiteX12" fmla="*/ 78999 w 219586"/>
                <a:gd name="connsiteY12" fmla="*/ 153566 h 158859"/>
                <a:gd name="connsiteX13" fmla="*/ 32322 w 219586"/>
                <a:gd name="connsiteY13" fmla="*/ 158860 h 1588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19586" h="158859">
                  <a:moveTo>
                    <a:pt x="32294" y="158831"/>
                  </a:moveTo>
                  <a:cubicBezTo>
                    <a:pt x="19811" y="158831"/>
                    <a:pt x="8347" y="157105"/>
                    <a:pt x="2431" y="151840"/>
                  </a:cubicBezTo>
                  <a:cubicBezTo>
                    <a:pt x="-513" y="149236"/>
                    <a:pt x="-824" y="144763"/>
                    <a:pt x="1723" y="141763"/>
                  </a:cubicBezTo>
                  <a:cubicBezTo>
                    <a:pt x="34134" y="103719"/>
                    <a:pt x="103144" y="4110"/>
                    <a:pt x="103852" y="3119"/>
                  </a:cubicBezTo>
                  <a:cubicBezTo>
                    <a:pt x="106116" y="-164"/>
                    <a:pt x="110617" y="-985"/>
                    <a:pt x="113900" y="1279"/>
                  </a:cubicBezTo>
                  <a:cubicBezTo>
                    <a:pt x="117184" y="3544"/>
                    <a:pt x="118005" y="8044"/>
                    <a:pt x="115740" y="11328"/>
                  </a:cubicBezTo>
                  <a:cubicBezTo>
                    <a:pt x="113051" y="15206"/>
                    <a:pt x="53495" y="101172"/>
                    <a:pt x="19046" y="143546"/>
                  </a:cubicBezTo>
                  <a:cubicBezTo>
                    <a:pt x="30935" y="145471"/>
                    <a:pt x="53920" y="143631"/>
                    <a:pt x="73960" y="139810"/>
                  </a:cubicBezTo>
                  <a:lnTo>
                    <a:pt x="207169" y="2213"/>
                  </a:lnTo>
                  <a:cubicBezTo>
                    <a:pt x="209943" y="-646"/>
                    <a:pt x="214529" y="-731"/>
                    <a:pt x="217388" y="2043"/>
                  </a:cubicBezTo>
                  <a:cubicBezTo>
                    <a:pt x="220247" y="4817"/>
                    <a:pt x="220332" y="9375"/>
                    <a:pt x="217558" y="12262"/>
                  </a:cubicBezTo>
                  <a:lnTo>
                    <a:pt x="82764" y="151500"/>
                  </a:lnTo>
                  <a:cubicBezTo>
                    <a:pt x="81745" y="152547"/>
                    <a:pt x="80443" y="153283"/>
                    <a:pt x="78999" y="153566"/>
                  </a:cubicBezTo>
                  <a:cubicBezTo>
                    <a:pt x="70535" y="155265"/>
                    <a:pt x="50381" y="158860"/>
                    <a:pt x="32322" y="158860"/>
                  </a:cubicBezTo>
                  <a:close/>
                </a:path>
              </a:pathLst>
            </a:custGeom>
            <a:solidFill>
              <a:srgbClr val="262626"/>
            </a:solidFill>
            <a:ln w="2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82" name="Forma Livre: Forma 481">
              <a:extLst>
                <a:ext uri="{FF2B5EF4-FFF2-40B4-BE49-F238E27FC236}">
                  <a16:creationId xmlns:a16="http://schemas.microsoft.com/office/drawing/2014/main" id="{6EAB1A17-8703-E415-D82F-0BDC0957D386}"/>
                </a:ext>
              </a:extLst>
            </p:cNvPr>
            <p:cNvSpPr/>
            <p:nvPr/>
          </p:nvSpPr>
          <p:spPr>
            <a:xfrm>
              <a:off x="3939030" y="3553946"/>
              <a:ext cx="182703" cy="120796"/>
            </a:xfrm>
            <a:custGeom>
              <a:avLst/>
              <a:gdLst>
                <a:gd name="connsiteX0" fmla="*/ 175495 w 182703"/>
                <a:gd name="connsiteY0" fmla="*/ 120740 h 120796"/>
                <a:gd name="connsiteX1" fmla="*/ 170315 w 182703"/>
                <a:gd name="connsiteY1" fmla="*/ 118532 h 120796"/>
                <a:gd name="connsiteX2" fmla="*/ 73960 w 182703"/>
                <a:gd name="connsiteY2" fmla="*/ 19007 h 120796"/>
                <a:gd name="connsiteX3" fmla="*/ 19046 w 182703"/>
                <a:gd name="connsiteY3" fmla="*/ 15271 h 120796"/>
                <a:gd name="connsiteX4" fmla="*/ 71894 w 182703"/>
                <a:gd name="connsiteY4" fmla="*/ 85555 h 120796"/>
                <a:gd name="connsiteX5" fmla="*/ 70252 w 182703"/>
                <a:gd name="connsiteY5" fmla="*/ 95632 h 120796"/>
                <a:gd name="connsiteX6" fmla="*/ 60175 w 182703"/>
                <a:gd name="connsiteY6" fmla="*/ 93990 h 120796"/>
                <a:gd name="connsiteX7" fmla="*/ 1723 w 182703"/>
                <a:gd name="connsiteY7" fmla="*/ 17054 h 120796"/>
                <a:gd name="connsiteX8" fmla="*/ 2431 w 182703"/>
                <a:gd name="connsiteY8" fmla="*/ 6977 h 120796"/>
                <a:gd name="connsiteX9" fmla="*/ 78971 w 182703"/>
                <a:gd name="connsiteY9" fmla="*/ 5307 h 120796"/>
                <a:gd name="connsiteX10" fmla="*/ 82735 w 182703"/>
                <a:gd name="connsiteY10" fmla="*/ 7373 h 120796"/>
                <a:gd name="connsiteX11" fmla="*/ 180675 w 182703"/>
                <a:gd name="connsiteY11" fmla="*/ 108540 h 120796"/>
                <a:gd name="connsiteX12" fmla="*/ 180505 w 182703"/>
                <a:gd name="connsiteY12" fmla="*/ 118758 h 120796"/>
                <a:gd name="connsiteX13" fmla="*/ 175495 w 182703"/>
                <a:gd name="connsiteY13" fmla="*/ 120796 h 120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2703" h="120796">
                  <a:moveTo>
                    <a:pt x="175495" y="120740"/>
                  </a:moveTo>
                  <a:cubicBezTo>
                    <a:pt x="173598" y="120740"/>
                    <a:pt x="171730" y="120004"/>
                    <a:pt x="170315" y="118532"/>
                  </a:cubicBezTo>
                  <a:lnTo>
                    <a:pt x="73960" y="19007"/>
                  </a:lnTo>
                  <a:cubicBezTo>
                    <a:pt x="53920" y="15186"/>
                    <a:pt x="30935" y="13346"/>
                    <a:pt x="19046" y="15271"/>
                  </a:cubicBezTo>
                  <a:cubicBezTo>
                    <a:pt x="32379" y="31575"/>
                    <a:pt x="49079" y="53767"/>
                    <a:pt x="71894" y="85555"/>
                  </a:cubicBezTo>
                  <a:cubicBezTo>
                    <a:pt x="74215" y="88782"/>
                    <a:pt x="73479" y="93311"/>
                    <a:pt x="70252" y="95632"/>
                  </a:cubicBezTo>
                  <a:cubicBezTo>
                    <a:pt x="66997" y="97953"/>
                    <a:pt x="62497" y="97217"/>
                    <a:pt x="60175" y="93990"/>
                  </a:cubicBezTo>
                  <a:cubicBezTo>
                    <a:pt x="42427" y="69279"/>
                    <a:pt x="19782" y="38227"/>
                    <a:pt x="1723" y="17054"/>
                  </a:cubicBezTo>
                  <a:cubicBezTo>
                    <a:pt x="-824" y="14054"/>
                    <a:pt x="-513" y="9581"/>
                    <a:pt x="2431" y="6977"/>
                  </a:cubicBezTo>
                  <a:cubicBezTo>
                    <a:pt x="16923" y="-5902"/>
                    <a:pt x="64676" y="2448"/>
                    <a:pt x="78971" y="5307"/>
                  </a:cubicBezTo>
                  <a:cubicBezTo>
                    <a:pt x="80414" y="5590"/>
                    <a:pt x="81716" y="6298"/>
                    <a:pt x="82735" y="7373"/>
                  </a:cubicBezTo>
                  <a:lnTo>
                    <a:pt x="180675" y="108540"/>
                  </a:lnTo>
                  <a:cubicBezTo>
                    <a:pt x="183449" y="111399"/>
                    <a:pt x="183364" y="115984"/>
                    <a:pt x="180505" y="118758"/>
                  </a:cubicBezTo>
                  <a:cubicBezTo>
                    <a:pt x="179118" y="120117"/>
                    <a:pt x="177306" y="120796"/>
                    <a:pt x="175495" y="120796"/>
                  </a:cubicBezTo>
                  <a:close/>
                </a:path>
              </a:pathLst>
            </a:custGeom>
            <a:solidFill>
              <a:srgbClr val="262626"/>
            </a:solidFill>
            <a:ln w="2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83" name="Forma Livre: Forma 482">
              <a:extLst>
                <a:ext uri="{FF2B5EF4-FFF2-40B4-BE49-F238E27FC236}">
                  <a16:creationId xmlns:a16="http://schemas.microsoft.com/office/drawing/2014/main" id="{BC8C1242-7BDA-8AAC-C10C-9230563A4D6F}"/>
                </a:ext>
              </a:extLst>
            </p:cNvPr>
            <p:cNvSpPr/>
            <p:nvPr/>
          </p:nvSpPr>
          <p:spPr>
            <a:xfrm>
              <a:off x="4107303" y="3459392"/>
              <a:ext cx="181980" cy="127770"/>
            </a:xfrm>
            <a:custGeom>
              <a:avLst/>
              <a:gdLst>
                <a:gd name="connsiteX0" fmla="*/ 167972 w 181980"/>
                <a:gd name="connsiteY0" fmla="*/ 127714 h 127770"/>
                <a:gd name="connsiteX1" fmla="*/ 166359 w 181980"/>
                <a:gd name="connsiteY1" fmla="*/ 127544 h 127770"/>
                <a:gd name="connsiteX2" fmla="*/ 160924 w 181980"/>
                <a:gd name="connsiteY2" fmla="*/ 118911 h 127770"/>
                <a:gd name="connsiteX3" fmla="*/ 166783 w 181980"/>
                <a:gd name="connsiteY3" fmla="*/ 82396 h 127770"/>
                <a:gd name="connsiteX4" fmla="*/ 3400 w 181980"/>
                <a:gd name="connsiteY4" fmla="*/ 13329 h 127770"/>
                <a:gd name="connsiteX5" fmla="*/ 1107 w 181980"/>
                <a:gd name="connsiteY5" fmla="*/ 3393 h 127770"/>
                <a:gd name="connsiteX6" fmla="*/ 11043 w 181980"/>
                <a:gd name="connsiteY6" fmla="*/ 1100 h 127770"/>
                <a:gd name="connsiteX7" fmla="*/ 176210 w 181980"/>
                <a:gd name="connsiteY7" fmla="*/ 69743 h 127770"/>
                <a:gd name="connsiteX8" fmla="*/ 181927 w 181980"/>
                <a:gd name="connsiteY8" fmla="*/ 77669 h 127770"/>
                <a:gd name="connsiteX9" fmla="*/ 174992 w 181980"/>
                <a:gd name="connsiteY9" fmla="*/ 122138 h 127770"/>
                <a:gd name="connsiteX10" fmla="*/ 167944 w 181980"/>
                <a:gd name="connsiteY10" fmla="*/ 127771 h 127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81980" h="127770">
                  <a:moveTo>
                    <a:pt x="167972" y="127714"/>
                  </a:moveTo>
                  <a:cubicBezTo>
                    <a:pt x="167434" y="127714"/>
                    <a:pt x="166897" y="127657"/>
                    <a:pt x="166359" y="127544"/>
                  </a:cubicBezTo>
                  <a:cubicBezTo>
                    <a:pt x="162481" y="126667"/>
                    <a:pt x="160046" y="122789"/>
                    <a:pt x="160924" y="118911"/>
                  </a:cubicBezTo>
                  <a:cubicBezTo>
                    <a:pt x="163188" y="108975"/>
                    <a:pt x="165566" y="91737"/>
                    <a:pt x="166783" y="82396"/>
                  </a:cubicBezTo>
                  <a:cubicBezTo>
                    <a:pt x="120446" y="71158"/>
                    <a:pt x="39208" y="35662"/>
                    <a:pt x="3400" y="13329"/>
                  </a:cubicBezTo>
                  <a:cubicBezTo>
                    <a:pt x="4" y="11206"/>
                    <a:pt x="-1016" y="6762"/>
                    <a:pt x="1107" y="3393"/>
                  </a:cubicBezTo>
                  <a:cubicBezTo>
                    <a:pt x="3230" y="25"/>
                    <a:pt x="7674" y="-1023"/>
                    <a:pt x="11043" y="1100"/>
                  </a:cubicBezTo>
                  <a:cubicBezTo>
                    <a:pt x="43821" y="21538"/>
                    <a:pt x="130863" y="60430"/>
                    <a:pt x="176210" y="69743"/>
                  </a:cubicBezTo>
                  <a:cubicBezTo>
                    <a:pt x="179889" y="70507"/>
                    <a:pt x="182380" y="73932"/>
                    <a:pt x="181927" y="77669"/>
                  </a:cubicBezTo>
                  <a:cubicBezTo>
                    <a:pt x="181786" y="78886"/>
                    <a:pt x="178361" y="107362"/>
                    <a:pt x="174992" y="122138"/>
                  </a:cubicBezTo>
                  <a:cubicBezTo>
                    <a:pt x="174228" y="125478"/>
                    <a:pt x="171256" y="127771"/>
                    <a:pt x="167944" y="127771"/>
                  </a:cubicBezTo>
                  <a:close/>
                </a:path>
              </a:pathLst>
            </a:custGeom>
            <a:solidFill>
              <a:srgbClr val="262626"/>
            </a:solidFill>
            <a:ln w="2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484" name="Gráfico 3">
            <a:extLst>
              <a:ext uri="{FF2B5EF4-FFF2-40B4-BE49-F238E27FC236}">
                <a16:creationId xmlns:a16="http://schemas.microsoft.com/office/drawing/2014/main" id="{F0D00EF9-A3FB-7490-5FDE-FD4B16547CA5}"/>
              </a:ext>
            </a:extLst>
          </p:cNvPr>
          <p:cNvGrpSpPr/>
          <p:nvPr/>
        </p:nvGrpSpPr>
        <p:grpSpPr>
          <a:xfrm>
            <a:off x="7644886" y="5200157"/>
            <a:ext cx="627294" cy="617596"/>
            <a:chOff x="7613468" y="5169224"/>
            <a:chExt cx="690130" cy="679461"/>
          </a:xfrm>
          <a:solidFill>
            <a:srgbClr val="262626"/>
          </a:solidFill>
        </p:grpSpPr>
        <p:sp>
          <p:nvSpPr>
            <p:cNvPr id="485" name="Forma Livre: Forma 484">
              <a:extLst>
                <a:ext uri="{FF2B5EF4-FFF2-40B4-BE49-F238E27FC236}">
                  <a16:creationId xmlns:a16="http://schemas.microsoft.com/office/drawing/2014/main" id="{4F07566A-2E27-04CD-6023-14F88E306107}"/>
                </a:ext>
              </a:extLst>
            </p:cNvPr>
            <p:cNvSpPr/>
            <p:nvPr/>
          </p:nvSpPr>
          <p:spPr>
            <a:xfrm>
              <a:off x="7962906" y="5461048"/>
              <a:ext cx="177591" cy="387637"/>
            </a:xfrm>
            <a:custGeom>
              <a:avLst/>
              <a:gdLst>
                <a:gd name="connsiteX0" fmla="*/ 170332 w 177591"/>
                <a:gd name="connsiteY0" fmla="*/ 387638 h 387637"/>
                <a:gd name="connsiteX1" fmla="*/ 168549 w 177591"/>
                <a:gd name="connsiteY1" fmla="*/ 387411 h 387637"/>
                <a:gd name="connsiteX2" fmla="*/ 27046 w 177591"/>
                <a:gd name="connsiteY2" fmla="*/ 215961 h 387637"/>
                <a:gd name="connsiteX3" fmla="*/ 14 w 177591"/>
                <a:gd name="connsiteY3" fmla="*/ 75647 h 387637"/>
                <a:gd name="connsiteX4" fmla="*/ 6072 w 177591"/>
                <a:gd name="connsiteY4" fmla="*/ 68061 h 387637"/>
                <a:gd name="connsiteX5" fmla="*/ 166172 w 177591"/>
                <a:gd name="connsiteY5" fmla="*/ 1343 h 387637"/>
                <a:gd name="connsiteX6" fmla="*/ 176248 w 177591"/>
                <a:gd name="connsiteY6" fmla="*/ 3041 h 387637"/>
                <a:gd name="connsiteX7" fmla="*/ 174550 w 177591"/>
                <a:gd name="connsiteY7" fmla="*/ 13118 h 387637"/>
                <a:gd name="connsiteX8" fmla="*/ 14988 w 177591"/>
                <a:gd name="connsiteY8" fmla="*/ 81195 h 387637"/>
                <a:gd name="connsiteX9" fmla="*/ 172144 w 177591"/>
                <a:gd name="connsiteY9" fmla="*/ 373428 h 387637"/>
                <a:gd name="connsiteX10" fmla="*/ 177352 w 177591"/>
                <a:gd name="connsiteY10" fmla="*/ 382203 h 387637"/>
                <a:gd name="connsiteX11" fmla="*/ 170361 w 177591"/>
                <a:gd name="connsiteY11" fmla="*/ 387638 h 387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77591" h="387637">
                  <a:moveTo>
                    <a:pt x="170332" y="387638"/>
                  </a:moveTo>
                  <a:cubicBezTo>
                    <a:pt x="169738" y="387638"/>
                    <a:pt x="169143" y="387581"/>
                    <a:pt x="168549" y="387411"/>
                  </a:cubicBezTo>
                  <a:cubicBezTo>
                    <a:pt x="106190" y="371475"/>
                    <a:pt x="57249" y="312202"/>
                    <a:pt x="27046" y="215961"/>
                  </a:cubicBezTo>
                  <a:cubicBezTo>
                    <a:pt x="4543" y="144318"/>
                    <a:pt x="184" y="78421"/>
                    <a:pt x="14" y="75647"/>
                  </a:cubicBezTo>
                  <a:cubicBezTo>
                    <a:pt x="-212" y="71939"/>
                    <a:pt x="2392" y="68655"/>
                    <a:pt x="6072" y="68061"/>
                  </a:cubicBezTo>
                  <a:cubicBezTo>
                    <a:pt x="91103" y="54247"/>
                    <a:pt x="165407" y="1853"/>
                    <a:pt x="166172" y="1343"/>
                  </a:cubicBezTo>
                  <a:cubicBezTo>
                    <a:pt x="169426" y="-978"/>
                    <a:pt x="173927" y="-214"/>
                    <a:pt x="176248" y="3041"/>
                  </a:cubicBezTo>
                  <a:cubicBezTo>
                    <a:pt x="178569" y="6297"/>
                    <a:pt x="177805" y="10797"/>
                    <a:pt x="174550" y="13118"/>
                  </a:cubicBezTo>
                  <a:cubicBezTo>
                    <a:pt x="171493" y="15298"/>
                    <a:pt x="100388" y="65400"/>
                    <a:pt x="14988" y="81195"/>
                  </a:cubicBezTo>
                  <a:cubicBezTo>
                    <a:pt x="18781" y="121786"/>
                    <a:pt x="45049" y="340961"/>
                    <a:pt x="172144" y="373428"/>
                  </a:cubicBezTo>
                  <a:cubicBezTo>
                    <a:pt x="175994" y="374419"/>
                    <a:pt x="178343" y="378353"/>
                    <a:pt x="177352" y="382203"/>
                  </a:cubicBezTo>
                  <a:cubicBezTo>
                    <a:pt x="176531" y="385458"/>
                    <a:pt x="173587" y="387638"/>
                    <a:pt x="170361" y="387638"/>
                  </a:cubicBezTo>
                  <a:close/>
                </a:path>
              </a:pathLst>
            </a:custGeom>
            <a:solidFill>
              <a:srgbClr val="262626"/>
            </a:solidFill>
            <a:ln w="2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86" name="Forma Livre: Forma 485">
              <a:extLst>
                <a:ext uri="{FF2B5EF4-FFF2-40B4-BE49-F238E27FC236}">
                  <a16:creationId xmlns:a16="http://schemas.microsoft.com/office/drawing/2014/main" id="{78072F75-E78D-A2A9-AE24-1A7D3D611B83}"/>
                </a:ext>
              </a:extLst>
            </p:cNvPr>
            <p:cNvSpPr/>
            <p:nvPr/>
          </p:nvSpPr>
          <p:spPr>
            <a:xfrm>
              <a:off x="8125990" y="5461060"/>
              <a:ext cx="177608" cy="387625"/>
            </a:xfrm>
            <a:custGeom>
              <a:avLst/>
              <a:gdLst>
                <a:gd name="connsiteX0" fmla="*/ 7220 w 177608"/>
                <a:gd name="connsiteY0" fmla="*/ 387625 h 387625"/>
                <a:gd name="connsiteX1" fmla="*/ 229 w 177608"/>
                <a:gd name="connsiteY1" fmla="*/ 382190 h 387625"/>
                <a:gd name="connsiteX2" fmla="*/ 5437 w 177608"/>
                <a:gd name="connsiteY2" fmla="*/ 373416 h 387625"/>
                <a:gd name="connsiteX3" fmla="*/ 162621 w 177608"/>
                <a:gd name="connsiteY3" fmla="*/ 81182 h 387625"/>
                <a:gd name="connsiteX4" fmla="*/ 3059 w 177608"/>
                <a:gd name="connsiteY4" fmla="*/ 13106 h 387625"/>
                <a:gd name="connsiteX5" fmla="*/ 1361 w 177608"/>
                <a:gd name="connsiteY5" fmla="*/ 3029 h 387625"/>
                <a:gd name="connsiteX6" fmla="*/ 11438 w 177608"/>
                <a:gd name="connsiteY6" fmla="*/ 1331 h 387625"/>
                <a:gd name="connsiteX7" fmla="*/ 171538 w 177608"/>
                <a:gd name="connsiteY7" fmla="*/ 68048 h 387625"/>
                <a:gd name="connsiteX8" fmla="*/ 177595 w 177608"/>
                <a:gd name="connsiteY8" fmla="*/ 75635 h 387625"/>
                <a:gd name="connsiteX9" fmla="*/ 150562 w 177608"/>
                <a:gd name="connsiteY9" fmla="*/ 215948 h 387625"/>
                <a:gd name="connsiteX10" fmla="*/ 9060 w 177608"/>
                <a:gd name="connsiteY10" fmla="*/ 387399 h 387625"/>
                <a:gd name="connsiteX11" fmla="*/ 7277 w 177608"/>
                <a:gd name="connsiteY11" fmla="*/ 387625 h 38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77608" h="387625">
                  <a:moveTo>
                    <a:pt x="7220" y="387625"/>
                  </a:moveTo>
                  <a:cubicBezTo>
                    <a:pt x="3993" y="387625"/>
                    <a:pt x="1077" y="385446"/>
                    <a:pt x="229" y="382190"/>
                  </a:cubicBezTo>
                  <a:cubicBezTo>
                    <a:pt x="-762" y="378341"/>
                    <a:pt x="1559" y="374406"/>
                    <a:pt x="5437" y="373416"/>
                  </a:cubicBezTo>
                  <a:cubicBezTo>
                    <a:pt x="132560" y="340948"/>
                    <a:pt x="158828" y="121745"/>
                    <a:pt x="162621" y="81182"/>
                  </a:cubicBezTo>
                  <a:cubicBezTo>
                    <a:pt x="77193" y="65388"/>
                    <a:pt x="6116" y="15286"/>
                    <a:pt x="3059" y="13106"/>
                  </a:cubicBezTo>
                  <a:cubicBezTo>
                    <a:pt x="-196" y="10785"/>
                    <a:pt x="-932" y="6284"/>
                    <a:pt x="1361" y="3029"/>
                  </a:cubicBezTo>
                  <a:cubicBezTo>
                    <a:pt x="3682" y="-226"/>
                    <a:pt x="8182" y="-962"/>
                    <a:pt x="11438" y="1331"/>
                  </a:cubicBezTo>
                  <a:cubicBezTo>
                    <a:pt x="12174" y="1869"/>
                    <a:pt x="86619" y="54263"/>
                    <a:pt x="171538" y="68048"/>
                  </a:cubicBezTo>
                  <a:cubicBezTo>
                    <a:pt x="175189" y="68643"/>
                    <a:pt x="177822" y="71926"/>
                    <a:pt x="177595" y="75635"/>
                  </a:cubicBezTo>
                  <a:cubicBezTo>
                    <a:pt x="177425" y="78408"/>
                    <a:pt x="173066" y="144305"/>
                    <a:pt x="150562" y="215948"/>
                  </a:cubicBezTo>
                  <a:cubicBezTo>
                    <a:pt x="120332" y="312189"/>
                    <a:pt x="71390" y="371462"/>
                    <a:pt x="9060" y="387399"/>
                  </a:cubicBezTo>
                  <a:cubicBezTo>
                    <a:pt x="8465" y="387540"/>
                    <a:pt x="7871" y="387625"/>
                    <a:pt x="7277" y="387625"/>
                  </a:cubicBezTo>
                  <a:close/>
                </a:path>
              </a:pathLst>
            </a:custGeom>
            <a:solidFill>
              <a:srgbClr val="262626"/>
            </a:solidFill>
            <a:ln w="2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87" name="Forma Livre: Forma 486">
              <a:extLst>
                <a:ext uri="{FF2B5EF4-FFF2-40B4-BE49-F238E27FC236}">
                  <a16:creationId xmlns:a16="http://schemas.microsoft.com/office/drawing/2014/main" id="{795F2CA4-BC0A-5FA2-907E-E1BC84D7601B}"/>
                </a:ext>
              </a:extLst>
            </p:cNvPr>
            <p:cNvSpPr/>
            <p:nvPr/>
          </p:nvSpPr>
          <p:spPr>
            <a:xfrm>
              <a:off x="7643287" y="5696200"/>
              <a:ext cx="325889" cy="14436"/>
            </a:xfrm>
            <a:custGeom>
              <a:avLst/>
              <a:gdLst>
                <a:gd name="connsiteX0" fmla="*/ 318671 w 325889"/>
                <a:gd name="connsiteY0" fmla="*/ 14436 h 14436"/>
                <a:gd name="connsiteX1" fmla="*/ 7218 w 325889"/>
                <a:gd name="connsiteY1" fmla="*/ 14436 h 14436"/>
                <a:gd name="connsiteX2" fmla="*/ 0 w 325889"/>
                <a:gd name="connsiteY2" fmla="*/ 7218 h 14436"/>
                <a:gd name="connsiteX3" fmla="*/ 7218 w 325889"/>
                <a:gd name="connsiteY3" fmla="*/ 0 h 14436"/>
                <a:gd name="connsiteX4" fmla="*/ 318671 w 325889"/>
                <a:gd name="connsiteY4" fmla="*/ 0 h 14436"/>
                <a:gd name="connsiteX5" fmla="*/ 325889 w 325889"/>
                <a:gd name="connsiteY5" fmla="*/ 7218 h 14436"/>
                <a:gd name="connsiteX6" fmla="*/ 318671 w 325889"/>
                <a:gd name="connsiteY6" fmla="*/ 14436 h 14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25889" h="14436">
                  <a:moveTo>
                    <a:pt x="318671" y="14436"/>
                  </a:moveTo>
                  <a:lnTo>
                    <a:pt x="7218" y="14436"/>
                  </a:lnTo>
                  <a:cubicBezTo>
                    <a:pt x="3227" y="14436"/>
                    <a:pt x="0" y="11209"/>
                    <a:pt x="0" y="7218"/>
                  </a:cubicBezTo>
                  <a:cubicBezTo>
                    <a:pt x="0" y="3227"/>
                    <a:pt x="3227" y="0"/>
                    <a:pt x="7218" y="0"/>
                  </a:cubicBezTo>
                  <a:lnTo>
                    <a:pt x="318671" y="0"/>
                  </a:lnTo>
                  <a:cubicBezTo>
                    <a:pt x="322662" y="0"/>
                    <a:pt x="325889" y="3227"/>
                    <a:pt x="325889" y="7218"/>
                  </a:cubicBezTo>
                  <a:cubicBezTo>
                    <a:pt x="325889" y="11209"/>
                    <a:pt x="322662" y="14436"/>
                    <a:pt x="318671" y="14436"/>
                  </a:cubicBezTo>
                  <a:close/>
                </a:path>
              </a:pathLst>
            </a:custGeom>
            <a:solidFill>
              <a:srgbClr val="262626"/>
            </a:solidFill>
            <a:ln w="2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88" name="Forma Livre: Forma 487">
              <a:extLst>
                <a:ext uri="{FF2B5EF4-FFF2-40B4-BE49-F238E27FC236}">
                  <a16:creationId xmlns:a16="http://schemas.microsoft.com/office/drawing/2014/main" id="{05EC5618-5944-86DC-3B3B-78B258859E00}"/>
                </a:ext>
              </a:extLst>
            </p:cNvPr>
            <p:cNvSpPr/>
            <p:nvPr/>
          </p:nvSpPr>
          <p:spPr>
            <a:xfrm>
              <a:off x="7613480" y="5262068"/>
              <a:ext cx="618122" cy="238054"/>
            </a:xfrm>
            <a:custGeom>
              <a:avLst/>
              <a:gdLst>
                <a:gd name="connsiteX0" fmla="*/ 7218 w 618122"/>
                <a:gd name="connsiteY0" fmla="*/ 238055 h 238054"/>
                <a:gd name="connsiteX1" fmla="*/ 0 w 618122"/>
                <a:gd name="connsiteY1" fmla="*/ 230837 h 238054"/>
                <a:gd name="connsiteX2" fmla="*/ 0 w 618122"/>
                <a:gd name="connsiteY2" fmla="*/ 7218 h 238054"/>
                <a:gd name="connsiteX3" fmla="*/ 7218 w 618122"/>
                <a:gd name="connsiteY3" fmla="*/ 0 h 238054"/>
                <a:gd name="connsiteX4" fmla="*/ 610904 w 618122"/>
                <a:gd name="connsiteY4" fmla="*/ 0 h 238054"/>
                <a:gd name="connsiteX5" fmla="*/ 618122 w 618122"/>
                <a:gd name="connsiteY5" fmla="*/ 7218 h 238054"/>
                <a:gd name="connsiteX6" fmla="*/ 618122 w 618122"/>
                <a:gd name="connsiteY6" fmla="*/ 203833 h 238054"/>
                <a:gd name="connsiteX7" fmla="*/ 610904 w 618122"/>
                <a:gd name="connsiteY7" fmla="*/ 211051 h 238054"/>
                <a:gd name="connsiteX8" fmla="*/ 603686 w 618122"/>
                <a:gd name="connsiteY8" fmla="*/ 203833 h 238054"/>
                <a:gd name="connsiteX9" fmla="*/ 603686 w 618122"/>
                <a:gd name="connsiteY9" fmla="*/ 14436 h 238054"/>
                <a:gd name="connsiteX10" fmla="*/ 14436 w 618122"/>
                <a:gd name="connsiteY10" fmla="*/ 14436 h 238054"/>
                <a:gd name="connsiteX11" fmla="*/ 14436 w 618122"/>
                <a:gd name="connsiteY11" fmla="*/ 230837 h 238054"/>
                <a:gd name="connsiteX12" fmla="*/ 7218 w 618122"/>
                <a:gd name="connsiteY12" fmla="*/ 238055 h 238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18122" h="238054">
                  <a:moveTo>
                    <a:pt x="7218" y="238055"/>
                  </a:moveTo>
                  <a:cubicBezTo>
                    <a:pt x="3227" y="238055"/>
                    <a:pt x="0" y="234828"/>
                    <a:pt x="0" y="230837"/>
                  </a:cubicBezTo>
                  <a:lnTo>
                    <a:pt x="0" y="7218"/>
                  </a:lnTo>
                  <a:cubicBezTo>
                    <a:pt x="0" y="3227"/>
                    <a:pt x="3227" y="0"/>
                    <a:pt x="7218" y="0"/>
                  </a:cubicBezTo>
                  <a:lnTo>
                    <a:pt x="610904" y="0"/>
                  </a:lnTo>
                  <a:cubicBezTo>
                    <a:pt x="614895" y="0"/>
                    <a:pt x="618122" y="3227"/>
                    <a:pt x="618122" y="7218"/>
                  </a:cubicBezTo>
                  <a:lnTo>
                    <a:pt x="618122" y="203833"/>
                  </a:lnTo>
                  <a:cubicBezTo>
                    <a:pt x="618122" y="207824"/>
                    <a:pt x="614895" y="211051"/>
                    <a:pt x="610904" y="211051"/>
                  </a:cubicBezTo>
                  <a:cubicBezTo>
                    <a:pt x="606913" y="211051"/>
                    <a:pt x="603686" y="207824"/>
                    <a:pt x="603686" y="203833"/>
                  </a:cubicBezTo>
                  <a:lnTo>
                    <a:pt x="603686" y="14436"/>
                  </a:lnTo>
                  <a:lnTo>
                    <a:pt x="14436" y="14436"/>
                  </a:lnTo>
                  <a:lnTo>
                    <a:pt x="14436" y="230837"/>
                  </a:lnTo>
                  <a:cubicBezTo>
                    <a:pt x="14436" y="234828"/>
                    <a:pt x="11209" y="238055"/>
                    <a:pt x="7218" y="238055"/>
                  </a:cubicBezTo>
                  <a:close/>
                </a:path>
              </a:pathLst>
            </a:custGeom>
            <a:solidFill>
              <a:srgbClr val="262626"/>
            </a:solidFill>
            <a:ln w="2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89" name="Forma Livre: Forma 488">
              <a:extLst>
                <a:ext uri="{FF2B5EF4-FFF2-40B4-BE49-F238E27FC236}">
                  <a16:creationId xmlns:a16="http://schemas.microsoft.com/office/drawing/2014/main" id="{CAB2D183-2CA8-1CD0-32B3-A269AC7632BF}"/>
                </a:ext>
              </a:extLst>
            </p:cNvPr>
            <p:cNvSpPr/>
            <p:nvPr/>
          </p:nvSpPr>
          <p:spPr>
            <a:xfrm>
              <a:off x="7824588" y="5169252"/>
              <a:ext cx="105185" cy="102100"/>
            </a:xfrm>
            <a:custGeom>
              <a:avLst/>
              <a:gdLst>
                <a:gd name="connsiteX0" fmla="*/ 7218 w 105185"/>
                <a:gd name="connsiteY0" fmla="*/ 102072 h 102100"/>
                <a:gd name="connsiteX1" fmla="*/ 0 w 105185"/>
                <a:gd name="connsiteY1" fmla="*/ 94854 h 102100"/>
                <a:gd name="connsiteX2" fmla="*/ 0 w 105185"/>
                <a:gd name="connsiteY2" fmla="*/ 36940 h 102100"/>
                <a:gd name="connsiteX3" fmla="*/ 2944 w 105185"/>
                <a:gd name="connsiteY3" fmla="*/ 31137 h 102100"/>
                <a:gd name="connsiteX4" fmla="*/ 97967 w 105185"/>
                <a:gd name="connsiteY4" fmla="*/ 0 h 102100"/>
                <a:gd name="connsiteX5" fmla="*/ 105186 w 105185"/>
                <a:gd name="connsiteY5" fmla="*/ 7218 h 102100"/>
                <a:gd name="connsiteX6" fmla="*/ 97967 w 105185"/>
                <a:gd name="connsiteY6" fmla="*/ 14436 h 102100"/>
                <a:gd name="connsiteX7" fmla="*/ 14436 w 105185"/>
                <a:gd name="connsiteY7" fmla="*/ 40789 h 102100"/>
                <a:gd name="connsiteX8" fmla="*/ 14436 w 105185"/>
                <a:gd name="connsiteY8" fmla="*/ 94882 h 102100"/>
                <a:gd name="connsiteX9" fmla="*/ 7218 w 105185"/>
                <a:gd name="connsiteY9" fmla="*/ 102100 h 102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5185" h="102100">
                  <a:moveTo>
                    <a:pt x="7218" y="102072"/>
                  </a:moveTo>
                  <a:cubicBezTo>
                    <a:pt x="3227" y="102072"/>
                    <a:pt x="0" y="98845"/>
                    <a:pt x="0" y="94854"/>
                  </a:cubicBezTo>
                  <a:lnTo>
                    <a:pt x="0" y="36940"/>
                  </a:lnTo>
                  <a:cubicBezTo>
                    <a:pt x="0" y="34647"/>
                    <a:pt x="1104" y="32495"/>
                    <a:pt x="2944" y="31137"/>
                  </a:cubicBezTo>
                  <a:cubicBezTo>
                    <a:pt x="4670" y="29863"/>
                    <a:pt x="45884" y="0"/>
                    <a:pt x="97967" y="0"/>
                  </a:cubicBezTo>
                  <a:cubicBezTo>
                    <a:pt x="101959" y="0"/>
                    <a:pt x="105186" y="3227"/>
                    <a:pt x="105186" y="7218"/>
                  </a:cubicBezTo>
                  <a:cubicBezTo>
                    <a:pt x="105186" y="11209"/>
                    <a:pt x="101959" y="14436"/>
                    <a:pt x="97967" y="14436"/>
                  </a:cubicBezTo>
                  <a:cubicBezTo>
                    <a:pt x="58226" y="14436"/>
                    <a:pt x="24371" y="34307"/>
                    <a:pt x="14436" y="40789"/>
                  </a:cubicBezTo>
                  <a:lnTo>
                    <a:pt x="14436" y="94882"/>
                  </a:lnTo>
                  <a:cubicBezTo>
                    <a:pt x="14436" y="98873"/>
                    <a:pt x="11209" y="102100"/>
                    <a:pt x="7218" y="102100"/>
                  </a:cubicBezTo>
                  <a:close/>
                </a:path>
              </a:pathLst>
            </a:custGeom>
            <a:solidFill>
              <a:srgbClr val="262626"/>
            </a:solidFill>
            <a:ln w="2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90" name="Forma Livre: Forma 489">
              <a:extLst>
                <a:ext uri="{FF2B5EF4-FFF2-40B4-BE49-F238E27FC236}">
                  <a16:creationId xmlns:a16="http://schemas.microsoft.com/office/drawing/2014/main" id="{8AF089C7-D0FF-0DAB-6EB6-6F0A211E6694}"/>
                </a:ext>
              </a:extLst>
            </p:cNvPr>
            <p:cNvSpPr/>
            <p:nvPr/>
          </p:nvSpPr>
          <p:spPr>
            <a:xfrm>
              <a:off x="7915338" y="5169224"/>
              <a:ext cx="105185" cy="102100"/>
            </a:xfrm>
            <a:custGeom>
              <a:avLst/>
              <a:gdLst>
                <a:gd name="connsiteX0" fmla="*/ 97967 w 105185"/>
                <a:gd name="connsiteY0" fmla="*/ 102100 h 102100"/>
                <a:gd name="connsiteX1" fmla="*/ 90749 w 105185"/>
                <a:gd name="connsiteY1" fmla="*/ 94882 h 102100"/>
                <a:gd name="connsiteX2" fmla="*/ 90749 w 105185"/>
                <a:gd name="connsiteY2" fmla="*/ 40789 h 102100"/>
                <a:gd name="connsiteX3" fmla="*/ 7218 w 105185"/>
                <a:gd name="connsiteY3" fmla="*/ 14436 h 102100"/>
                <a:gd name="connsiteX4" fmla="*/ 0 w 105185"/>
                <a:gd name="connsiteY4" fmla="*/ 7218 h 102100"/>
                <a:gd name="connsiteX5" fmla="*/ 7218 w 105185"/>
                <a:gd name="connsiteY5" fmla="*/ 0 h 102100"/>
                <a:gd name="connsiteX6" fmla="*/ 102242 w 105185"/>
                <a:gd name="connsiteY6" fmla="*/ 31137 h 102100"/>
                <a:gd name="connsiteX7" fmla="*/ 105186 w 105185"/>
                <a:gd name="connsiteY7" fmla="*/ 36940 h 102100"/>
                <a:gd name="connsiteX8" fmla="*/ 105186 w 105185"/>
                <a:gd name="connsiteY8" fmla="*/ 94854 h 102100"/>
                <a:gd name="connsiteX9" fmla="*/ 97967 w 105185"/>
                <a:gd name="connsiteY9" fmla="*/ 102072 h 102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5185" h="102100">
                  <a:moveTo>
                    <a:pt x="97967" y="102100"/>
                  </a:moveTo>
                  <a:cubicBezTo>
                    <a:pt x="93976" y="102100"/>
                    <a:pt x="90749" y="98873"/>
                    <a:pt x="90749" y="94882"/>
                  </a:cubicBezTo>
                  <a:lnTo>
                    <a:pt x="90749" y="40789"/>
                  </a:lnTo>
                  <a:cubicBezTo>
                    <a:pt x="80814" y="34335"/>
                    <a:pt x="46960" y="14436"/>
                    <a:pt x="7218" y="14436"/>
                  </a:cubicBezTo>
                  <a:cubicBezTo>
                    <a:pt x="3227" y="14436"/>
                    <a:pt x="0" y="11209"/>
                    <a:pt x="0" y="7218"/>
                  </a:cubicBezTo>
                  <a:cubicBezTo>
                    <a:pt x="0" y="3227"/>
                    <a:pt x="3227" y="0"/>
                    <a:pt x="7218" y="0"/>
                  </a:cubicBezTo>
                  <a:cubicBezTo>
                    <a:pt x="59273" y="0"/>
                    <a:pt x="100515" y="29863"/>
                    <a:pt x="102242" y="31137"/>
                  </a:cubicBezTo>
                  <a:cubicBezTo>
                    <a:pt x="104082" y="32495"/>
                    <a:pt x="105186" y="34647"/>
                    <a:pt x="105186" y="36940"/>
                  </a:cubicBezTo>
                  <a:lnTo>
                    <a:pt x="105186" y="94854"/>
                  </a:lnTo>
                  <a:cubicBezTo>
                    <a:pt x="105186" y="98845"/>
                    <a:pt x="101959" y="102072"/>
                    <a:pt x="97967" y="102072"/>
                  </a:cubicBezTo>
                  <a:close/>
                </a:path>
              </a:pathLst>
            </a:custGeom>
            <a:solidFill>
              <a:srgbClr val="262626"/>
            </a:solidFill>
            <a:ln w="2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91" name="Forma Livre: Forma 490">
              <a:extLst>
                <a:ext uri="{FF2B5EF4-FFF2-40B4-BE49-F238E27FC236}">
                  <a16:creationId xmlns:a16="http://schemas.microsoft.com/office/drawing/2014/main" id="{88639318-7464-3EDA-D283-35F3F1B236B9}"/>
                </a:ext>
              </a:extLst>
            </p:cNvPr>
            <p:cNvSpPr/>
            <p:nvPr/>
          </p:nvSpPr>
          <p:spPr>
            <a:xfrm>
              <a:off x="7613468" y="5485704"/>
              <a:ext cx="316305" cy="43461"/>
            </a:xfrm>
            <a:custGeom>
              <a:avLst/>
              <a:gdLst>
                <a:gd name="connsiteX0" fmla="*/ 309087 w 316305"/>
                <a:gd name="connsiteY0" fmla="*/ 43433 h 43461"/>
                <a:gd name="connsiteX1" fmla="*/ 5900 w 316305"/>
                <a:gd name="connsiteY1" fmla="*/ 14306 h 43461"/>
                <a:gd name="connsiteX2" fmla="*/ 125 w 316305"/>
                <a:gd name="connsiteY2" fmla="*/ 5899 h 43461"/>
                <a:gd name="connsiteX3" fmla="*/ 8532 w 316305"/>
                <a:gd name="connsiteY3" fmla="*/ 124 h 43461"/>
                <a:gd name="connsiteX4" fmla="*/ 309087 w 316305"/>
                <a:gd name="connsiteY4" fmla="*/ 29025 h 43461"/>
                <a:gd name="connsiteX5" fmla="*/ 316305 w 316305"/>
                <a:gd name="connsiteY5" fmla="*/ 36243 h 43461"/>
                <a:gd name="connsiteX6" fmla="*/ 309087 w 316305"/>
                <a:gd name="connsiteY6" fmla="*/ 43461 h 43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6305" h="43461">
                  <a:moveTo>
                    <a:pt x="309087" y="43433"/>
                  </a:moveTo>
                  <a:cubicBezTo>
                    <a:pt x="164867" y="43433"/>
                    <a:pt x="7485" y="14589"/>
                    <a:pt x="5900" y="14306"/>
                  </a:cubicBezTo>
                  <a:cubicBezTo>
                    <a:pt x="1965" y="13570"/>
                    <a:pt x="-610" y="9805"/>
                    <a:pt x="125" y="5899"/>
                  </a:cubicBezTo>
                  <a:cubicBezTo>
                    <a:pt x="861" y="1993"/>
                    <a:pt x="4626" y="-611"/>
                    <a:pt x="8532" y="124"/>
                  </a:cubicBezTo>
                  <a:cubicBezTo>
                    <a:pt x="10089" y="408"/>
                    <a:pt x="166226" y="29025"/>
                    <a:pt x="309087" y="29025"/>
                  </a:cubicBezTo>
                  <a:cubicBezTo>
                    <a:pt x="313079" y="29025"/>
                    <a:pt x="316305" y="32252"/>
                    <a:pt x="316305" y="36243"/>
                  </a:cubicBezTo>
                  <a:cubicBezTo>
                    <a:pt x="316305" y="40234"/>
                    <a:pt x="313079" y="43461"/>
                    <a:pt x="309087" y="43461"/>
                  </a:cubicBezTo>
                  <a:close/>
                </a:path>
              </a:pathLst>
            </a:custGeom>
            <a:solidFill>
              <a:srgbClr val="262626"/>
            </a:solidFill>
            <a:ln w="2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92" name="Forma Livre: Forma 491">
              <a:extLst>
                <a:ext uri="{FF2B5EF4-FFF2-40B4-BE49-F238E27FC236}">
                  <a16:creationId xmlns:a16="http://schemas.microsoft.com/office/drawing/2014/main" id="{9CB96125-9B7F-C713-1B32-612C32E630BC}"/>
                </a:ext>
              </a:extLst>
            </p:cNvPr>
            <p:cNvSpPr/>
            <p:nvPr/>
          </p:nvSpPr>
          <p:spPr>
            <a:xfrm>
              <a:off x="7643259" y="5492169"/>
              <a:ext cx="14436" cy="218438"/>
            </a:xfrm>
            <a:custGeom>
              <a:avLst/>
              <a:gdLst>
                <a:gd name="connsiteX0" fmla="*/ 7218 w 14436"/>
                <a:gd name="connsiteY0" fmla="*/ 218439 h 218438"/>
                <a:gd name="connsiteX1" fmla="*/ 0 w 14436"/>
                <a:gd name="connsiteY1" fmla="*/ 211221 h 218438"/>
                <a:gd name="connsiteX2" fmla="*/ 0 w 14436"/>
                <a:gd name="connsiteY2" fmla="*/ 7218 h 218438"/>
                <a:gd name="connsiteX3" fmla="*/ 7218 w 14436"/>
                <a:gd name="connsiteY3" fmla="*/ 0 h 218438"/>
                <a:gd name="connsiteX4" fmla="*/ 14436 w 14436"/>
                <a:gd name="connsiteY4" fmla="*/ 7218 h 218438"/>
                <a:gd name="connsiteX5" fmla="*/ 14436 w 14436"/>
                <a:gd name="connsiteY5" fmla="*/ 211221 h 218438"/>
                <a:gd name="connsiteX6" fmla="*/ 7218 w 14436"/>
                <a:gd name="connsiteY6" fmla="*/ 218439 h 21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436" h="218438">
                  <a:moveTo>
                    <a:pt x="7218" y="218439"/>
                  </a:moveTo>
                  <a:cubicBezTo>
                    <a:pt x="3227" y="218439"/>
                    <a:pt x="0" y="215212"/>
                    <a:pt x="0" y="211221"/>
                  </a:cubicBezTo>
                  <a:lnTo>
                    <a:pt x="0" y="7218"/>
                  </a:lnTo>
                  <a:cubicBezTo>
                    <a:pt x="0" y="3227"/>
                    <a:pt x="3227" y="0"/>
                    <a:pt x="7218" y="0"/>
                  </a:cubicBezTo>
                  <a:cubicBezTo>
                    <a:pt x="11209" y="0"/>
                    <a:pt x="14436" y="3227"/>
                    <a:pt x="14436" y="7218"/>
                  </a:cubicBezTo>
                  <a:lnTo>
                    <a:pt x="14436" y="211221"/>
                  </a:lnTo>
                  <a:cubicBezTo>
                    <a:pt x="14436" y="215212"/>
                    <a:pt x="11209" y="218439"/>
                    <a:pt x="7218" y="218439"/>
                  </a:cubicBezTo>
                  <a:close/>
                </a:path>
              </a:pathLst>
            </a:custGeom>
            <a:solidFill>
              <a:srgbClr val="262626"/>
            </a:solidFill>
            <a:ln w="2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93" name="Forma Livre: Forma 492">
              <a:extLst>
                <a:ext uri="{FF2B5EF4-FFF2-40B4-BE49-F238E27FC236}">
                  <a16:creationId xmlns:a16="http://schemas.microsoft.com/office/drawing/2014/main" id="{158329D8-888F-B0FA-4E60-130B1A9E5DA4}"/>
                </a:ext>
              </a:extLst>
            </p:cNvPr>
            <p:cNvSpPr/>
            <p:nvPr/>
          </p:nvSpPr>
          <p:spPr>
            <a:xfrm>
              <a:off x="7879417" y="5381435"/>
              <a:ext cx="86390" cy="86390"/>
            </a:xfrm>
            <a:custGeom>
              <a:avLst/>
              <a:gdLst>
                <a:gd name="connsiteX0" fmla="*/ 43195 w 86390"/>
                <a:gd name="connsiteY0" fmla="*/ 86391 h 86390"/>
                <a:gd name="connsiteX1" fmla="*/ 0 w 86390"/>
                <a:gd name="connsiteY1" fmla="*/ 43195 h 86390"/>
                <a:gd name="connsiteX2" fmla="*/ 43195 w 86390"/>
                <a:gd name="connsiteY2" fmla="*/ 0 h 86390"/>
                <a:gd name="connsiteX3" fmla="*/ 86391 w 86390"/>
                <a:gd name="connsiteY3" fmla="*/ 43195 h 86390"/>
                <a:gd name="connsiteX4" fmla="*/ 43195 w 86390"/>
                <a:gd name="connsiteY4" fmla="*/ 86391 h 86390"/>
                <a:gd name="connsiteX5" fmla="*/ 43195 w 86390"/>
                <a:gd name="connsiteY5" fmla="*/ 14436 h 86390"/>
                <a:gd name="connsiteX6" fmla="*/ 14436 w 86390"/>
                <a:gd name="connsiteY6" fmla="*/ 43195 h 86390"/>
                <a:gd name="connsiteX7" fmla="*/ 43195 w 86390"/>
                <a:gd name="connsiteY7" fmla="*/ 71954 h 86390"/>
                <a:gd name="connsiteX8" fmla="*/ 71955 w 86390"/>
                <a:gd name="connsiteY8" fmla="*/ 43195 h 86390"/>
                <a:gd name="connsiteX9" fmla="*/ 43195 w 86390"/>
                <a:gd name="connsiteY9" fmla="*/ 14436 h 86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6390" h="86390">
                  <a:moveTo>
                    <a:pt x="43195" y="86391"/>
                  </a:moveTo>
                  <a:cubicBezTo>
                    <a:pt x="19390" y="86391"/>
                    <a:pt x="0" y="67029"/>
                    <a:pt x="0" y="43195"/>
                  </a:cubicBezTo>
                  <a:cubicBezTo>
                    <a:pt x="0" y="19362"/>
                    <a:pt x="19362" y="0"/>
                    <a:pt x="43195" y="0"/>
                  </a:cubicBezTo>
                  <a:cubicBezTo>
                    <a:pt x="67030" y="0"/>
                    <a:pt x="86391" y="19362"/>
                    <a:pt x="86391" y="43195"/>
                  </a:cubicBezTo>
                  <a:cubicBezTo>
                    <a:pt x="86391" y="67029"/>
                    <a:pt x="67030" y="86391"/>
                    <a:pt x="43195" y="86391"/>
                  </a:cubicBezTo>
                  <a:close/>
                  <a:moveTo>
                    <a:pt x="43195" y="14436"/>
                  </a:moveTo>
                  <a:cubicBezTo>
                    <a:pt x="27344" y="14436"/>
                    <a:pt x="14436" y="27344"/>
                    <a:pt x="14436" y="43195"/>
                  </a:cubicBezTo>
                  <a:cubicBezTo>
                    <a:pt x="14436" y="59047"/>
                    <a:pt x="27344" y="71954"/>
                    <a:pt x="43195" y="71954"/>
                  </a:cubicBezTo>
                  <a:cubicBezTo>
                    <a:pt x="59047" y="71954"/>
                    <a:pt x="71955" y="59047"/>
                    <a:pt x="71955" y="43195"/>
                  </a:cubicBezTo>
                  <a:cubicBezTo>
                    <a:pt x="71955" y="27344"/>
                    <a:pt x="59047" y="14436"/>
                    <a:pt x="43195" y="14436"/>
                  </a:cubicBezTo>
                  <a:close/>
                </a:path>
              </a:pathLst>
            </a:custGeom>
            <a:solidFill>
              <a:srgbClr val="262626"/>
            </a:solidFill>
            <a:ln w="2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494" name="Gráfico 3">
            <a:extLst>
              <a:ext uri="{FF2B5EF4-FFF2-40B4-BE49-F238E27FC236}">
                <a16:creationId xmlns:a16="http://schemas.microsoft.com/office/drawing/2014/main" id="{3C240E38-5E99-C68B-6B25-8D18563550B1}"/>
              </a:ext>
            </a:extLst>
          </p:cNvPr>
          <p:cNvGrpSpPr/>
          <p:nvPr/>
        </p:nvGrpSpPr>
        <p:grpSpPr>
          <a:xfrm>
            <a:off x="5722815" y="5201097"/>
            <a:ext cx="566088" cy="596834"/>
            <a:chOff x="5694463" y="5171205"/>
            <a:chExt cx="622792" cy="656618"/>
          </a:xfrm>
          <a:solidFill>
            <a:srgbClr val="262626"/>
          </a:solidFill>
        </p:grpSpPr>
        <p:grpSp>
          <p:nvGrpSpPr>
            <p:cNvPr id="495" name="Gráfico 3">
              <a:extLst>
                <a:ext uri="{FF2B5EF4-FFF2-40B4-BE49-F238E27FC236}">
                  <a16:creationId xmlns:a16="http://schemas.microsoft.com/office/drawing/2014/main" id="{C132F710-6CD8-7C42-02F7-C50915C9D027}"/>
                </a:ext>
              </a:extLst>
            </p:cNvPr>
            <p:cNvGrpSpPr/>
            <p:nvPr/>
          </p:nvGrpSpPr>
          <p:grpSpPr>
            <a:xfrm>
              <a:off x="5694463" y="5171205"/>
              <a:ext cx="622792" cy="433820"/>
              <a:chOff x="5694463" y="5171205"/>
              <a:chExt cx="622792" cy="433820"/>
            </a:xfrm>
            <a:solidFill>
              <a:srgbClr val="262626"/>
            </a:solidFill>
          </p:grpSpPr>
          <p:sp>
            <p:nvSpPr>
              <p:cNvPr id="497" name="Forma Livre: Forma 496">
                <a:extLst>
                  <a:ext uri="{FF2B5EF4-FFF2-40B4-BE49-F238E27FC236}">
                    <a16:creationId xmlns:a16="http://schemas.microsoft.com/office/drawing/2014/main" id="{5264705A-EBB7-DACA-1E82-90CCEFA0F2C4}"/>
                  </a:ext>
                </a:extLst>
              </p:cNvPr>
              <p:cNvSpPr/>
              <p:nvPr/>
            </p:nvSpPr>
            <p:spPr>
              <a:xfrm>
                <a:off x="5694463" y="5171205"/>
                <a:ext cx="622792" cy="433820"/>
              </a:xfrm>
              <a:custGeom>
                <a:avLst/>
                <a:gdLst>
                  <a:gd name="connsiteX0" fmla="*/ 197973 w 622792"/>
                  <a:gd name="connsiteY0" fmla="*/ 433821 h 433820"/>
                  <a:gd name="connsiteX1" fmla="*/ 197973 w 622792"/>
                  <a:gd name="connsiteY1" fmla="*/ 433821 h 433820"/>
                  <a:gd name="connsiteX2" fmla="*/ 191633 w 622792"/>
                  <a:gd name="connsiteY2" fmla="*/ 430056 h 433820"/>
                  <a:gd name="connsiteX3" fmla="*/ 84551 w 622792"/>
                  <a:gd name="connsiteY3" fmla="*/ 361328 h 433820"/>
                  <a:gd name="connsiteX4" fmla="*/ 11804 w 622792"/>
                  <a:gd name="connsiteY4" fmla="*/ 388163 h 433820"/>
                  <a:gd name="connsiteX5" fmla="*/ 4133 w 622792"/>
                  <a:gd name="connsiteY5" fmla="*/ 389125 h 433820"/>
                  <a:gd name="connsiteX6" fmla="*/ 0 w 622792"/>
                  <a:gd name="connsiteY6" fmla="*/ 382586 h 433820"/>
                  <a:gd name="connsiteX7" fmla="*/ 311368 w 622792"/>
                  <a:gd name="connsiteY7" fmla="*/ 0 h 433820"/>
                  <a:gd name="connsiteX8" fmla="*/ 622793 w 622792"/>
                  <a:gd name="connsiteY8" fmla="*/ 382586 h 433820"/>
                  <a:gd name="connsiteX9" fmla="*/ 618660 w 622792"/>
                  <a:gd name="connsiteY9" fmla="*/ 389125 h 433820"/>
                  <a:gd name="connsiteX10" fmla="*/ 610989 w 622792"/>
                  <a:gd name="connsiteY10" fmla="*/ 388191 h 433820"/>
                  <a:gd name="connsiteX11" fmla="*/ 538214 w 622792"/>
                  <a:gd name="connsiteY11" fmla="*/ 361328 h 433820"/>
                  <a:gd name="connsiteX12" fmla="*/ 431075 w 622792"/>
                  <a:gd name="connsiteY12" fmla="*/ 429999 h 433820"/>
                  <a:gd name="connsiteX13" fmla="*/ 424734 w 622792"/>
                  <a:gd name="connsiteY13" fmla="*/ 433736 h 433820"/>
                  <a:gd name="connsiteX14" fmla="*/ 424734 w 622792"/>
                  <a:gd name="connsiteY14" fmla="*/ 433736 h 433820"/>
                  <a:gd name="connsiteX15" fmla="*/ 418394 w 622792"/>
                  <a:gd name="connsiteY15" fmla="*/ 429971 h 433820"/>
                  <a:gd name="connsiteX16" fmla="*/ 311340 w 622792"/>
                  <a:gd name="connsiteY16" fmla="*/ 361300 h 433820"/>
                  <a:gd name="connsiteX17" fmla="*/ 204258 w 622792"/>
                  <a:gd name="connsiteY17" fmla="*/ 430028 h 433820"/>
                  <a:gd name="connsiteX18" fmla="*/ 197917 w 622792"/>
                  <a:gd name="connsiteY18" fmla="*/ 433764 h 433820"/>
                  <a:gd name="connsiteX19" fmla="*/ 84579 w 622792"/>
                  <a:gd name="connsiteY19" fmla="*/ 346892 h 433820"/>
                  <a:gd name="connsiteX20" fmla="*/ 197973 w 622792"/>
                  <a:gd name="connsiteY20" fmla="*/ 412506 h 433820"/>
                  <a:gd name="connsiteX21" fmla="*/ 311368 w 622792"/>
                  <a:gd name="connsiteY21" fmla="*/ 346892 h 433820"/>
                  <a:gd name="connsiteX22" fmla="*/ 424762 w 622792"/>
                  <a:gd name="connsiteY22" fmla="*/ 412421 h 433820"/>
                  <a:gd name="connsiteX23" fmla="*/ 538214 w 622792"/>
                  <a:gd name="connsiteY23" fmla="*/ 346892 h 433820"/>
                  <a:gd name="connsiteX24" fmla="*/ 608073 w 622792"/>
                  <a:gd name="connsiteY24" fmla="*/ 368150 h 433820"/>
                  <a:gd name="connsiteX25" fmla="*/ 311368 w 622792"/>
                  <a:gd name="connsiteY25" fmla="*/ 14436 h 433820"/>
                  <a:gd name="connsiteX26" fmla="*/ 14691 w 622792"/>
                  <a:gd name="connsiteY26" fmla="*/ 368150 h 433820"/>
                  <a:gd name="connsiteX27" fmla="*/ 84551 w 622792"/>
                  <a:gd name="connsiteY27" fmla="*/ 346921 h 4338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622792" h="433820">
                    <a:moveTo>
                      <a:pt x="197973" y="433821"/>
                    </a:moveTo>
                    <a:lnTo>
                      <a:pt x="197973" y="433821"/>
                    </a:lnTo>
                    <a:cubicBezTo>
                      <a:pt x="195341" y="433821"/>
                      <a:pt x="192907" y="432377"/>
                      <a:pt x="191633" y="430056"/>
                    </a:cubicBezTo>
                    <a:cubicBezTo>
                      <a:pt x="168110" y="387030"/>
                      <a:pt x="128085" y="361328"/>
                      <a:pt x="84551" y="361328"/>
                    </a:cubicBezTo>
                    <a:cubicBezTo>
                      <a:pt x="58311" y="361328"/>
                      <a:pt x="33146" y="370613"/>
                      <a:pt x="11804" y="388163"/>
                    </a:cubicBezTo>
                    <a:cubicBezTo>
                      <a:pt x="9653" y="389946"/>
                      <a:pt x="6652" y="390314"/>
                      <a:pt x="4133" y="389125"/>
                    </a:cubicBezTo>
                    <a:cubicBezTo>
                      <a:pt x="1613" y="387936"/>
                      <a:pt x="0" y="385389"/>
                      <a:pt x="0" y="382586"/>
                    </a:cubicBezTo>
                    <a:cubicBezTo>
                      <a:pt x="538" y="171620"/>
                      <a:pt x="140201" y="0"/>
                      <a:pt x="311368" y="0"/>
                    </a:cubicBezTo>
                    <a:cubicBezTo>
                      <a:pt x="482535" y="0"/>
                      <a:pt x="622255" y="171620"/>
                      <a:pt x="622793" y="382586"/>
                    </a:cubicBezTo>
                    <a:cubicBezTo>
                      <a:pt x="622793" y="385389"/>
                      <a:pt x="621207" y="387936"/>
                      <a:pt x="618660" y="389125"/>
                    </a:cubicBezTo>
                    <a:cubicBezTo>
                      <a:pt x="616141" y="390314"/>
                      <a:pt x="613140" y="389974"/>
                      <a:pt x="610989" y="388191"/>
                    </a:cubicBezTo>
                    <a:cubicBezTo>
                      <a:pt x="589533" y="370613"/>
                      <a:pt x="564397" y="361328"/>
                      <a:pt x="538214" y="361328"/>
                    </a:cubicBezTo>
                    <a:cubicBezTo>
                      <a:pt x="494707" y="361328"/>
                      <a:pt x="454654" y="387002"/>
                      <a:pt x="431075" y="429999"/>
                    </a:cubicBezTo>
                    <a:cubicBezTo>
                      <a:pt x="429801" y="432320"/>
                      <a:pt x="427395" y="433736"/>
                      <a:pt x="424734" y="433736"/>
                    </a:cubicBezTo>
                    <a:lnTo>
                      <a:pt x="424734" y="433736"/>
                    </a:lnTo>
                    <a:cubicBezTo>
                      <a:pt x="422102" y="433736"/>
                      <a:pt x="419668" y="432292"/>
                      <a:pt x="418394" y="429971"/>
                    </a:cubicBezTo>
                    <a:cubicBezTo>
                      <a:pt x="394900" y="386974"/>
                      <a:pt x="354875" y="361300"/>
                      <a:pt x="311340" y="361300"/>
                    </a:cubicBezTo>
                    <a:cubicBezTo>
                      <a:pt x="267805" y="361300"/>
                      <a:pt x="227836" y="387002"/>
                      <a:pt x="204258" y="430028"/>
                    </a:cubicBezTo>
                    <a:cubicBezTo>
                      <a:pt x="202984" y="432349"/>
                      <a:pt x="200549" y="433764"/>
                      <a:pt x="197917" y="433764"/>
                    </a:cubicBezTo>
                    <a:close/>
                    <a:moveTo>
                      <a:pt x="84579" y="346892"/>
                    </a:moveTo>
                    <a:cubicBezTo>
                      <a:pt x="129699" y="346892"/>
                      <a:pt x="171309" y="371179"/>
                      <a:pt x="197973" y="412506"/>
                    </a:cubicBezTo>
                    <a:cubicBezTo>
                      <a:pt x="224666" y="371207"/>
                      <a:pt x="266304" y="346892"/>
                      <a:pt x="311368" y="346892"/>
                    </a:cubicBezTo>
                    <a:cubicBezTo>
                      <a:pt x="356432" y="346892"/>
                      <a:pt x="398127" y="371179"/>
                      <a:pt x="424762" y="412421"/>
                    </a:cubicBezTo>
                    <a:cubicBezTo>
                      <a:pt x="451455" y="371151"/>
                      <a:pt x="493094" y="346892"/>
                      <a:pt x="538214" y="346892"/>
                    </a:cubicBezTo>
                    <a:cubicBezTo>
                      <a:pt x="562953" y="346892"/>
                      <a:pt x="586844" y="354195"/>
                      <a:pt x="608073" y="368150"/>
                    </a:cubicBezTo>
                    <a:cubicBezTo>
                      <a:pt x="601450" y="171818"/>
                      <a:pt x="470704" y="14436"/>
                      <a:pt x="311368" y="14436"/>
                    </a:cubicBezTo>
                    <a:cubicBezTo>
                      <a:pt x="152032" y="14436"/>
                      <a:pt x="21343" y="171818"/>
                      <a:pt x="14691" y="368150"/>
                    </a:cubicBezTo>
                    <a:cubicBezTo>
                      <a:pt x="35864" y="354223"/>
                      <a:pt x="59754" y="346921"/>
                      <a:pt x="84551" y="346921"/>
                    </a:cubicBezTo>
                    <a:close/>
                  </a:path>
                </a:pathLst>
              </a:custGeom>
              <a:solidFill>
                <a:srgbClr val="262626"/>
              </a:solidFill>
              <a:ln w="2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98" name="Forma Livre: Forma 497">
                <a:extLst>
                  <a:ext uri="{FF2B5EF4-FFF2-40B4-BE49-F238E27FC236}">
                    <a16:creationId xmlns:a16="http://schemas.microsoft.com/office/drawing/2014/main" id="{94289ED0-465B-A1EA-332A-6C80CF28A432}"/>
                  </a:ext>
                </a:extLst>
              </p:cNvPr>
              <p:cNvSpPr/>
              <p:nvPr/>
            </p:nvSpPr>
            <p:spPr>
              <a:xfrm>
                <a:off x="5885275" y="5171205"/>
                <a:ext cx="241196" cy="433763"/>
              </a:xfrm>
              <a:custGeom>
                <a:avLst/>
                <a:gdLst>
                  <a:gd name="connsiteX0" fmla="*/ 7218 w 241196"/>
                  <a:gd name="connsiteY0" fmla="*/ 433764 h 433763"/>
                  <a:gd name="connsiteX1" fmla="*/ 7218 w 241196"/>
                  <a:gd name="connsiteY1" fmla="*/ 433764 h 433763"/>
                  <a:gd name="connsiteX2" fmla="*/ 0 w 241196"/>
                  <a:gd name="connsiteY2" fmla="*/ 426546 h 433763"/>
                  <a:gd name="connsiteX3" fmla="*/ 120584 w 241196"/>
                  <a:gd name="connsiteY3" fmla="*/ 0 h 433763"/>
                  <a:gd name="connsiteX4" fmla="*/ 241197 w 241196"/>
                  <a:gd name="connsiteY4" fmla="*/ 426546 h 433763"/>
                  <a:gd name="connsiteX5" fmla="*/ 233979 w 241196"/>
                  <a:gd name="connsiteY5" fmla="*/ 433764 h 433763"/>
                  <a:gd name="connsiteX6" fmla="*/ 233979 w 241196"/>
                  <a:gd name="connsiteY6" fmla="*/ 433764 h 433763"/>
                  <a:gd name="connsiteX7" fmla="*/ 226761 w 241196"/>
                  <a:gd name="connsiteY7" fmla="*/ 426546 h 433763"/>
                  <a:gd name="connsiteX8" fmla="*/ 120584 w 241196"/>
                  <a:gd name="connsiteY8" fmla="*/ 14436 h 433763"/>
                  <a:gd name="connsiteX9" fmla="*/ 14436 w 241196"/>
                  <a:gd name="connsiteY9" fmla="*/ 426546 h 433763"/>
                  <a:gd name="connsiteX10" fmla="*/ 7218 w 241196"/>
                  <a:gd name="connsiteY10" fmla="*/ 433764 h 4337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41196" h="433763">
                    <a:moveTo>
                      <a:pt x="7218" y="433764"/>
                    </a:moveTo>
                    <a:lnTo>
                      <a:pt x="7218" y="433764"/>
                    </a:lnTo>
                    <a:cubicBezTo>
                      <a:pt x="3227" y="433764"/>
                      <a:pt x="0" y="430537"/>
                      <a:pt x="0" y="426546"/>
                    </a:cubicBezTo>
                    <a:cubicBezTo>
                      <a:pt x="170" y="216882"/>
                      <a:pt x="45318" y="0"/>
                      <a:pt x="120584" y="0"/>
                    </a:cubicBezTo>
                    <a:cubicBezTo>
                      <a:pt x="195850" y="0"/>
                      <a:pt x="240999" y="216882"/>
                      <a:pt x="241197" y="426546"/>
                    </a:cubicBezTo>
                    <a:cubicBezTo>
                      <a:pt x="241197" y="430537"/>
                      <a:pt x="237970" y="433764"/>
                      <a:pt x="233979" y="433764"/>
                    </a:cubicBezTo>
                    <a:lnTo>
                      <a:pt x="233979" y="433764"/>
                    </a:lnTo>
                    <a:cubicBezTo>
                      <a:pt x="229988" y="433764"/>
                      <a:pt x="226761" y="430537"/>
                      <a:pt x="226761" y="426546"/>
                    </a:cubicBezTo>
                    <a:cubicBezTo>
                      <a:pt x="226562" y="180027"/>
                      <a:pt x="171705" y="14436"/>
                      <a:pt x="120584" y="14436"/>
                    </a:cubicBezTo>
                    <a:cubicBezTo>
                      <a:pt x="69463" y="14436"/>
                      <a:pt x="14662" y="180027"/>
                      <a:pt x="14436" y="426546"/>
                    </a:cubicBezTo>
                    <a:cubicBezTo>
                      <a:pt x="14436" y="430537"/>
                      <a:pt x="11209" y="433764"/>
                      <a:pt x="7218" y="433764"/>
                    </a:cubicBezTo>
                    <a:close/>
                  </a:path>
                </a:pathLst>
              </a:custGeom>
              <a:solidFill>
                <a:srgbClr val="262626"/>
              </a:solidFill>
              <a:ln w="2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sp>
          <p:nvSpPr>
            <p:cNvPr id="496" name="Forma Livre: Forma 495">
              <a:extLst>
                <a:ext uri="{FF2B5EF4-FFF2-40B4-BE49-F238E27FC236}">
                  <a16:creationId xmlns:a16="http://schemas.microsoft.com/office/drawing/2014/main" id="{618795F7-9437-3E6F-01FD-AE759147E08E}"/>
                </a:ext>
              </a:extLst>
            </p:cNvPr>
            <p:cNvSpPr/>
            <p:nvPr/>
          </p:nvSpPr>
          <p:spPr>
            <a:xfrm>
              <a:off x="5935405" y="5518097"/>
              <a:ext cx="77644" cy="309726"/>
            </a:xfrm>
            <a:custGeom>
              <a:avLst/>
              <a:gdLst>
                <a:gd name="connsiteX0" fmla="*/ 7218 w 77644"/>
                <a:gd name="connsiteY0" fmla="*/ 309726 h 309726"/>
                <a:gd name="connsiteX1" fmla="*/ 0 w 77644"/>
                <a:gd name="connsiteY1" fmla="*/ 302508 h 309726"/>
                <a:gd name="connsiteX2" fmla="*/ 7218 w 77644"/>
                <a:gd name="connsiteY2" fmla="*/ 295290 h 309726"/>
                <a:gd name="connsiteX3" fmla="*/ 63208 w 77644"/>
                <a:gd name="connsiteY3" fmla="*/ 239300 h 309726"/>
                <a:gd name="connsiteX4" fmla="*/ 63208 w 77644"/>
                <a:gd name="connsiteY4" fmla="*/ 7218 h 309726"/>
                <a:gd name="connsiteX5" fmla="*/ 70426 w 77644"/>
                <a:gd name="connsiteY5" fmla="*/ 0 h 309726"/>
                <a:gd name="connsiteX6" fmla="*/ 77644 w 77644"/>
                <a:gd name="connsiteY6" fmla="*/ 7218 h 309726"/>
                <a:gd name="connsiteX7" fmla="*/ 77644 w 77644"/>
                <a:gd name="connsiteY7" fmla="*/ 239300 h 309726"/>
                <a:gd name="connsiteX8" fmla="*/ 7218 w 77644"/>
                <a:gd name="connsiteY8" fmla="*/ 309726 h 309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7644" h="309726">
                  <a:moveTo>
                    <a:pt x="7218" y="309726"/>
                  </a:moveTo>
                  <a:cubicBezTo>
                    <a:pt x="3227" y="309726"/>
                    <a:pt x="0" y="306499"/>
                    <a:pt x="0" y="302508"/>
                  </a:cubicBezTo>
                  <a:cubicBezTo>
                    <a:pt x="0" y="298517"/>
                    <a:pt x="3227" y="295290"/>
                    <a:pt x="7218" y="295290"/>
                  </a:cubicBezTo>
                  <a:cubicBezTo>
                    <a:pt x="38100" y="295290"/>
                    <a:pt x="63208" y="270183"/>
                    <a:pt x="63208" y="239300"/>
                  </a:cubicBezTo>
                  <a:lnTo>
                    <a:pt x="63208" y="7218"/>
                  </a:lnTo>
                  <a:cubicBezTo>
                    <a:pt x="63208" y="3227"/>
                    <a:pt x="66435" y="0"/>
                    <a:pt x="70426" y="0"/>
                  </a:cubicBezTo>
                  <a:cubicBezTo>
                    <a:pt x="74417" y="0"/>
                    <a:pt x="77644" y="3227"/>
                    <a:pt x="77644" y="7218"/>
                  </a:cubicBezTo>
                  <a:lnTo>
                    <a:pt x="77644" y="239300"/>
                  </a:lnTo>
                  <a:cubicBezTo>
                    <a:pt x="77644" y="278137"/>
                    <a:pt x="46054" y="309726"/>
                    <a:pt x="7218" y="309726"/>
                  </a:cubicBezTo>
                  <a:close/>
                </a:path>
              </a:pathLst>
            </a:custGeom>
            <a:solidFill>
              <a:srgbClr val="262626"/>
            </a:solidFill>
            <a:ln w="2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499" name="Gráfico 3">
            <a:extLst>
              <a:ext uri="{FF2B5EF4-FFF2-40B4-BE49-F238E27FC236}">
                <a16:creationId xmlns:a16="http://schemas.microsoft.com/office/drawing/2014/main" id="{D1EB7B55-F818-19EB-CECC-1FF84B1E5058}"/>
              </a:ext>
            </a:extLst>
          </p:cNvPr>
          <p:cNvGrpSpPr/>
          <p:nvPr/>
        </p:nvGrpSpPr>
        <p:grpSpPr>
          <a:xfrm>
            <a:off x="10557733" y="4293026"/>
            <a:ext cx="606122" cy="606438"/>
            <a:chOff x="10527375" y="4262652"/>
            <a:chExt cx="666837" cy="667185"/>
          </a:xfrm>
          <a:solidFill>
            <a:srgbClr val="262626"/>
          </a:solidFill>
        </p:grpSpPr>
        <p:grpSp>
          <p:nvGrpSpPr>
            <p:cNvPr id="500" name="Gráfico 3">
              <a:extLst>
                <a:ext uri="{FF2B5EF4-FFF2-40B4-BE49-F238E27FC236}">
                  <a16:creationId xmlns:a16="http://schemas.microsoft.com/office/drawing/2014/main" id="{A045334F-F16A-B4EA-F32B-F68DDFBAAD99}"/>
                </a:ext>
              </a:extLst>
            </p:cNvPr>
            <p:cNvGrpSpPr/>
            <p:nvPr/>
          </p:nvGrpSpPr>
          <p:grpSpPr>
            <a:xfrm>
              <a:off x="10551170" y="4286524"/>
              <a:ext cx="619470" cy="619424"/>
              <a:chOff x="10551170" y="4286524"/>
              <a:chExt cx="619470" cy="619424"/>
            </a:xfrm>
            <a:solidFill>
              <a:srgbClr val="262626"/>
            </a:solidFill>
          </p:grpSpPr>
          <p:sp>
            <p:nvSpPr>
              <p:cNvPr id="510" name="Forma Livre: Forma 509">
                <a:extLst>
                  <a:ext uri="{FF2B5EF4-FFF2-40B4-BE49-F238E27FC236}">
                    <a16:creationId xmlns:a16="http://schemas.microsoft.com/office/drawing/2014/main" id="{EDA8BDD0-F0BB-E038-9BDC-BA76936E0252}"/>
                  </a:ext>
                </a:extLst>
              </p:cNvPr>
              <p:cNvSpPr/>
              <p:nvPr/>
            </p:nvSpPr>
            <p:spPr>
              <a:xfrm>
                <a:off x="10792491" y="4286524"/>
                <a:ext cx="378149" cy="419469"/>
              </a:xfrm>
              <a:custGeom>
                <a:avLst/>
                <a:gdLst>
                  <a:gd name="connsiteX0" fmla="*/ 125651 w 378149"/>
                  <a:gd name="connsiteY0" fmla="*/ 419469 h 419469"/>
                  <a:gd name="connsiteX1" fmla="*/ 91117 w 378149"/>
                  <a:gd name="connsiteY1" fmla="*/ 414035 h 419469"/>
                  <a:gd name="connsiteX2" fmla="*/ 84692 w 378149"/>
                  <a:gd name="connsiteY2" fmla="*/ 411827 h 419469"/>
                  <a:gd name="connsiteX3" fmla="*/ 46054 w 378149"/>
                  <a:gd name="connsiteY3" fmla="*/ 386691 h 419469"/>
                  <a:gd name="connsiteX4" fmla="*/ 2123 w 378149"/>
                  <a:gd name="connsiteY4" fmla="*/ 342760 h 419469"/>
                  <a:gd name="connsiteX5" fmla="*/ 2123 w 378149"/>
                  <a:gd name="connsiteY5" fmla="*/ 332541 h 419469"/>
                  <a:gd name="connsiteX6" fmla="*/ 12341 w 378149"/>
                  <a:gd name="connsiteY6" fmla="*/ 332541 h 419469"/>
                  <a:gd name="connsiteX7" fmla="*/ 56272 w 378149"/>
                  <a:gd name="connsiteY7" fmla="*/ 376472 h 419469"/>
                  <a:gd name="connsiteX8" fmla="*/ 89872 w 378149"/>
                  <a:gd name="connsiteY8" fmla="*/ 398325 h 419469"/>
                  <a:gd name="connsiteX9" fmla="*/ 95363 w 378149"/>
                  <a:gd name="connsiteY9" fmla="*/ 400221 h 419469"/>
                  <a:gd name="connsiteX10" fmla="*/ 161175 w 378149"/>
                  <a:gd name="connsiteY10" fmla="*/ 398353 h 419469"/>
                  <a:gd name="connsiteX11" fmla="*/ 194888 w 378149"/>
                  <a:gd name="connsiteY11" fmla="*/ 376444 h 419469"/>
                  <a:gd name="connsiteX12" fmla="*/ 335088 w 378149"/>
                  <a:gd name="connsiteY12" fmla="*/ 236243 h 419469"/>
                  <a:gd name="connsiteX13" fmla="*/ 335117 w 378149"/>
                  <a:gd name="connsiteY13" fmla="*/ 97600 h 419469"/>
                  <a:gd name="connsiteX14" fmla="*/ 280542 w 378149"/>
                  <a:gd name="connsiteY14" fmla="*/ 43025 h 419469"/>
                  <a:gd name="connsiteX15" fmla="*/ 211192 w 378149"/>
                  <a:gd name="connsiteY15" fmla="*/ 14436 h 419469"/>
                  <a:gd name="connsiteX16" fmla="*/ 141842 w 378149"/>
                  <a:gd name="connsiteY16" fmla="*/ 43025 h 419469"/>
                  <a:gd name="connsiteX17" fmla="*/ 29353 w 378149"/>
                  <a:gd name="connsiteY17" fmla="*/ 155514 h 419469"/>
                  <a:gd name="connsiteX18" fmla="*/ 19135 w 378149"/>
                  <a:gd name="connsiteY18" fmla="*/ 155514 h 419469"/>
                  <a:gd name="connsiteX19" fmla="*/ 19135 w 378149"/>
                  <a:gd name="connsiteY19" fmla="*/ 145296 h 419469"/>
                  <a:gd name="connsiteX20" fmla="*/ 131624 w 378149"/>
                  <a:gd name="connsiteY20" fmla="*/ 32807 h 419469"/>
                  <a:gd name="connsiteX21" fmla="*/ 211164 w 378149"/>
                  <a:gd name="connsiteY21" fmla="*/ 0 h 419469"/>
                  <a:gd name="connsiteX22" fmla="*/ 290704 w 378149"/>
                  <a:gd name="connsiteY22" fmla="*/ 32807 h 419469"/>
                  <a:gd name="connsiteX23" fmla="*/ 345279 w 378149"/>
                  <a:gd name="connsiteY23" fmla="*/ 87381 h 419469"/>
                  <a:gd name="connsiteX24" fmla="*/ 345250 w 378149"/>
                  <a:gd name="connsiteY24" fmla="*/ 246434 h 419469"/>
                  <a:gd name="connsiteX25" fmla="*/ 205050 w 378149"/>
                  <a:gd name="connsiteY25" fmla="*/ 386634 h 419469"/>
                  <a:gd name="connsiteX26" fmla="*/ 166356 w 378149"/>
                  <a:gd name="connsiteY26" fmla="*/ 411798 h 419469"/>
                  <a:gd name="connsiteX27" fmla="*/ 125594 w 378149"/>
                  <a:gd name="connsiteY27" fmla="*/ 419441 h 4194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378149" h="419469">
                    <a:moveTo>
                      <a:pt x="125651" y="419469"/>
                    </a:moveTo>
                    <a:cubicBezTo>
                      <a:pt x="113989" y="419469"/>
                      <a:pt x="102327" y="417658"/>
                      <a:pt x="91117" y="414035"/>
                    </a:cubicBezTo>
                    <a:cubicBezTo>
                      <a:pt x="89051" y="413440"/>
                      <a:pt x="86872" y="412676"/>
                      <a:pt x="84692" y="411827"/>
                    </a:cubicBezTo>
                    <a:cubicBezTo>
                      <a:pt x="70228" y="406335"/>
                      <a:pt x="57235" y="397872"/>
                      <a:pt x="46054" y="386691"/>
                    </a:cubicBezTo>
                    <a:lnTo>
                      <a:pt x="2123" y="342760"/>
                    </a:lnTo>
                    <a:cubicBezTo>
                      <a:pt x="-708" y="339929"/>
                      <a:pt x="-708" y="335372"/>
                      <a:pt x="2123" y="332541"/>
                    </a:cubicBezTo>
                    <a:cubicBezTo>
                      <a:pt x="4954" y="329710"/>
                      <a:pt x="9510" y="329710"/>
                      <a:pt x="12341" y="332541"/>
                    </a:cubicBezTo>
                    <a:lnTo>
                      <a:pt x="56272" y="376472"/>
                    </a:lnTo>
                    <a:cubicBezTo>
                      <a:pt x="66010" y="386181"/>
                      <a:pt x="77304" y="393541"/>
                      <a:pt x="89872" y="398325"/>
                    </a:cubicBezTo>
                    <a:cubicBezTo>
                      <a:pt x="91712" y="399032"/>
                      <a:pt x="93495" y="399655"/>
                      <a:pt x="95363" y="400221"/>
                    </a:cubicBezTo>
                    <a:cubicBezTo>
                      <a:pt x="116933" y="407213"/>
                      <a:pt x="140229" y="406505"/>
                      <a:pt x="161175" y="398353"/>
                    </a:cubicBezTo>
                    <a:cubicBezTo>
                      <a:pt x="173913" y="393428"/>
                      <a:pt x="185264" y="386040"/>
                      <a:pt x="194888" y="376444"/>
                    </a:cubicBezTo>
                    <a:lnTo>
                      <a:pt x="335088" y="236243"/>
                    </a:lnTo>
                    <a:cubicBezTo>
                      <a:pt x="373330" y="198002"/>
                      <a:pt x="373330" y="135813"/>
                      <a:pt x="335117" y="97600"/>
                    </a:cubicBezTo>
                    <a:lnTo>
                      <a:pt x="280542" y="43025"/>
                    </a:lnTo>
                    <a:cubicBezTo>
                      <a:pt x="262115" y="24598"/>
                      <a:pt x="237489" y="14436"/>
                      <a:pt x="211192" y="14436"/>
                    </a:cubicBezTo>
                    <a:cubicBezTo>
                      <a:pt x="184896" y="14436"/>
                      <a:pt x="160298" y="24598"/>
                      <a:pt x="141842" y="43025"/>
                    </a:cubicBezTo>
                    <a:lnTo>
                      <a:pt x="29353" y="155514"/>
                    </a:lnTo>
                    <a:cubicBezTo>
                      <a:pt x="26523" y="158345"/>
                      <a:pt x="21966" y="158345"/>
                      <a:pt x="19135" y="155514"/>
                    </a:cubicBezTo>
                    <a:cubicBezTo>
                      <a:pt x="16304" y="152684"/>
                      <a:pt x="16304" y="148126"/>
                      <a:pt x="19135" y="145296"/>
                    </a:cubicBezTo>
                    <a:lnTo>
                      <a:pt x="131624" y="32807"/>
                    </a:lnTo>
                    <a:cubicBezTo>
                      <a:pt x="152797" y="11662"/>
                      <a:pt x="181018" y="0"/>
                      <a:pt x="211164" y="0"/>
                    </a:cubicBezTo>
                    <a:cubicBezTo>
                      <a:pt x="241310" y="0"/>
                      <a:pt x="269560" y="11662"/>
                      <a:pt x="290704" y="32807"/>
                    </a:cubicBezTo>
                    <a:lnTo>
                      <a:pt x="345279" y="87381"/>
                    </a:lnTo>
                    <a:cubicBezTo>
                      <a:pt x="389125" y="131227"/>
                      <a:pt x="389097" y="202559"/>
                      <a:pt x="345250" y="246434"/>
                    </a:cubicBezTo>
                    <a:lnTo>
                      <a:pt x="205050" y="386634"/>
                    </a:lnTo>
                    <a:cubicBezTo>
                      <a:pt x="194011" y="397674"/>
                      <a:pt x="180990" y="406165"/>
                      <a:pt x="166356" y="411798"/>
                    </a:cubicBezTo>
                    <a:cubicBezTo>
                      <a:pt x="153306" y="416865"/>
                      <a:pt x="139465" y="419441"/>
                      <a:pt x="125594" y="419441"/>
                    </a:cubicBezTo>
                    <a:close/>
                  </a:path>
                </a:pathLst>
              </a:custGeom>
              <a:solidFill>
                <a:srgbClr val="262626"/>
              </a:solidFill>
              <a:ln w="2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11" name="Forma Livre: Forma 510">
                <a:extLst>
                  <a:ext uri="{FF2B5EF4-FFF2-40B4-BE49-F238E27FC236}">
                    <a16:creationId xmlns:a16="http://schemas.microsoft.com/office/drawing/2014/main" id="{D8E65748-6CA7-C056-2C81-7218494ECD35}"/>
                  </a:ext>
                </a:extLst>
              </p:cNvPr>
              <p:cNvSpPr/>
              <p:nvPr/>
            </p:nvSpPr>
            <p:spPr>
              <a:xfrm>
                <a:off x="10551170" y="4486457"/>
                <a:ext cx="378125" cy="419490"/>
              </a:xfrm>
              <a:custGeom>
                <a:avLst/>
                <a:gdLst>
                  <a:gd name="connsiteX0" fmla="*/ 166989 w 378125"/>
                  <a:gd name="connsiteY0" fmla="*/ 419462 h 419490"/>
                  <a:gd name="connsiteX1" fmla="*/ 87477 w 378125"/>
                  <a:gd name="connsiteY1" fmla="*/ 386655 h 419490"/>
                  <a:gd name="connsiteX2" fmla="*/ 32902 w 378125"/>
                  <a:gd name="connsiteY2" fmla="*/ 332081 h 419490"/>
                  <a:gd name="connsiteX3" fmla="*/ 32846 w 378125"/>
                  <a:gd name="connsiteY3" fmla="*/ 173029 h 419490"/>
                  <a:gd name="connsiteX4" fmla="*/ 173046 w 378125"/>
                  <a:gd name="connsiteY4" fmla="*/ 32828 h 419490"/>
                  <a:gd name="connsiteX5" fmla="*/ 211741 w 378125"/>
                  <a:gd name="connsiteY5" fmla="*/ 7664 h 419490"/>
                  <a:gd name="connsiteX6" fmla="*/ 293461 w 378125"/>
                  <a:gd name="connsiteY6" fmla="*/ 7664 h 419490"/>
                  <a:gd name="connsiteX7" fmla="*/ 332128 w 378125"/>
                  <a:gd name="connsiteY7" fmla="*/ 32828 h 419490"/>
                  <a:gd name="connsiteX8" fmla="*/ 376002 w 378125"/>
                  <a:gd name="connsiteY8" fmla="*/ 76703 h 419490"/>
                  <a:gd name="connsiteX9" fmla="*/ 376002 w 378125"/>
                  <a:gd name="connsiteY9" fmla="*/ 86921 h 419490"/>
                  <a:gd name="connsiteX10" fmla="*/ 365783 w 378125"/>
                  <a:gd name="connsiteY10" fmla="*/ 86921 h 419490"/>
                  <a:gd name="connsiteX11" fmla="*/ 321909 w 378125"/>
                  <a:gd name="connsiteY11" fmla="*/ 43047 h 419490"/>
                  <a:gd name="connsiteX12" fmla="*/ 288225 w 378125"/>
                  <a:gd name="connsiteY12" fmla="*/ 21138 h 419490"/>
                  <a:gd name="connsiteX13" fmla="*/ 216921 w 378125"/>
                  <a:gd name="connsiteY13" fmla="*/ 21138 h 419490"/>
                  <a:gd name="connsiteX14" fmla="*/ 183237 w 378125"/>
                  <a:gd name="connsiteY14" fmla="*/ 43047 h 419490"/>
                  <a:gd name="connsiteX15" fmla="*/ 43036 w 378125"/>
                  <a:gd name="connsiteY15" fmla="*/ 183247 h 419490"/>
                  <a:gd name="connsiteX16" fmla="*/ 43065 w 378125"/>
                  <a:gd name="connsiteY16" fmla="*/ 321891 h 419490"/>
                  <a:gd name="connsiteX17" fmla="*/ 97639 w 378125"/>
                  <a:gd name="connsiteY17" fmla="*/ 376465 h 419490"/>
                  <a:gd name="connsiteX18" fmla="*/ 166932 w 378125"/>
                  <a:gd name="connsiteY18" fmla="*/ 405054 h 419490"/>
                  <a:gd name="connsiteX19" fmla="*/ 236226 w 378125"/>
                  <a:gd name="connsiteY19" fmla="*/ 376465 h 419490"/>
                  <a:gd name="connsiteX20" fmla="*/ 348715 w 378125"/>
                  <a:gd name="connsiteY20" fmla="*/ 263976 h 419490"/>
                  <a:gd name="connsiteX21" fmla="*/ 358934 w 378125"/>
                  <a:gd name="connsiteY21" fmla="*/ 263976 h 419490"/>
                  <a:gd name="connsiteX22" fmla="*/ 358934 w 378125"/>
                  <a:gd name="connsiteY22" fmla="*/ 274195 h 419490"/>
                  <a:gd name="connsiteX23" fmla="*/ 246445 w 378125"/>
                  <a:gd name="connsiteY23" fmla="*/ 386684 h 419490"/>
                  <a:gd name="connsiteX24" fmla="*/ 166932 w 378125"/>
                  <a:gd name="connsiteY24" fmla="*/ 419491 h 4194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378125" h="419490">
                    <a:moveTo>
                      <a:pt x="166989" y="419462"/>
                    </a:moveTo>
                    <a:cubicBezTo>
                      <a:pt x="136871" y="419462"/>
                      <a:pt x="108650" y="407800"/>
                      <a:pt x="87477" y="386655"/>
                    </a:cubicBezTo>
                    <a:lnTo>
                      <a:pt x="32902" y="332081"/>
                    </a:lnTo>
                    <a:cubicBezTo>
                      <a:pt x="-10944" y="288235"/>
                      <a:pt x="-10972" y="216875"/>
                      <a:pt x="32846" y="173029"/>
                    </a:cubicBezTo>
                    <a:lnTo>
                      <a:pt x="173046" y="32828"/>
                    </a:lnTo>
                    <a:cubicBezTo>
                      <a:pt x="184086" y="21789"/>
                      <a:pt x="197107" y="13297"/>
                      <a:pt x="211741" y="7664"/>
                    </a:cubicBezTo>
                    <a:cubicBezTo>
                      <a:pt x="238094" y="-2555"/>
                      <a:pt x="267108" y="-2555"/>
                      <a:pt x="293461" y="7664"/>
                    </a:cubicBezTo>
                    <a:cubicBezTo>
                      <a:pt x="308067" y="13325"/>
                      <a:pt x="321088" y="21789"/>
                      <a:pt x="332128" y="32828"/>
                    </a:cubicBezTo>
                    <a:lnTo>
                      <a:pt x="376002" y="76703"/>
                    </a:lnTo>
                    <a:cubicBezTo>
                      <a:pt x="378833" y="79533"/>
                      <a:pt x="378833" y="84091"/>
                      <a:pt x="376002" y="86921"/>
                    </a:cubicBezTo>
                    <a:cubicBezTo>
                      <a:pt x="373172" y="89752"/>
                      <a:pt x="368614" y="89752"/>
                      <a:pt x="365783" y="86921"/>
                    </a:cubicBezTo>
                    <a:lnTo>
                      <a:pt x="321909" y="43047"/>
                    </a:lnTo>
                    <a:cubicBezTo>
                      <a:pt x="312285" y="33423"/>
                      <a:pt x="300963" y="26063"/>
                      <a:pt x="288225" y="21138"/>
                    </a:cubicBezTo>
                    <a:cubicBezTo>
                      <a:pt x="265240" y="12221"/>
                      <a:pt x="239934" y="12193"/>
                      <a:pt x="216921" y="21138"/>
                    </a:cubicBezTo>
                    <a:cubicBezTo>
                      <a:pt x="204183" y="26063"/>
                      <a:pt x="192861" y="33423"/>
                      <a:pt x="183237" y="43047"/>
                    </a:cubicBezTo>
                    <a:lnTo>
                      <a:pt x="43036" y="183247"/>
                    </a:lnTo>
                    <a:cubicBezTo>
                      <a:pt x="4823" y="221461"/>
                      <a:pt x="4851" y="283649"/>
                      <a:pt x="43065" y="321891"/>
                    </a:cubicBezTo>
                    <a:lnTo>
                      <a:pt x="97639" y="376465"/>
                    </a:lnTo>
                    <a:cubicBezTo>
                      <a:pt x="116066" y="394893"/>
                      <a:pt x="140693" y="405054"/>
                      <a:pt x="166932" y="405054"/>
                    </a:cubicBezTo>
                    <a:cubicBezTo>
                      <a:pt x="193172" y="405054"/>
                      <a:pt x="217799" y="394893"/>
                      <a:pt x="236226" y="376465"/>
                    </a:cubicBezTo>
                    <a:lnTo>
                      <a:pt x="348715" y="263976"/>
                    </a:lnTo>
                    <a:cubicBezTo>
                      <a:pt x="351545" y="261146"/>
                      <a:pt x="356103" y="261146"/>
                      <a:pt x="358934" y="263976"/>
                    </a:cubicBezTo>
                    <a:cubicBezTo>
                      <a:pt x="361764" y="266807"/>
                      <a:pt x="361764" y="271364"/>
                      <a:pt x="358934" y="274195"/>
                    </a:cubicBezTo>
                    <a:lnTo>
                      <a:pt x="246445" y="386684"/>
                    </a:lnTo>
                    <a:cubicBezTo>
                      <a:pt x="225299" y="407857"/>
                      <a:pt x="197050" y="419491"/>
                      <a:pt x="166932" y="419491"/>
                    </a:cubicBezTo>
                    <a:close/>
                  </a:path>
                </a:pathLst>
              </a:custGeom>
              <a:solidFill>
                <a:srgbClr val="262626"/>
              </a:solidFill>
              <a:ln w="2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12" name="Forma Livre: Forma 511">
                <a:extLst>
                  <a:ext uri="{FF2B5EF4-FFF2-40B4-BE49-F238E27FC236}">
                    <a16:creationId xmlns:a16="http://schemas.microsoft.com/office/drawing/2014/main" id="{430D5438-499D-B4A0-A691-B905182CDCE5}"/>
                  </a:ext>
                </a:extLst>
              </p:cNvPr>
              <p:cNvSpPr/>
              <p:nvPr/>
            </p:nvSpPr>
            <p:spPr>
              <a:xfrm>
                <a:off x="10614403" y="4349689"/>
                <a:ext cx="493001" cy="493079"/>
              </a:xfrm>
              <a:custGeom>
                <a:avLst/>
                <a:gdLst>
                  <a:gd name="connsiteX0" fmla="*/ 103700 w 493001"/>
                  <a:gd name="connsiteY0" fmla="*/ 493080 h 493079"/>
                  <a:gd name="connsiteX1" fmla="*/ 68798 w 493001"/>
                  <a:gd name="connsiteY1" fmla="*/ 478898 h 493079"/>
                  <a:gd name="connsiteX2" fmla="*/ 14224 w 493001"/>
                  <a:gd name="connsiteY2" fmla="*/ 424324 h 493079"/>
                  <a:gd name="connsiteX3" fmla="*/ 14224 w 493001"/>
                  <a:gd name="connsiteY3" fmla="*/ 354379 h 493079"/>
                  <a:gd name="connsiteX4" fmla="*/ 154424 w 493001"/>
                  <a:gd name="connsiteY4" fmla="*/ 214179 h 493079"/>
                  <a:gd name="connsiteX5" fmla="*/ 202262 w 493001"/>
                  <a:gd name="connsiteY5" fmla="*/ 201639 h 493079"/>
                  <a:gd name="connsiteX6" fmla="*/ 208999 w 493001"/>
                  <a:gd name="connsiteY6" fmla="*/ 203904 h 493079"/>
                  <a:gd name="connsiteX7" fmla="*/ 224341 w 493001"/>
                  <a:gd name="connsiteY7" fmla="*/ 214179 h 493079"/>
                  <a:gd name="connsiteX8" fmla="*/ 278915 w 493001"/>
                  <a:gd name="connsiteY8" fmla="*/ 268753 h 493079"/>
                  <a:gd name="connsiteX9" fmla="*/ 289728 w 493001"/>
                  <a:gd name="connsiteY9" fmla="*/ 275971 h 493079"/>
                  <a:gd name="connsiteX10" fmla="*/ 293917 w 493001"/>
                  <a:gd name="connsiteY10" fmla="*/ 277386 h 493079"/>
                  <a:gd name="connsiteX11" fmla="*/ 328394 w 493001"/>
                  <a:gd name="connsiteY11" fmla="*/ 268696 h 493079"/>
                  <a:gd name="connsiteX12" fmla="*/ 468595 w 493001"/>
                  <a:gd name="connsiteY12" fmla="*/ 128496 h 493079"/>
                  <a:gd name="connsiteX13" fmla="*/ 468623 w 493001"/>
                  <a:gd name="connsiteY13" fmla="*/ 79017 h 493079"/>
                  <a:gd name="connsiteX14" fmla="*/ 414049 w 493001"/>
                  <a:gd name="connsiteY14" fmla="*/ 24442 h 493079"/>
                  <a:gd name="connsiteX15" fmla="*/ 389281 w 493001"/>
                  <a:gd name="connsiteY15" fmla="*/ 14422 h 493079"/>
                  <a:gd name="connsiteX16" fmla="*/ 364513 w 493001"/>
                  <a:gd name="connsiteY16" fmla="*/ 24442 h 493079"/>
                  <a:gd name="connsiteX17" fmla="*/ 275575 w 493001"/>
                  <a:gd name="connsiteY17" fmla="*/ 113380 h 493079"/>
                  <a:gd name="connsiteX18" fmla="*/ 265357 w 493001"/>
                  <a:gd name="connsiteY18" fmla="*/ 113380 h 493079"/>
                  <a:gd name="connsiteX19" fmla="*/ 265357 w 493001"/>
                  <a:gd name="connsiteY19" fmla="*/ 103162 h 493079"/>
                  <a:gd name="connsiteX20" fmla="*/ 354295 w 493001"/>
                  <a:gd name="connsiteY20" fmla="*/ 14224 h 493079"/>
                  <a:gd name="connsiteX21" fmla="*/ 424239 w 493001"/>
                  <a:gd name="connsiteY21" fmla="*/ 14224 h 493079"/>
                  <a:gd name="connsiteX22" fmla="*/ 478814 w 493001"/>
                  <a:gd name="connsiteY22" fmla="*/ 68798 h 493079"/>
                  <a:gd name="connsiteX23" fmla="*/ 478785 w 493001"/>
                  <a:gd name="connsiteY23" fmla="*/ 138686 h 493079"/>
                  <a:gd name="connsiteX24" fmla="*/ 338585 w 493001"/>
                  <a:gd name="connsiteY24" fmla="*/ 278887 h 493079"/>
                  <a:gd name="connsiteX25" fmla="*/ 290209 w 493001"/>
                  <a:gd name="connsiteY25" fmla="*/ 291313 h 493079"/>
                  <a:gd name="connsiteX26" fmla="*/ 284152 w 493001"/>
                  <a:gd name="connsiteY26" fmla="*/ 289247 h 493079"/>
                  <a:gd name="connsiteX27" fmla="*/ 268725 w 493001"/>
                  <a:gd name="connsiteY27" fmla="*/ 278915 h 493079"/>
                  <a:gd name="connsiteX28" fmla="*/ 214151 w 493001"/>
                  <a:gd name="connsiteY28" fmla="*/ 224341 h 493079"/>
                  <a:gd name="connsiteX29" fmla="*/ 203366 w 493001"/>
                  <a:gd name="connsiteY29" fmla="*/ 217151 h 493079"/>
                  <a:gd name="connsiteX30" fmla="*/ 198809 w 493001"/>
                  <a:gd name="connsiteY30" fmla="*/ 215622 h 493079"/>
                  <a:gd name="connsiteX31" fmla="*/ 164615 w 493001"/>
                  <a:gd name="connsiteY31" fmla="*/ 224341 h 493079"/>
                  <a:gd name="connsiteX32" fmla="*/ 24414 w 493001"/>
                  <a:gd name="connsiteY32" fmla="*/ 364541 h 493079"/>
                  <a:gd name="connsiteX33" fmla="*/ 14394 w 493001"/>
                  <a:gd name="connsiteY33" fmla="*/ 389309 h 493079"/>
                  <a:gd name="connsiteX34" fmla="*/ 24414 w 493001"/>
                  <a:gd name="connsiteY34" fmla="*/ 414077 h 493079"/>
                  <a:gd name="connsiteX35" fmla="*/ 78989 w 493001"/>
                  <a:gd name="connsiteY35" fmla="*/ 468651 h 493079"/>
                  <a:gd name="connsiteX36" fmla="*/ 128468 w 493001"/>
                  <a:gd name="connsiteY36" fmla="*/ 468623 h 493079"/>
                  <a:gd name="connsiteX37" fmla="*/ 217377 w 493001"/>
                  <a:gd name="connsiteY37" fmla="*/ 379713 h 493079"/>
                  <a:gd name="connsiteX38" fmla="*/ 227596 w 493001"/>
                  <a:gd name="connsiteY38" fmla="*/ 379713 h 493079"/>
                  <a:gd name="connsiteX39" fmla="*/ 227596 w 493001"/>
                  <a:gd name="connsiteY39" fmla="*/ 389932 h 493079"/>
                  <a:gd name="connsiteX40" fmla="*/ 138687 w 493001"/>
                  <a:gd name="connsiteY40" fmla="*/ 478842 h 493079"/>
                  <a:gd name="connsiteX41" fmla="*/ 103700 w 493001"/>
                  <a:gd name="connsiteY41" fmla="*/ 493080 h 493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</a:cxnLst>
                <a:rect l="l" t="t" r="r" b="b"/>
                <a:pathLst>
                  <a:path w="493001" h="493079">
                    <a:moveTo>
                      <a:pt x="103700" y="493080"/>
                    </a:moveTo>
                    <a:cubicBezTo>
                      <a:pt x="90962" y="493080"/>
                      <a:pt x="78253" y="488352"/>
                      <a:pt x="68798" y="478898"/>
                    </a:cubicBezTo>
                    <a:lnTo>
                      <a:pt x="14224" y="424324"/>
                    </a:lnTo>
                    <a:cubicBezTo>
                      <a:pt x="-4741" y="405359"/>
                      <a:pt x="-4741" y="373344"/>
                      <a:pt x="14224" y="354379"/>
                    </a:cubicBezTo>
                    <a:lnTo>
                      <a:pt x="154424" y="214179"/>
                    </a:lnTo>
                    <a:cubicBezTo>
                      <a:pt x="166738" y="201866"/>
                      <a:pt x="185080" y="197054"/>
                      <a:pt x="202262" y="201639"/>
                    </a:cubicBezTo>
                    <a:cubicBezTo>
                      <a:pt x="204300" y="202092"/>
                      <a:pt x="206593" y="202856"/>
                      <a:pt x="208999" y="203904"/>
                    </a:cubicBezTo>
                    <a:cubicBezTo>
                      <a:pt x="214688" y="206253"/>
                      <a:pt x="219897" y="209706"/>
                      <a:pt x="224341" y="214179"/>
                    </a:cubicBezTo>
                    <a:lnTo>
                      <a:pt x="278915" y="268753"/>
                    </a:lnTo>
                    <a:cubicBezTo>
                      <a:pt x="282057" y="271867"/>
                      <a:pt x="285680" y="274301"/>
                      <a:pt x="289728" y="275971"/>
                    </a:cubicBezTo>
                    <a:cubicBezTo>
                      <a:pt x="291143" y="276566"/>
                      <a:pt x="292502" y="277047"/>
                      <a:pt x="293917" y="277386"/>
                    </a:cubicBezTo>
                    <a:cubicBezTo>
                      <a:pt x="306457" y="280812"/>
                      <a:pt x="319620" y="277471"/>
                      <a:pt x="328394" y="268696"/>
                    </a:cubicBezTo>
                    <a:lnTo>
                      <a:pt x="468595" y="128496"/>
                    </a:lnTo>
                    <a:cubicBezTo>
                      <a:pt x="482012" y="115079"/>
                      <a:pt x="482040" y="92406"/>
                      <a:pt x="468623" y="79017"/>
                    </a:cubicBezTo>
                    <a:lnTo>
                      <a:pt x="414049" y="24442"/>
                    </a:lnTo>
                    <a:cubicBezTo>
                      <a:pt x="407595" y="17989"/>
                      <a:pt x="398792" y="14422"/>
                      <a:pt x="389281" y="14422"/>
                    </a:cubicBezTo>
                    <a:cubicBezTo>
                      <a:pt x="379770" y="14422"/>
                      <a:pt x="370967" y="17989"/>
                      <a:pt x="364513" y="24442"/>
                    </a:cubicBezTo>
                    <a:lnTo>
                      <a:pt x="275575" y="113380"/>
                    </a:lnTo>
                    <a:cubicBezTo>
                      <a:pt x="272744" y="116211"/>
                      <a:pt x="268187" y="116211"/>
                      <a:pt x="265357" y="113380"/>
                    </a:cubicBezTo>
                    <a:cubicBezTo>
                      <a:pt x="262526" y="110550"/>
                      <a:pt x="262526" y="105992"/>
                      <a:pt x="265357" y="103162"/>
                    </a:cubicBezTo>
                    <a:lnTo>
                      <a:pt x="354295" y="14224"/>
                    </a:lnTo>
                    <a:cubicBezTo>
                      <a:pt x="373260" y="-4741"/>
                      <a:pt x="405274" y="-4741"/>
                      <a:pt x="424239" y="14224"/>
                    </a:cubicBezTo>
                    <a:lnTo>
                      <a:pt x="478814" y="68798"/>
                    </a:lnTo>
                    <a:cubicBezTo>
                      <a:pt x="497750" y="87735"/>
                      <a:pt x="497722" y="119749"/>
                      <a:pt x="478785" y="138686"/>
                    </a:cubicBezTo>
                    <a:lnTo>
                      <a:pt x="338585" y="278887"/>
                    </a:lnTo>
                    <a:cubicBezTo>
                      <a:pt x="326130" y="291341"/>
                      <a:pt x="307589" y="296097"/>
                      <a:pt x="290209" y="291313"/>
                    </a:cubicBezTo>
                    <a:cubicBezTo>
                      <a:pt x="288171" y="290804"/>
                      <a:pt x="286161" y="290124"/>
                      <a:pt x="284152" y="289247"/>
                    </a:cubicBezTo>
                    <a:cubicBezTo>
                      <a:pt x="278434" y="286897"/>
                      <a:pt x="273197" y="283387"/>
                      <a:pt x="268725" y="278915"/>
                    </a:cubicBezTo>
                    <a:lnTo>
                      <a:pt x="214151" y="224341"/>
                    </a:lnTo>
                    <a:cubicBezTo>
                      <a:pt x="211037" y="221227"/>
                      <a:pt x="207413" y="218821"/>
                      <a:pt x="203366" y="217151"/>
                    </a:cubicBezTo>
                    <a:cubicBezTo>
                      <a:pt x="201640" y="216415"/>
                      <a:pt x="200253" y="215934"/>
                      <a:pt x="198809" y="215622"/>
                    </a:cubicBezTo>
                    <a:cubicBezTo>
                      <a:pt x="186269" y="212282"/>
                      <a:pt x="173277" y="215651"/>
                      <a:pt x="164615" y="224341"/>
                    </a:cubicBezTo>
                    <a:lnTo>
                      <a:pt x="24414" y="364541"/>
                    </a:lnTo>
                    <a:cubicBezTo>
                      <a:pt x="17960" y="370995"/>
                      <a:pt x="14394" y="379798"/>
                      <a:pt x="14394" y="389309"/>
                    </a:cubicBezTo>
                    <a:cubicBezTo>
                      <a:pt x="14394" y="398820"/>
                      <a:pt x="17960" y="407623"/>
                      <a:pt x="24414" y="414077"/>
                    </a:cubicBezTo>
                    <a:lnTo>
                      <a:pt x="78989" y="468651"/>
                    </a:lnTo>
                    <a:cubicBezTo>
                      <a:pt x="92377" y="482040"/>
                      <a:pt x="115051" y="482040"/>
                      <a:pt x="128468" y="468623"/>
                    </a:cubicBezTo>
                    <a:lnTo>
                      <a:pt x="217377" y="379713"/>
                    </a:lnTo>
                    <a:cubicBezTo>
                      <a:pt x="220208" y="376883"/>
                      <a:pt x="224766" y="376883"/>
                      <a:pt x="227596" y="379713"/>
                    </a:cubicBezTo>
                    <a:cubicBezTo>
                      <a:pt x="230427" y="382544"/>
                      <a:pt x="230427" y="387101"/>
                      <a:pt x="227596" y="389932"/>
                    </a:cubicBezTo>
                    <a:lnTo>
                      <a:pt x="138687" y="478842"/>
                    </a:lnTo>
                    <a:cubicBezTo>
                      <a:pt x="129204" y="488324"/>
                      <a:pt x="116438" y="493080"/>
                      <a:pt x="103700" y="493080"/>
                    </a:cubicBezTo>
                    <a:close/>
                  </a:path>
                </a:pathLst>
              </a:custGeom>
              <a:solidFill>
                <a:srgbClr val="262626"/>
              </a:solidFill>
              <a:ln w="2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501" name="Gráfico 3">
              <a:extLst>
                <a:ext uri="{FF2B5EF4-FFF2-40B4-BE49-F238E27FC236}">
                  <a16:creationId xmlns:a16="http://schemas.microsoft.com/office/drawing/2014/main" id="{3E9FA83B-BDC3-0DB5-59EE-718DF7260217}"/>
                </a:ext>
              </a:extLst>
            </p:cNvPr>
            <p:cNvGrpSpPr/>
            <p:nvPr/>
          </p:nvGrpSpPr>
          <p:grpSpPr>
            <a:xfrm>
              <a:off x="10527375" y="4262652"/>
              <a:ext cx="666837" cy="667185"/>
              <a:chOff x="10527375" y="4262652"/>
              <a:chExt cx="666837" cy="667185"/>
            </a:xfrm>
            <a:solidFill>
              <a:srgbClr val="262626"/>
            </a:solidFill>
          </p:grpSpPr>
          <p:grpSp>
            <p:nvGrpSpPr>
              <p:cNvPr id="502" name="Gráfico 3">
                <a:extLst>
                  <a:ext uri="{FF2B5EF4-FFF2-40B4-BE49-F238E27FC236}">
                    <a16:creationId xmlns:a16="http://schemas.microsoft.com/office/drawing/2014/main" id="{67579E74-4840-F4CC-EA4C-FBA4793CA441}"/>
                  </a:ext>
                </a:extLst>
              </p:cNvPr>
              <p:cNvGrpSpPr/>
              <p:nvPr/>
            </p:nvGrpSpPr>
            <p:grpSpPr>
              <a:xfrm>
                <a:off x="10527375" y="4262652"/>
                <a:ext cx="388724" cy="388738"/>
                <a:chOff x="10527375" y="4262652"/>
                <a:chExt cx="388724" cy="388738"/>
              </a:xfrm>
              <a:solidFill>
                <a:srgbClr val="262626"/>
              </a:solidFill>
            </p:grpSpPr>
            <p:sp>
              <p:nvSpPr>
                <p:cNvPr id="507" name="Forma Livre: Forma 506">
                  <a:extLst>
                    <a:ext uri="{FF2B5EF4-FFF2-40B4-BE49-F238E27FC236}">
                      <a16:creationId xmlns:a16="http://schemas.microsoft.com/office/drawing/2014/main" id="{E97E884D-8D5F-600D-2E0B-730BC5CFD4B3}"/>
                    </a:ext>
                  </a:extLst>
                </p:cNvPr>
                <p:cNvSpPr/>
                <p:nvPr/>
              </p:nvSpPr>
              <p:spPr>
                <a:xfrm>
                  <a:off x="10623783" y="4275540"/>
                  <a:ext cx="153254" cy="96298"/>
                </a:xfrm>
                <a:custGeom>
                  <a:avLst/>
                  <a:gdLst>
                    <a:gd name="connsiteX0" fmla="*/ 7222 w 153254"/>
                    <a:gd name="connsiteY0" fmla="*/ 96299 h 96298"/>
                    <a:gd name="connsiteX1" fmla="*/ 2098 w 153254"/>
                    <a:gd name="connsiteY1" fmla="*/ 94176 h 96298"/>
                    <a:gd name="connsiteX2" fmla="*/ 2127 w 153254"/>
                    <a:gd name="connsiteY2" fmla="*/ 83957 h 96298"/>
                    <a:gd name="connsiteX3" fmla="*/ 144026 w 153254"/>
                    <a:gd name="connsiteY3" fmla="*/ 284 h 96298"/>
                    <a:gd name="connsiteX4" fmla="*/ 152970 w 153254"/>
                    <a:gd name="connsiteY4" fmla="*/ 5210 h 96298"/>
                    <a:gd name="connsiteX5" fmla="*/ 148045 w 153254"/>
                    <a:gd name="connsiteY5" fmla="*/ 14154 h 96298"/>
                    <a:gd name="connsiteX6" fmla="*/ 12317 w 153254"/>
                    <a:gd name="connsiteY6" fmla="*/ 94176 h 96298"/>
                    <a:gd name="connsiteX7" fmla="*/ 7222 w 153254"/>
                    <a:gd name="connsiteY7" fmla="*/ 96271 h 962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53254" h="96298">
                      <a:moveTo>
                        <a:pt x="7222" y="96299"/>
                      </a:moveTo>
                      <a:cubicBezTo>
                        <a:pt x="5354" y="96299"/>
                        <a:pt x="3513" y="95591"/>
                        <a:pt x="2098" y="94176"/>
                      </a:cubicBezTo>
                      <a:cubicBezTo>
                        <a:pt x="-704" y="91345"/>
                        <a:pt x="-704" y="86788"/>
                        <a:pt x="2127" y="83957"/>
                      </a:cubicBezTo>
                      <a:cubicBezTo>
                        <a:pt x="41670" y="44640"/>
                        <a:pt x="90725" y="15711"/>
                        <a:pt x="144026" y="284"/>
                      </a:cubicBezTo>
                      <a:cubicBezTo>
                        <a:pt x="147847" y="-820"/>
                        <a:pt x="151867" y="1388"/>
                        <a:pt x="152970" y="5210"/>
                      </a:cubicBezTo>
                      <a:cubicBezTo>
                        <a:pt x="154075" y="9031"/>
                        <a:pt x="151867" y="13050"/>
                        <a:pt x="148045" y="14154"/>
                      </a:cubicBezTo>
                      <a:cubicBezTo>
                        <a:pt x="97066" y="28902"/>
                        <a:pt x="50134" y="56585"/>
                        <a:pt x="12317" y="94176"/>
                      </a:cubicBezTo>
                      <a:cubicBezTo>
                        <a:pt x="10902" y="95563"/>
                        <a:pt x="9061" y="96271"/>
                        <a:pt x="7222" y="96271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282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08" name="Forma Livre: Forma 507">
                  <a:extLst>
                    <a:ext uri="{FF2B5EF4-FFF2-40B4-BE49-F238E27FC236}">
                      <a16:creationId xmlns:a16="http://schemas.microsoft.com/office/drawing/2014/main" id="{860BA0AB-4F54-FB4A-A850-7AB27FB87CC6}"/>
                    </a:ext>
                  </a:extLst>
                </p:cNvPr>
                <p:cNvSpPr/>
                <p:nvPr/>
              </p:nvSpPr>
              <p:spPr>
                <a:xfrm>
                  <a:off x="10814460" y="4262652"/>
                  <a:ext cx="101639" cy="17927"/>
                </a:xfrm>
                <a:custGeom>
                  <a:avLst/>
                  <a:gdLst>
                    <a:gd name="connsiteX0" fmla="*/ 94454 w 101639"/>
                    <a:gd name="connsiteY0" fmla="*/ 17927 h 17927"/>
                    <a:gd name="connsiteX1" fmla="*/ 93407 w 101639"/>
                    <a:gd name="connsiteY1" fmla="*/ 17842 h 17927"/>
                    <a:gd name="connsiteX2" fmla="*/ 8092 w 101639"/>
                    <a:gd name="connsiteY2" fmla="*/ 16710 h 17927"/>
                    <a:gd name="connsiteX3" fmla="*/ 53 w 101639"/>
                    <a:gd name="connsiteY3" fmla="*/ 10426 h 17927"/>
                    <a:gd name="connsiteX4" fmla="*/ 6337 w 101639"/>
                    <a:gd name="connsiteY4" fmla="*/ 2387 h 17927"/>
                    <a:gd name="connsiteX5" fmla="*/ 95473 w 101639"/>
                    <a:gd name="connsiteY5" fmla="*/ 3547 h 17927"/>
                    <a:gd name="connsiteX6" fmla="*/ 101559 w 101639"/>
                    <a:gd name="connsiteY6" fmla="*/ 11728 h 17927"/>
                    <a:gd name="connsiteX7" fmla="*/ 94426 w 101639"/>
                    <a:gd name="connsiteY7" fmla="*/ 17899 h 179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01639" h="17927">
                      <a:moveTo>
                        <a:pt x="94454" y="17927"/>
                      </a:moveTo>
                      <a:cubicBezTo>
                        <a:pt x="94115" y="17927"/>
                        <a:pt x="93746" y="17927"/>
                        <a:pt x="93407" y="17842"/>
                      </a:cubicBezTo>
                      <a:cubicBezTo>
                        <a:pt x="65101" y="13709"/>
                        <a:pt x="35719" y="13370"/>
                        <a:pt x="8092" y="16710"/>
                      </a:cubicBezTo>
                      <a:cubicBezTo>
                        <a:pt x="4129" y="17191"/>
                        <a:pt x="534" y="14360"/>
                        <a:pt x="53" y="10426"/>
                      </a:cubicBezTo>
                      <a:cubicBezTo>
                        <a:pt x="-428" y="6463"/>
                        <a:pt x="2402" y="2868"/>
                        <a:pt x="6337" y="2387"/>
                      </a:cubicBezTo>
                      <a:cubicBezTo>
                        <a:pt x="35209" y="-1123"/>
                        <a:pt x="65894" y="-783"/>
                        <a:pt x="95473" y="3547"/>
                      </a:cubicBezTo>
                      <a:cubicBezTo>
                        <a:pt x="99408" y="4114"/>
                        <a:pt x="102153" y="7793"/>
                        <a:pt x="101559" y="11728"/>
                      </a:cubicBezTo>
                      <a:cubicBezTo>
                        <a:pt x="101021" y="15323"/>
                        <a:pt x="97964" y="17899"/>
                        <a:pt x="94426" y="17899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282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09" name="Forma Livre: Forma 508">
                  <a:extLst>
                    <a:ext uri="{FF2B5EF4-FFF2-40B4-BE49-F238E27FC236}">
                      <a16:creationId xmlns:a16="http://schemas.microsoft.com/office/drawing/2014/main" id="{CFF94282-C30C-816A-1045-B741EF006DBF}"/>
                    </a:ext>
                  </a:extLst>
                </p:cNvPr>
                <p:cNvSpPr/>
                <p:nvPr/>
              </p:nvSpPr>
              <p:spPr>
                <a:xfrm>
                  <a:off x="10527375" y="4397592"/>
                  <a:ext cx="76432" cy="253798"/>
                </a:xfrm>
                <a:custGeom>
                  <a:avLst/>
                  <a:gdLst>
                    <a:gd name="connsiteX0" fmla="*/ 10700 w 76432"/>
                    <a:gd name="connsiteY0" fmla="*/ 253799 h 253798"/>
                    <a:gd name="connsiteX1" fmla="*/ 3567 w 76432"/>
                    <a:gd name="connsiteY1" fmla="*/ 247628 h 253798"/>
                    <a:gd name="connsiteX2" fmla="*/ 0 w 76432"/>
                    <a:gd name="connsiteY2" fmla="*/ 198630 h 253798"/>
                    <a:gd name="connsiteX3" fmla="*/ 63378 w 76432"/>
                    <a:gd name="connsiteY3" fmla="*/ 2978 h 253798"/>
                    <a:gd name="connsiteX4" fmla="*/ 73455 w 76432"/>
                    <a:gd name="connsiteY4" fmla="*/ 1364 h 253798"/>
                    <a:gd name="connsiteX5" fmla="*/ 75068 w 76432"/>
                    <a:gd name="connsiteY5" fmla="*/ 11441 h 253798"/>
                    <a:gd name="connsiteX6" fmla="*/ 14436 w 76432"/>
                    <a:gd name="connsiteY6" fmla="*/ 198602 h 253798"/>
                    <a:gd name="connsiteX7" fmla="*/ 17861 w 76432"/>
                    <a:gd name="connsiteY7" fmla="*/ 245505 h 253798"/>
                    <a:gd name="connsiteX8" fmla="*/ 11776 w 76432"/>
                    <a:gd name="connsiteY8" fmla="*/ 253686 h 253798"/>
                    <a:gd name="connsiteX9" fmla="*/ 10728 w 76432"/>
                    <a:gd name="connsiteY9" fmla="*/ 253770 h 2537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76432" h="253798">
                      <a:moveTo>
                        <a:pt x="10700" y="253799"/>
                      </a:moveTo>
                      <a:cubicBezTo>
                        <a:pt x="7162" y="253799"/>
                        <a:pt x="4105" y="251223"/>
                        <a:pt x="3567" y="247628"/>
                      </a:cubicBezTo>
                      <a:cubicBezTo>
                        <a:pt x="1189" y="231437"/>
                        <a:pt x="0" y="214963"/>
                        <a:pt x="0" y="198630"/>
                      </a:cubicBezTo>
                      <a:cubicBezTo>
                        <a:pt x="0" y="127751"/>
                        <a:pt x="21910" y="60100"/>
                        <a:pt x="63378" y="2978"/>
                      </a:cubicBezTo>
                      <a:cubicBezTo>
                        <a:pt x="65728" y="-249"/>
                        <a:pt x="70228" y="-957"/>
                        <a:pt x="73455" y="1364"/>
                      </a:cubicBezTo>
                      <a:cubicBezTo>
                        <a:pt x="76682" y="3714"/>
                        <a:pt x="77389" y="8214"/>
                        <a:pt x="75068" y="11441"/>
                      </a:cubicBezTo>
                      <a:cubicBezTo>
                        <a:pt x="35411" y="66072"/>
                        <a:pt x="14436" y="130808"/>
                        <a:pt x="14436" y="198602"/>
                      </a:cubicBezTo>
                      <a:cubicBezTo>
                        <a:pt x="14436" y="214227"/>
                        <a:pt x="15597" y="230022"/>
                        <a:pt x="17861" y="245505"/>
                      </a:cubicBezTo>
                      <a:cubicBezTo>
                        <a:pt x="18427" y="249440"/>
                        <a:pt x="15710" y="253119"/>
                        <a:pt x="11776" y="253686"/>
                      </a:cubicBezTo>
                      <a:cubicBezTo>
                        <a:pt x="11436" y="253742"/>
                        <a:pt x="11068" y="253770"/>
                        <a:pt x="10728" y="253770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282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  <p:grpSp>
            <p:nvGrpSpPr>
              <p:cNvPr id="503" name="Gráfico 3">
                <a:extLst>
                  <a:ext uri="{FF2B5EF4-FFF2-40B4-BE49-F238E27FC236}">
                    <a16:creationId xmlns:a16="http://schemas.microsoft.com/office/drawing/2014/main" id="{B266A1E3-9A27-D000-773A-C146B09E6D4F}"/>
                  </a:ext>
                </a:extLst>
              </p:cNvPr>
              <p:cNvGrpSpPr/>
              <p:nvPr/>
            </p:nvGrpSpPr>
            <p:grpSpPr>
              <a:xfrm>
                <a:off x="10805516" y="4541063"/>
                <a:ext cx="388696" cy="388775"/>
                <a:chOff x="10805516" y="4541063"/>
                <a:chExt cx="388696" cy="388775"/>
              </a:xfrm>
              <a:solidFill>
                <a:srgbClr val="262626"/>
              </a:solidFill>
            </p:grpSpPr>
            <p:sp>
              <p:nvSpPr>
                <p:cNvPr id="504" name="Forma Livre: Forma 503">
                  <a:extLst>
                    <a:ext uri="{FF2B5EF4-FFF2-40B4-BE49-F238E27FC236}">
                      <a16:creationId xmlns:a16="http://schemas.microsoft.com/office/drawing/2014/main" id="{FF885CC0-33D1-F275-99DA-60804DD39E81}"/>
                    </a:ext>
                  </a:extLst>
                </p:cNvPr>
                <p:cNvSpPr/>
                <p:nvPr/>
              </p:nvSpPr>
              <p:spPr>
                <a:xfrm>
                  <a:off x="10944579" y="4820629"/>
                  <a:ext cx="153257" cy="96301"/>
                </a:xfrm>
                <a:custGeom>
                  <a:avLst/>
                  <a:gdLst>
                    <a:gd name="connsiteX0" fmla="*/ 7219 w 153257"/>
                    <a:gd name="connsiteY0" fmla="*/ 96273 h 96301"/>
                    <a:gd name="connsiteX1" fmla="*/ 285 w 153257"/>
                    <a:gd name="connsiteY1" fmla="*/ 91065 h 96301"/>
                    <a:gd name="connsiteX2" fmla="*/ 5210 w 153257"/>
                    <a:gd name="connsiteY2" fmla="*/ 82120 h 96301"/>
                    <a:gd name="connsiteX3" fmla="*/ 140938 w 153257"/>
                    <a:gd name="connsiteY3" fmla="*/ 2098 h 96301"/>
                    <a:gd name="connsiteX4" fmla="*/ 151156 w 153257"/>
                    <a:gd name="connsiteY4" fmla="*/ 2127 h 96301"/>
                    <a:gd name="connsiteX5" fmla="*/ 151156 w 153257"/>
                    <a:gd name="connsiteY5" fmla="*/ 12345 h 96301"/>
                    <a:gd name="connsiteX6" fmla="*/ 9257 w 153257"/>
                    <a:gd name="connsiteY6" fmla="*/ 96018 h 96301"/>
                    <a:gd name="connsiteX7" fmla="*/ 7248 w 153257"/>
                    <a:gd name="connsiteY7" fmla="*/ 96301 h 963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53257" h="96301">
                      <a:moveTo>
                        <a:pt x="7219" y="96273"/>
                      </a:moveTo>
                      <a:cubicBezTo>
                        <a:pt x="4077" y="96273"/>
                        <a:pt x="1218" y="94207"/>
                        <a:pt x="285" y="91065"/>
                      </a:cubicBezTo>
                      <a:cubicBezTo>
                        <a:pt x="-820" y="87243"/>
                        <a:pt x="1388" y="83224"/>
                        <a:pt x="5210" y="82120"/>
                      </a:cubicBezTo>
                      <a:cubicBezTo>
                        <a:pt x="56189" y="67372"/>
                        <a:pt x="103120" y="39717"/>
                        <a:pt x="140938" y="2098"/>
                      </a:cubicBezTo>
                      <a:cubicBezTo>
                        <a:pt x="143768" y="-704"/>
                        <a:pt x="148325" y="-704"/>
                        <a:pt x="151156" y="2127"/>
                      </a:cubicBezTo>
                      <a:cubicBezTo>
                        <a:pt x="153958" y="4957"/>
                        <a:pt x="153958" y="9515"/>
                        <a:pt x="151156" y="12345"/>
                      </a:cubicBezTo>
                      <a:cubicBezTo>
                        <a:pt x="111612" y="51662"/>
                        <a:pt x="62558" y="80591"/>
                        <a:pt x="9257" y="96018"/>
                      </a:cubicBezTo>
                      <a:cubicBezTo>
                        <a:pt x="8578" y="96216"/>
                        <a:pt x="7927" y="96301"/>
                        <a:pt x="7248" y="96301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282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05" name="Forma Livre: Forma 504">
                  <a:extLst>
                    <a:ext uri="{FF2B5EF4-FFF2-40B4-BE49-F238E27FC236}">
                      <a16:creationId xmlns:a16="http://schemas.microsoft.com/office/drawing/2014/main" id="{7C95D805-78C0-F734-5328-19BE75E66061}"/>
                    </a:ext>
                  </a:extLst>
                </p:cNvPr>
                <p:cNvSpPr/>
                <p:nvPr/>
              </p:nvSpPr>
              <p:spPr>
                <a:xfrm>
                  <a:off x="10805516" y="4911903"/>
                  <a:ext cx="101640" cy="17935"/>
                </a:xfrm>
                <a:custGeom>
                  <a:avLst/>
                  <a:gdLst>
                    <a:gd name="connsiteX0" fmla="*/ 55165 w 101640"/>
                    <a:gd name="connsiteY0" fmla="*/ 17907 h 17935"/>
                    <a:gd name="connsiteX1" fmla="*/ 6167 w 101640"/>
                    <a:gd name="connsiteY1" fmla="*/ 14341 h 17935"/>
                    <a:gd name="connsiteX2" fmla="*/ 81 w 101640"/>
                    <a:gd name="connsiteY2" fmla="*/ 6160 h 17935"/>
                    <a:gd name="connsiteX3" fmla="*/ 8262 w 101640"/>
                    <a:gd name="connsiteY3" fmla="*/ 75 h 17935"/>
                    <a:gd name="connsiteX4" fmla="*/ 93548 w 101640"/>
                    <a:gd name="connsiteY4" fmla="*/ 1207 h 17935"/>
                    <a:gd name="connsiteX5" fmla="*/ 101587 w 101640"/>
                    <a:gd name="connsiteY5" fmla="*/ 7491 h 17935"/>
                    <a:gd name="connsiteX6" fmla="*/ 95303 w 101640"/>
                    <a:gd name="connsiteY6" fmla="*/ 15530 h 17935"/>
                    <a:gd name="connsiteX7" fmla="*/ 55165 w 101640"/>
                    <a:gd name="connsiteY7" fmla="*/ 17936 h 179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01640" h="17935">
                      <a:moveTo>
                        <a:pt x="55165" y="17907"/>
                      </a:moveTo>
                      <a:cubicBezTo>
                        <a:pt x="38833" y="17907"/>
                        <a:pt x="22358" y="16719"/>
                        <a:pt x="6167" y="14341"/>
                      </a:cubicBezTo>
                      <a:cubicBezTo>
                        <a:pt x="2232" y="13775"/>
                        <a:pt x="-513" y="10095"/>
                        <a:pt x="81" y="6160"/>
                      </a:cubicBezTo>
                      <a:cubicBezTo>
                        <a:pt x="648" y="2226"/>
                        <a:pt x="4327" y="-492"/>
                        <a:pt x="8262" y="75"/>
                      </a:cubicBezTo>
                      <a:cubicBezTo>
                        <a:pt x="36625" y="4207"/>
                        <a:pt x="65949" y="4547"/>
                        <a:pt x="93548" y="1207"/>
                      </a:cubicBezTo>
                      <a:cubicBezTo>
                        <a:pt x="97511" y="754"/>
                        <a:pt x="101106" y="3556"/>
                        <a:pt x="101587" y="7491"/>
                      </a:cubicBezTo>
                      <a:cubicBezTo>
                        <a:pt x="102068" y="11454"/>
                        <a:pt x="99238" y="15049"/>
                        <a:pt x="95303" y="15530"/>
                      </a:cubicBezTo>
                      <a:cubicBezTo>
                        <a:pt x="82226" y="17115"/>
                        <a:pt x="68723" y="17936"/>
                        <a:pt x="55165" y="17936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282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06" name="Forma Livre: Forma 505">
                  <a:extLst>
                    <a:ext uri="{FF2B5EF4-FFF2-40B4-BE49-F238E27FC236}">
                      <a16:creationId xmlns:a16="http://schemas.microsoft.com/office/drawing/2014/main" id="{75E36807-8407-308C-961F-457633253EF7}"/>
                    </a:ext>
                  </a:extLst>
                </p:cNvPr>
                <p:cNvSpPr/>
                <p:nvPr/>
              </p:nvSpPr>
              <p:spPr>
                <a:xfrm>
                  <a:off x="11117808" y="4541063"/>
                  <a:ext cx="76404" cy="253782"/>
                </a:xfrm>
                <a:custGeom>
                  <a:avLst/>
                  <a:gdLst>
                    <a:gd name="connsiteX0" fmla="*/ 7224 w 76404"/>
                    <a:gd name="connsiteY0" fmla="*/ 253783 h 253782"/>
                    <a:gd name="connsiteX1" fmla="*/ 2978 w 76404"/>
                    <a:gd name="connsiteY1" fmla="*/ 252396 h 253782"/>
                    <a:gd name="connsiteX2" fmla="*/ 1364 w 76404"/>
                    <a:gd name="connsiteY2" fmla="*/ 242319 h 253782"/>
                    <a:gd name="connsiteX3" fmla="*/ 61997 w 76404"/>
                    <a:gd name="connsiteY3" fmla="*/ 55158 h 253782"/>
                    <a:gd name="connsiteX4" fmla="*/ 58571 w 76404"/>
                    <a:gd name="connsiteY4" fmla="*/ 8255 h 253782"/>
                    <a:gd name="connsiteX5" fmla="*/ 64657 w 76404"/>
                    <a:gd name="connsiteY5" fmla="*/ 75 h 253782"/>
                    <a:gd name="connsiteX6" fmla="*/ 72837 w 76404"/>
                    <a:gd name="connsiteY6" fmla="*/ 6160 h 253782"/>
                    <a:gd name="connsiteX7" fmla="*/ 76404 w 76404"/>
                    <a:gd name="connsiteY7" fmla="*/ 55158 h 253782"/>
                    <a:gd name="connsiteX8" fmla="*/ 13027 w 76404"/>
                    <a:gd name="connsiteY8" fmla="*/ 250811 h 253782"/>
                    <a:gd name="connsiteX9" fmla="*/ 7167 w 76404"/>
                    <a:gd name="connsiteY9" fmla="*/ 253783 h 2537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76404" h="253782">
                      <a:moveTo>
                        <a:pt x="7224" y="253783"/>
                      </a:moveTo>
                      <a:cubicBezTo>
                        <a:pt x="5752" y="253783"/>
                        <a:pt x="4280" y="253330"/>
                        <a:pt x="2978" y="252396"/>
                      </a:cubicBezTo>
                      <a:cubicBezTo>
                        <a:pt x="-249" y="250046"/>
                        <a:pt x="-957" y="245546"/>
                        <a:pt x="1364" y="242319"/>
                      </a:cubicBezTo>
                      <a:cubicBezTo>
                        <a:pt x="41021" y="187688"/>
                        <a:pt x="61997" y="122952"/>
                        <a:pt x="61997" y="55158"/>
                      </a:cubicBezTo>
                      <a:cubicBezTo>
                        <a:pt x="61997" y="39505"/>
                        <a:pt x="60836" y="23710"/>
                        <a:pt x="58571" y="8255"/>
                      </a:cubicBezTo>
                      <a:cubicBezTo>
                        <a:pt x="58005" y="4321"/>
                        <a:pt x="60722" y="641"/>
                        <a:pt x="64657" y="75"/>
                      </a:cubicBezTo>
                      <a:cubicBezTo>
                        <a:pt x="68592" y="-491"/>
                        <a:pt x="72271" y="2226"/>
                        <a:pt x="72837" y="6160"/>
                      </a:cubicBezTo>
                      <a:cubicBezTo>
                        <a:pt x="75215" y="22323"/>
                        <a:pt x="76404" y="38797"/>
                        <a:pt x="76404" y="55158"/>
                      </a:cubicBezTo>
                      <a:cubicBezTo>
                        <a:pt x="76404" y="126037"/>
                        <a:pt x="54495" y="193689"/>
                        <a:pt x="13027" y="250811"/>
                      </a:cubicBezTo>
                      <a:cubicBezTo>
                        <a:pt x="11612" y="252764"/>
                        <a:pt x="9404" y="253783"/>
                        <a:pt x="7167" y="253783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282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</p:grpSp>
      </p:grpSp>
      <p:grpSp>
        <p:nvGrpSpPr>
          <p:cNvPr id="513" name="Gráfico 3">
            <a:extLst>
              <a:ext uri="{FF2B5EF4-FFF2-40B4-BE49-F238E27FC236}">
                <a16:creationId xmlns:a16="http://schemas.microsoft.com/office/drawing/2014/main" id="{1881A8A5-0184-E09D-9746-2BA6502B4CCF}"/>
              </a:ext>
            </a:extLst>
          </p:cNvPr>
          <p:cNvGrpSpPr/>
          <p:nvPr/>
        </p:nvGrpSpPr>
        <p:grpSpPr>
          <a:xfrm>
            <a:off x="1852458" y="4309943"/>
            <a:ext cx="538886" cy="572592"/>
            <a:chOff x="1825468" y="4281266"/>
            <a:chExt cx="592865" cy="629946"/>
          </a:xfrm>
          <a:solidFill>
            <a:srgbClr val="262626"/>
          </a:solidFill>
        </p:grpSpPr>
        <p:grpSp>
          <p:nvGrpSpPr>
            <p:cNvPr id="514" name="Gráfico 3">
              <a:extLst>
                <a:ext uri="{FF2B5EF4-FFF2-40B4-BE49-F238E27FC236}">
                  <a16:creationId xmlns:a16="http://schemas.microsoft.com/office/drawing/2014/main" id="{E3F05022-7AEE-21F9-E880-9818E8C9C1CE}"/>
                </a:ext>
              </a:extLst>
            </p:cNvPr>
            <p:cNvGrpSpPr/>
            <p:nvPr/>
          </p:nvGrpSpPr>
          <p:grpSpPr>
            <a:xfrm>
              <a:off x="1825468" y="4281266"/>
              <a:ext cx="514797" cy="590544"/>
              <a:chOff x="1825468" y="4281266"/>
              <a:chExt cx="514797" cy="590544"/>
            </a:xfrm>
            <a:solidFill>
              <a:srgbClr val="262626"/>
            </a:solidFill>
          </p:grpSpPr>
          <p:grpSp>
            <p:nvGrpSpPr>
              <p:cNvPr id="518" name="Gráfico 3">
                <a:extLst>
                  <a:ext uri="{FF2B5EF4-FFF2-40B4-BE49-F238E27FC236}">
                    <a16:creationId xmlns:a16="http://schemas.microsoft.com/office/drawing/2014/main" id="{42E1D00F-BB54-50FB-132E-EFB5F49683BA}"/>
                  </a:ext>
                </a:extLst>
              </p:cNvPr>
              <p:cNvGrpSpPr/>
              <p:nvPr/>
            </p:nvGrpSpPr>
            <p:grpSpPr>
              <a:xfrm>
                <a:off x="1825468" y="4281266"/>
                <a:ext cx="514797" cy="590544"/>
                <a:chOff x="1825468" y="4281266"/>
                <a:chExt cx="514797" cy="590544"/>
              </a:xfrm>
              <a:solidFill>
                <a:srgbClr val="262626"/>
              </a:solidFill>
            </p:grpSpPr>
            <p:sp>
              <p:nvSpPr>
                <p:cNvPr id="524" name="Forma Livre: Forma 523">
                  <a:extLst>
                    <a:ext uri="{FF2B5EF4-FFF2-40B4-BE49-F238E27FC236}">
                      <a16:creationId xmlns:a16="http://schemas.microsoft.com/office/drawing/2014/main" id="{5D2AF3F9-E7A7-8A53-D0CF-61BE7C270A28}"/>
                    </a:ext>
                  </a:extLst>
                </p:cNvPr>
                <p:cNvSpPr/>
                <p:nvPr/>
              </p:nvSpPr>
              <p:spPr>
                <a:xfrm>
                  <a:off x="1825489" y="4281287"/>
                  <a:ext cx="514776" cy="590523"/>
                </a:xfrm>
                <a:custGeom>
                  <a:avLst/>
                  <a:gdLst>
                    <a:gd name="connsiteX0" fmla="*/ 315048 w 514776"/>
                    <a:gd name="connsiteY0" fmla="*/ 590495 h 590523"/>
                    <a:gd name="connsiteX1" fmla="*/ 7218 w 514776"/>
                    <a:gd name="connsiteY1" fmla="*/ 590495 h 590523"/>
                    <a:gd name="connsiteX2" fmla="*/ 0 w 514776"/>
                    <a:gd name="connsiteY2" fmla="*/ 583277 h 590523"/>
                    <a:gd name="connsiteX3" fmla="*/ 0 w 514776"/>
                    <a:gd name="connsiteY3" fmla="*/ 148381 h 590523"/>
                    <a:gd name="connsiteX4" fmla="*/ 2123 w 514776"/>
                    <a:gd name="connsiteY4" fmla="*/ 143286 h 590523"/>
                    <a:gd name="connsiteX5" fmla="*/ 143286 w 514776"/>
                    <a:gd name="connsiteY5" fmla="*/ 2123 h 590523"/>
                    <a:gd name="connsiteX6" fmla="*/ 148381 w 514776"/>
                    <a:gd name="connsiteY6" fmla="*/ 0 h 590523"/>
                    <a:gd name="connsiteX7" fmla="*/ 507558 w 514776"/>
                    <a:gd name="connsiteY7" fmla="*/ 0 h 590523"/>
                    <a:gd name="connsiteX8" fmla="*/ 514776 w 514776"/>
                    <a:gd name="connsiteY8" fmla="*/ 7218 h 590523"/>
                    <a:gd name="connsiteX9" fmla="*/ 514776 w 514776"/>
                    <a:gd name="connsiteY9" fmla="*/ 276099 h 590523"/>
                    <a:gd name="connsiteX10" fmla="*/ 507558 w 514776"/>
                    <a:gd name="connsiteY10" fmla="*/ 283317 h 590523"/>
                    <a:gd name="connsiteX11" fmla="*/ 500340 w 514776"/>
                    <a:gd name="connsiteY11" fmla="*/ 276099 h 590523"/>
                    <a:gd name="connsiteX12" fmla="*/ 500340 w 514776"/>
                    <a:gd name="connsiteY12" fmla="*/ 14436 h 590523"/>
                    <a:gd name="connsiteX13" fmla="*/ 151382 w 514776"/>
                    <a:gd name="connsiteY13" fmla="*/ 14436 h 590523"/>
                    <a:gd name="connsiteX14" fmla="*/ 14436 w 514776"/>
                    <a:gd name="connsiteY14" fmla="*/ 151381 h 590523"/>
                    <a:gd name="connsiteX15" fmla="*/ 14436 w 514776"/>
                    <a:gd name="connsiteY15" fmla="*/ 576088 h 590523"/>
                    <a:gd name="connsiteX16" fmla="*/ 315048 w 514776"/>
                    <a:gd name="connsiteY16" fmla="*/ 576088 h 590523"/>
                    <a:gd name="connsiteX17" fmla="*/ 322266 w 514776"/>
                    <a:gd name="connsiteY17" fmla="*/ 583306 h 590523"/>
                    <a:gd name="connsiteX18" fmla="*/ 315048 w 514776"/>
                    <a:gd name="connsiteY18" fmla="*/ 590524 h 5905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514776" h="590523">
                      <a:moveTo>
                        <a:pt x="315048" y="590495"/>
                      </a:moveTo>
                      <a:lnTo>
                        <a:pt x="7218" y="590495"/>
                      </a:lnTo>
                      <a:cubicBezTo>
                        <a:pt x="3227" y="590495"/>
                        <a:pt x="0" y="587268"/>
                        <a:pt x="0" y="583277"/>
                      </a:cubicBezTo>
                      <a:lnTo>
                        <a:pt x="0" y="148381"/>
                      </a:lnTo>
                      <a:cubicBezTo>
                        <a:pt x="0" y="146456"/>
                        <a:pt x="764" y="144645"/>
                        <a:pt x="2123" y="143286"/>
                      </a:cubicBezTo>
                      <a:lnTo>
                        <a:pt x="143286" y="2123"/>
                      </a:lnTo>
                      <a:cubicBezTo>
                        <a:pt x="144645" y="764"/>
                        <a:pt x="146485" y="0"/>
                        <a:pt x="148381" y="0"/>
                      </a:cubicBezTo>
                      <a:lnTo>
                        <a:pt x="507558" y="0"/>
                      </a:lnTo>
                      <a:cubicBezTo>
                        <a:pt x="511549" y="0"/>
                        <a:pt x="514776" y="3227"/>
                        <a:pt x="514776" y="7218"/>
                      </a:cubicBezTo>
                      <a:lnTo>
                        <a:pt x="514776" y="276099"/>
                      </a:lnTo>
                      <a:cubicBezTo>
                        <a:pt x="514776" y="280090"/>
                        <a:pt x="511549" y="283317"/>
                        <a:pt x="507558" y="283317"/>
                      </a:cubicBezTo>
                      <a:cubicBezTo>
                        <a:pt x="503567" y="283317"/>
                        <a:pt x="500340" y="280090"/>
                        <a:pt x="500340" y="276099"/>
                      </a:cubicBezTo>
                      <a:lnTo>
                        <a:pt x="500340" y="14436"/>
                      </a:lnTo>
                      <a:lnTo>
                        <a:pt x="151382" y="14436"/>
                      </a:lnTo>
                      <a:lnTo>
                        <a:pt x="14436" y="151381"/>
                      </a:lnTo>
                      <a:lnTo>
                        <a:pt x="14436" y="576088"/>
                      </a:lnTo>
                      <a:lnTo>
                        <a:pt x="315048" y="576088"/>
                      </a:lnTo>
                      <a:cubicBezTo>
                        <a:pt x="319039" y="576088"/>
                        <a:pt x="322266" y="579314"/>
                        <a:pt x="322266" y="583306"/>
                      </a:cubicBezTo>
                      <a:cubicBezTo>
                        <a:pt x="322266" y="587297"/>
                        <a:pt x="319039" y="590524"/>
                        <a:pt x="315048" y="590524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282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25" name="Forma Livre: Forma 524">
                  <a:extLst>
                    <a:ext uri="{FF2B5EF4-FFF2-40B4-BE49-F238E27FC236}">
                      <a16:creationId xmlns:a16="http://schemas.microsoft.com/office/drawing/2014/main" id="{D79C2214-E354-CCD3-A218-603D06B03E83}"/>
                    </a:ext>
                  </a:extLst>
                </p:cNvPr>
                <p:cNvSpPr/>
                <p:nvPr/>
              </p:nvSpPr>
              <p:spPr>
                <a:xfrm>
                  <a:off x="1825468" y="4281266"/>
                  <a:ext cx="155591" cy="155620"/>
                </a:xfrm>
                <a:custGeom>
                  <a:avLst/>
                  <a:gdLst>
                    <a:gd name="connsiteX0" fmla="*/ 148402 w 155591"/>
                    <a:gd name="connsiteY0" fmla="*/ 155592 h 155620"/>
                    <a:gd name="connsiteX1" fmla="*/ 7239 w 155591"/>
                    <a:gd name="connsiteY1" fmla="*/ 155592 h 155620"/>
                    <a:gd name="connsiteX2" fmla="*/ 559 w 155591"/>
                    <a:gd name="connsiteY2" fmla="*/ 151148 h 155620"/>
                    <a:gd name="connsiteX3" fmla="*/ 2116 w 155591"/>
                    <a:gd name="connsiteY3" fmla="*/ 143279 h 155620"/>
                    <a:gd name="connsiteX4" fmla="*/ 143279 w 155591"/>
                    <a:gd name="connsiteY4" fmla="*/ 2116 h 155620"/>
                    <a:gd name="connsiteX5" fmla="*/ 151148 w 155591"/>
                    <a:gd name="connsiteY5" fmla="*/ 559 h 155620"/>
                    <a:gd name="connsiteX6" fmla="*/ 155592 w 155591"/>
                    <a:gd name="connsiteY6" fmla="*/ 7239 h 155620"/>
                    <a:gd name="connsiteX7" fmla="*/ 155592 w 155591"/>
                    <a:gd name="connsiteY7" fmla="*/ 148402 h 155620"/>
                    <a:gd name="connsiteX8" fmla="*/ 148374 w 155591"/>
                    <a:gd name="connsiteY8" fmla="*/ 155620 h 155620"/>
                    <a:gd name="connsiteX9" fmla="*/ 24676 w 155591"/>
                    <a:gd name="connsiteY9" fmla="*/ 141156 h 155620"/>
                    <a:gd name="connsiteX10" fmla="*/ 141184 w 155591"/>
                    <a:gd name="connsiteY10" fmla="*/ 141156 h 155620"/>
                    <a:gd name="connsiteX11" fmla="*/ 141184 w 155591"/>
                    <a:gd name="connsiteY11" fmla="*/ 24647 h 155620"/>
                    <a:gd name="connsiteX12" fmla="*/ 24676 w 155591"/>
                    <a:gd name="connsiteY12" fmla="*/ 141156 h 1556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55591" h="155620">
                      <a:moveTo>
                        <a:pt x="148402" y="155592"/>
                      </a:moveTo>
                      <a:lnTo>
                        <a:pt x="7239" y="155592"/>
                      </a:lnTo>
                      <a:cubicBezTo>
                        <a:pt x="4324" y="155592"/>
                        <a:pt x="1691" y="153837"/>
                        <a:pt x="559" y="151148"/>
                      </a:cubicBezTo>
                      <a:cubicBezTo>
                        <a:pt x="-573" y="148459"/>
                        <a:pt x="49" y="145345"/>
                        <a:pt x="2116" y="143279"/>
                      </a:cubicBezTo>
                      <a:lnTo>
                        <a:pt x="143279" y="2116"/>
                      </a:lnTo>
                      <a:cubicBezTo>
                        <a:pt x="145345" y="49"/>
                        <a:pt x="148459" y="-573"/>
                        <a:pt x="151148" y="559"/>
                      </a:cubicBezTo>
                      <a:cubicBezTo>
                        <a:pt x="153837" y="1691"/>
                        <a:pt x="155592" y="4295"/>
                        <a:pt x="155592" y="7239"/>
                      </a:cubicBezTo>
                      <a:lnTo>
                        <a:pt x="155592" y="148402"/>
                      </a:lnTo>
                      <a:cubicBezTo>
                        <a:pt x="155592" y="152393"/>
                        <a:pt x="152365" y="155620"/>
                        <a:pt x="148374" y="155620"/>
                      </a:cubicBezTo>
                      <a:close/>
                      <a:moveTo>
                        <a:pt x="24676" y="141156"/>
                      </a:moveTo>
                      <a:lnTo>
                        <a:pt x="141184" y="141156"/>
                      </a:lnTo>
                      <a:lnTo>
                        <a:pt x="141184" y="24647"/>
                      </a:lnTo>
                      <a:lnTo>
                        <a:pt x="24676" y="141156"/>
                      </a:lnTo>
                      <a:close/>
                    </a:path>
                  </a:pathLst>
                </a:custGeom>
                <a:solidFill>
                  <a:srgbClr val="262626"/>
                </a:solidFill>
                <a:ln w="282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  <p:grpSp>
            <p:nvGrpSpPr>
              <p:cNvPr id="519" name="Gráfico 3">
                <a:extLst>
                  <a:ext uri="{FF2B5EF4-FFF2-40B4-BE49-F238E27FC236}">
                    <a16:creationId xmlns:a16="http://schemas.microsoft.com/office/drawing/2014/main" id="{B6407586-A52E-1158-25C1-A6BD7D13696A}"/>
                  </a:ext>
                </a:extLst>
              </p:cNvPr>
              <p:cNvGrpSpPr/>
              <p:nvPr/>
            </p:nvGrpSpPr>
            <p:grpSpPr>
              <a:xfrm>
                <a:off x="1917257" y="4402070"/>
                <a:ext cx="331182" cy="348873"/>
                <a:chOff x="1917257" y="4402070"/>
                <a:chExt cx="331182" cy="348873"/>
              </a:xfrm>
              <a:solidFill>
                <a:srgbClr val="262626"/>
              </a:solidFill>
            </p:grpSpPr>
            <p:sp>
              <p:nvSpPr>
                <p:cNvPr id="520" name="Forma Livre: Forma 519">
                  <a:extLst>
                    <a:ext uri="{FF2B5EF4-FFF2-40B4-BE49-F238E27FC236}">
                      <a16:creationId xmlns:a16="http://schemas.microsoft.com/office/drawing/2014/main" id="{29EEE14E-9A56-929C-D68E-FF7EB6258DD9}"/>
                    </a:ext>
                  </a:extLst>
                </p:cNvPr>
                <p:cNvSpPr/>
                <p:nvPr/>
              </p:nvSpPr>
              <p:spPr>
                <a:xfrm>
                  <a:off x="2058420" y="4402070"/>
                  <a:ext cx="190019" cy="14436"/>
                </a:xfrm>
                <a:custGeom>
                  <a:avLst/>
                  <a:gdLst>
                    <a:gd name="connsiteX0" fmla="*/ 182801 w 190019"/>
                    <a:gd name="connsiteY0" fmla="*/ 14436 h 14436"/>
                    <a:gd name="connsiteX1" fmla="*/ 7218 w 190019"/>
                    <a:gd name="connsiteY1" fmla="*/ 14436 h 14436"/>
                    <a:gd name="connsiteX2" fmla="*/ 0 w 190019"/>
                    <a:gd name="connsiteY2" fmla="*/ 7218 h 14436"/>
                    <a:gd name="connsiteX3" fmla="*/ 7218 w 190019"/>
                    <a:gd name="connsiteY3" fmla="*/ 0 h 14436"/>
                    <a:gd name="connsiteX4" fmla="*/ 182801 w 190019"/>
                    <a:gd name="connsiteY4" fmla="*/ 0 h 14436"/>
                    <a:gd name="connsiteX5" fmla="*/ 190019 w 190019"/>
                    <a:gd name="connsiteY5" fmla="*/ 7218 h 14436"/>
                    <a:gd name="connsiteX6" fmla="*/ 182801 w 190019"/>
                    <a:gd name="connsiteY6" fmla="*/ 14436 h 144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90019" h="14436">
                      <a:moveTo>
                        <a:pt x="182801" y="14436"/>
                      </a:moveTo>
                      <a:lnTo>
                        <a:pt x="7218" y="14436"/>
                      </a:lnTo>
                      <a:cubicBezTo>
                        <a:pt x="3227" y="14436"/>
                        <a:pt x="0" y="11209"/>
                        <a:pt x="0" y="7218"/>
                      </a:cubicBezTo>
                      <a:cubicBezTo>
                        <a:pt x="0" y="3227"/>
                        <a:pt x="3227" y="0"/>
                        <a:pt x="7218" y="0"/>
                      </a:cubicBezTo>
                      <a:lnTo>
                        <a:pt x="182801" y="0"/>
                      </a:lnTo>
                      <a:cubicBezTo>
                        <a:pt x="186792" y="0"/>
                        <a:pt x="190019" y="3227"/>
                        <a:pt x="190019" y="7218"/>
                      </a:cubicBezTo>
                      <a:cubicBezTo>
                        <a:pt x="190019" y="11209"/>
                        <a:pt x="186792" y="14436"/>
                        <a:pt x="182801" y="14436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282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21" name="Forma Livre: Forma 520">
                  <a:extLst>
                    <a:ext uri="{FF2B5EF4-FFF2-40B4-BE49-F238E27FC236}">
                      <a16:creationId xmlns:a16="http://schemas.microsoft.com/office/drawing/2014/main" id="{FC44F640-1D37-CFEF-873D-4F6D51C41B02}"/>
                    </a:ext>
                  </a:extLst>
                </p:cNvPr>
                <p:cNvSpPr/>
                <p:nvPr/>
              </p:nvSpPr>
              <p:spPr>
                <a:xfrm>
                  <a:off x="1917257" y="4513539"/>
                  <a:ext cx="331182" cy="14436"/>
                </a:xfrm>
                <a:custGeom>
                  <a:avLst/>
                  <a:gdLst>
                    <a:gd name="connsiteX0" fmla="*/ 323964 w 331182"/>
                    <a:gd name="connsiteY0" fmla="*/ 14436 h 14436"/>
                    <a:gd name="connsiteX1" fmla="*/ 7218 w 331182"/>
                    <a:gd name="connsiteY1" fmla="*/ 14436 h 14436"/>
                    <a:gd name="connsiteX2" fmla="*/ 0 w 331182"/>
                    <a:gd name="connsiteY2" fmla="*/ 7218 h 14436"/>
                    <a:gd name="connsiteX3" fmla="*/ 7218 w 331182"/>
                    <a:gd name="connsiteY3" fmla="*/ 0 h 14436"/>
                    <a:gd name="connsiteX4" fmla="*/ 323964 w 331182"/>
                    <a:gd name="connsiteY4" fmla="*/ 0 h 14436"/>
                    <a:gd name="connsiteX5" fmla="*/ 331182 w 331182"/>
                    <a:gd name="connsiteY5" fmla="*/ 7218 h 14436"/>
                    <a:gd name="connsiteX6" fmla="*/ 323964 w 331182"/>
                    <a:gd name="connsiteY6" fmla="*/ 14436 h 144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31182" h="14436">
                      <a:moveTo>
                        <a:pt x="323964" y="14436"/>
                      </a:moveTo>
                      <a:lnTo>
                        <a:pt x="7218" y="14436"/>
                      </a:lnTo>
                      <a:cubicBezTo>
                        <a:pt x="3227" y="14436"/>
                        <a:pt x="0" y="11209"/>
                        <a:pt x="0" y="7218"/>
                      </a:cubicBezTo>
                      <a:cubicBezTo>
                        <a:pt x="0" y="3227"/>
                        <a:pt x="3227" y="0"/>
                        <a:pt x="7218" y="0"/>
                      </a:cubicBezTo>
                      <a:lnTo>
                        <a:pt x="323964" y="0"/>
                      </a:lnTo>
                      <a:cubicBezTo>
                        <a:pt x="327955" y="0"/>
                        <a:pt x="331182" y="3227"/>
                        <a:pt x="331182" y="7218"/>
                      </a:cubicBezTo>
                      <a:cubicBezTo>
                        <a:pt x="331182" y="11209"/>
                        <a:pt x="327955" y="14436"/>
                        <a:pt x="323964" y="14436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282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22" name="Forma Livre: Forma 521">
                  <a:extLst>
                    <a:ext uri="{FF2B5EF4-FFF2-40B4-BE49-F238E27FC236}">
                      <a16:creationId xmlns:a16="http://schemas.microsoft.com/office/drawing/2014/main" id="{FEC7905C-B943-66ED-471C-4D2D111CBD4A}"/>
                    </a:ext>
                  </a:extLst>
                </p:cNvPr>
                <p:cNvSpPr/>
                <p:nvPr/>
              </p:nvSpPr>
              <p:spPr>
                <a:xfrm>
                  <a:off x="1917314" y="4625066"/>
                  <a:ext cx="190670" cy="14436"/>
                </a:xfrm>
                <a:custGeom>
                  <a:avLst/>
                  <a:gdLst>
                    <a:gd name="connsiteX0" fmla="*/ 183452 w 190670"/>
                    <a:gd name="connsiteY0" fmla="*/ 14436 h 14436"/>
                    <a:gd name="connsiteX1" fmla="*/ 7218 w 190670"/>
                    <a:gd name="connsiteY1" fmla="*/ 14436 h 14436"/>
                    <a:gd name="connsiteX2" fmla="*/ 0 w 190670"/>
                    <a:gd name="connsiteY2" fmla="*/ 7218 h 14436"/>
                    <a:gd name="connsiteX3" fmla="*/ 7218 w 190670"/>
                    <a:gd name="connsiteY3" fmla="*/ 0 h 14436"/>
                    <a:gd name="connsiteX4" fmla="*/ 183452 w 190670"/>
                    <a:gd name="connsiteY4" fmla="*/ 0 h 14436"/>
                    <a:gd name="connsiteX5" fmla="*/ 190671 w 190670"/>
                    <a:gd name="connsiteY5" fmla="*/ 7218 h 14436"/>
                    <a:gd name="connsiteX6" fmla="*/ 183452 w 190670"/>
                    <a:gd name="connsiteY6" fmla="*/ 14436 h 144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90670" h="14436">
                      <a:moveTo>
                        <a:pt x="183452" y="14436"/>
                      </a:moveTo>
                      <a:lnTo>
                        <a:pt x="7218" y="14436"/>
                      </a:lnTo>
                      <a:cubicBezTo>
                        <a:pt x="3227" y="14436"/>
                        <a:pt x="0" y="11209"/>
                        <a:pt x="0" y="7218"/>
                      </a:cubicBezTo>
                      <a:cubicBezTo>
                        <a:pt x="0" y="3227"/>
                        <a:pt x="3227" y="0"/>
                        <a:pt x="7218" y="0"/>
                      </a:cubicBezTo>
                      <a:lnTo>
                        <a:pt x="183452" y="0"/>
                      </a:lnTo>
                      <a:cubicBezTo>
                        <a:pt x="187444" y="0"/>
                        <a:pt x="190671" y="3227"/>
                        <a:pt x="190671" y="7218"/>
                      </a:cubicBezTo>
                      <a:cubicBezTo>
                        <a:pt x="190671" y="11209"/>
                        <a:pt x="187444" y="14436"/>
                        <a:pt x="183452" y="14436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282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23" name="Forma Livre: Forma 522">
                  <a:extLst>
                    <a:ext uri="{FF2B5EF4-FFF2-40B4-BE49-F238E27FC236}">
                      <a16:creationId xmlns:a16="http://schemas.microsoft.com/office/drawing/2014/main" id="{B20E3CC7-DC19-1DA6-1BF1-F80BF68854E3}"/>
                    </a:ext>
                  </a:extLst>
                </p:cNvPr>
                <p:cNvSpPr/>
                <p:nvPr/>
              </p:nvSpPr>
              <p:spPr>
                <a:xfrm>
                  <a:off x="1917314" y="4736507"/>
                  <a:ext cx="190670" cy="14436"/>
                </a:xfrm>
                <a:custGeom>
                  <a:avLst/>
                  <a:gdLst>
                    <a:gd name="connsiteX0" fmla="*/ 183452 w 190670"/>
                    <a:gd name="connsiteY0" fmla="*/ 14436 h 14436"/>
                    <a:gd name="connsiteX1" fmla="*/ 7218 w 190670"/>
                    <a:gd name="connsiteY1" fmla="*/ 14436 h 14436"/>
                    <a:gd name="connsiteX2" fmla="*/ 0 w 190670"/>
                    <a:gd name="connsiteY2" fmla="*/ 7218 h 14436"/>
                    <a:gd name="connsiteX3" fmla="*/ 7218 w 190670"/>
                    <a:gd name="connsiteY3" fmla="*/ 0 h 14436"/>
                    <a:gd name="connsiteX4" fmla="*/ 183452 w 190670"/>
                    <a:gd name="connsiteY4" fmla="*/ 0 h 14436"/>
                    <a:gd name="connsiteX5" fmla="*/ 190671 w 190670"/>
                    <a:gd name="connsiteY5" fmla="*/ 7218 h 14436"/>
                    <a:gd name="connsiteX6" fmla="*/ 183452 w 190670"/>
                    <a:gd name="connsiteY6" fmla="*/ 14436 h 144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90670" h="14436">
                      <a:moveTo>
                        <a:pt x="183452" y="14436"/>
                      </a:moveTo>
                      <a:lnTo>
                        <a:pt x="7218" y="14436"/>
                      </a:lnTo>
                      <a:cubicBezTo>
                        <a:pt x="3227" y="14436"/>
                        <a:pt x="0" y="11209"/>
                        <a:pt x="0" y="7218"/>
                      </a:cubicBezTo>
                      <a:cubicBezTo>
                        <a:pt x="0" y="3227"/>
                        <a:pt x="3227" y="0"/>
                        <a:pt x="7218" y="0"/>
                      </a:cubicBezTo>
                      <a:lnTo>
                        <a:pt x="183452" y="0"/>
                      </a:lnTo>
                      <a:cubicBezTo>
                        <a:pt x="187444" y="0"/>
                        <a:pt x="190671" y="3227"/>
                        <a:pt x="190671" y="7218"/>
                      </a:cubicBezTo>
                      <a:cubicBezTo>
                        <a:pt x="190671" y="11209"/>
                        <a:pt x="187444" y="14436"/>
                        <a:pt x="183452" y="14436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282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</p:grpSp>
        <p:grpSp>
          <p:nvGrpSpPr>
            <p:cNvPr id="515" name="Gráfico 3">
              <a:extLst>
                <a:ext uri="{FF2B5EF4-FFF2-40B4-BE49-F238E27FC236}">
                  <a16:creationId xmlns:a16="http://schemas.microsoft.com/office/drawing/2014/main" id="{21BDCF4C-F238-EEF5-1AE7-CBE08B7FE76D}"/>
                </a:ext>
              </a:extLst>
            </p:cNvPr>
            <p:cNvGrpSpPr/>
            <p:nvPr/>
          </p:nvGrpSpPr>
          <p:grpSpPr>
            <a:xfrm>
              <a:off x="2146226" y="4582479"/>
              <a:ext cx="272107" cy="328733"/>
              <a:chOff x="2146226" y="4582479"/>
              <a:chExt cx="272107" cy="328733"/>
            </a:xfrm>
            <a:solidFill>
              <a:srgbClr val="262626"/>
            </a:solidFill>
          </p:grpSpPr>
          <p:sp>
            <p:nvSpPr>
              <p:cNvPr id="516" name="Forma Livre: Forma 515">
                <a:extLst>
                  <a:ext uri="{FF2B5EF4-FFF2-40B4-BE49-F238E27FC236}">
                    <a16:creationId xmlns:a16="http://schemas.microsoft.com/office/drawing/2014/main" id="{4D760802-B124-DC14-3D8A-F01BEA8E1A2E}"/>
                  </a:ext>
                </a:extLst>
              </p:cNvPr>
              <p:cNvSpPr/>
              <p:nvPr/>
            </p:nvSpPr>
            <p:spPr>
              <a:xfrm>
                <a:off x="2146226" y="4582479"/>
                <a:ext cx="272107" cy="328733"/>
              </a:xfrm>
              <a:custGeom>
                <a:avLst/>
                <a:gdLst>
                  <a:gd name="connsiteX0" fmla="*/ 136040 w 272107"/>
                  <a:gd name="connsiteY0" fmla="*/ 328734 h 328733"/>
                  <a:gd name="connsiteX1" fmla="*/ 133634 w 272107"/>
                  <a:gd name="connsiteY1" fmla="*/ 328309 h 328733"/>
                  <a:gd name="connsiteX2" fmla="*/ 11606 w 272107"/>
                  <a:gd name="connsiteY2" fmla="*/ 224199 h 328733"/>
                  <a:gd name="connsiteX3" fmla="*/ 11379 w 272107"/>
                  <a:gd name="connsiteY3" fmla="*/ 223718 h 328733"/>
                  <a:gd name="connsiteX4" fmla="*/ 0 w 272107"/>
                  <a:gd name="connsiteY4" fmla="*/ 171804 h 328733"/>
                  <a:gd name="connsiteX5" fmla="*/ 0 w 272107"/>
                  <a:gd name="connsiteY5" fmla="*/ 41200 h 328733"/>
                  <a:gd name="connsiteX6" fmla="*/ 7218 w 272107"/>
                  <a:gd name="connsiteY6" fmla="*/ 33982 h 328733"/>
                  <a:gd name="connsiteX7" fmla="*/ 131907 w 272107"/>
                  <a:gd name="connsiteY7" fmla="*/ 1316 h 328733"/>
                  <a:gd name="connsiteX8" fmla="*/ 140229 w 272107"/>
                  <a:gd name="connsiteY8" fmla="*/ 1316 h 328733"/>
                  <a:gd name="connsiteX9" fmla="*/ 264889 w 272107"/>
                  <a:gd name="connsiteY9" fmla="*/ 33982 h 328733"/>
                  <a:gd name="connsiteX10" fmla="*/ 272107 w 272107"/>
                  <a:gd name="connsiteY10" fmla="*/ 41200 h 328733"/>
                  <a:gd name="connsiteX11" fmla="*/ 272107 w 272107"/>
                  <a:gd name="connsiteY11" fmla="*/ 171748 h 328733"/>
                  <a:gd name="connsiteX12" fmla="*/ 260587 w 272107"/>
                  <a:gd name="connsiteY12" fmla="*/ 223916 h 328733"/>
                  <a:gd name="connsiteX13" fmla="*/ 138446 w 272107"/>
                  <a:gd name="connsiteY13" fmla="*/ 328281 h 328733"/>
                  <a:gd name="connsiteX14" fmla="*/ 136040 w 272107"/>
                  <a:gd name="connsiteY14" fmla="*/ 328705 h 328733"/>
                  <a:gd name="connsiteX15" fmla="*/ 14436 w 272107"/>
                  <a:gd name="connsiteY15" fmla="*/ 48361 h 328733"/>
                  <a:gd name="connsiteX16" fmla="*/ 14436 w 272107"/>
                  <a:gd name="connsiteY16" fmla="*/ 171804 h 328733"/>
                  <a:gd name="connsiteX17" fmla="*/ 24457 w 272107"/>
                  <a:gd name="connsiteY17" fmla="*/ 217604 h 328733"/>
                  <a:gd name="connsiteX18" fmla="*/ 24711 w 272107"/>
                  <a:gd name="connsiteY18" fmla="*/ 218142 h 328733"/>
                  <a:gd name="connsiteX19" fmla="*/ 136040 w 272107"/>
                  <a:gd name="connsiteY19" fmla="*/ 313845 h 328733"/>
                  <a:gd name="connsiteX20" fmla="*/ 247453 w 272107"/>
                  <a:gd name="connsiteY20" fmla="*/ 218000 h 328733"/>
                  <a:gd name="connsiteX21" fmla="*/ 257671 w 272107"/>
                  <a:gd name="connsiteY21" fmla="*/ 171804 h 328733"/>
                  <a:gd name="connsiteX22" fmla="*/ 257671 w 272107"/>
                  <a:gd name="connsiteY22" fmla="*/ 48389 h 328733"/>
                  <a:gd name="connsiteX23" fmla="*/ 136068 w 272107"/>
                  <a:gd name="connsiteY23" fmla="*/ 15979 h 328733"/>
                  <a:gd name="connsiteX24" fmla="*/ 14436 w 272107"/>
                  <a:gd name="connsiteY24" fmla="*/ 48389 h 3287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72107" h="328733">
                    <a:moveTo>
                      <a:pt x="136040" y="328734"/>
                    </a:moveTo>
                    <a:cubicBezTo>
                      <a:pt x="135219" y="328734"/>
                      <a:pt x="134398" y="328592"/>
                      <a:pt x="133634" y="328309"/>
                    </a:cubicBezTo>
                    <a:cubicBezTo>
                      <a:pt x="80842" y="309627"/>
                      <a:pt x="32948" y="268781"/>
                      <a:pt x="11606" y="224199"/>
                    </a:cubicBezTo>
                    <a:cubicBezTo>
                      <a:pt x="11606" y="224199"/>
                      <a:pt x="11379" y="223746"/>
                      <a:pt x="11379" y="223718"/>
                    </a:cubicBezTo>
                    <a:cubicBezTo>
                      <a:pt x="3935" y="208008"/>
                      <a:pt x="0" y="190034"/>
                      <a:pt x="0" y="171804"/>
                    </a:cubicBezTo>
                    <a:lnTo>
                      <a:pt x="0" y="41200"/>
                    </a:lnTo>
                    <a:cubicBezTo>
                      <a:pt x="0" y="37208"/>
                      <a:pt x="3227" y="33982"/>
                      <a:pt x="7218" y="33982"/>
                    </a:cubicBezTo>
                    <a:cubicBezTo>
                      <a:pt x="56244" y="33982"/>
                      <a:pt x="102836" y="21782"/>
                      <a:pt x="131907" y="1316"/>
                    </a:cubicBezTo>
                    <a:cubicBezTo>
                      <a:pt x="134398" y="-439"/>
                      <a:pt x="137738" y="-439"/>
                      <a:pt x="140229" y="1316"/>
                    </a:cubicBezTo>
                    <a:cubicBezTo>
                      <a:pt x="169299" y="21782"/>
                      <a:pt x="215891" y="33982"/>
                      <a:pt x="264889" y="33982"/>
                    </a:cubicBezTo>
                    <a:cubicBezTo>
                      <a:pt x="268880" y="33982"/>
                      <a:pt x="272107" y="37208"/>
                      <a:pt x="272107" y="41200"/>
                    </a:cubicBezTo>
                    <a:lnTo>
                      <a:pt x="272107" y="171748"/>
                    </a:lnTo>
                    <a:cubicBezTo>
                      <a:pt x="272107" y="190090"/>
                      <a:pt x="268116" y="208121"/>
                      <a:pt x="260587" y="223916"/>
                    </a:cubicBezTo>
                    <a:cubicBezTo>
                      <a:pt x="239131" y="268753"/>
                      <a:pt x="191237" y="309599"/>
                      <a:pt x="138446" y="328281"/>
                    </a:cubicBezTo>
                    <a:cubicBezTo>
                      <a:pt x="137681" y="328564"/>
                      <a:pt x="136860" y="328705"/>
                      <a:pt x="136040" y="328705"/>
                    </a:cubicBezTo>
                    <a:close/>
                    <a:moveTo>
                      <a:pt x="14436" y="48361"/>
                    </a:moveTo>
                    <a:lnTo>
                      <a:pt x="14436" y="171804"/>
                    </a:lnTo>
                    <a:cubicBezTo>
                      <a:pt x="14436" y="187911"/>
                      <a:pt x="17890" y="203734"/>
                      <a:pt x="24457" y="217604"/>
                    </a:cubicBezTo>
                    <a:cubicBezTo>
                      <a:pt x="24457" y="217660"/>
                      <a:pt x="24683" y="218085"/>
                      <a:pt x="24711" y="218142"/>
                    </a:cubicBezTo>
                    <a:cubicBezTo>
                      <a:pt x="44073" y="258591"/>
                      <a:pt x="87636" y="296012"/>
                      <a:pt x="136040" y="313845"/>
                    </a:cubicBezTo>
                    <a:cubicBezTo>
                      <a:pt x="184443" y="296012"/>
                      <a:pt x="228006" y="258591"/>
                      <a:pt x="247453" y="218000"/>
                    </a:cubicBezTo>
                    <a:cubicBezTo>
                      <a:pt x="254189" y="203904"/>
                      <a:pt x="257671" y="187996"/>
                      <a:pt x="257671" y="171804"/>
                    </a:cubicBezTo>
                    <a:lnTo>
                      <a:pt x="257671" y="48389"/>
                    </a:lnTo>
                    <a:cubicBezTo>
                      <a:pt x="210060" y="47314"/>
                      <a:pt x="166384" y="35680"/>
                      <a:pt x="136068" y="15979"/>
                    </a:cubicBezTo>
                    <a:cubicBezTo>
                      <a:pt x="105752" y="35680"/>
                      <a:pt x="62076" y="47314"/>
                      <a:pt x="14436" y="48389"/>
                    </a:cubicBezTo>
                    <a:close/>
                  </a:path>
                </a:pathLst>
              </a:custGeom>
              <a:solidFill>
                <a:srgbClr val="262626"/>
              </a:solidFill>
              <a:ln w="2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17" name="Forma Livre: Forma 516">
                <a:extLst>
                  <a:ext uri="{FF2B5EF4-FFF2-40B4-BE49-F238E27FC236}">
                    <a16:creationId xmlns:a16="http://schemas.microsoft.com/office/drawing/2014/main" id="{F9D5B8AA-7E3E-725B-C55D-B5FB9BD25FFD}"/>
                  </a:ext>
                </a:extLst>
              </p:cNvPr>
              <p:cNvSpPr/>
              <p:nvPr/>
            </p:nvSpPr>
            <p:spPr>
              <a:xfrm>
                <a:off x="2215095" y="4701917"/>
                <a:ext cx="134426" cy="89843"/>
              </a:xfrm>
              <a:custGeom>
                <a:avLst/>
                <a:gdLst>
                  <a:gd name="connsiteX0" fmla="*/ 51772 w 134426"/>
                  <a:gd name="connsiteY0" fmla="*/ 89844 h 89843"/>
                  <a:gd name="connsiteX1" fmla="*/ 46677 w 134426"/>
                  <a:gd name="connsiteY1" fmla="*/ 87721 h 89843"/>
                  <a:gd name="connsiteX2" fmla="*/ 2123 w 134426"/>
                  <a:gd name="connsiteY2" fmla="*/ 43167 h 89843"/>
                  <a:gd name="connsiteX3" fmla="*/ 2123 w 134426"/>
                  <a:gd name="connsiteY3" fmla="*/ 32948 h 89843"/>
                  <a:gd name="connsiteX4" fmla="*/ 12341 w 134426"/>
                  <a:gd name="connsiteY4" fmla="*/ 32948 h 89843"/>
                  <a:gd name="connsiteX5" fmla="*/ 51800 w 134426"/>
                  <a:gd name="connsiteY5" fmla="*/ 72407 h 89843"/>
                  <a:gd name="connsiteX6" fmla="*/ 122085 w 134426"/>
                  <a:gd name="connsiteY6" fmla="*/ 2123 h 89843"/>
                  <a:gd name="connsiteX7" fmla="*/ 132303 w 134426"/>
                  <a:gd name="connsiteY7" fmla="*/ 2123 h 89843"/>
                  <a:gd name="connsiteX8" fmla="*/ 132303 w 134426"/>
                  <a:gd name="connsiteY8" fmla="*/ 12341 h 89843"/>
                  <a:gd name="connsiteX9" fmla="*/ 56924 w 134426"/>
                  <a:gd name="connsiteY9" fmla="*/ 87721 h 89843"/>
                  <a:gd name="connsiteX10" fmla="*/ 51829 w 134426"/>
                  <a:gd name="connsiteY10" fmla="*/ 89844 h 898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34426" h="89843">
                    <a:moveTo>
                      <a:pt x="51772" y="89844"/>
                    </a:moveTo>
                    <a:cubicBezTo>
                      <a:pt x="49932" y="89844"/>
                      <a:pt x="48092" y="89136"/>
                      <a:pt x="46677" y="87721"/>
                    </a:cubicBezTo>
                    <a:lnTo>
                      <a:pt x="2123" y="43167"/>
                    </a:lnTo>
                    <a:cubicBezTo>
                      <a:pt x="-708" y="40336"/>
                      <a:pt x="-708" y="35779"/>
                      <a:pt x="2123" y="32948"/>
                    </a:cubicBezTo>
                    <a:cubicBezTo>
                      <a:pt x="4954" y="30118"/>
                      <a:pt x="9511" y="30118"/>
                      <a:pt x="12341" y="32948"/>
                    </a:cubicBezTo>
                    <a:lnTo>
                      <a:pt x="51800" y="72407"/>
                    </a:lnTo>
                    <a:lnTo>
                      <a:pt x="122085" y="2123"/>
                    </a:lnTo>
                    <a:cubicBezTo>
                      <a:pt x="124915" y="-708"/>
                      <a:pt x="129472" y="-708"/>
                      <a:pt x="132303" y="2123"/>
                    </a:cubicBezTo>
                    <a:cubicBezTo>
                      <a:pt x="135134" y="4954"/>
                      <a:pt x="135134" y="9511"/>
                      <a:pt x="132303" y="12341"/>
                    </a:cubicBezTo>
                    <a:lnTo>
                      <a:pt x="56924" y="87721"/>
                    </a:lnTo>
                    <a:cubicBezTo>
                      <a:pt x="55508" y="89136"/>
                      <a:pt x="53669" y="89844"/>
                      <a:pt x="51829" y="89844"/>
                    </a:cubicBezTo>
                    <a:close/>
                  </a:path>
                </a:pathLst>
              </a:custGeom>
              <a:solidFill>
                <a:srgbClr val="262626"/>
              </a:solidFill>
              <a:ln w="2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grpSp>
        <p:nvGrpSpPr>
          <p:cNvPr id="526" name="Gráfico 3">
            <a:extLst>
              <a:ext uri="{FF2B5EF4-FFF2-40B4-BE49-F238E27FC236}">
                <a16:creationId xmlns:a16="http://schemas.microsoft.com/office/drawing/2014/main" id="{22CB98D0-828E-4929-733B-A552F6250C9B}"/>
              </a:ext>
            </a:extLst>
          </p:cNvPr>
          <p:cNvGrpSpPr/>
          <p:nvPr/>
        </p:nvGrpSpPr>
        <p:grpSpPr>
          <a:xfrm>
            <a:off x="9578060" y="4280593"/>
            <a:ext cx="623562" cy="571106"/>
            <a:chOff x="9546829" y="4251990"/>
            <a:chExt cx="686023" cy="628312"/>
          </a:xfrm>
          <a:solidFill>
            <a:srgbClr val="262626"/>
          </a:solidFill>
        </p:grpSpPr>
        <p:sp>
          <p:nvSpPr>
            <p:cNvPr id="527" name="Forma Livre: Forma 526">
              <a:extLst>
                <a:ext uri="{FF2B5EF4-FFF2-40B4-BE49-F238E27FC236}">
                  <a16:creationId xmlns:a16="http://schemas.microsoft.com/office/drawing/2014/main" id="{EAE1473B-0CC9-D23A-66DB-25B4AB869DF0}"/>
                </a:ext>
              </a:extLst>
            </p:cNvPr>
            <p:cNvSpPr/>
            <p:nvPr/>
          </p:nvSpPr>
          <p:spPr>
            <a:xfrm>
              <a:off x="9546829" y="4251990"/>
              <a:ext cx="686023" cy="628312"/>
            </a:xfrm>
            <a:custGeom>
              <a:avLst/>
              <a:gdLst>
                <a:gd name="connsiteX0" fmla="*/ 600763 w 686023"/>
                <a:gd name="connsiteY0" fmla="*/ 628312 h 628312"/>
                <a:gd name="connsiteX1" fmla="*/ 85251 w 686023"/>
                <a:gd name="connsiteY1" fmla="*/ 628312 h 628312"/>
                <a:gd name="connsiteX2" fmla="*/ 11768 w 686023"/>
                <a:gd name="connsiteY2" fmla="*/ 586164 h 628312"/>
                <a:gd name="connsiteX3" fmla="*/ 11060 w 686023"/>
                <a:gd name="connsiteY3" fmla="*/ 501444 h 628312"/>
                <a:gd name="connsiteX4" fmla="*/ 268816 w 686023"/>
                <a:gd name="connsiteY4" fmla="*/ 43393 h 628312"/>
                <a:gd name="connsiteX5" fmla="*/ 343007 w 686023"/>
                <a:gd name="connsiteY5" fmla="*/ 0 h 628312"/>
                <a:gd name="connsiteX6" fmla="*/ 417198 w 686023"/>
                <a:gd name="connsiteY6" fmla="*/ 43393 h 628312"/>
                <a:gd name="connsiteX7" fmla="*/ 674953 w 686023"/>
                <a:gd name="connsiteY7" fmla="*/ 501444 h 628312"/>
                <a:gd name="connsiteX8" fmla="*/ 674246 w 686023"/>
                <a:gd name="connsiteY8" fmla="*/ 586164 h 628312"/>
                <a:gd name="connsiteX9" fmla="*/ 600763 w 686023"/>
                <a:gd name="connsiteY9" fmla="*/ 628312 h 628312"/>
                <a:gd name="connsiteX10" fmla="*/ 343007 w 686023"/>
                <a:gd name="connsiteY10" fmla="*/ 14436 h 628312"/>
                <a:gd name="connsiteX11" fmla="*/ 281384 w 686023"/>
                <a:gd name="connsiteY11" fmla="*/ 50470 h 628312"/>
                <a:gd name="connsiteX12" fmla="*/ 23628 w 686023"/>
                <a:gd name="connsiteY12" fmla="*/ 508521 h 628312"/>
                <a:gd name="connsiteX13" fmla="*/ 24223 w 686023"/>
                <a:gd name="connsiteY13" fmla="*/ 578890 h 628312"/>
                <a:gd name="connsiteX14" fmla="*/ 85251 w 686023"/>
                <a:gd name="connsiteY14" fmla="*/ 613904 h 628312"/>
                <a:gd name="connsiteX15" fmla="*/ 600763 w 686023"/>
                <a:gd name="connsiteY15" fmla="*/ 613904 h 628312"/>
                <a:gd name="connsiteX16" fmla="*/ 661791 w 686023"/>
                <a:gd name="connsiteY16" fmla="*/ 578890 h 628312"/>
                <a:gd name="connsiteX17" fmla="*/ 662385 w 686023"/>
                <a:gd name="connsiteY17" fmla="*/ 508521 h 628312"/>
                <a:gd name="connsiteX18" fmla="*/ 404629 w 686023"/>
                <a:gd name="connsiteY18" fmla="*/ 50470 h 628312"/>
                <a:gd name="connsiteX19" fmla="*/ 343007 w 686023"/>
                <a:gd name="connsiteY19" fmla="*/ 14436 h 628312"/>
                <a:gd name="connsiteX20" fmla="*/ 275100 w 686023"/>
                <a:gd name="connsiteY20" fmla="*/ 46932 h 628312"/>
                <a:gd name="connsiteX21" fmla="*/ 275157 w 686023"/>
                <a:gd name="connsiteY21" fmla="*/ 46932 h 628312"/>
                <a:gd name="connsiteX22" fmla="*/ 275100 w 686023"/>
                <a:gd name="connsiteY22" fmla="*/ 46932 h 628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686023" h="628312">
                  <a:moveTo>
                    <a:pt x="600763" y="628312"/>
                  </a:moveTo>
                  <a:lnTo>
                    <a:pt x="85251" y="628312"/>
                  </a:lnTo>
                  <a:cubicBezTo>
                    <a:pt x="54680" y="628312"/>
                    <a:pt x="27195" y="612546"/>
                    <a:pt x="11768" y="586164"/>
                  </a:cubicBezTo>
                  <a:cubicBezTo>
                    <a:pt x="-3659" y="559755"/>
                    <a:pt x="-3942" y="528080"/>
                    <a:pt x="11060" y="501444"/>
                  </a:cubicBezTo>
                  <a:lnTo>
                    <a:pt x="268816" y="43393"/>
                  </a:lnTo>
                  <a:cubicBezTo>
                    <a:pt x="284102" y="16219"/>
                    <a:pt x="311841" y="0"/>
                    <a:pt x="343007" y="0"/>
                  </a:cubicBezTo>
                  <a:cubicBezTo>
                    <a:pt x="374172" y="0"/>
                    <a:pt x="401912" y="16219"/>
                    <a:pt x="417198" y="43393"/>
                  </a:cubicBezTo>
                  <a:lnTo>
                    <a:pt x="674953" y="501444"/>
                  </a:lnTo>
                  <a:cubicBezTo>
                    <a:pt x="689956" y="528108"/>
                    <a:pt x="689701" y="559783"/>
                    <a:pt x="674246" y="586164"/>
                  </a:cubicBezTo>
                  <a:cubicBezTo>
                    <a:pt x="658819" y="612574"/>
                    <a:pt x="631334" y="628312"/>
                    <a:pt x="600763" y="628312"/>
                  </a:cubicBezTo>
                  <a:close/>
                  <a:moveTo>
                    <a:pt x="343007" y="14436"/>
                  </a:moveTo>
                  <a:cubicBezTo>
                    <a:pt x="317107" y="14436"/>
                    <a:pt x="294094" y="27910"/>
                    <a:pt x="281384" y="50470"/>
                  </a:cubicBezTo>
                  <a:lnTo>
                    <a:pt x="23628" y="508521"/>
                  </a:lnTo>
                  <a:cubicBezTo>
                    <a:pt x="11173" y="530656"/>
                    <a:pt x="11400" y="556952"/>
                    <a:pt x="24223" y="578890"/>
                  </a:cubicBezTo>
                  <a:cubicBezTo>
                    <a:pt x="37045" y="600827"/>
                    <a:pt x="59860" y="613904"/>
                    <a:pt x="85251" y="613904"/>
                  </a:cubicBezTo>
                  <a:lnTo>
                    <a:pt x="600763" y="613904"/>
                  </a:lnTo>
                  <a:cubicBezTo>
                    <a:pt x="626153" y="613904"/>
                    <a:pt x="648968" y="600827"/>
                    <a:pt x="661791" y="578890"/>
                  </a:cubicBezTo>
                  <a:cubicBezTo>
                    <a:pt x="674614" y="556981"/>
                    <a:pt x="674840" y="530656"/>
                    <a:pt x="662385" y="508521"/>
                  </a:cubicBezTo>
                  <a:lnTo>
                    <a:pt x="404629" y="50470"/>
                  </a:lnTo>
                  <a:cubicBezTo>
                    <a:pt x="391920" y="27910"/>
                    <a:pt x="368907" y="14436"/>
                    <a:pt x="343007" y="14436"/>
                  </a:cubicBezTo>
                  <a:close/>
                  <a:moveTo>
                    <a:pt x="275100" y="46932"/>
                  </a:moveTo>
                  <a:lnTo>
                    <a:pt x="275157" y="46932"/>
                  </a:lnTo>
                  <a:lnTo>
                    <a:pt x="275100" y="46932"/>
                  </a:lnTo>
                  <a:close/>
                </a:path>
              </a:pathLst>
            </a:custGeom>
            <a:solidFill>
              <a:srgbClr val="262626"/>
            </a:solidFill>
            <a:ln w="2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28" name="Forma Livre: Forma 527">
              <a:extLst>
                <a:ext uri="{FF2B5EF4-FFF2-40B4-BE49-F238E27FC236}">
                  <a16:creationId xmlns:a16="http://schemas.microsoft.com/office/drawing/2014/main" id="{C1C04F70-54DF-E4D3-DB89-49573E6CF4FE}"/>
                </a:ext>
              </a:extLst>
            </p:cNvPr>
            <p:cNvSpPr/>
            <p:nvPr/>
          </p:nvSpPr>
          <p:spPr>
            <a:xfrm>
              <a:off x="9594925" y="4673076"/>
              <a:ext cx="74797" cy="159105"/>
            </a:xfrm>
            <a:custGeom>
              <a:avLst/>
              <a:gdLst>
                <a:gd name="connsiteX0" fmla="*/ 37154 w 74797"/>
                <a:gd name="connsiteY0" fmla="*/ 159106 h 159105"/>
                <a:gd name="connsiteX1" fmla="*/ 5196 w 74797"/>
                <a:gd name="connsiteY1" fmla="*/ 140763 h 159105"/>
                <a:gd name="connsiteX2" fmla="*/ 4885 w 74797"/>
                <a:gd name="connsiteY2" fmla="*/ 103937 h 159105"/>
                <a:gd name="connsiteX3" fmla="*/ 61299 w 74797"/>
                <a:gd name="connsiteY3" fmla="*/ 3677 h 159105"/>
                <a:gd name="connsiteX4" fmla="*/ 71122 w 74797"/>
                <a:gd name="connsiteY4" fmla="*/ 931 h 159105"/>
                <a:gd name="connsiteX5" fmla="*/ 73867 w 74797"/>
                <a:gd name="connsiteY5" fmla="*/ 10753 h 159105"/>
                <a:gd name="connsiteX6" fmla="*/ 17452 w 74797"/>
                <a:gd name="connsiteY6" fmla="*/ 111014 h 159105"/>
                <a:gd name="connsiteX7" fmla="*/ 17651 w 74797"/>
                <a:gd name="connsiteY7" fmla="*/ 133489 h 159105"/>
                <a:gd name="connsiteX8" fmla="*/ 37154 w 74797"/>
                <a:gd name="connsiteY8" fmla="*/ 144670 h 159105"/>
                <a:gd name="connsiteX9" fmla="*/ 44372 w 74797"/>
                <a:gd name="connsiteY9" fmla="*/ 151888 h 159105"/>
                <a:gd name="connsiteX10" fmla="*/ 37154 w 74797"/>
                <a:gd name="connsiteY10" fmla="*/ 159106 h 1591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797" h="159105">
                  <a:moveTo>
                    <a:pt x="37154" y="159106"/>
                  </a:moveTo>
                  <a:cubicBezTo>
                    <a:pt x="17991" y="159106"/>
                    <a:pt x="8423" y="146283"/>
                    <a:pt x="5196" y="140763"/>
                  </a:cubicBezTo>
                  <a:cubicBezTo>
                    <a:pt x="1969" y="135244"/>
                    <a:pt x="-4512" y="120638"/>
                    <a:pt x="4885" y="103937"/>
                  </a:cubicBezTo>
                  <a:lnTo>
                    <a:pt x="61299" y="3677"/>
                  </a:lnTo>
                  <a:cubicBezTo>
                    <a:pt x="63252" y="195"/>
                    <a:pt x="67640" y="-1022"/>
                    <a:pt x="71122" y="931"/>
                  </a:cubicBezTo>
                  <a:cubicBezTo>
                    <a:pt x="74603" y="2884"/>
                    <a:pt x="75820" y="7300"/>
                    <a:pt x="73867" y="10753"/>
                  </a:cubicBezTo>
                  <a:lnTo>
                    <a:pt x="17452" y="111014"/>
                  </a:lnTo>
                  <a:cubicBezTo>
                    <a:pt x="11933" y="120836"/>
                    <a:pt x="15189" y="129299"/>
                    <a:pt x="17651" y="133489"/>
                  </a:cubicBezTo>
                  <a:cubicBezTo>
                    <a:pt x="20085" y="137678"/>
                    <a:pt x="25860" y="144670"/>
                    <a:pt x="37154" y="144670"/>
                  </a:cubicBezTo>
                  <a:cubicBezTo>
                    <a:pt x="41145" y="144670"/>
                    <a:pt x="44372" y="147897"/>
                    <a:pt x="44372" y="151888"/>
                  </a:cubicBezTo>
                  <a:cubicBezTo>
                    <a:pt x="44372" y="155879"/>
                    <a:pt x="41145" y="159106"/>
                    <a:pt x="37154" y="159106"/>
                  </a:cubicBezTo>
                  <a:close/>
                </a:path>
              </a:pathLst>
            </a:custGeom>
            <a:solidFill>
              <a:srgbClr val="262626"/>
            </a:solidFill>
            <a:ln w="2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grpSp>
          <p:nvGrpSpPr>
            <p:cNvPr id="529" name="Gráfico 3">
              <a:extLst>
                <a:ext uri="{FF2B5EF4-FFF2-40B4-BE49-F238E27FC236}">
                  <a16:creationId xmlns:a16="http://schemas.microsoft.com/office/drawing/2014/main" id="{F41337AE-0A33-E682-6D6D-8444040130E9}"/>
                </a:ext>
              </a:extLst>
            </p:cNvPr>
            <p:cNvGrpSpPr/>
            <p:nvPr/>
          </p:nvGrpSpPr>
          <p:grpSpPr>
            <a:xfrm>
              <a:off x="9834242" y="4419846"/>
              <a:ext cx="111186" cy="376811"/>
              <a:chOff x="9834242" y="4419846"/>
              <a:chExt cx="111186" cy="376811"/>
            </a:xfrm>
            <a:solidFill>
              <a:srgbClr val="262626"/>
            </a:solidFill>
          </p:grpSpPr>
          <p:sp>
            <p:nvSpPr>
              <p:cNvPr id="530" name="Forma Livre: Forma 529">
                <a:extLst>
                  <a:ext uri="{FF2B5EF4-FFF2-40B4-BE49-F238E27FC236}">
                    <a16:creationId xmlns:a16="http://schemas.microsoft.com/office/drawing/2014/main" id="{7E5929DF-96F3-46EE-6ED1-27AA3D22A290}"/>
                  </a:ext>
                </a:extLst>
              </p:cNvPr>
              <p:cNvSpPr/>
              <p:nvPr/>
            </p:nvSpPr>
            <p:spPr>
              <a:xfrm>
                <a:off x="9834242" y="4419846"/>
                <a:ext cx="111186" cy="248075"/>
              </a:xfrm>
              <a:custGeom>
                <a:avLst/>
                <a:gdLst>
                  <a:gd name="connsiteX0" fmla="*/ 71049 w 111186"/>
                  <a:gd name="connsiteY0" fmla="*/ 248075 h 248075"/>
                  <a:gd name="connsiteX1" fmla="*/ 40138 w 111186"/>
                  <a:gd name="connsiteY1" fmla="*/ 248075 h 248075"/>
                  <a:gd name="connsiteX2" fmla="*/ 7303 w 111186"/>
                  <a:gd name="connsiteY2" fmla="*/ 216542 h 248075"/>
                  <a:gd name="connsiteX3" fmla="*/ 28 w 111186"/>
                  <a:gd name="connsiteY3" fmla="*/ 34137 h 248075"/>
                  <a:gd name="connsiteX4" fmla="*/ 9171 w 111186"/>
                  <a:gd name="connsiteY4" fmla="*/ 10077 h 248075"/>
                  <a:gd name="connsiteX5" fmla="*/ 32864 w 111186"/>
                  <a:gd name="connsiteY5" fmla="*/ 0 h 248075"/>
                  <a:gd name="connsiteX6" fmla="*/ 78323 w 111186"/>
                  <a:gd name="connsiteY6" fmla="*/ 0 h 248075"/>
                  <a:gd name="connsiteX7" fmla="*/ 102015 w 111186"/>
                  <a:gd name="connsiteY7" fmla="*/ 10077 h 248075"/>
                  <a:gd name="connsiteX8" fmla="*/ 111158 w 111186"/>
                  <a:gd name="connsiteY8" fmla="*/ 34137 h 248075"/>
                  <a:gd name="connsiteX9" fmla="*/ 103883 w 111186"/>
                  <a:gd name="connsiteY9" fmla="*/ 216542 h 248075"/>
                  <a:gd name="connsiteX10" fmla="*/ 71049 w 111186"/>
                  <a:gd name="connsiteY10" fmla="*/ 248075 h 248075"/>
                  <a:gd name="connsiteX11" fmla="*/ 32864 w 111186"/>
                  <a:gd name="connsiteY11" fmla="*/ 14408 h 248075"/>
                  <a:gd name="connsiteX12" fmla="*/ 19587 w 111186"/>
                  <a:gd name="connsiteY12" fmla="*/ 20069 h 248075"/>
                  <a:gd name="connsiteX13" fmla="*/ 14465 w 111186"/>
                  <a:gd name="connsiteY13" fmla="*/ 33571 h 248075"/>
                  <a:gd name="connsiteX14" fmla="*/ 21739 w 111186"/>
                  <a:gd name="connsiteY14" fmla="*/ 215976 h 248075"/>
                  <a:gd name="connsiteX15" fmla="*/ 40138 w 111186"/>
                  <a:gd name="connsiteY15" fmla="*/ 233668 h 248075"/>
                  <a:gd name="connsiteX16" fmla="*/ 71049 w 111186"/>
                  <a:gd name="connsiteY16" fmla="*/ 233668 h 248075"/>
                  <a:gd name="connsiteX17" fmla="*/ 89448 w 111186"/>
                  <a:gd name="connsiteY17" fmla="*/ 215976 h 248075"/>
                  <a:gd name="connsiteX18" fmla="*/ 89448 w 111186"/>
                  <a:gd name="connsiteY18" fmla="*/ 215976 h 248075"/>
                  <a:gd name="connsiteX19" fmla="*/ 96722 w 111186"/>
                  <a:gd name="connsiteY19" fmla="*/ 33571 h 248075"/>
                  <a:gd name="connsiteX20" fmla="*/ 91599 w 111186"/>
                  <a:gd name="connsiteY20" fmla="*/ 20069 h 248075"/>
                  <a:gd name="connsiteX21" fmla="*/ 78323 w 111186"/>
                  <a:gd name="connsiteY21" fmla="*/ 14408 h 248075"/>
                  <a:gd name="connsiteX22" fmla="*/ 32864 w 111186"/>
                  <a:gd name="connsiteY22" fmla="*/ 14408 h 2480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11186" h="248075">
                    <a:moveTo>
                      <a:pt x="71049" y="248075"/>
                    </a:moveTo>
                    <a:lnTo>
                      <a:pt x="40138" y="248075"/>
                    </a:lnTo>
                    <a:cubicBezTo>
                      <a:pt x="22446" y="248075"/>
                      <a:pt x="8011" y="234234"/>
                      <a:pt x="7303" y="216542"/>
                    </a:cubicBezTo>
                    <a:lnTo>
                      <a:pt x="28" y="34137"/>
                    </a:lnTo>
                    <a:cubicBezTo>
                      <a:pt x="-340" y="25108"/>
                      <a:pt x="2915" y="16587"/>
                      <a:pt x="9171" y="10077"/>
                    </a:cubicBezTo>
                    <a:cubicBezTo>
                      <a:pt x="15427" y="3567"/>
                      <a:pt x="23833" y="0"/>
                      <a:pt x="32864" y="0"/>
                    </a:cubicBezTo>
                    <a:lnTo>
                      <a:pt x="78323" y="0"/>
                    </a:lnTo>
                    <a:cubicBezTo>
                      <a:pt x="87353" y="0"/>
                      <a:pt x="95760" y="3595"/>
                      <a:pt x="102015" y="10077"/>
                    </a:cubicBezTo>
                    <a:cubicBezTo>
                      <a:pt x="108271" y="16587"/>
                      <a:pt x="111526" y="25136"/>
                      <a:pt x="111158" y="34137"/>
                    </a:cubicBezTo>
                    <a:lnTo>
                      <a:pt x="103883" y="216542"/>
                    </a:lnTo>
                    <a:cubicBezTo>
                      <a:pt x="103176" y="234234"/>
                      <a:pt x="88768" y="248075"/>
                      <a:pt x="71049" y="248075"/>
                    </a:cubicBezTo>
                    <a:close/>
                    <a:moveTo>
                      <a:pt x="32864" y="14408"/>
                    </a:moveTo>
                    <a:cubicBezTo>
                      <a:pt x="27797" y="14408"/>
                      <a:pt x="23097" y="16418"/>
                      <a:pt x="19587" y="20069"/>
                    </a:cubicBezTo>
                    <a:cubicBezTo>
                      <a:pt x="16078" y="23721"/>
                      <a:pt x="14266" y="28504"/>
                      <a:pt x="14465" y="33571"/>
                    </a:cubicBezTo>
                    <a:lnTo>
                      <a:pt x="21739" y="215976"/>
                    </a:lnTo>
                    <a:cubicBezTo>
                      <a:pt x="22135" y="225883"/>
                      <a:pt x="30202" y="233668"/>
                      <a:pt x="40138" y="233668"/>
                    </a:cubicBezTo>
                    <a:lnTo>
                      <a:pt x="71049" y="233668"/>
                    </a:lnTo>
                    <a:cubicBezTo>
                      <a:pt x="80956" y="233668"/>
                      <a:pt x="89051" y="225912"/>
                      <a:pt x="89448" y="215976"/>
                    </a:cubicBezTo>
                    <a:lnTo>
                      <a:pt x="89448" y="215976"/>
                    </a:lnTo>
                    <a:lnTo>
                      <a:pt x="96722" y="33571"/>
                    </a:lnTo>
                    <a:cubicBezTo>
                      <a:pt x="96920" y="28504"/>
                      <a:pt x="95109" y="23721"/>
                      <a:pt x="91599" y="20069"/>
                    </a:cubicBezTo>
                    <a:cubicBezTo>
                      <a:pt x="88088" y="16418"/>
                      <a:pt x="83390" y="14408"/>
                      <a:pt x="78323" y="14408"/>
                    </a:cubicBezTo>
                    <a:lnTo>
                      <a:pt x="32864" y="14408"/>
                    </a:lnTo>
                    <a:close/>
                  </a:path>
                </a:pathLst>
              </a:custGeom>
              <a:solidFill>
                <a:srgbClr val="262626"/>
              </a:solidFill>
              <a:ln w="2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31" name="Forma Livre: Forma 530">
                <a:extLst>
                  <a:ext uri="{FF2B5EF4-FFF2-40B4-BE49-F238E27FC236}">
                    <a16:creationId xmlns:a16="http://schemas.microsoft.com/office/drawing/2014/main" id="{8C672E8E-41EB-705E-6D71-36EE84C0291C}"/>
                  </a:ext>
                </a:extLst>
              </p:cNvPr>
              <p:cNvSpPr/>
              <p:nvPr/>
            </p:nvSpPr>
            <p:spPr>
              <a:xfrm>
                <a:off x="9845565" y="4704040"/>
                <a:ext cx="88541" cy="92617"/>
              </a:xfrm>
              <a:custGeom>
                <a:avLst/>
                <a:gdLst>
                  <a:gd name="connsiteX0" fmla="*/ 54603 w 88541"/>
                  <a:gd name="connsiteY0" fmla="*/ 92618 h 92617"/>
                  <a:gd name="connsiteX1" fmla="*/ 33939 w 88541"/>
                  <a:gd name="connsiteY1" fmla="*/ 92618 h 92617"/>
                  <a:gd name="connsiteX2" fmla="*/ 1103 w 88541"/>
                  <a:gd name="connsiteY2" fmla="*/ 61085 h 92617"/>
                  <a:gd name="connsiteX3" fmla="*/ 28 w 88541"/>
                  <a:gd name="connsiteY3" fmla="*/ 34137 h 92617"/>
                  <a:gd name="connsiteX4" fmla="*/ 28 w 88541"/>
                  <a:gd name="connsiteY4" fmla="*/ 34137 h 92617"/>
                  <a:gd name="connsiteX5" fmla="*/ 9171 w 88541"/>
                  <a:gd name="connsiteY5" fmla="*/ 10077 h 92617"/>
                  <a:gd name="connsiteX6" fmla="*/ 32864 w 88541"/>
                  <a:gd name="connsiteY6" fmla="*/ 0 h 92617"/>
                  <a:gd name="connsiteX7" fmla="*/ 55678 w 88541"/>
                  <a:gd name="connsiteY7" fmla="*/ 0 h 92617"/>
                  <a:gd name="connsiteX8" fmla="*/ 79370 w 88541"/>
                  <a:gd name="connsiteY8" fmla="*/ 10077 h 92617"/>
                  <a:gd name="connsiteX9" fmla="*/ 88513 w 88541"/>
                  <a:gd name="connsiteY9" fmla="*/ 34137 h 92617"/>
                  <a:gd name="connsiteX10" fmla="*/ 87437 w 88541"/>
                  <a:gd name="connsiteY10" fmla="*/ 61085 h 92617"/>
                  <a:gd name="connsiteX11" fmla="*/ 54603 w 88541"/>
                  <a:gd name="connsiteY11" fmla="*/ 92618 h 92617"/>
                  <a:gd name="connsiteX12" fmla="*/ 14465 w 88541"/>
                  <a:gd name="connsiteY12" fmla="*/ 33571 h 92617"/>
                  <a:gd name="connsiteX13" fmla="*/ 15540 w 88541"/>
                  <a:gd name="connsiteY13" fmla="*/ 60519 h 92617"/>
                  <a:gd name="connsiteX14" fmla="*/ 33939 w 88541"/>
                  <a:gd name="connsiteY14" fmla="*/ 78210 h 92617"/>
                  <a:gd name="connsiteX15" fmla="*/ 54603 w 88541"/>
                  <a:gd name="connsiteY15" fmla="*/ 78210 h 92617"/>
                  <a:gd name="connsiteX16" fmla="*/ 73002 w 88541"/>
                  <a:gd name="connsiteY16" fmla="*/ 60519 h 92617"/>
                  <a:gd name="connsiteX17" fmla="*/ 74077 w 88541"/>
                  <a:gd name="connsiteY17" fmla="*/ 33571 h 92617"/>
                  <a:gd name="connsiteX18" fmla="*/ 68954 w 88541"/>
                  <a:gd name="connsiteY18" fmla="*/ 20069 h 92617"/>
                  <a:gd name="connsiteX19" fmla="*/ 55678 w 88541"/>
                  <a:gd name="connsiteY19" fmla="*/ 14408 h 92617"/>
                  <a:gd name="connsiteX20" fmla="*/ 32864 w 88541"/>
                  <a:gd name="connsiteY20" fmla="*/ 14408 h 92617"/>
                  <a:gd name="connsiteX21" fmla="*/ 19587 w 88541"/>
                  <a:gd name="connsiteY21" fmla="*/ 20069 h 92617"/>
                  <a:gd name="connsiteX22" fmla="*/ 14465 w 88541"/>
                  <a:gd name="connsiteY22" fmla="*/ 33571 h 92617"/>
                  <a:gd name="connsiteX23" fmla="*/ 14465 w 88541"/>
                  <a:gd name="connsiteY23" fmla="*/ 33571 h 926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88541" h="92617">
                    <a:moveTo>
                      <a:pt x="54603" y="92618"/>
                    </a:moveTo>
                    <a:lnTo>
                      <a:pt x="33939" y="92618"/>
                    </a:lnTo>
                    <a:cubicBezTo>
                      <a:pt x="16248" y="92618"/>
                      <a:pt x="1811" y="78776"/>
                      <a:pt x="1103" y="61085"/>
                    </a:cubicBezTo>
                    <a:lnTo>
                      <a:pt x="28" y="34137"/>
                    </a:lnTo>
                    <a:lnTo>
                      <a:pt x="28" y="34137"/>
                    </a:lnTo>
                    <a:cubicBezTo>
                      <a:pt x="-340" y="25136"/>
                      <a:pt x="2915" y="16587"/>
                      <a:pt x="9171" y="10077"/>
                    </a:cubicBezTo>
                    <a:cubicBezTo>
                      <a:pt x="15427" y="3567"/>
                      <a:pt x="23833" y="0"/>
                      <a:pt x="32864" y="0"/>
                    </a:cubicBezTo>
                    <a:lnTo>
                      <a:pt x="55678" y="0"/>
                    </a:lnTo>
                    <a:cubicBezTo>
                      <a:pt x="64708" y="0"/>
                      <a:pt x="73115" y="3595"/>
                      <a:pt x="79370" y="10077"/>
                    </a:cubicBezTo>
                    <a:cubicBezTo>
                      <a:pt x="85626" y="16587"/>
                      <a:pt x="88881" y="25136"/>
                      <a:pt x="88513" y="34137"/>
                    </a:cubicBezTo>
                    <a:lnTo>
                      <a:pt x="87437" y="61085"/>
                    </a:lnTo>
                    <a:cubicBezTo>
                      <a:pt x="86730" y="78776"/>
                      <a:pt x="72322" y="92618"/>
                      <a:pt x="54603" y="92618"/>
                    </a:cubicBezTo>
                    <a:close/>
                    <a:moveTo>
                      <a:pt x="14465" y="33571"/>
                    </a:moveTo>
                    <a:lnTo>
                      <a:pt x="15540" y="60519"/>
                    </a:lnTo>
                    <a:cubicBezTo>
                      <a:pt x="15936" y="70426"/>
                      <a:pt x="24003" y="78210"/>
                      <a:pt x="33939" y="78210"/>
                    </a:cubicBezTo>
                    <a:lnTo>
                      <a:pt x="54603" y="78210"/>
                    </a:lnTo>
                    <a:cubicBezTo>
                      <a:pt x="64510" y="78210"/>
                      <a:pt x="72605" y="70454"/>
                      <a:pt x="73002" y="60519"/>
                    </a:cubicBezTo>
                    <a:lnTo>
                      <a:pt x="74077" y="33571"/>
                    </a:lnTo>
                    <a:cubicBezTo>
                      <a:pt x="74275" y="28504"/>
                      <a:pt x="72464" y="23721"/>
                      <a:pt x="68954" y="20069"/>
                    </a:cubicBezTo>
                    <a:cubicBezTo>
                      <a:pt x="65443" y="16418"/>
                      <a:pt x="60745" y="14408"/>
                      <a:pt x="55678" y="14408"/>
                    </a:cubicBezTo>
                    <a:lnTo>
                      <a:pt x="32864" y="14408"/>
                    </a:lnTo>
                    <a:cubicBezTo>
                      <a:pt x="27797" y="14408"/>
                      <a:pt x="23097" y="16418"/>
                      <a:pt x="19587" y="20069"/>
                    </a:cubicBezTo>
                    <a:cubicBezTo>
                      <a:pt x="16078" y="23721"/>
                      <a:pt x="14266" y="28504"/>
                      <a:pt x="14465" y="33571"/>
                    </a:cubicBezTo>
                    <a:lnTo>
                      <a:pt x="14465" y="33571"/>
                    </a:lnTo>
                    <a:close/>
                  </a:path>
                </a:pathLst>
              </a:custGeom>
              <a:solidFill>
                <a:srgbClr val="262626"/>
              </a:solidFill>
              <a:ln w="2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grpSp>
        <p:nvGrpSpPr>
          <p:cNvPr id="532" name="Gráfico 3">
            <a:extLst>
              <a:ext uri="{FF2B5EF4-FFF2-40B4-BE49-F238E27FC236}">
                <a16:creationId xmlns:a16="http://schemas.microsoft.com/office/drawing/2014/main" id="{725A67AD-A7CC-3992-0257-0F032CBEE501}"/>
              </a:ext>
            </a:extLst>
          </p:cNvPr>
          <p:cNvGrpSpPr/>
          <p:nvPr/>
        </p:nvGrpSpPr>
        <p:grpSpPr>
          <a:xfrm>
            <a:off x="931215" y="5253584"/>
            <a:ext cx="543758" cy="491834"/>
            <a:chOff x="903981" y="5228950"/>
            <a:chExt cx="598226" cy="541101"/>
          </a:xfrm>
          <a:solidFill>
            <a:srgbClr val="262626"/>
          </a:solidFill>
        </p:grpSpPr>
        <p:grpSp>
          <p:nvGrpSpPr>
            <p:cNvPr id="533" name="Gráfico 3">
              <a:extLst>
                <a:ext uri="{FF2B5EF4-FFF2-40B4-BE49-F238E27FC236}">
                  <a16:creationId xmlns:a16="http://schemas.microsoft.com/office/drawing/2014/main" id="{96FC6D44-C3F2-943B-278C-187C0E6091A7}"/>
                </a:ext>
              </a:extLst>
            </p:cNvPr>
            <p:cNvGrpSpPr/>
            <p:nvPr/>
          </p:nvGrpSpPr>
          <p:grpSpPr>
            <a:xfrm>
              <a:off x="903981" y="5228950"/>
              <a:ext cx="464051" cy="541101"/>
              <a:chOff x="903981" y="5228950"/>
              <a:chExt cx="464051" cy="541101"/>
            </a:xfrm>
            <a:solidFill>
              <a:srgbClr val="262626"/>
            </a:solidFill>
          </p:grpSpPr>
          <p:sp>
            <p:nvSpPr>
              <p:cNvPr id="535" name="Forma Livre: Forma 534">
                <a:extLst>
                  <a:ext uri="{FF2B5EF4-FFF2-40B4-BE49-F238E27FC236}">
                    <a16:creationId xmlns:a16="http://schemas.microsoft.com/office/drawing/2014/main" id="{9CD3FBFB-0386-3D5C-E3D6-3EAF30C8AC0C}"/>
                  </a:ext>
                </a:extLst>
              </p:cNvPr>
              <p:cNvSpPr/>
              <p:nvPr/>
            </p:nvSpPr>
            <p:spPr>
              <a:xfrm>
                <a:off x="903981" y="5228950"/>
                <a:ext cx="464051" cy="541101"/>
              </a:xfrm>
              <a:custGeom>
                <a:avLst/>
                <a:gdLst>
                  <a:gd name="connsiteX0" fmla="*/ 456834 w 464051"/>
                  <a:gd name="connsiteY0" fmla="*/ 541101 h 541101"/>
                  <a:gd name="connsiteX1" fmla="*/ 7218 w 464051"/>
                  <a:gd name="connsiteY1" fmla="*/ 541101 h 541101"/>
                  <a:gd name="connsiteX2" fmla="*/ 0 w 464051"/>
                  <a:gd name="connsiteY2" fmla="*/ 533883 h 541101"/>
                  <a:gd name="connsiteX3" fmla="*/ 0 w 464051"/>
                  <a:gd name="connsiteY3" fmla="*/ 7218 h 541101"/>
                  <a:gd name="connsiteX4" fmla="*/ 7218 w 464051"/>
                  <a:gd name="connsiteY4" fmla="*/ 0 h 541101"/>
                  <a:gd name="connsiteX5" fmla="*/ 456834 w 464051"/>
                  <a:gd name="connsiteY5" fmla="*/ 0 h 541101"/>
                  <a:gd name="connsiteX6" fmla="*/ 464052 w 464051"/>
                  <a:gd name="connsiteY6" fmla="*/ 7218 h 541101"/>
                  <a:gd name="connsiteX7" fmla="*/ 464052 w 464051"/>
                  <a:gd name="connsiteY7" fmla="*/ 204371 h 541101"/>
                  <a:gd name="connsiteX8" fmla="*/ 456834 w 464051"/>
                  <a:gd name="connsiteY8" fmla="*/ 211589 h 541101"/>
                  <a:gd name="connsiteX9" fmla="*/ 449615 w 464051"/>
                  <a:gd name="connsiteY9" fmla="*/ 204371 h 541101"/>
                  <a:gd name="connsiteX10" fmla="*/ 449615 w 464051"/>
                  <a:gd name="connsiteY10" fmla="*/ 14436 h 541101"/>
                  <a:gd name="connsiteX11" fmla="*/ 14436 w 464051"/>
                  <a:gd name="connsiteY11" fmla="*/ 14436 h 541101"/>
                  <a:gd name="connsiteX12" fmla="*/ 14436 w 464051"/>
                  <a:gd name="connsiteY12" fmla="*/ 526665 h 541101"/>
                  <a:gd name="connsiteX13" fmla="*/ 449615 w 464051"/>
                  <a:gd name="connsiteY13" fmla="*/ 526665 h 541101"/>
                  <a:gd name="connsiteX14" fmla="*/ 449615 w 464051"/>
                  <a:gd name="connsiteY14" fmla="*/ 440444 h 541101"/>
                  <a:gd name="connsiteX15" fmla="*/ 456834 w 464051"/>
                  <a:gd name="connsiteY15" fmla="*/ 433226 h 541101"/>
                  <a:gd name="connsiteX16" fmla="*/ 464052 w 464051"/>
                  <a:gd name="connsiteY16" fmla="*/ 440444 h 541101"/>
                  <a:gd name="connsiteX17" fmla="*/ 464052 w 464051"/>
                  <a:gd name="connsiteY17" fmla="*/ 533883 h 541101"/>
                  <a:gd name="connsiteX18" fmla="*/ 456834 w 464051"/>
                  <a:gd name="connsiteY18" fmla="*/ 541101 h 5411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64051" h="541101">
                    <a:moveTo>
                      <a:pt x="456834" y="541101"/>
                    </a:moveTo>
                    <a:lnTo>
                      <a:pt x="7218" y="541101"/>
                    </a:lnTo>
                    <a:cubicBezTo>
                      <a:pt x="3227" y="541101"/>
                      <a:pt x="0" y="537874"/>
                      <a:pt x="0" y="533883"/>
                    </a:cubicBezTo>
                    <a:lnTo>
                      <a:pt x="0" y="7218"/>
                    </a:lnTo>
                    <a:cubicBezTo>
                      <a:pt x="0" y="3227"/>
                      <a:pt x="3227" y="0"/>
                      <a:pt x="7218" y="0"/>
                    </a:cubicBezTo>
                    <a:lnTo>
                      <a:pt x="456834" y="0"/>
                    </a:lnTo>
                    <a:cubicBezTo>
                      <a:pt x="460825" y="0"/>
                      <a:pt x="464052" y="3227"/>
                      <a:pt x="464052" y="7218"/>
                    </a:cubicBezTo>
                    <a:lnTo>
                      <a:pt x="464052" y="204371"/>
                    </a:lnTo>
                    <a:cubicBezTo>
                      <a:pt x="464052" y="208362"/>
                      <a:pt x="460825" y="211589"/>
                      <a:pt x="456834" y="211589"/>
                    </a:cubicBezTo>
                    <a:cubicBezTo>
                      <a:pt x="452842" y="211589"/>
                      <a:pt x="449615" y="208362"/>
                      <a:pt x="449615" y="204371"/>
                    </a:cubicBezTo>
                    <a:lnTo>
                      <a:pt x="449615" y="14436"/>
                    </a:lnTo>
                    <a:lnTo>
                      <a:pt x="14436" y="14436"/>
                    </a:lnTo>
                    <a:lnTo>
                      <a:pt x="14436" y="526665"/>
                    </a:lnTo>
                    <a:lnTo>
                      <a:pt x="449615" y="526665"/>
                    </a:lnTo>
                    <a:lnTo>
                      <a:pt x="449615" y="440444"/>
                    </a:lnTo>
                    <a:cubicBezTo>
                      <a:pt x="449615" y="436453"/>
                      <a:pt x="452842" y="433226"/>
                      <a:pt x="456834" y="433226"/>
                    </a:cubicBezTo>
                    <a:cubicBezTo>
                      <a:pt x="460825" y="433226"/>
                      <a:pt x="464052" y="436453"/>
                      <a:pt x="464052" y="440444"/>
                    </a:cubicBezTo>
                    <a:lnTo>
                      <a:pt x="464052" y="533883"/>
                    </a:lnTo>
                    <a:cubicBezTo>
                      <a:pt x="464052" y="537874"/>
                      <a:pt x="460825" y="541101"/>
                      <a:pt x="456834" y="541101"/>
                    </a:cubicBezTo>
                    <a:close/>
                  </a:path>
                </a:pathLst>
              </a:custGeom>
              <a:solidFill>
                <a:srgbClr val="262626"/>
              </a:solidFill>
              <a:ln w="2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grpSp>
            <p:nvGrpSpPr>
              <p:cNvPr id="536" name="Gráfico 3">
                <a:extLst>
                  <a:ext uri="{FF2B5EF4-FFF2-40B4-BE49-F238E27FC236}">
                    <a16:creationId xmlns:a16="http://schemas.microsoft.com/office/drawing/2014/main" id="{2F6682D8-A621-DE84-9CA8-2340EAB57168}"/>
                  </a:ext>
                </a:extLst>
              </p:cNvPr>
              <p:cNvGrpSpPr/>
              <p:nvPr/>
            </p:nvGrpSpPr>
            <p:grpSpPr>
              <a:xfrm>
                <a:off x="977634" y="5356129"/>
                <a:ext cx="316717" cy="155514"/>
                <a:chOff x="977634" y="5356129"/>
                <a:chExt cx="316717" cy="155514"/>
              </a:xfrm>
              <a:solidFill>
                <a:srgbClr val="262626"/>
              </a:solidFill>
            </p:grpSpPr>
            <p:sp>
              <p:nvSpPr>
                <p:cNvPr id="540" name="Forma Livre: Forma 539">
                  <a:extLst>
                    <a:ext uri="{FF2B5EF4-FFF2-40B4-BE49-F238E27FC236}">
                      <a16:creationId xmlns:a16="http://schemas.microsoft.com/office/drawing/2014/main" id="{F0257719-94D5-68C0-377F-72F6589F3C5F}"/>
                    </a:ext>
                  </a:extLst>
                </p:cNvPr>
                <p:cNvSpPr/>
                <p:nvPr/>
              </p:nvSpPr>
              <p:spPr>
                <a:xfrm>
                  <a:off x="1085933" y="5356129"/>
                  <a:ext cx="100118" cy="14436"/>
                </a:xfrm>
                <a:custGeom>
                  <a:avLst/>
                  <a:gdLst>
                    <a:gd name="connsiteX0" fmla="*/ 92901 w 100118"/>
                    <a:gd name="connsiteY0" fmla="*/ 14436 h 14436"/>
                    <a:gd name="connsiteX1" fmla="*/ 7218 w 100118"/>
                    <a:gd name="connsiteY1" fmla="*/ 14436 h 14436"/>
                    <a:gd name="connsiteX2" fmla="*/ 0 w 100118"/>
                    <a:gd name="connsiteY2" fmla="*/ 7218 h 14436"/>
                    <a:gd name="connsiteX3" fmla="*/ 7218 w 100118"/>
                    <a:gd name="connsiteY3" fmla="*/ 0 h 14436"/>
                    <a:gd name="connsiteX4" fmla="*/ 92901 w 100118"/>
                    <a:gd name="connsiteY4" fmla="*/ 0 h 14436"/>
                    <a:gd name="connsiteX5" fmla="*/ 100119 w 100118"/>
                    <a:gd name="connsiteY5" fmla="*/ 7218 h 14436"/>
                    <a:gd name="connsiteX6" fmla="*/ 92901 w 100118"/>
                    <a:gd name="connsiteY6" fmla="*/ 14436 h 144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0118" h="14436">
                      <a:moveTo>
                        <a:pt x="92901" y="14436"/>
                      </a:moveTo>
                      <a:lnTo>
                        <a:pt x="7218" y="14436"/>
                      </a:lnTo>
                      <a:cubicBezTo>
                        <a:pt x="3227" y="14436"/>
                        <a:pt x="0" y="11209"/>
                        <a:pt x="0" y="7218"/>
                      </a:cubicBezTo>
                      <a:cubicBezTo>
                        <a:pt x="0" y="3227"/>
                        <a:pt x="3227" y="0"/>
                        <a:pt x="7218" y="0"/>
                      </a:cubicBezTo>
                      <a:lnTo>
                        <a:pt x="92901" y="0"/>
                      </a:lnTo>
                      <a:cubicBezTo>
                        <a:pt x="96892" y="0"/>
                        <a:pt x="100119" y="3227"/>
                        <a:pt x="100119" y="7218"/>
                      </a:cubicBezTo>
                      <a:cubicBezTo>
                        <a:pt x="100119" y="11209"/>
                        <a:pt x="96892" y="14436"/>
                        <a:pt x="92901" y="14436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282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41" name="Forma Livre: Forma 540">
                  <a:extLst>
                    <a:ext uri="{FF2B5EF4-FFF2-40B4-BE49-F238E27FC236}">
                      <a16:creationId xmlns:a16="http://schemas.microsoft.com/office/drawing/2014/main" id="{D9EBCCDE-7318-3DF0-F245-55D53C83F94A}"/>
                    </a:ext>
                  </a:extLst>
                </p:cNvPr>
                <p:cNvSpPr/>
                <p:nvPr/>
              </p:nvSpPr>
              <p:spPr>
                <a:xfrm>
                  <a:off x="977634" y="5443228"/>
                  <a:ext cx="316717" cy="14436"/>
                </a:xfrm>
                <a:custGeom>
                  <a:avLst/>
                  <a:gdLst>
                    <a:gd name="connsiteX0" fmla="*/ 309500 w 316717"/>
                    <a:gd name="connsiteY0" fmla="*/ 14436 h 14436"/>
                    <a:gd name="connsiteX1" fmla="*/ 7218 w 316717"/>
                    <a:gd name="connsiteY1" fmla="*/ 14436 h 14436"/>
                    <a:gd name="connsiteX2" fmla="*/ 0 w 316717"/>
                    <a:gd name="connsiteY2" fmla="*/ 7218 h 14436"/>
                    <a:gd name="connsiteX3" fmla="*/ 7218 w 316717"/>
                    <a:gd name="connsiteY3" fmla="*/ 0 h 14436"/>
                    <a:gd name="connsiteX4" fmla="*/ 309500 w 316717"/>
                    <a:gd name="connsiteY4" fmla="*/ 0 h 14436"/>
                    <a:gd name="connsiteX5" fmla="*/ 316718 w 316717"/>
                    <a:gd name="connsiteY5" fmla="*/ 7218 h 14436"/>
                    <a:gd name="connsiteX6" fmla="*/ 309500 w 316717"/>
                    <a:gd name="connsiteY6" fmla="*/ 14436 h 144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6717" h="14436">
                      <a:moveTo>
                        <a:pt x="309500" y="14436"/>
                      </a:moveTo>
                      <a:lnTo>
                        <a:pt x="7218" y="14436"/>
                      </a:lnTo>
                      <a:cubicBezTo>
                        <a:pt x="3227" y="14436"/>
                        <a:pt x="0" y="11209"/>
                        <a:pt x="0" y="7218"/>
                      </a:cubicBezTo>
                      <a:cubicBezTo>
                        <a:pt x="0" y="3227"/>
                        <a:pt x="3227" y="0"/>
                        <a:pt x="7218" y="0"/>
                      </a:cubicBezTo>
                      <a:lnTo>
                        <a:pt x="309500" y="0"/>
                      </a:lnTo>
                      <a:cubicBezTo>
                        <a:pt x="313491" y="0"/>
                        <a:pt x="316718" y="3227"/>
                        <a:pt x="316718" y="7218"/>
                      </a:cubicBezTo>
                      <a:cubicBezTo>
                        <a:pt x="316718" y="11209"/>
                        <a:pt x="313491" y="14436"/>
                        <a:pt x="309500" y="14436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282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42" name="Forma Livre: Forma 541">
                  <a:extLst>
                    <a:ext uri="{FF2B5EF4-FFF2-40B4-BE49-F238E27FC236}">
                      <a16:creationId xmlns:a16="http://schemas.microsoft.com/office/drawing/2014/main" id="{F5A74347-0ADB-B9AE-46F3-321EE8664825}"/>
                    </a:ext>
                  </a:extLst>
                </p:cNvPr>
                <p:cNvSpPr/>
                <p:nvPr/>
              </p:nvSpPr>
              <p:spPr>
                <a:xfrm>
                  <a:off x="977634" y="5497207"/>
                  <a:ext cx="316717" cy="14436"/>
                </a:xfrm>
                <a:custGeom>
                  <a:avLst/>
                  <a:gdLst>
                    <a:gd name="connsiteX0" fmla="*/ 309500 w 316717"/>
                    <a:gd name="connsiteY0" fmla="*/ 14436 h 14436"/>
                    <a:gd name="connsiteX1" fmla="*/ 7218 w 316717"/>
                    <a:gd name="connsiteY1" fmla="*/ 14436 h 14436"/>
                    <a:gd name="connsiteX2" fmla="*/ 0 w 316717"/>
                    <a:gd name="connsiteY2" fmla="*/ 7218 h 14436"/>
                    <a:gd name="connsiteX3" fmla="*/ 7218 w 316717"/>
                    <a:gd name="connsiteY3" fmla="*/ 0 h 14436"/>
                    <a:gd name="connsiteX4" fmla="*/ 309500 w 316717"/>
                    <a:gd name="connsiteY4" fmla="*/ 0 h 14436"/>
                    <a:gd name="connsiteX5" fmla="*/ 316718 w 316717"/>
                    <a:gd name="connsiteY5" fmla="*/ 7218 h 14436"/>
                    <a:gd name="connsiteX6" fmla="*/ 309500 w 316717"/>
                    <a:gd name="connsiteY6" fmla="*/ 14436 h 144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6717" h="14436">
                      <a:moveTo>
                        <a:pt x="309500" y="14436"/>
                      </a:moveTo>
                      <a:lnTo>
                        <a:pt x="7218" y="14436"/>
                      </a:lnTo>
                      <a:cubicBezTo>
                        <a:pt x="3227" y="14436"/>
                        <a:pt x="0" y="11209"/>
                        <a:pt x="0" y="7218"/>
                      </a:cubicBezTo>
                      <a:cubicBezTo>
                        <a:pt x="0" y="3227"/>
                        <a:pt x="3227" y="0"/>
                        <a:pt x="7218" y="0"/>
                      </a:cubicBezTo>
                      <a:lnTo>
                        <a:pt x="309500" y="0"/>
                      </a:lnTo>
                      <a:cubicBezTo>
                        <a:pt x="313491" y="0"/>
                        <a:pt x="316718" y="3227"/>
                        <a:pt x="316718" y="7218"/>
                      </a:cubicBezTo>
                      <a:cubicBezTo>
                        <a:pt x="316718" y="11209"/>
                        <a:pt x="313491" y="14436"/>
                        <a:pt x="309500" y="14436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282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  <p:grpSp>
            <p:nvGrpSpPr>
              <p:cNvPr id="537" name="Gráfico 3">
                <a:extLst>
                  <a:ext uri="{FF2B5EF4-FFF2-40B4-BE49-F238E27FC236}">
                    <a16:creationId xmlns:a16="http://schemas.microsoft.com/office/drawing/2014/main" id="{33C17713-0707-4225-CB5C-80A189C24501}"/>
                  </a:ext>
                </a:extLst>
              </p:cNvPr>
              <p:cNvGrpSpPr/>
              <p:nvPr/>
            </p:nvGrpSpPr>
            <p:grpSpPr>
              <a:xfrm>
                <a:off x="1052504" y="5556820"/>
                <a:ext cx="178215" cy="166978"/>
                <a:chOff x="1052504" y="5556820"/>
                <a:chExt cx="178215" cy="166978"/>
              </a:xfrm>
              <a:solidFill>
                <a:srgbClr val="262626"/>
              </a:solidFill>
            </p:grpSpPr>
            <p:sp>
              <p:nvSpPr>
                <p:cNvPr id="538" name="Forma Livre: Forma 537">
                  <a:extLst>
                    <a:ext uri="{FF2B5EF4-FFF2-40B4-BE49-F238E27FC236}">
                      <a16:creationId xmlns:a16="http://schemas.microsoft.com/office/drawing/2014/main" id="{26E53B60-478C-428B-5660-9925F5043620}"/>
                    </a:ext>
                  </a:extLst>
                </p:cNvPr>
                <p:cNvSpPr/>
                <p:nvPr/>
              </p:nvSpPr>
              <p:spPr>
                <a:xfrm>
                  <a:off x="1052504" y="5556820"/>
                  <a:ext cx="164318" cy="166978"/>
                </a:xfrm>
                <a:custGeom>
                  <a:avLst/>
                  <a:gdLst>
                    <a:gd name="connsiteX0" fmla="*/ 83475 w 164318"/>
                    <a:gd name="connsiteY0" fmla="*/ 166978 h 166978"/>
                    <a:gd name="connsiteX1" fmla="*/ 0 w 164318"/>
                    <a:gd name="connsiteY1" fmla="*/ 83475 h 166978"/>
                    <a:gd name="connsiteX2" fmla="*/ 83475 w 164318"/>
                    <a:gd name="connsiteY2" fmla="*/ 0 h 166978"/>
                    <a:gd name="connsiteX3" fmla="*/ 122368 w 164318"/>
                    <a:gd name="connsiteY3" fmla="*/ 9596 h 166978"/>
                    <a:gd name="connsiteX4" fmla="*/ 125368 w 164318"/>
                    <a:gd name="connsiteY4" fmla="*/ 19362 h 166978"/>
                    <a:gd name="connsiteX5" fmla="*/ 115602 w 164318"/>
                    <a:gd name="connsiteY5" fmla="*/ 22362 h 166978"/>
                    <a:gd name="connsiteX6" fmla="*/ 83475 w 164318"/>
                    <a:gd name="connsiteY6" fmla="*/ 14436 h 166978"/>
                    <a:gd name="connsiteX7" fmla="*/ 14436 w 164318"/>
                    <a:gd name="connsiteY7" fmla="*/ 83475 h 166978"/>
                    <a:gd name="connsiteX8" fmla="*/ 93892 w 164318"/>
                    <a:gd name="connsiteY8" fmla="*/ 151749 h 166978"/>
                    <a:gd name="connsiteX9" fmla="*/ 101648 w 164318"/>
                    <a:gd name="connsiteY9" fmla="*/ 150136 h 166978"/>
                    <a:gd name="connsiteX10" fmla="*/ 150136 w 164318"/>
                    <a:gd name="connsiteY10" fmla="*/ 101619 h 166978"/>
                    <a:gd name="connsiteX11" fmla="*/ 158996 w 164318"/>
                    <a:gd name="connsiteY11" fmla="*/ 96552 h 166978"/>
                    <a:gd name="connsiteX12" fmla="*/ 164063 w 164318"/>
                    <a:gd name="connsiteY12" fmla="*/ 105412 h 166978"/>
                    <a:gd name="connsiteX13" fmla="*/ 105412 w 164318"/>
                    <a:gd name="connsiteY13" fmla="*/ 164063 h 166978"/>
                    <a:gd name="connsiteX14" fmla="*/ 95986 w 164318"/>
                    <a:gd name="connsiteY14" fmla="*/ 166016 h 166978"/>
                    <a:gd name="connsiteX15" fmla="*/ 83475 w 164318"/>
                    <a:gd name="connsiteY15" fmla="*/ 166978 h 1669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164318" h="166978">
                      <a:moveTo>
                        <a:pt x="83475" y="166978"/>
                      </a:moveTo>
                      <a:cubicBezTo>
                        <a:pt x="37449" y="166978"/>
                        <a:pt x="0" y="129529"/>
                        <a:pt x="0" y="83475"/>
                      </a:cubicBezTo>
                      <a:cubicBezTo>
                        <a:pt x="0" y="37421"/>
                        <a:pt x="37449" y="0"/>
                        <a:pt x="83475" y="0"/>
                      </a:cubicBezTo>
                      <a:cubicBezTo>
                        <a:pt x="97062" y="0"/>
                        <a:pt x="110507" y="3312"/>
                        <a:pt x="122368" y="9596"/>
                      </a:cubicBezTo>
                      <a:cubicBezTo>
                        <a:pt x="125878" y="11464"/>
                        <a:pt x="127236" y="15823"/>
                        <a:pt x="125368" y="19362"/>
                      </a:cubicBezTo>
                      <a:cubicBezTo>
                        <a:pt x="123500" y="22900"/>
                        <a:pt x="119141" y="24230"/>
                        <a:pt x="115602" y="22362"/>
                      </a:cubicBezTo>
                      <a:cubicBezTo>
                        <a:pt x="105837" y="17182"/>
                        <a:pt x="94712" y="14436"/>
                        <a:pt x="83475" y="14436"/>
                      </a:cubicBezTo>
                      <a:cubicBezTo>
                        <a:pt x="45403" y="14436"/>
                        <a:pt x="14436" y="45403"/>
                        <a:pt x="14436" y="83475"/>
                      </a:cubicBezTo>
                      <a:cubicBezTo>
                        <a:pt x="14436" y="125028"/>
                        <a:pt x="51432" y="158203"/>
                        <a:pt x="93892" y="151749"/>
                      </a:cubicBezTo>
                      <a:cubicBezTo>
                        <a:pt x="96354" y="151410"/>
                        <a:pt x="98845" y="150872"/>
                        <a:pt x="101648" y="150136"/>
                      </a:cubicBezTo>
                      <a:cubicBezTo>
                        <a:pt x="125170" y="143739"/>
                        <a:pt x="143739" y="125170"/>
                        <a:pt x="150136" y="101619"/>
                      </a:cubicBezTo>
                      <a:cubicBezTo>
                        <a:pt x="151183" y="97769"/>
                        <a:pt x="155146" y="95477"/>
                        <a:pt x="158996" y="96552"/>
                      </a:cubicBezTo>
                      <a:cubicBezTo>
                        <a:pt x="162845" y="97600"/>
                        <a:pt x="165110" y="101563"/>
                        <a:pt x="164063" y="105412"/>
                      </a:cubicBezTo>
                      <a:cubicBezTo>
                        <a:pt x="156335" y="133860"/>
                        <a:pt x="133860" y="156335"/>
                        <a:pt x="105412" y="164063"/>
                      </a:cubicBezTo>
                      <a:cubicBezTo>
                        <a:pt x="102015" y="164969"/>
                        <a:pt x="98930" y="165620"/>
                        <a:pt x="95986" y="166016"/>
                      </a:cubicBezTo>
                      <a:cubicBezTo>
                        <a:pt x="91882" y="166638"/>
                        <a:pt x="87636" y="166978"/>
                        <a:pt x="83475" y="166978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282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39" name="Forma Livre: Forma 538">
                  <a:extLst>
                    <a:ext uri="{FF2B5EF4-FFF2-40B4-BE49-F238E27FC236}">
                      <a16:creationId xmlns:a16="http://schemas.microsoft.com/office/drawing/2014/main" id="{5E1F01C7-E1BC-B9D3-8897-74D68F285B48}"/>
                    </a:ext>
                  </a:extLst>
                </p:cNvPr>
                <p:cNvSpPr/>
                <p:nvPr/>
              </p:nvSpPr>
              <p:spPr>
                <a:xfrm>
                  <a:off x="1111465" y="5576408"/>
                  <a:ext cx="119253" cy="87041"/>
                </a:xfrm>
                <a:custGeom>
                  <a:avLst/>
                  <a:gdLst>
                    <a:gd name="connsiteX0" fmla="*/ 39431 w 119253"/>
                    <a:gd name="connsiteY0" fmla="*/ 87042 h 87041"/>
                    <a:gd name="connsiteX1" fmla="*/ 34335 w 119253"/>
                    <a:gd name="connsiteY1" fmla="*/ 84919 h 87041"/>
                    <a:gd name="connsiteX2" fmla="*/ 2123 w 119253"/>
                    <a:gd name="connsiteY2" fmla="*/ 52706 h 87041"/>
                    <a:gd name="connsiteX3" fmla="*/ 2123 w 119253"/>
                    <a:gd name="connsiteY3" fmla="*/ 42488 h 87041"/>
                    <a:gd name="connsiteX4" fmla="*/ 12341 w 119253"/>
                    <a:gd name="connsiteY4" fmla="*/ 42488 h 87041"/>
                    <a:gd name="connsiteX5" fmla="*/ 39459 w 119253"/>
                    <a:gd name="connsiteY5" fmla="*/ 69605 h 87041"/>
                    <a:gd name="connsiteX6" fmla="*/ 106912 w 119253"/>
                    <a:gd name="connsiteY6" fmla="*/ 2123 h 87041"/>
                    <a:gd name="connsiteX7" fmla="*/ 117131 w 119253"/>
                    <a:gd name="connsiteY7" fmla="*/ 2123 h 87041"/>
                    <a:gd name="connsiteX8" fmla="*/ 117131 w 119253"/>
                    <a:gd name="connsiteY8" fmla="*/ 12342 h 87041"/>
                    <a:gd name="connsiteX9" fmla="*/ 44554 w 119253"/>
                    <a:gd name="connsiteY9" fmla="*/ 84919 h 87041"/>
                    <a:gd name="connsiteX10" fmla="*/ 39459 w 119253"/>
                    <a:gd name="connsiteY10" fmla="*/ 87042 h 870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19253" h="87041">
                      <a:moveTo>
                        <a:pt x="39431" y="87042"/>
                      </a:moveTo>
                      <a:cubicBezTo>
                        <a:pt x="37506" y="87042"/>
                        <a:pt x="35694" y="86277"/>
                        <a:pt x="34335" y="84919"/>
                      </a:cubicBezTo>
                      <a:lnTo>
                        <a:pt x="2123" y="52706"/>
                      </a:lnTo>
                      <a:cubicBezTo>
                        <a:pt x="-708" y="49875"/>
                        <a:pt x="-708" y="45318"/>
                        <a:pt x="2123" y="42488"/>
                      </a:cubicBezTo>
                      <a:cubicBezTo>
                        <a:pt x="4954" y="39657"/>
                        <a:pt x="9511" y="39657"/>
                        <a:pt x="12341" y="42488"/>
                      </a:cubicBezTo>
                      <a:lnTo>
                        <a:pt x="39459" y="69605"/>
                      </a:lnTo>
                      <a:lnTo>
                        <a:pt x="106912" y="2123"/>
                      </a:lnTo>
                      <a:cubicBezTo>
                        <a:pt x="109743" y="-708"/>
                        <a:pt x="114300" y="-708"/>
                        <a:pt x="117131" y="2123"/>
                      </a:cubicBezTo>
                      <a:cubicBezTo>
                        <a:pt x="119962" y="4954"/>
                        <a:pt x="119962" y="9511"/>
                        <a:pt x="117131" y="12342"/>
                      </a:cubicBezTo>
                      <a:lnTo>
                        <a:pt x="44554" y="84919"/>
                      </a:lnTo>
                      <a:cubicBezTo>
                        <a:pt x="43195" y="86277"/>
                        <a:pt x="41355" y="87042"/>
                        <a:pt x="39459" y="87042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282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</p:grpSp>
        <p:sp>
          <p:nvSpPr>
            <p:cNvPr id="534" name="Forma Livre: Forma 533">
              <a:extLst>
                <a:ext uri="{FF2B5EF4-FFF2-40B4-BE49-F238E27FC236}">
                  <a16:creationId xmlns:a16="http://schemas.microsoft.com/office/drawing/2014/main" id="{C838F785-C27E-50B1-FDE1-A9284B8FCA24}"/>
                </a:ext>
              </a:extLst>
            </p:cNvPr>
            <p:cNvSpPr/>
            <p:nvPr/>
          </p:nvSpPr>
          <p:spPr>
            <a:xfrm>
              <a:off x="1263858" y="5398324"/>
              <a:ext cx="238349" cy="262436"/>
            </a:xfrm>
            <a:custGeom>
              <a:avLst/>
              <a:gdLst>
                <a:gd name="connsiteX0" fmla="*/ 20389 w 238349"/>
                <a:gd name="connsiteY0" fmla="*/ 262436 h 262436"/>
                <a:gd name="connsiteX1" fmla="*/ 7028 w 238349"/>
                <a:gd name="connsiteY1" fmla="*/ 257398 h 262436"/>
                <a:gd name="connsiteX2" fmla="*/ 121 w 238349"/>
                <a:gd name="connsiteY2" fmla="*/ 243103 h 262436"/>
                <a:gd name="connsiteX3" fmla="*/ 23757 w 238349"/>
                <a:gd name="connsiteY3" fmla="*/ 175084 h 262436"/>
                <a:gd name="connsiteX4" fmla="*/ 168798 w 238349"/>
                <a:gd name="connsiteY4" fmla="*/ 9492 h 262436"/>
                <a:gd name="connsiteX5" fmla="*/ 187848 w 238349"/>
                <a:gd name="connsiteY5" fmla="*/ 66 h 262436"/>
                <a:gd name="connsiteX6" fmla="*/ 207974 w 238349"/>
                <a:gd name="connsiteY6" fmla="*/ 6888 h 262436"/>
                <a:gd name="connsiteX7" fmla="*/ 228864 w 238349"/>
                <a:gd name="connsiteY7" fmla="*/ 25202 h 262436"/>
                <a:gd name="connsiteX8" fmla="*/ 238290 w 238349"/>
                <a:gd name="connsiteY8" fmla="*/ 44252 h 262436"/>
                <a:gd name="connsiteX9" fmla="*/ 231468 w 238349"/>
                <a:gd name="connsiteY9" fmla="*/ 64378 h 262436"/>
                <a:gd name="connsiteX10" fmla="*/ 86427 w 238349"/>
                <a:gd name="connsiteY10" fmla="*/ 229969 h 262436"/>
                <a:gd name="connsiteX11" fmla="*/ 22115 w 238349"/>
                <a:gd name="connsiteY11" fmla="*/ 262380 h 262436"/>
                <a:gd name="connsiteX12" fmla="*/ 20417 w 238349"/>
                <a:gd name="connsiteY12" fmla="*/ 262436 h 262436"/>
                <a:gd name="connsiteX13" fmla="*/ 189688 w 238349"/>
                <a:gd name="connsiteY13" fmla="*/ 14446 h 262436"/>
                <a:gd name="connsiteX14" fmla="*/ 188782 w 238349"/>
                <a:gd name="connsiteY14" fmla="*/ 14474 h 262436"/>
                <a:gd name="connsiteX15" fmla="*/ 179639 w 238349"/>
                <a:gd name="connsiteY15" fmla="*/ 19003 h 262436"/>
                <a:gd name="connsiteX16" fmla="*/ 34598 w 238349"/>
                <a:gd name="connsiteY16" fmla="*/ 184594 h 262436"/>
                <a:gd name="connsiteX17" fmla="*/ 14501 w 238349"/>
                <a:gd name="connsiteY17" fmla="*/ 242396 h 262436"/>
                <a:gd name="connsiteX18" fmla="*/ 16511 w 238349"/>
                <a:gd name="connsiteY18" fmla="*/ 246557 h 262436"/>
                <a:gd name="connsiteX19" fmla="*/ 20898 w 238349"/>
                <a:gd name="connsiteY19" fmla="*/ 248000 h 262436"/>
                <a:gd name="connsiteX20" fmla="*/ 75529 w 238349"/>
                <a:gd name="connsiteY20" fmla="*/ 220458 h 262436"/>
                <a:gd name="connsiteX21" fmla="*/ 220570 w 238349"/>
                <a:gd name="connsiteY21" fmla="*/ 54867 h 262436"/>
                <a:gd name="connsiteX22" fmla="*/ 223853 w 238349"/>
                <a:gd name="connsiteY22" fmla="*/ 45186 h 262436"/>
                <a:gd name="connsiteX23" fmla="*/ 219324 w 238349"/>
                <a:gd name="connsiteY23" fmla="*/ 36044 h 262436"/>
                <a:gd name="connsiteX24" fmla="*/ 219324 w 238349"/>
                <a:gd name="connsiteY24" fmla="*/ 36044 h 262436"/>
                <a:gd name="connsiteX25" fmla="*/ 198434 w 238349"/>
                <a:gd name="connsiteY25" fmla="*/ 17730 h 262436"/>
                <a:gd name="connsiteX26" fmla="*/ 189660 w 238349"/>
                <a:gd name="connsiteY26" fmla="*/ 14418 h 262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38349" h="262436">
                  <a:moveTo>
                    <a:pt x="20389" y="262436"/>
                  </a:moveTo>
                  <a:cubicBezTo>
                    <a:pt x="15463" y="262436"/>
                    <a:pt x="10764" y="260681"/>
                    <a:pt x="7028" y="257398"/>
                  </a:cubicBezTo>
                  <a:cubicBezTo>
                    <a:pt x="2839" y="253718"/>
                    <a:pt x="376" y="248651"/>
                    <a:pt x="121" y="243103"/>
                  </a:cubicBezTo>
                  <a:cubicBezTo>
                    <a:pt x="-1124" y="218081"/>
                    <a:pt x="7254" y="193936"/>
                    <a:pt x="23757" y="175084"/>
                  </a:cubicBezTo>
                  <a:lnTo>
                    <a:pt x="168798" y="9492"/>
                  </a:lnTo>
                  <a:cubicBezTo>
                    <a:pt x="173667" y="3916"/>
                    <a:pt x="180460" y="576"/>
                    <a:pt x="187848" y="66"/>
                  </a:cubicBezTo>
                  <a:cubicBezTo>
                    <a:pt x="195292" y="-443"/>
                    <a:pt x="202397" y="1991"/>
                    <a:pt x="207974" y="6888"/>
                  </a:cubicBezTo>
                  <a:lnTo>
                    <a:pt x="228864" y="25202"/>
                  </a:lnTo>
                  <a:cubicBezTo>
                    <a:pt x="234440" y="30099"/>
                    <a:pt x="237780" y="36865"/>
                    <a:pt x="238290" y="44252"/>
                  </a:cubicBezTo>
                  <a:cubicBezTo>
                    <a:pt x="238771" y="51640"/>
                    <a:pt x="236365" y="58802"/>
                    <a:pt x="231468" y="64378"/>
                  </a:cubicBezTo>
                  <a:lnTo>
                    <a:pt x="86427" y="229969"/>
                  </a:lnTo>
                  <a:cubicBezTo>
                    <a:pt x="69924" y="248821"/>
                    <a:pt x="47081" y="260313"/>
                    <a:pt x="22115" y="262380"/>
                  </a:cubicBezTo>
                  <a:cubicBezTo>
                    <a:pt x="21549" y="262436"/>
                    <a:pt x="20983" y="262436"/>
                    <a:pt x="20417" y="262436"/>
                  </a:cubicBezTo>
                  <a:close/>
                  <a:moveTo>
                    <a:pt x="189688" y="14446"/>
                  </a:moveTo>
                  <a:cubicBezTo>
                    <a:pt x="189376" y="14446"/>
                    <a:pt x="189093" y="14446"/>
                    <a:pt x="188782" y="14474"/>
                  </a:cubicBezTo>
                  <a:cubicBezTo>
                    <a:pt x="185244" y="14701"/>
                    <a:pt x="181989" y="16314"/>
                    <a:pt x="179639" y="19003"/>
                  </a:cubicBezTo>
                  <a:lnTo>
                    <a:pt x="34598" y="184594"/>
                  </a:lnTo>
                  <a:cubicBezTo>
                    <a:pt x="20587" y="200616"/>
                    <a:pt x="13454" y="221138"/>
                    <a:pt x="14501" y="242396"/>
                  </a:cubicBezTo>
                  <a:cubicBezTo>
                    <a:pt x="14586" y="244009"/>
                    <a:pt x="15293" y="245481"/>
                    <a:pt x="16511" y="246557"/>
                  </a:cubicBezTo>
                  <a:cubicBezTo>
                    <a:pt x="17728" y="247632"/>
                    <a:pt x="19285" y="248142"/>
                    <a:pt x="20898" y="248000"/>
                  </a:cubicBezTo>
                  <a:cubicBezTo>
                    <a:pt x="42099" y="246245"/>
                    <a:pt x="61517" y="236480"/>
                    <a:pt x="75529" y="220458"/>
                  </a:cubicBezTo>
                  <a:lnTo>
                    <a:pt x="220570" y="54867"/>
                  </a:lnTo>
                  <a:cubicBezTo>
                    <a:pt x="222919" y="52178"/>
                    <a:pt x="224080" y="48753"/>
                    <a:pt x="223853" y="45186"/>
                  </a:cubicBezTo>
                  <a:cubicBezTo>
                    <a:pt x="223627" y="41620"/>
                    <a:pt x="222013" y="38393"/>
                    <a:pt x="219324" y="36044"/>
                  </a:cubicBezTo>
                  <a:lnTo>
                    <a:pt x="219324" y="36044"/>
                  </a:lnTo>
                  <a:cubicBezTo>
                    <a:pt x="219324" y="36044"/>
                    <a:pt x="198434" y="17730"/>
                    <a:pt x="198434" y="17730"/>
                  </a:cubicBezTo>
                  <a:cubicBezTo>
                    <a:pt x="195972" y="15578"/>
                    <a:pt x="192886" y="14418"/>
                    <a:pt x="189660" y="14418"/>
                  </a:cubicBezTo>
                  <a:close/>
                </a:path>
              </a:pathLst>
            </a:custGeom>
            <a:solidFill>
              <a:srgbClr val="262626"/>
            </a:solidFill>
            <a:ln w="2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543" name="Gráfico 3">
            <a:extLst>
              <a:ext uri="{FF2B5EF4-FFF2-40B4-BE49-F238E27FC236}">
                <a16:creationId xmlns:a16="http://schemas.microsoft.com/office/drawing/2014/main" id="{54D182D2-4352-671B-F558-C81E474D01A6}"/>
              </a:ext>
            </a:extLst>
          </p:cNvPr>
          <p:cNvGrpSpPr/>
          <p:nvPr/>
        </p:nvGrpSpPr>
        <p:grpSpPr>
          <a:xfrm>
            <a:off x="6734800" y="3402239"/>
            <a:ext cx="538582" cy="594974"/>
            <a:chOff x="6707824" y="3372439"/>
            <a:chExt cx="592533" cy="654573"/>
          </a:xfrm>
          <a:solidFill>
            <a:srgbClr val="262626"/>
          </a:solidFill>
        </p:grpSpPr>
        <p:grpSp>
          <p:nvGrpSpPr>
            <p:cNvPr id="544" name="Gráfico 3">
              <a:extLst>
                <a:ext uri="{FF2B5EF4-FFF2-40B4-BE49-F238E27FC236}">
                  <a16:creationId xmlns:a16="http://schemas.microsoft.com/office/drawing/2014/main" id="{7F2DDC69-B234-4154-2545-D90B5DC6549C}"/>
                </a:ext>
              </a:extLst>
            </p:cNvPr>
            <p:cNvGrpSpPr/>
            <p:nvPr/>
          </p:nvGrpSpPr>
          <p:grpSpPr>
            <a:xfrm>
              <a:off x="6707824" y="3372439"/>
              <a:ext cx="532495" cy="654573"/>
              <a:chOff x="6707824" y="3372439"/>
              <a:chExt cx="532495" cy="654573"/>
            </a:xfrm>
            <a:solidFill>
              <a:srgbClr val="262626"/>
            </a:solidFill>
          </p:grpSpPr>
          <p:sp>
            <p:nvSpPr>
              <p:cNvPr id="548" name="Forma Livre: Forma 547">
                <a:extLst>
                  <a:ext uri="{FF2B5EF4-FFF2-40B4-BE49-F238E27FC236}">
                    <a16:creationId xmlns:a16="http://schemas.microsoft.com/office/drawing/2014/main" id="{C3388DC7-060B-7647-0329-8EB9D426706F}"/>
                  </a:ext>
                </a:extLst>
              </p:cNvPr>
              <p:cNvSpPr/>
              <p:nvPr/>
            </p:nvSpPr>
            <p:spPr>
              <a:xfrm>
                <a:off x="6707824" y="3372439"/>
                <a:ext cx="532495" cy="654573"/>
              </a:xfrm>
              <a:custGeom>
                <a:avLst/>
                <a:gdLst>
                  <a:gd name="connsiteX0" fmla="*/ 249972 w 532495"/>
                  <a:gd name="connsiteY0" fmla="*/ 654573 h 654573"/>
                  <a:gd name="connsiteX1" fmla="*/ 249038 w 532495"/>
                  <a:gd name="connsiteY1" fmla="*/ 654517 h 654573"/>
                  <a:gd name="connsiteX2" fmla="*/ 54942 w 532495"/>
                  <a:gd name="connsiteY2" fmla="*/ 562946 h 654573"/>
                  <a:gd name="connsiteX3" fmla="*/ 57 w 532495"/>
                  <a:gd name="connsiteY3" fmla="*/ 439446 h 654573"/>
                  <a:gd name="connsiteX4" fmla="*/ 0 w 532495"/>
                  <a:gd name="connsiteY4" fmla="*/ 90290 h 654573"/>
                  <a:gd name="connsiteX5" fmla="*/ 13275 w 532495"/>
                  <a:gd name="connsiteY5" fmla="*/ 58757 h 654573"/>
                  <a:gd name="connsiteX6" fmla="*/ 45828 w 532495"/>
                  <a:gd name="connsiteY6" fmla="*/ 46019 h 654573"/>
                  <a:gd name="connsiteX7" fmla="*/ 59330 w 532495"/>
                  <a:gd name="connsiteY7" fmla="*/ 46217 h 654573"/>
                  <a:gd name="connsiteX8" fmla="*/ 247028 w 532495"/>
                  <a:gd name="connsiteY8" fmla="*/ 616 h 654573"/>
                  <a:gd name="connsiteX9" fmla="*/ 252831 w 532495"/>
                  <a:gd name="connsiteY9" fmla="*/ 616 h 654573"/>
                  <a:gd name="connsiteX10" fmla="*/ 440500 w 532495"/>
                  <a:gd name="connsiteY10" fmla="*/ 46217 h 654573"/>
                  <a:gd name="connsiteX11" fmla="*/ 484658 w 532495"/>
                  <a:gd name="connsiteY11" fmla="*/ 44405 h 654573"/>
                  <a:gd name="connsiteX12" fmla="*/ 518202 w 532495"/>
                  <a:gd name="connsiteY12" fmla="*/ 55926 h 654573"/>
                  <a:gd name="connsiteX13" fmla="*/ 532496 w 532495"/>
                  <a:gd name="connsiteY13" fmla="*/ 88563 h 654573"/>
                  <a:gd name="connsiteX14" fmla="*/ 532440 w 532495"/>
                  <a:gd name="connsiteY14" fmla="*/ 331628 h 654573"/>
                  <a:gd name="connsiteX15" fmla="*/ 525221 w 532495"/>
                  <a:gd name="connsiteY15" fmla="*/ 338846 h 654573"/>
                  <a:gd name="connsiteX16" fmla="*/ 525221 w 532495"/>
                  <a:gd name="connsiteY16" fmla="*/ 338846 h 654573"/>
                  <a:gd name="connsiteX17" fmla="*/ 518003 w 532495"/>
                  <a:gd name="connsiteY17" fmla="*/ 331628 h 654573"/>
                  <a:gd name="connsiteX18" fmla="*/ 518060 w 532495"/>
                  <a:gd name="connsiteY18" fmla="*/ 88563 h 654573"/>
                  <a:gd name="connsiteX19" fmla="*/ 508435 w 532495"/>
                  <a:gd name="connsiteY19" fmla="*/ 66541 h 654573"/>
                  <a:gd name="connsiteX20" fmla="*/ 485875 w 532495"/>
                  <a:gd name="connsiteY20" fmla="*/ 58785 h 654573"/>
                  <a:gd name="connsiteX21" fmla="*/ 440529 w 532495"/>
                  <a:gd name="connsiteY21" fmla="*/ 60653 h 654573"/>
                  <a:gd name="connsiteX22" fmla="*/ 249972 w 532495"/>
                  <a:gd name="connsiteY22" fmla="*/ 15080 h 654573"/>
                  <a:gd name="connsiteX23" fmla="*/ 59358 w 532495"/>
                  <a:gd name="connsiteY23" fmla="*/ 60653 h 654573"/>
                  <a:gd name="connsiteX24" fmla="*/ 45460 w 532495"/>
                  <a:gd name="connsiteY24" fmla="*/ 60455 h 654573"/>
                  <a:gd name="connsiteX25" fmla="*/ 23381 w 532495"/>
                  <a:gd name="connsiteY25" fmla="*/ 69088 h 654573"/>
                  <a:gd name="connsiteX26" fmla="*/ 14436 w 532495"/>
                  <a:gd name="connsiteY26" fmla="*/ 90290 h 654573"/>
                  <a:gd name="connsiteX27" fmla="*/ 14492 w 532495"/>
                  <a:gd name="connsiteY27" fmla="*/ 439446 h 654573"/>
                  <a:gd name="connsiteX28" fmla="*/ 64652 w 532495"/>
                  <a:gd name="connsiteY28" fmla="*/ 552247 h 654573"/>
                  <a:gd name="connsiteX29" fmla="*/ 250368 w 532495"/>
                  <a:gd name="connsiteY29" fmla="*/ 640109 h 654573"/>
                  <a:gd name="connsiteX30" fmla="*/ 356828 w 532495"/>
                  <a:gd name="connsiteY30" fmla="*/ 619134 h 654573"/>
                  <a:gd name="connsiteX31" fmla="*/ 366141 w 532495"/>
                  <a:gd name="connsiteY31" fmla="*/ 623352 h 654573"/>
                  <a:gd name="connsiteX32" fmla="*/ 361923 w 532495"/>
                  <a:gd name="connsiteY32" fmla="*/ 632636 h 654573"/>
                  <a:gd name="connsiteX33" fmla="*/ 250226 w 532495"/>
                  <a:gd name="connsiteY33" fmla="*/ 654545 h 654573"/>
                  <a:gd name="connsiteX34" fmla="*/ 250029 w 532495"/>
                  <a:gd name="connsiteY34" fmla="*/ 654545 h 654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532495" h="654573">
                    <a:moveTo>
                      <a:pt x="249972" y="654573"/>
                    </a:moveTo>
                    <a:cubicBezTo>
                      <a:pt x="249660" y="654573"/>
                      <a:pt x="249349" y="654573"/>
                      <a:pt x="249038" y="654517"/>
                    </a:cubicBezTo>
                    <a:cubicBezTo>
                      <a:pt x="177820" y="645204"/>
                      <a:pt x="110706" y="613558"/>
                      <a:pt x="54942" y="562946"/>
                    </a:cubicBezTo>
                    <a:cubicBezTo>
                      <a:pt x="20069" y="531357"/>
                      <a:pt x="57" y="486350"/>
                      <a:pt x="57" y="439446"/>
                    </a:cubicBezTo>
                    <a:lnTo>
                      <a:pt x="0" y="90290"/>
                    </a:lnTo>
                    <a:cubicBezTo>
                      <a:pt x="0" y="78316"/>
                      <a:pt x="4727" y="67107"/>
                      <a:pt x="13275" y="58757"/>
                    </a:cubicBezTo>
                    <a:cubicBezTo>
                      <a:pt x="21994" y="50236"/>
                      <a:pt x="33712" y="45764"/>
                      <a:pt x="45828" y="46019"/>
                    </a:cubicBezTo>
                    <a:cubicBezTo>
                      <a:pt x="50328" y="46160"/>
                      <a:pt x="54801" y="46217"/>
                      <a:pt x="59330" y="46217"/>
                    </a:cubicBezTo>
                    <a:cubicBezTo>
                      <a:pt x="134228" y="46217"/>
                      <a:pt x="202333" y="20175"/>
                      <a:pt x="247028" y="616"/>
                    </a:cubicBezTo>
                    <a:cubicBezTo>
                      <a:pt x="248868" y="-205"/>
                      <a:pt x="250962" y="-205"/>
                      <a:pt x="252831" y="616"/>
                    </a:cubicBezTo>
                    <a:cubicBezTo>
                      <a:pt x="297498" y="20204"/>
                      <a:pt x="365546" y="46217"/>
                      <a:pt x="440500" y="46217"/>
                    </a:cubicBezTo>
                    <a:cubicBezTo>
                      <a:pt x="455503" y="46217"/>
                      <a:pt x="470364" y="45622"/>
                      <a:pt x="484658" y="44405"/>
                    </a:cubicBezTo>
                    <a:cubicBezTo>
                      <a:pt x="496887" y="43415"/>
                      <a:pt x="509143" y="47576"/>
                      <a:pt x="518202" y="55926"/>
                    </a:cubicBezTo>
                    <a:cubicBezTo>
                      <a:pt x="527288" y="64305"/>
                      <a:pt x="532496" y="76193"/>
                      <a:pt x="532496" y="88563"/>
                    </a:cubicBezTo>
                    <a:lnTo>
                      <a:pt x="532440" y="331628"/>
                    </a:lnTo>
                    <a:cubicBezTo>
                      <a:pt x="532440" y="335619"/>
                      <a:pt x="529212" y="338846"/>
                      <a:pt x="525221" y="338846"/>
                    </a:cubicBezTo>
                    <a:lnTo>
                      <a:pt x="525221" y="338846"/>
                    </a:lnTo>
                    <a:cubicBezTo>
                      <a:pt x="521230" y="338846"/>
                      <a:pt x="518003" y="335619"/>
                      <a:pt x="518003" y="331628"/>
                    </a:cubicBezTo>
                    <a:lnTo>
                      <a:pt x="518060" y="88563"/>
                    </a:lnTo>
                    <a:cubicBezTo>
                      <a:pt x="518060" y="80099"/>
                      <a:pt x="514635" y="72259"/>
                      <a:pt x="508435" y="66541"/>
                    </a:cubicBezTo>
                    <a:cubicBezTo>
                      <a:pt x="502265" y="60851"/>
                      <a:pt x="494255" y="58106"/>
                      <a:pt x="485875" y="58785"/>
                    </a:cubicBezTo>
                    <a:cubicBezTo>
                      <a:pt x="471185" y="60002"/>
                      <a:pt x="455900" y="60653"/>
                      <a:pt x="440529" y="60653"/>
                    </a:cubicBezTo>
                    <a:cubicBezTo>
                      <a:pt x="364499" y="60653"/>
                      <a:pt x="295856" y="35036"/>
                      <a:pt x="249972" y="15080"/>
                    </a:cubicBezTo>
                    <a:cubicBezTo>
                      <a:pt x="204060" y="35008"/>
                      <a:pt x="135360" y="60653"/>
                      <a:pt x="59358" y="60653"/>
                    </a:cubicBezTo>
                    <a:cubicBezTo>
                      <a:pt x="54659" y="60653"/>
                      <a:pt x="50045" y="60596"/>
                      <a:pt x="45460" y="60455"/>
                    </a:cubicBezTo>
                    <a:cubicBezTo>
                      <a:pt x="37222" y="60257"/>
                      <a:pt x="29297" y="63314"/>
                      <a:pt x="23381" y="69088"/>
                    </a:cubicBezTo>
                    <a:cubicBezTo>
                      <a:pt x="17606" y="74721"/>
                      <a:pt x="14436" y="82251"/>
                      <a:pt x="14436" y="90290"/>
                    </a:cubicBezTo>
                    <a:lnTo>
                      <a:pt x="14492" y="439446"/>
                    </a:lnTo>
                    <a:cubicBezTo>
                      <a:pt x="14492" y="482274"/>
                      <a:pt x="32779" y="523374"/>
                      <a:pt x="64652" y="552247"/>
                    </a:cubicBezTo>
                    <a:cubicBezTo>
                      <a:pt x="118093" y="600735"/>
                      <a:pt x="182292" y="631108"/>
                      <a:pt x="250368" y="640109"/>
                    </a:cubicBezTo>
                    <a:cubicBezTo>
                      <a:pt x="286855" y="639062"/>
                      <a:pt x="322662" y="632013"/>
                      <a:pt x="356828" y="619134"/>
                    </a:cubicBezTo>
                    <a:cubicBezTo>
                      <a:pt x="360536" y="617747"/>
                      <a:pt x="364725" y="619615"/>
                      <a:pt x="366141" y="623352"/>
                    </a:cubicBezTo>
                    <a:cubicBezTo>
                      <a:pt x="367528" y="627088"/>
                      <a:pt x="365659" y="631249"/>
                      <a:pt x="361923" y="632636"/>
                    </a:cubicBezTo>
                    <a:cubicBezTo>
                      <a:pt x="326087" y="646138"/>
                      <a:pt x="288496" y="653498"/>
                      <a:pt x="250226" y="654545"/>
                    </a:cubicBezTo>
                    <a:cubicBezTo>
                      <a:pt x="250170" y="654545"/>
                      <a:pt x="250085" y="654545"/>
                      <a:pt x="250029" y="654545"/>
                    </a:cubicBezTo>
                    <a:close/>
                  </a:path>
                </a:pathLst>
              </a:custGeom>
              <a:solidFill>
                <a:srgbClr val="262626"/>
              </a:solidFill>
              <a:ln w="2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49" name="Forma Livre: Forma 548">
                <a:extLst>
                  <a:ext uri="{FF2B5EF4-FFF2-40B4-BE49-F238E27FC236}">
                    <a16:creationId xmlns:a16="http://schemas.microsoft.com/office/drawing/2014/main" id="{4D4D286C-6EBA-5369-3EFE-A3FE5E18E059}"/>
                  </a:ext>
                </a:extLst>
              </p:cNvPr>
              <p:cNvSpPr/>
              <p:nvPr/>
            </p:nvSpPr>
            <p:spPr>
              <a:xfrm>
                <a:off x="6769022" y="3688131"/>
                <a:ext cx="46834" cy="203804"/>
              </a:xfrm>
              <a:custGeom>
                <a:avLst/>
                <a:gdLst>
                  <a:gd name="connsiteX0" fmla="*/ 39629 w 46834"/>
                  <a:gd name="connsiteY0" fmla="*/ 203805 h 203804"/>
                  <a:gd name="connsiteX1" fmla="*/ 34788 w 46834"/>
                  <a:gd name="connsiteY1" fmla="*/ 201936 h 203804"/>
                  <a:gd name="connsiteX2" fmla="*/ 0 w 46834"/>
                  <a:gd name="connsiteY2" fmla="*/ 123726 h 203804"/>
                  <a:gd name="connsiteX3" fmla="*/ 0 w 46834"/>
                  <a:gd name="connsiteY3" fmla="*/ 7218 h 203804"/>
                  <a:gd name="connsiteX4" fmla="*/ 7190 w 46834"/>
                  <a:gd name="connsiteY4" fmla="*/ 0 h 203804"/>
                  <a:gd name="connsiteX5" fmla="*/ 14408 w 46834"/>
                  <a:gd name="connsiteY5" fmla="*/ 7218 h 203804"/>
                  <a:gd name="connsiteX6" fmla="*/ 14408 w 46834"/>
                  <a:gd name="connsiteY6" fmla="*/ 123726 h 203804"/>
                  <a:gd name="connsiteX7" fmla="*/ 44470 w 46834"/>
                  <a:gd name="connsiteY7" fmla="*/ 191237 h 203804"/>
                  <a:gd name="connsiteX8" fmla="*/ 44979 w 46834"/>
                  <a:gd name="connsiteY8" fmla="*/ 201427 h 203804"/>
                  <a:gd name="connsiteX9" fmla="*/ 39629 w 46834"/>
                  <a:gd name="connsiteY9" fmla="*/ 203805 h 203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6834" h="203804">
                    <a:moveTo>
                      <a:pt x="39629" y="203805"/>
                    </a:moveTo>
                    <a:cubicBezTo>
                      <a:pt x="37902" y="203805"/>
                      <a:pt x="36175" y="203182"/>
                      <a:pt x="34788" y="201936"/>
                    </a:cubicBezTo>
                    <a:cubicBezTo>
                      <a:pt x="12682" y="181896"/>
                      <a:pt x="0" y="153420"/>
                      <a:pt x="0" y="123726"/>
                    </a:cubicBezTo>
                    <a:lnTo>
                      <a:pt x="0" y="7218"/>
                    </a:lnTo>
                    <a:cubicBezTo>
                      <a:pt x="0" y="3227"/>
                      <a:pt x="3199" y="0"/>
                      <a:pt x="7190" y="0"/>
                    </a:cubicBezTo>
                    <a:cubicBezTo>
                      <a:pt x="11181" y="0"/>
                      <a:pt x="14408" y="3227"/>
                      <a:pt x="14408" y="7218"/>
                    </a:cubicBezTo>
                    <a:lnTo>
                      <a:pt x="14408" y="123726"/>
                    </a:lnTo>
                    <a:cubicBezTo>
                      <a:pt x="14408" y="149343"/>
                      <a:pt x="25391" y="173941"/>
                      <a:pt x="44470" y="191237"/>
                    </a:cubicBezTo>
                    <a:cubicBezTo>
                      <a:pt x="47413" y="193897"/>
                      <a:pt x="47640" y="198483"/>
                      <a:pt x="44979" y="201427"/>
                    </a:cubicBezTo>
                    <a:cubicBezTo>
                      <a:pt x="43564" y="203012"/>
                      <a:pt x="41582" y="203805"/>
                      <a:pt x="39629" y="203805"/>
                    </a:cubicBezTo>
                    <a:close/>
                  </a:path>
                </a:pathLst>
              </a:custGeom>
              <a:solidFill>
                <a:srgbClr val="262626"/>
              </a:solidFill>
              <a:ln w="2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50" name="Forma Livre: Forma 549">
                <a:extLst>
                  <a:ext uri="{FF2B5EF4-FFF2-40B4-BE49-F238E27FC236}">
                    <a16:creationId xmlns:a16="http://schemas.microsoft.com/office/drawing/2014/main" id="{AAB0C14D-27DF-D8CB-A619-87BB7FE75E60}"/>
                  </a:ext>
                </a:extLst>
              </p:cNvPr>
              <p:cNvSpPr/>
              <p:nvPr/>
            </p:nvSpPr>
            <p:spPr>
              <a:xfrm>
                <a:off x="6950588" y="3438763"/>
                <a:ext cx="205011" cy="55441"/>
              </a:xfrm>
              <a:custGeom>
                <a:avLst/>
                <a:gdLst>
                  <a:gd name="connsiteX0" fmla="*/ 197793 w 205011"/>
                  <a:gd name="connsiteY0" fmla="*/ 55442 h 55441"/>
                  <a:gd name="connsiteX1" fmla="*/ 4519 w 205011"/>
                  <a:gd name="connsiteY1" fmla="*/ 13917 h 55441"/>
                  <a:gd name="connsiteX2" fmla="*/ 528 w 205011"/>
                  <a:gd name="connsiteY2" fmla="*/ 4519 h 55441"/>
                  <a:gd name="connsiteX3" fmla="*/ 9926 w 205011"/>
                  <a:gd name="connsiteY3" fmla="*/ 528 h 55441"/>
                  <a:gd name="connsiteX4" fmla="*/ 197793 w 205011"/>
                  <a:gd name="connsiteY4" fmla="*/ 41006 h 55441"/>
                  <a:gd name="connsiteX5" fmla="*/ 205012 w 205011"/>
                  <a:gd name="connsiteY5" fmla="*/ 48224 h 55441"/>
                  <a:gd name="connsiteX6" fmla="*/ 197793 w 205011"/>
                  <a:gd name="connsiteY6" fmla="*/ 55442 h 554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05011" h="55441">
                    <a:moveTo>
                      <a:pt x="197793" y="55442"/>
                    </a:moveTo>
                    <a:cubicBezTo>
                      <a:pt x="137020" y="55442"/>
                      <a:pt x="73785" y="41855"/>
                      <a:pt x="4519" y="13917"/>
                    </a:cubicBezTo>
                    <a:cubicBezTo>
                      <a:pt x="840" y="12416"/>
                      <a:pt x="-972" y="8227"/>
                      <a:pt x="528" y="4519"/>
                    </a:cubicBezTo>
                    <a:cubicBezTo>
                      <a:pt x="2028" y="839"/>
                      <a:pt x="6217" y="-972"/>
                      <a:pt x="9926" y="528"/>
                    </a:cubicBezTo>
                    <a:cubicBezTo>
                      <a:pt x="77436" y="27758"/>
                      <a:pt x="138889" y="41006"/>
                      <a:pt x="197793" y="41006"/>
                    </a:cubicBezTo>
                    <a:cubicBezTo>
                      <a:pt x="201785" y="41006"/>
                      <a:pt x="205012" y="44233"/>
                      <a:pt x="205012" y="48224"/>
                    </a:cubicBezTo>
                    <a:cubicBezTo>
                      <a:pt x="205012" y="52215"/>
                      <a:pt x="201785" y="55442"/>
                      <a:pt x="197793" y="55442"/>
                    </a:cubicBezTo>
                    <a:close/>
                  </a:path>
                </a:pathLst>
              </a:custGeom>
              <a:solidFill>
                <a:srgbClr val="262626"/>
              </a:solidFill>
              <a:ln w="2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545" name="Gráfico 3">
              <a:extLst>
                <a:ext uri="{FF2B5EF4-FFF2-40B4-BE49-F238E27FC236}">
                  <a16:creationId xmlns:a16="http://schemas.microsoft.com/office/drawing/2014/main" id="{9702A6EB-8E1F-06F8-6ECB-BFDE649F2E95}"/>
                </a:ext>
              </a:extLst>
            </p:cNvPr>
            <p:cNvGrpSpPr/>
            <p:nvPr/>
          </p:nvGrpSpPr>
          <p:grpSpPr>
            <a:xfrm>
              <a:off x="7039092" y="3731638"/>
              <a:ext cx="261266" cy="261266"/>
              <a:chOff x="7039092" y="3731638"/>
              <a:chExt cx="261266" cy="261266"/>
            </a:xfrm>
            <a:solidFill>
              <a:srgbClr val="262626"/>
            </a:solidFill>
          </p:grpSpPr>
          <p:sp>
            <p:nvSpPr>
              <p:cNvPr id="546" name="Forma Livre: Forma 545">
                <a:extLst>
                  <a:ext uri="{FF2B5EF4-FFF2-40B4-BE49-F238E27FC236}">
                    <a16:creationId xmlns:a16="http://schemas.microsoft.com/office/drawing/2014/main" id="{F3F184D5-E257-9CD6-1756-BDD3E4A6160C}"/>
                  </a:ext>
                </a:extLst>
              </p:cNvPr>
              <p:cNvSpPr/>
              <p:nvPr/>
            </p:nvSpPr>
            <p:spPr>
              <a:xfrm>
                <a:off x="7039092" y="3731638"/>
                <a:ext cx="261266" cy="261266"/>
              </a:xfrm>
              <a:custGeom>
                <a:avLst/>
                <a:gdLst>
                  <a:gd name="connsiteX0" fmla="*/ 130633 w 261266"/>
                  <a:gd name="connsiteY0" fmla="*/ 261266 h 261266"/>
                  <a:gd name="connsiteX1" fmla="*/ 0 w 261266"/>
                  <a:gd name="connsiteY1" fmla="*/ 130633 h 261266"/>
                  <a:gd name="connsiteX2" fmla="*/ 130633 w 261266"/>
                  <a:gd name="connsiteY2" fmla="*/ 0 h 261266"/>
                  <a:gd name="connsiteX3" fmla="*/ 261266 w 261266"/>
                  <a:gd name="connsiteY3" fmla="*/ 130633 h 261266"/>
                  <a:gd name="connsiteX4" fmla="*/ 130633 w 261266"/>
                  <a:gd name="connsiteY4" fmla="*/ 261266 h 261266"/>
                  <a:gd name="connsiteX5" fmla="*/ 130633 w 261266"/>
                  <a:gd name="connsiteY5" fmla="*/ 14436 h 261266"/>
                  <a:gd name="connsiteX6" fmla="*/ 14436 w 261266"/>
                  <a:gd name="connsiteY6" fmla="*/ 130633 h 261266"/>
                  <a:gd name="connsiteX7" fmla="*/ 130633 w 261266"/>
                  <a:gd name="connsiteY7" fmla="*/ 246830 h 261266"/>
                  <a:gd name="connsiteX8" fmla="*/ 246830 w 261266"/>
                  <a:gd name="connsiteY8" fmla="*/ 130633 h 261266"/>
                  <a:gd name="connsiteX9" fmla="*/ 130633 w 261266"/>
                  <a:gd name="connsiteY9" fmla="*/ 14436 h 2612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61266" h="261266">
                    <a:moveTo>
                      <a:pt x="130633" y="261266"/>
                    </a:moveTo>
                    <a:cubicBezTo>
                      <a:pt x="58594" y="261266"/>
                      <a:pt x="0" y="202672"/>
                      <a:pt x="0" y="130633"/>
                    </a:cubicBezTo>
                    <a:cubicBezTo>
                      <a:pt x="0" y="58594"/>
                      <a:pt x="58594" y="0"/>
                      <a:pt x="130633" y="0"/>
                    </a:cubicBezTo>
                    <a:cubicBezTo>
                      <a:pt x="202672" y="0"/>
                      <a:pt x="261266" y="58594"/>
                      <a:pt x="261266" y="130633"/>
                    </a:cubicBezTo>
                    <a:cubicBezTo>
                      <a:pt x="261266" y="202672"/>
                      <a:pt x="202672" y="261266"/>
                      <a:pt x="130633" y="261266"/>
                    </a:cubicBezTo>
                    <a:close/>
                    <a:moveTo>
                      <a:pt x="130633" y="14436"/>
                    </a:moveTo>
                    <a:cubicBezTo>
                      <a:pt x="66548" y="14436"/>
                      <a:pt x="14436" y="66548"/>
                      <a:pt x="14436" y="130633"/>
                    </a:cubicBezTo>
                    <a:cubicBezTo>
                      <a:pt x="14436" y="194718"/>
                      <a:pt x="66548" y="246830"/>
                      <a:pt x="130633" y="246830"/>
                    </a:cubicBezTo>
                    <a:cubicBezTo>
                      <a:pt x="194718" y="246830"/>
                      <a:pt x="246830" y="194718"/>
                      <a:pt x="246830" y="130633"/>
                    </a:cubicBezTo>
                    <a:cubicBezTo>
                      <a:pt x="246830" y="66548"/>
                      <a:pt x="194718" y="14436"/>
                      <a:pt x="130633" y="14436"/>
                    </a:cubicBezTo>
                    <a:close/>
                  </a:path>
                </a:pathLst>
              </a:custGeom>
              <a:solidFill>
                <a:srgbClr val="262626"/>
              </a:solidFill>
              <a:ln w="2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47" name="Forma Livre: Forma 546">
                <a:extLst>
                  <a:ext uri="{FF2B5EF4-FFF2-40B4-BE49-F238E27FC236}">
                    <a16:creationId xmlns:a16="http://schemas.microsoft.com/office/drawing/2014/main" id="{03C2F026-121E-644E-F15B-82FCCB0D02C0}"/>
                  </a:ext>
                </a:extLst>
              </p:cNvPr>
              <p:cNvSpPr/>
              <p:nvPr/>
            </p:nvSpPr>
            <p:spPr>
              <a:xfrm>
                <a:off x="7100572" y="3813499"/>
                <a:ext cx="138275" cy="97543"/>
              </a:xfrm>
              <a:custGeom>
                <a:avLst/>
                <a:gdLst>
                  <a:gd name="connsiteX0" fmla="*/ 47979 w 138275"/>
                  <a:gd name="connsiteY0" fmla="*/ 97543 h 97543"/>
                  <a:gd name="connsiteX1" fmla="*/ 42884 w 138275"/>
                  <a:gd name="connsiteY1" fmla="*/ 95420 h 97543"/>
                  <a:gd name="connsiteX2" fmla="*/ 2123 w 138275"/>
                  <a:gd name="connsiteY2" fmla="*/ 54659 h 97543"/>
                  <a:gd name="connsiteX3" fmla="*/ 2123 w 138275"/>
                  <a:gd name="connsiteY3" fmla="*/ 44441 h 97543"/>
                  <a:gd name="connsiteX4" fmla="*/ 12342 w 138275"/>
                  <a:gd name="connsiteY4" fmla="*/ 44441 h 97543"/>
                  <a:gd name="connsiteX5" fmla="*/ 47979 w 138275"/>
                  <a:gd name="connsiteY5" fmla="*/ 80078 h 97543"/>
                  <a:gd name="connsiteX6" fmla="*/ 125934 w 138275"/>
                  <a:gd name="connsiteY6" fmla="*/ 2123 h 97543"/>
                  <a:gd name="connsiteX7" fmla="*/ 136153 w 138275"/>
                  <a:gd name="connsiteY7" fmla="*/ 2123 h 97543"/>
                  <a:gd name="connsiteX8" fmla="*/ 136153 w 138275"/>
                  <a:gd name="connsiteY8" fmla="*/ 12341 h 97543"/>
                  <a:gd name="connsiteX9" fmla="*/ 53102 w 138275"/>
                  <a:gd name="connsiteY9" fmla="*/ 95392 h 97543"/>
                  <a:gd name="connsiteX10" fmla="*/ 48007 w 138275"/>
                  <a:gd name="connsiteY10" fmla="*/ 97515 h 975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38275" h="97543">
                    <a:moveTo>
                      <a:pt x="47979" y="97543"/>
                    </a:moveTo>
                    <a:cubicBezTo>
                      <a:pt x="46139" y="97543"/>
                      <a:pt x="44299" y="96835"/>
                      <a:pt x="42884" y="95420"/>
                    </a:cubicBezTo>
                    <a:lnTo>
                      <a:pt x="2123" y="54659"/>
                    </a:lnTo>
                    <a:cubicBezTo>
                      <a:pt x="-708" y="51829"/>
                      <a:pt x="-708" y="47271"/>
                      <a:pt x="2123" y="44441"/>
                    </a:cubicBezTo>
                    <a:cubicBezTo>
                      <a:pt x="4954" y="41610"/>
                      <a:pt x="9511" y="41610"/>
                      <a:pt x="12342" y="44441"/>
                    </a:cubicBezTo>
                    <a:lnTo>
                      <a:pt x="47979" y="80078"/>
                    </a:lnTo>
                    <a:lnTo>
                      <a:pt x="125934" y="2123"/>
                    </a:lnTo>
                    <a:cubicBezTo>
                      <a:pt x="128765" y="-708"/>
                      <a:pt x="133322" y="-708"/>
                      <a:pt x="136153" y="2123"/>
                    </a:cubicBezTo>
                    <a:cubicBezTo>
                      <a:pt x="138984" y="4954"/>
                      <a:pt x="138984" y="9511"/>
                      <a:pt x="136153" y="12341"/>
                    </a:cubicBezTo>
                    <a:lnTo>
                      <a:pt x="53102" y="95392"/>
                    </a:lnTo>
                    <a:cubicBezTo>
                      <a:pt x="51687" y="96807"/>
                      <a:pt x="49847" y="97515"/>
                      <a:pt x="48007" y="97515"/>
                    </a:cubicBezTo>
                    <a:close/>
                  </a:path>
                </a:pathLst>
              </a:custGeom>
              <a:solidFill>
                <a:srgbClr val="262626"/>
              </a:solidFill>
              <a:ln w="2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grpSp>
        <p:nvGrpSpPr>
          <p:cNvPr id="551" name="Gráfico 3">
            <a:extLst>
              <a:ext uri="{FF2B5EF4-FFF2-40B4-BE49-F238E27FC236}">
                <a16:creationId xmlns:a16="http://schemas.microsoft.com/office/drawing/2014/main" id="{7871A8A4-8131-6768-99E5-C696DFA5F7B2}"/>
              </a:ext>
            </a:extLst>
          </p:cNvPr>
          <p:cNvGrpSpPr/>
          <p:nvPr/>
        </p:nvGrpSpPr>
        <p:grpSpPr>
          <a:xfrm>
            <a:off x="2814330" y="3377817"/>
            <a:ext cx="557108" cy="630308"/>
            <a:chOff x="2786427" y="3346249"/>
            <a:chExt cx="612913" cy="693444"/>
          </a:xfrm>
          <a:solidFill>
            <a:srgbClr val="262626"/>
          </a:solidFill>
        </p:grpSpPr>
        <p:sp>
          <p:nvSpPr>
            <p:cNvPr id="552" name="Forma Livre: Forma 551">
              <a:extLst>
                <a:ext uri="{FF2B5EF4-FFF2-40B4-BE49-F238E27FC236}">
                  <a16:creationId xmlns:a16="http://schemas.microsoft.com/office/drawing/2014/main" id="{61E9C5E1-DEEC-F21C-1D6A-3C77D98385D1}"/>
                </a:ext>
              </a:extLst>
            </p:cNvPr>
            <p:cNvSpPr/>
            <p:nvPr/>
          </p:nvSpPr>
          <p:spPr>
            <a:xfrm>
              <a:off x="2806383" y="3431592"/>
              <a:ext cx="573086" cy="117753"/>
            </a:xfrm>
            <a:custGeom>
              <a:avLst/>
              <a:gdLst>
                <a:gd name="connsiteX0" fmla="*/ 565812 w 573086"/>
                <a:gd name="connsiteY0" fmla="*/ 117754 h 117753"/>
                <a:gd name="connsiteX1" fmla="*/ 439482 w 573086"/>
                <a:gd name="connsiteY1" fmla="*/ 117754 h 117753"/>
                <a:gd name="connsiteX2" fmla="*/ 432603 w 573086"/>
                <a:gd name="connsiteY2" fmla="*/ 112744 h 117753"/>
                <a:gd name="connsiteX3" fmla="*/ 286515 w 573086"/>
                <a:gd name="connsiteY3" fmla="*/ 14464 h 117753"/>
                <a:gd name="connsiteX4" fmla="*/ 140427 w 573086"/>
                <a:gd name="connsiteY4" fmla="*/ 112744 h 117753"/>
                <a:gd name="connsiteX5" fmla="*/ 133549 w 573086"/>
                <a:gd name="connsiteY5" fmla="*/ 117754 h 117753"/>
                <a:gd name="connsiteX6" fmla="*/ 7218 w 573086"/>
                <a:gd name="connsiteY6" fmla="*/ 117754 h 117753"/>
                <a:gd name="connsiteX7" fmla="*/ 0 w 573086"/>
                <a:gd name="connsiteY7" fmla="*/ 110536 h 117753"/>
                <a:gd name="connsiteX8" fmla="*/ 7218 w 573086"/>
                <a:gd name="connsiteY8" fmla="*/ 103318 h 117753"/>
                <a:gd name="connsiteX9" fmla="*/ 128397 w 573086"/>
                <a:gd name="connsiteY9" fmla="*/ 103318 h 117753"/>
                <a:gd name="connsiteX10" fmla="*/ 286543 w 573086"/>
                <a:gd name="connsiteY10" fmla="*/ 0 h 117753"/>
                <a:gd name="connsiteX11" fmla="*/ 444690 w 573086"/>
                <a:gd name="connsiteY11" fmla="*/ 103318 h 117753"/>
                <a:gd name="connsiteX12" fmla="*/ 565869 w 573086"/>
                <a:gd name="connsiteY12" fmla="*/ 103318 h 117753"/>
                <a:gd name="connsiteX13" fmla="*/ 573087 w 573086"/>
                <a:gd name="connsiteY13" fmla="*/ 110536 h 117753"/>
                <a:gd name="connsiteX14" fmla="*/ 565869 w 573086"/>
                <a:gd name="connsiteY14" fmla="*/ 117754 h 117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73086" h="117753">
                  <a:moveTo>
                    <a:pt x="565812" y="117754"/>
                  </a:moveTo>
                  <a:lnTo>
                    <a:pt x="439482" y="117754"/>
                  </a:lnTo>
                  <a:cubicBezTo>
                    <a:pt x="436340" y="117754"/>
                    <a:pt x="433566" y="115716"/>
                    <a:pt x="432603" y="112744"/>
                  </a:cubicBezTo>
                  <a:cubicBezTo>
                    <a:pt x="413497" y="53046"/>
                    <a:pt x="356148" y="14464"/>
                    <a:pt x="286515" y="14464"/>
                  </a:cubicBezTo>
                  <a:cubicBezTo>
                    <a:pt x="216882" y="14464"/>
                    <a:pt x="159845" y="52140"/>
                    <a:pt x="140427" y="112744"/>
                  </a:cubicBezTo>
                  <a:cubicBezTo>
                    <a:pt x="139464" y="115744"/>
                    <a:pt x="136691" y="117754"/>
                    <a:pt x="133549" y="117754"/>
                  </a:cubicBezTo>
                  <a:lnTo>
                    <a:pt x="7218" y="117754"/>
                  </a:lnTo>
                  <a:cubicBezTo>
                    <a:pt x="3227" y="117754"/>
                    <a:pt x="0" y="114527"/>
                    <a:pt x="0" y="110536"/>
                  </a:cubicBezTo>
                  <a:cubicBezTo>
                    <a:pt x="0" y="106544"/>
                    <a:pt x="3227" y="103318"/>
                    <a:pt x="7218" y="103318"/>
                  </a:cubicBezTo>
                  <a:lnTo>
                    <a:pt x="128397" y="103318"/>
                  </a:lnTo>
                  <a:cubicBezTo>
                    <a:pt x="150985" y="40365"/>
                    <a:pt x="212466" y="0"/>
                    <a:pt x="286543" y="0"/>
                  </a:cubicBezTo>
                  <a:cubicBezTo>
                    <a:pt x="360621" y="0"/>
                    <a:pt x="422102" y="40365"/>
                    <a:pt x="444690" y="103318"/>
                  </a:cubicBezTo>
                  <a:lnTo>
                    <a:pt x="565869" y="103318"/>
                  </a:lnTo>
                  <a:cubicBezTo>
                    <a:pt x="569860" y="103318"/>
                    <a:pt x="573087" y="106544"/>
                    <a:pt x="573087" y="110536"/>
                  </a:cubicBezTo>
                  <a:cubicBezTo>
                    <a:pt x="573087" y="114527"/>
                    <a:pt x="569860" y="117754"/>
                    <a:pt x="565869" y="117754"/>
                  </a:cubicBezTo>
                  <a:close/>
                </a:path>
              </a:pathLst>
            </a:custGeom>
            <a:solidFill>
              <a:srgbClr val="262626"/>
            </a:solidFill>
            <a:ln w="2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grpSp>
          <p:nvGrpSpPr>
            <p:cNvPr id="553" name="Gráfico 3">
              <a:extLst>
                <a:ext uri="{FF2B5EF4-FFF2-40B4-BE49-F238E27FC236}">
                  <a16:creationId xmlns:a16="http://schemas.microsoft.com/office/drawing/2014/main" id="{C66B51F8-793E-0667-6E92-D3851EEC27A6}"/>
                </a:ext>
              </a:extLst>
            </p:cNvPr>
            <p:cNvGrpSpPr/>
            <p:nvPr/>
          </p:nvGrpSpPr>
          <p:grpSpPr>
            <a:xfrm>
              <a:off x="2786427" y="3579832"/>
              <a:ext cx="180621" cy="313887"/>
              <a:chOff x="2786427" y="3579832"/>
              <a:chExt cx="180621" cy="313887"/>
            </a:xfrm>
            <a:solidFill>
              <a:srgbClr val="262626"/>
            </a:solidFill>
          </p:grpSpPr>
          <p:sp>
            <p:nvSpPr>
              <p:cNvPr id="560" name="Forma Livre: Forma 559">
                <a:extLst>
                  <a:ext uri="{FF2B5EF4-FFF2-40B4-BE49-F238E27FC236}">
                    <a16:creationId xmlns:a16="http://schemas.microsoft.com/office/drawing/2014/main" id="{68ABBB7C-E771-DEEA-90AC-B7018E69B426}"/>
                  </a:ext>
                </a:extLst>
              </p:cNvPr>
              <p:cNvSpPr/>
              <p:nvPr/>
            </p:nvSpPr>
            <p:spPr>
              <a:xfrm>
                <a:off x="2797542" y="3579832"/>
                <a:ext cx="158431" cy="178385"/>
              </a:xfrm>
              <a:custGeom>
                <a:avLst/>
                <a:gdLst>
                  <a:gd name="connsiteX0" fmla="*/ 7199 w 158431"/>
                  <a:gd name="connsiteY0" fmla="*/ 178386 h 178385"/>
                  <a:gd name="connsiteX1" fmla="*/ 4312 w 158431"/>
                  <a:gd name="connsiteY1" fmla="*/ 177763 h 178385"/>
                  <a:gd name="connsiteX2" fmla="*/ 603 w 158431"/>
                  <a:gd name="connsiteY2" fmla="*/ 168252 h 178385"/>
                  <a:gd name="connsiteX3" fmla="*/ 72614 w 158431"/>
                  <a:gd name="connsiteY3" fmla="*/ 4303 h 178385"/>
                  <a:gd name="connsiteX4" fmla="*/ 79210 w 158431"/>
                  <a:gd name="connsiteY4" fmla="*/ 0 h 178385"/>
                  <a:gd name="connsiteX5" fmla="*/ 85805 w 158431"/>
                  <a:gd name="connsiteY5" fmla="*/ 4303 h 178385"/>
                  <a:gd name="connsiteX6" fmla="*/ 157816 w 158431"/>
                  <a:gd name="connsiteY6" fmla="*/ 168252 h 178385"/>
                  <a:gd name="connsiteX7" fmla="*/ 154108 w 158431"/>
                  <a:gd name="connsiteY7" fmla="*/ 177763 h 178385"/>
                  <a:gd name="connsiteX8" fmla="*/ 144597 w 158431"/>
                  <a:gd name="connsiteY8" fmla="*/ 174055 h 178385"/>
                  <a:gd name="connsiteX9" fmla="*/ 79210 w 158431"/>
                  <a:gd name="connsiteY9" fmla="*/ 25164 h 178385"/>
                  <a:gd name="connsiteX10" fmla="*/ 13822 w 158431"/>
                  <a:gd name="connsiteY10" fmla="*/ 174055 h 178385"/>
                  <a:gd name="connsiteX11" fmla="*/ 7199 w 158431"/>
                  <a:gd name="connsiteY11" fmla="*/ 178357 h 178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58431" h="178385">
                    <a:moveTo>
                      <a:pt x="7199" y="178386"/>
                    </a:moveTo>
                    <a:cubicBezTo>
                      <a:pt x="6236" y="178386"/>
                      <a:pt x="5246" y="178187"/>
                      <a:pt x="4312" y="177763"/>
                    </a:cubicBezTo>
                    <a:cubicBezTo>
                      <a:pt x="660" y="176149"/>
                      <a:pt x="-982" y="171903"/>
                      <a:pt x="603" y="168252"/>
                    </a:cubicBezTo>
                    <a:lnTo>
                      <a:pt x="72614" y="4303"/>
                    </a:lnTo>
                    <a:cubicBezTo>
                      <a:pt x="73775" y="1670"/>
                      <a:pt x="76351" y="0"/>
                      <a:pt x="79210" y="0"/>
                    </a:cubicBezTo>
                    <a:cubicBezTo>
                      <a:pt x="82069" y="0"/>
                      <a:pt x="84673" y="1698"/>
                      <a:pt x="85805" y="4303"/>
                    </a:cubicBezTo>
                    <a:lnTo>
                      <a:pt x="157816" y="168252"/>
                    </a:lnTo>
                    <a:cubicBezTo>
                      <a:pt x="159429" y="171903"/>
                      <a:pt x="157759" y="176149"/>
                      <a:pt x="154108" y="177763"/>
                    </a:cubicBezTo>
                    <a:cubicBezTo>
                      <a:pt x="150456" y="179376"/>
                      <a:pt x="146210" y="177706"/>
                      <a:pt x="144597" y="174055"/>
                    </a:cubicBezTo>
                    <a:lnTo>
                      <a:pt x="79210" y="25164"/>
                    </a:lnTo>
                    <a:lnTo>
                      <a:pt x="13822" y="174055"/>
                    </a:lnTo>
                    <a:cubicBezTo>
                      <a:pt x="12634" y="176744"/>
                      <a:pt x="10001" y="178357"/>
                      <a:pt x="7199" y="178357"/>
                    </a:cubicBezTo>
                    <a:close/>
                  </a:path>
                </a:pathLst>
              </a:custGeom>
              <a:solidFill>
                <a:srgbClr val="262626"/>
              </a:solidFill>
              <a:ln w="2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61" name="Forma Livre: Forma 560">
                <a:extLst>
                  <a:ext uri="{FF2B5EF4-FFF2-40B4-BE49-F238E27FC236}">
                    <a16:creationId xmlns:a16="http://schemas.microsoft.com/office/drawing/2014/main" id="{D55A6071-571E-BCF1-7357-74CDDA35A022}"/>
                  </a:ext>
                </a:extLst>
              </p:cNvPr>
              <p:cNvSpPr/>
              <p:nvPr/>
            </p:nvSpPr>
            <p:spPr>
              <a:xfrm>
                <a:off x="2786427" y="3796176"/>
                <a:ext cx="180621" cy="97543"/>
              </a:xfrm>
              <a:custGeom>
                <a:avLst/>
                <a:gdLst>
                  <a:gd name="connsiteX0" fmla="*/ 90325 w 180621"/>
                  <a:gd name="connsiteY0" fmla="*/ 97543 h 97543"/>
                  <a:gd name="connsiteX1" fmla="*/ 0 w 180621"/>
                  <a:gd name="connsiteY1" fmla="*/ 7218 h 97543"/>
                  <a:gd name="connsiteX2" fmla="*/ 7218 w 180621"/>
                  <a:gd name="connsiteY2" fmla="*/ 0 h 97543"/>
                  <a:gd name="connsiteX3" fmla="*/ 173404 w 180621"/>
                  <a:gd name="connsiteY3" fmla="*/ 0 h 97543"/>
                  <a:gd name="connsiteX4" fmla="*/ 180622 w 180621"/>
                  <a:gd name="connsiteY4" fmla="*/ 7218 h 97543"/>
                  <a:gd name="connsiteX5" fmla="*/ 90325 w 180621"/>
                  <a:gd name="connsiteY5" fmla="*/ 97543 h 97543"/>
                  <a:gd name="connsiteX6" fmla="*/ 14776 w 180621"/>
                  <a:gd name="connsiteY6" fmla="*/ 14436 h 97543"/>
                  <a:gd name="connsiteX7" fmla="*/ 90325 w 180621"/>
                  <a:gd name="connsiteY7" fmla="*/ 83107 h 97543"/>
                  <a:gd name="connsiteX8" fmla="*/ 165874 w 180621"/>
                  <a:gd name="connsiteY8" fmla="*/ 14436 h 97543"/>
                  <a:gd name="connsiteX9" fmla="*/ 14804 w 180621"/>
                  <a:gd name="connsiteY9" fmla="*/ 14436 h 975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621" h="97543">
                    <a:moveTo>
                      <a:pt x="90325" y="97543"/>
                    </a:moveTo>
                    <a:cubicBezTo>
                      <a:pt x="40534" y="97543"/>
                      <a:pt x="0" y="57037"/>
                      <a:pt x="0" y="7218"/>
                    </a:cubicBezTo>
                    <a:cubicBezTo>
                      <a:pt x="0" y="3227"/>
                      <a:pt x="3227" y="0"/>
                      <a:pt x="7218" y="0"/>
                    </a:cubicBezTo>
                    <a:lnTo>
                      <a:pt x="173404" y="0"/>
                    </a:lnTo>
                    <a:cubicBezTo>
                      <a:pt x="177395" y="0"/>
                      <a:pt x="180622" y="3227"/>
                      <a:pt x="180622" y="7218"/>
                    </a:cubicBezTo>
                    <a:cubicBezTo>
                      <a:pt x="180622" y="57009"/>
                      <a:pt x="140116" y="97543"/>
                      <a:pt x="90325" y="97543"/>
                    </a:cubicBezTo>
                    <a:close/>
                    <a:moveTo>
                      <a:pt x="14776" y="14436"/>
                    </a:moveTo>
                    <a:cubicBezTo>
                      <a:pt x="18427" y="52904"/>
                      <a:pt x="50895" y="83107"/>
                      <a:pt x="90325" y="83107"/>
                    </a:cubicBezTo>
                    <a:cubicBezTo>
                      <a:pt x="129756" y="83107"/>
                      <a:pt x="162223" y="52904"/>
                      <a:pt x="165874" y="14436"/>
                    </a:cubicBezTo>
                    <a:lnTo>
                      <a:pt x="14804" y="14436"/>
                    </a:lnTo>
                    <a:close/>
                  </a:path>
                </a:pathLst>
              </a:custGeom>
              <a:solidFill>
                <a:srgbClr val="262626"/>
              </a:solidFill>
              <a:ln w="2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554" name="Gráfico 3">
              <a:extLst>
                <a:ext uri="{FF2B5EF4-FFF2-40B4-BE49-F238E27FC236}">
                  <a16:creationId xmlns:a16="http://schemas.microsoft.com/office/drawing/2014/main" id="{C53C463E-7E97-4DE4-90F0-CE8B9D7AF2A0}"/>
                </a:ext>
              </a:extLst>
            </p:cNvPr>
            <p:cNvGrpSpPr/>
            <p:nvPr/>
          </p:nvGrpSpPr>
          <p:grpSpPr>
            <a:xfrm>
              <a:off x="3218719" y="3579860"/>
              <a:ext cx="180621" cy="313858"/>
              <a:chOff x="3218719" y="3579860"/>
              <a:chExt cx="180621" cy="313858"/>
            </a:xfrm>
            <a:solidFill>
              <a:srgbClr val="262626"/>
            </a:solidFill>
          </p:grpSpPr>
          <p:sp>
            <p:nvSpPr>
              <p:cNvPr id="558" name="Forma Livre: Forma 557">
                <a:extLst>
                  <a:ext uri="{FF2B5EF4-FFF2-40B4-BE49-F238E27FC236}">
                    <a16:creationId xmlns:a16="http://schemas.microsoft.com/office/drawing/2014/main" id="{25568D44-93D0-CAF3-D7CA-27980C041C7A}"/>
                  </a:ext>
                </a:extLst>
              </p:cNvPr>
              <p:cNvSpPr/>
              <p:nvPr/>
            </p:nvSpPr>
            <p:spPr>
              <a:xfrm>
                <a:off x="3229806" y="3579860"/>
                <a:ext cx="158431" cy="178385"/>
              </a:xfrm>
              <a:custGeom>
                <a:avLst/>
                <a:gdLst>
                  <a:gd name="connsiteX0" fmla="*/ 151221 w 158431"/>
                  <a:gd name="connsiteY0" fmla="*/ 178357 h 178385"/>
                  <a:gd name="connsiteX1" fmla="*/ 144597 w 158431"/>
                  <a:gd name="connsiteY1" fmla="*/ 174055 h 178385"/>
                  <a:gd name="connsiteX2" fmla="*/ 79210 w 158431"/>
                  <a:gd name="connsiteY2" fmla="*/ 25164 h 178385"/>
                  <a:gd name="connsiteX3" fmla="*/ 13822 w 158431"/>
                  <a:gd name="connsiteY3" fmla="*/ 174055 h 178385"/>
                  <a:gd name="connsiteX4" fmla="*/ 4312 w 158431"/>
                  <a:gd name="connsiteY4" fmla="*/ 177763 h 178385"/>
                  <a:gd name="connsiteX5" fmla="*/ 603 w 158431"/>
                  <a:gd name="connsiteY5" fmla="*/ 168252 h 178385"/>
                  <a:gd name="connsiteX6" fmla="*/ 72614 w 158431"/>
                  <a:gd name="connsiteY6" fmla="*/ 4303 h 178385"/>
                  <a:gd name="connsiteX7" fmla="*/ 79210 w 158431"/>
                  <a:gd name="connsiteY7" fmla="*/ 0 h 178385"/>
                  <a:gd name="connsiteX8" fmla="*/ 85805 w 158431"/>
                  <a:gd name="connsiteY8" fmla="*/ 4303 h 178385"/>
                  <a:gd name="connsiteX9" fmla="*/ 157816 w 158431"/>
                  <a:gd name="connsiteY9" fmla="*/ 168252 h 178385"/>
                  <a:gd name="connsiteX10" fmla="*/ 154108 w 158431"/>
                  <a:gd name="connsiteY10" fmla="*/ 177763 h 178385"/>
                  <a:gd name="connsiteX11" fmla="*/ 151221 w 158431"/>
                  <a:gd name="connsiteY11" fmla="*/ 178386 h 178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58431" h="178385">
                    <a:moveTo>
                      <a:pt x="151221" y="178357"/>
                    </a:moveTo>
                    <a:cubicBezTo>
                      <a:pt x="148447" y="178357"/>
                      <a:pt x="145786" y="176744"/>
                      <a:pt x="144597" y="174055"/>
                    </a:cubicBezTo>
                    <a:lnTo>
                      <a:pt x="79210" y="25164"/>
                    </a:lnTo>
                    <a:lnTo>
                      <a:pt x="13822" y="174055"/>
                    </a:lnTo>
                    <a:cubicBezTo>
                      <a:pt x="12237" y="177706"/>
                      <a:pt x="7963" y="179376"/>
                      <a:pt x="4312" y="177763"/>
                    </a:cubicBezTo>
                    <a:cubicBezTo>
                      <a:pt x="660" y="176149"/>
                      <a:pt x="-982" y="171903"/>
                      <a:pt x="603" y="168252"/>
                    </a:cubicBezTo>
                    <a:lnTo>
                      <a:pt x="72614" y="4303"/>
                    </a:lnTo>
                    <a:cubicBezTo>
                      <a:pt x="73775" y="1670"/>
                      <a:pt x="76351" y="0"/>
                      <a:pt x="79210" y="0"/>
                    </a:cubicBezTo>
                    <a:cubicBezTo>
                      <a:pt x="82069" y="0"/>
                      <a:pt x="84673" y="1698"/>
                      <a:pt x="85805" y="4303"/>
                    </a:cubicBezTo>
                    <a:lnTo>
                      <a:pt x="157816" y="168252"/>
                    </a:lnTo>
                    <a:cubicBezTo>
                      <a:pt x="159429" y="171903"/>
                      <a:pt x="157759" y="176149"/>
                      <a:pt x="154108" y="177763"/>
                    </a:cubicBezTo>
                    <a:cubicBezTo>
                      <a:pt x="153174" y="178187"/>
                      <a:pt x="152183" y="178386"/>
                      <a:pt x="151221" y="178386"/>
                    </a:cubicBezTo>
                    <a:close/>
                  </a:path>
                </a:pathLst>
              </a:custGeom>
              <a:solidFill>
                <a:srgbClr val="262626"/>
              </a:solidFill>
              <a:ln w="2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59" name="Forma Livre: Forma 558">
                <a:extLst>
                  <a:ext uri="{FF2B5EF4-FFF2-40B4-BE49-F238E27FC236}">
                    <a16:creationId xmlns:a16="http://schemas.microsoft.com/office/drawing/2014/main" id="{BF2E268D-1127-2C27-0184-11DB41940554}"/>
                  </a:ext>
                </a:extLst>
              </p:cNvPr>
              <p:cNvSpPr/>
              <p:nvPr/>
            </p:nvSpPr>
            <p:spPr>
              <a:xfrm>
                <a:off x="3218719" y="3796176"/>
                <a:ext cx="180621" cy="97543"/>
              </a:xfrm>
              <a:custGeom>
                <a:avLst/>
                <a:gdLst>
                  <a:gd name="connsiteX0" fmla="*/ 90297 w 180621"/>
                  <a:gd name="connsiteY0" fmla="*/ 97543 h 97543"/>
                  <a:gd name="connsiteX1" fmla="*/ 0 w 180621"/>
                  <a:gd name="connsiteY1" fmla="*/ 7218 h 97543"/>
                  <a:gd name="connsiteX2" fmla="*/ 7218 w 180621"/>
                  <a:gd name="connsiteY2" fmla="*/ 0 h 97543"/>
                  <a:gd name="connsiteX3" fmla="*/ 173404 w 180621"/>
                  <a:gd name="connsiteY3" fmla="*/ 0 h 97543"/>
                  <a:gd name="connsiteX4" fmla="*/ 180622 w 180621"/>
                  <a:gd name="connsiteY4" fmla="*/ 7218 h 97543"/>
                  <a:gd name="connsiteX5" fmla="*/ 90297 w 180621"/>
                  <a:gd name="connsiteY5" fmla="*/ 97543 h 97543"/>
                  <a:gd name="connsiteX6" fmla="*/ 14748 w 180621"/>
                  <a:gd name="connsiteY6" fmla="*/ 14436 h 97543"/>
                  <a:gd name="connsiteX7" fmla="*/ 90297 w 180621"/>
                  <a:gd name="connsiteY7" fmla="*/ 83107 h 97543"/>
                  <a:gd name="connsiteX8" fmla="*/ 165846 w 180621"/>
                  <a:gd name="connsiteY8" fmla="*/ 14436 h 97543"/>
                  <a:gd name="connsiteX9" fmla="*/ 14776 w 180621"/>
                  <a:gd name="connsiteY9" fmla="*/ 14436 h 975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621" h="97543">
                    <a:moveTo>
                      <a:pt x="90297" y="97543"/>
                    </a:moveTo>
                    <a:cubicBezTo>
                      <a:pt x="40506" y="97543"/>
                      <a:pt x="0" y="57037"/>
                      <a:pt x="0" y="7218"/>
                    </a:cubicBezTo>
                    <a:cubicBezTo>
                      <a:pt x="0" y="3227"/>
                      <a:pt x="3227" y="0"/>
                      <a:pt x="7218" y="0"/>
                    </a:cubicBezTo>
                    <a:lnTo>
                      <a:pt x="173404" y="0"/>
                    </a:lnTo>
                    <a:cubicBezTo>
                      <a:pt x="177395" y="0"/>
                      <a:pt x="180622" y="3227"/>
                      <a:pt x="180622" y="7218"/>
                    </a:cubicBezTo>
                    <a:cubicBezTo>
                      <a:pt x="180622" y="57009"/>
                      <a:pt x="140116" y="97543"/>
                      <a:pt x="90297" y="97543"/>
                    </a:cubicBezTo>
                    <a:close/>
                    <a:moveTo>
                      <a:pt x="14748" y="14436"/>
                    </a:moveTo>
                    <a:cubicBezTo>
                      <a:pt x="18399" y="52904"/>
                      <a:pt x="50866" y="83107"/>
                      <a:pt x="90297" y="83107"/>
                    </a:cubicBezTo>
                    <a:cubicBezTo>
                      <a:pt x="129727" y="83107"/>
                      <a:pt x="162194" y="52904"/>
                      <a:pt x="165846" y="14436"/>
                    </a:cubicBezTo>
                    <a:lnTo>
                      <a:pt x="14776" y="14436"/>
                    </a:lnTo>
                    <a:close/>
                  </a:path>
                </a:pathLst>
              </a:custGeom>
              <a:solidFill>
                <a:srgbClr val="262626"/>
              </a:solidFill>
              <a:ln w="2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555" name="Gráfico 3">
              <a:extLst>
                <a:ext uri="{FF2B5EF4-FFF2-40B4-BE49-F238E27FC236}">
                  <a16:creationId xmlns:a16="http://schemas.microsoft.com/office/drawing/2014/main" id="{7D343AEE-EECF-A99A-6280-E0B6B0C2FD57}"/>
                </a:ext>
              </a:extLst>
            </p:cNvPr>
            <p:cNvGrpSpPr/>
            <p:nvPr/>
          </p:nvGrpSpPr>
          <p:grpSpPr>
            <a:xfrm>
              <a:off x="2913380" y="3346249"/>
              <a:ext cx="359035" cy="693444"/>
              <a:chOff x="2913380" y="3346249"/>
              <a:chExt cx="359035" cy="693444"/>
            </a:xfrm>
            <a:solidFill>
              <a:srgbClr val="262626"/>
            </a:solidFill>
          </p:grpSpPr>
          <p:sp>
            <p:nvSpPr>
              <p:cNvPr id="556" name="Forma Livre: Forma 555">
                <a:extLst>
                  <a:ext uri="{FF2B5EF4-FFF2-40B4-BE49-F238E27FC236}">
                    <a16:creationId xmlns:a16="http://schemas.microsoft.com/office/drawing/2014/main" id="{3923433D-2CEB-6625-0F79-1BF7659EFFF3}"/>
                  </a:ext>
                </a:extLst>
              </p:cNvPr>
              <p:cNvSpPr/>
              <p:nvPr/>
            </p:nvSpPr>
            <p:spPr>
              <a:xfrm>
                <a:off x="3061776" y="3346249"/>
                <a:ext cx="62159" cy="56159"/>
              </a:xfrm>
              <a:custGeom>
                <a:avLst/>
                <a:gdLst>
                  <a:gd name="connsiteX0" fmla="*/ 7232 w 62159"/>
                  <a:gd name="connsiteY0" fmla="*/ 56103 h 56159"/>
                  <a:gd name="connsiteX1" fmla="*/ 5392 w 62159"/>
                  <a:gd name="connsiteY1" fmla="*/ 55876 h 56159"/>
                  <a:gd name="connsiteX2" fmla="*/ 240 w 62159"/>
                  <a:gd name="connsiteY2" fmla="*/ 47073 h 56159"/>
                  <a:gd name="connsiteX3" fmla="*/ 16997 w 62159"/>
                  <a:gd name="connsiteY3" fmla="*/ 8152 h 56159"/>
                  <a:gd name="connsiteX4" fmla="*/ 31094 w 62159"/>
                  <a:gd name="connsiteY4" fmla="*/ 0 h 56159"/>
                  <a:gd name="connsiteX5" fmla="*/ 45247 w 62159"/>
                  <a:gd name="connsiteY5" fmla="*/ 8209 h 56159"/>
                  <a:gd name="connsiteX6" fmla="*/ 61297 w 62159"/>
                  <a:gd name="connsiteY6" fmla="*/ 44639 h 56159"/>
                  <a:gd name="connsiteX7" fmla="*/ 62061 w 62159"/>
                  <a:gd name="connsiteY7" fmla="*/ 47724 h 56159"/>
                  <a:gd name="connsiteX8" fmla="*/ 56145 w 62159"/>
                  <a:gd name="connsiteY8" fmla="*/ 56046 h 56159"/>
                  <a:gd name="connsiteX9" fmla="*/ 47823 w 62159"/>
                  <a:gd name="connsiteY9" fmla="*/ 50130 h 56159"/>
                  <a:gd name="connsiteX10" fmla="*/ 47455 w 62159"/>
                  <a:gd name="connsiteY10" fmla="*/ 48687 h 56159"/>
                  <a:gd name="connsiteX11" fmla="*/ 33047 w 62159"/>
                  <a:gd name="connsiteY11" fmla="*/ 15936 h 56159"/>
                  <a:gd name="connsiteX12" fmla="*/ 29197 w 62159"/>
                  <a:gd name="connsiteY12" fmla="*/ 15936 h 56159"/>
                  <a:gd name="connsiteX13" fmla="*/ 14252 w 62159"/>
                  <a:gd name="connsiteY13" fmla="*/ 50753 h 56159"/>
                  <a:gd name="connsiteX14" fmla="*/ 7260 w 62159"/>
                  <a:gd name="connsiteY14" fmla="*/ 56159 h 561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2159" h="56159">
                    <a:moveTo>
                      <a:pt x="7232" y="56103"/>
                    </a:moveTo>
                    <a:cubicBezTo>
                      <a:pt x="6637" y="56103"/>
                      <a:pt x="6014" y="56018"/>
                      <a:pt x="5392" y="55876"/>
                    </a:cubicBezTo>
                    <a:cubicBezTo>
                      <a:pt x="1542" y="54857"/>
                      <a:pt x="-779" y="50923"/>
                      <a:pt x="240" y="47073"/>
                    </a:cubicBezTo>
                    <a:cubicBezTo>
                      <a:pt x="3948" y="32892"/>
                      <a:pt x="9581" y="19814"/>
                      <a:pt x="16997" y="8152"/>
                    </a:cubicBezTo>
                    <a:cubicBezTo>
                      <a:pt x="20309" y="2972"/>
                      <a:pt x="25432" y="0"/>
                      <a:pt x="31094" y="0"/>
                    </a:cubicBezTo>
                    <a:cubicBezTo>
                      <a:pt x="36755" y="0"/>
                      <a:pt x="42048" y="3057"/>
                      <a:pt x="45247" y="8209"/>
                    </a:cubicBezTo>
                    <a:cubicBezTo>
                      <a:pt x="52210" y="19163"/>
                      <a:pt x="57617" y="31448"/>
                      <a:pt x="61297" y="44639"/>
                    </a:cubicBezTo>
                    <a:cubicBezTo>
                      <a:pt x="61580" y="45630"/>
                      <a:pt x="61863" y="46649"/>
                      <a:pt x="62061" y="47724"/>
                    </a:cubicBezTo>
                    <a:cubicBezTo>
                      <a:pt x="62712" y="51659"/>
                      <a:pt x="60079" y="55367"/>
                      <a:pt x="56145" y="56046"/>
                    </a:cubicBezTo>
                    <a:cubicBezTo>
                      <a:pt x="52239" y="56669"/>
                      <a:pt x="48502" y="54065"/>
                      <a:pt x="47823" y="50130"/>
                    </a:cubicBezTo>
                    <a:cubicBezTo>
                      <a:pt x="47738" y="49621"/>
                      <a:pt x="47596" y="49140"/>
                      <a:pt x="47455" y="48687"/>
                    </a:cubicBezTo>
                    <a:cubicBezTo>
                      <a:pt x="44115" y="36713"/>
                      <a:pt x="39274" y="25759"/>
                      <a:pt x="33047" y="15936"/>
                    </a:cubicBezTo>
                    <a:cubicBezTo>
                      <a:pt x="32453" y="14974"/>
                      <a:pt x="30669" y="13644"/>
                      <a:pt x="29197" y="15936"/>
                    </a:cubicBezTo>
                    <a:cubicBezTo>
                      <a:pt x="22602" y="26325"/>
                      <a:pt x="17563" y="38044"/>
                      <a:pt x="14252" y="50753"/>
                    </a:cubicBezTo>
                    <a:cubicBezTo>
                      <a:pt x="13402" y="54008"/>
                      <a:pt x="10487" y="56159"/>
                      <a:pt x="7260" y="56159"/>
                    </a:cubicBezTo>
                    <a:close/>
                  </a:path>
                </a:pathLst>
              </a:custGeom>
              <a:solidFill>
                <a:srgbClr val="262626"/>
              </a:solidFill>
              <a:ln w="2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57" name="Forma Livre: Forma 556">
                <a:extLst>
                  <a:ext uri="{FF2B5EF4-FFF2-40B4-BE49-F238E27FC236}">
                    <a16:creationId xmlns:a16="http://schemas.microsoft.com/office/drawing/2014/main" id="{C111AD14-9A26-0464-AA68-7F8E960F32E0}"/>
                  </a:ext>
                </a:extLst>
              </p:cNvPr>
              <p:cNvSpPr/>
              <p:nvPr/>
            </p:nvSpPr>
            <p:spPr>
              <a:xfrm>
                <a:off x="2913380" y="3479316"/>
                <a:ext cx="359035" cy="560377"/>
              </a:xfrm>
              <a:custGeom>
                <a:avLst/>
                <a:gdLst>
                  <a:gd name="connsiteX0" fmla="*/ 179489 w 359035"/>
                  <a:gd name="connsiteY0" fmla="*/ 560378 h 560377"/>
                  <a:gd name="connsiteX1" fmla="*/ 0 w 359035"/>
                  <a:gd name="connsiteY1" fmla="*/ 509766 h 560377"/>
                  <a:gd name="connsiteX2" fmla="*/ 143739 w 359035"/>
                  <a:gd name="connsiteY2" fmla="*/ 436595 h 560377"/>
                  <a:gd name="connsiteX3" fmla="*/ 143739 w 359035"/>
                  <a:gd name="connsiteY3" fmla="*/ 7218 h 560377"/>
                  <a:gd name="connsiteX4" fmla="*/ 150957 w 359035"/>
                  <a:gd name="connsiteY4" fmla="*/ 0 h 560377"/>
                  <a:gd name="connsiteX5" fmla="*/ 158175 w 359035"/>
                  <a:gd name="connsiteY5" fmla="*/ 7218 h 560377"/>
                  <a:gd name="connsiteX6" fmla="*/ 158175 w 359035"/>
                  <a:gd name="connsiteY6" fmla="*/ 443303 h 560377"/>
                  <a:gd name="connsiteX7" fmla="*/ 151438 w 359035"/>
                  <a:gd name="connsiteY7" fmla="*/ 450521 h 560377"/>
                  <a:gd name="connsiteX8" fmla="*/ 14464 w 359035"/>
                  <a:gd name="connsiteY8" fmla="*/ 509766 h 560377"/>
                  <a:gd name="connsiteX9" fmla="*/ 179518 w 359035"/>
                  <a:gd name="connsiteY9" fmla="*/ 545941 h 560377"/>
                  <a:gd name="connsiteX10" fmla="*/ 344571 w 359035"/>
                  <a:gd name="connsiteY10" fmla="*/ 509766 h 560377"/>
                  <a:gd name="connsiteX11" fmla="*/ 207597 w 359035"/>
                  <a:gd name="connsiteY11" fmla="*/ 450521 h 560377"/>
                  <a:gd name="connsiteX12" fmla="*/ 200861 w 359035"/>
                  <a:gd name="connsiteY12" fmla="*/ 443303 h 560377"/>
                  <a:gd name="connsiteX13" fmla="*/ 200861 w 359035"/>
                  <a:gd name="connsiteY13" fmla="*/ 7218 h 560377"/>
                  <a:gd name="connsiteX14" fmla="*/ 208079 w 359035"/>
                  <a:gd name="connsiteY14" fmla="*/ 0 h 560377"/>
                  <a:gd name="connsiteX15" fmla="*/ 215297 w 359035"/>
                  <a:gd name="connsiteY15" fmla="*/ 7218 h 560377"/>
                  <a:gd name="connsiteX16" fmla="*/ 215297 w 359035"/>
                  <a:gd name="connsiteY16" fmla="*/ 436595 h 560377"/>
                  <a:gd name="connsiteX17" fmla="*/ 359036 w 359035"/>
                  <a:gd name="connsiteY17" fmla="*/ 509766 h 560377"/>
                  <a:gd name="connsiteX18" fmla="*/ 179546 w 359035"/>
                  <a:gd name="connsiteY18" fmla="*/ 560378 h 5603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359035" h="560377">
                    <a:moveTo>
                      <a:pt x="179489" y="560378"/>
                    </a:moveTo>
                    <a:cubicBezTo>
                      <a:pt x="68671" y="560378"/>
                      <a:pt x="0" y="551914"/>
                      <a:pt x="0" y="509766"/>
                    </a:cubicBezTo>
                    <a:cubicBezTo>
                      <a:pt x="0" y="473138"/>
                      <a:pt x="58764" y="443445"/>
                      <a:pt x="143739" y="436595"/>
                    </a:cubicBezTo>
                    <a:lnTo>
                      <a:pt x="143739" y="7218"/>
                    </a:lnTo>
                    <a:cubicBezTo>
                      <a:pt x="143739" y="3227"/>
                      <a:pt x="146966" y="0"/>
                      <a:pt x="150957" y="0"/>
                    </a:cubicBezTo>
                    <a:cubicBezTo>
                      <a:pt x="154948" y="0"/>
                      <a:pt x="158175" y="3227"/>
                      <a:pt x="158175" y="7218"/>
                    </a:cubicBezTo>
                    <a:lnTo>
                      <a:pt x="158175" y="443303"/>
                    </a:lnTo>
                    <a:cubicBezTo>
                      <a:pt x="158175" y="447096"/>
                      <a:pt x="155231" y="450266"/>
                      <a:pt x="151438" y="450521"/>
                    </a:cubicBezTo>
                    <a:cubicBezTo>
                      <a:pt x="74615" y="455531"/>
                      <a:pt x="14464" y="481545"/>
                      <a:pt x="14464" y="509766"/>
                    </a:cubicBezTo>
                    <a:cubicBezTo>
                      <a:pt x="14464" y="541837"/>
                      <a:pt x="102667" y="545941"/>
                      <a:pt x="179518" y="545941"/>
                    </a:cubicBezTo>
                    <a:cubicBezTo>
                      <a:pt x="256369" y="545941"/>
                      <a:pt x="344571" y="541837"/>
                      <a:pt x="344571" y="509766"/>
                    </a:cubicBezTo>
                    <a:cubicBezTo>
                      <a:pt x="344571" y="481545"/>
                      <a:pt x="284392" y="455531"/>
                      <a:pt x="207597" y="450521"/>
                    </a:cubicBezTo>
                    <a:cubicBezTo>
                      <a:pt x="203805" y="450266"/>
                      <a:pt x="200861" y="447125"/>
                      <a:pt x="200861" y="443303"/>
                    </a:cubicBezTo>
                    <a:lnTo>
                      <a:pt x="200861" y="7218"/>
                    </a:lnTo>
                    <a:cubicBezTo>
                      <a:pt x="200861" y="3227"/>
                      <a:pt x="204088" y="0"/>
                      <a:pt x="208079" y="0"/>
                    </a:cubicBezTo>
                    <a:cubicBezTo>
                      <a:pt x="212070" y="0"/>
                      <a:pt x="215297" y="3227"/>
                      <a:pt x="215297" y="7218"/>
                    </a:cubicBezTo>
                    <a:lnTo>
                      <a:pt x="215297" y="436595"/>
                    </a:lnTo>
                    <a:cubicBezTo>
                      <a:pt x="300272" y="443445"/>
                      <a:pt x="359036" y="473138"/>
                      <a:pt x="359036" y="509766"/>
                    </a:cubicBezTo>
                    <a:cubicBezTo>
                      <a:pt x="359036" y="551914"/>
                      <a:pt x="290365" y="560378"/>
                      <a:pt x="179546" y="560378"/>
                    </a:cubicBezTo>
                    <a:close/>
                  </a:path>
                </a:pathLst>
              </a:custGeom>
              <a:solidFill>
                <a:srgbClr val="262626"/>
              </a:solidFill>
              <a:ln w="2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grpSp>
        <p:nvGrpSpPr>
          <p:cNvPr id="562" name="Gráfico 3">
            <a:extLst>
              <a:ext uri="{FF2B5EF4-FFF2-40B4-BE49-F238E27FC236}">
                <a16:creationId xmlns:a16="http://schemas.microsoft.com/office/drawing/2014/main" id="{20CAD7CA-A53E-1D96-3DE7-3EA91ED52126}"/>
              </a:ext>
            </a:extLst>
          </p:cNvPr>
          <p:cNvGrpSpPr/>
          <p:nvPr/>
        </p:nvGrpSpPr>
        <p:grpSpPr>
          <a:xfrm>
            <a:off x="6693459" y="4341352"/>
            <a:ext cx="566792" cy="509768"/>
            <a:chOff x="6665071" y="4315821"/>
            <a:chExt cx="623567" cy="560830"/>
          </a:xfrm>
          <a:solidFill>
            <a:srgbClr val="262626"/>
          </a:solidFill>
        </p:grpSpPr>
        <p:grpSp>
          <p:nvGrpSpPr>
            <p:cNvPr id="563" name="Gráfico 3">
              <a:extLst>
                <a:ext uri="{FF2B5EF4-FFF2-40B4-BE49-F238E27FC236}">
                  <a16:creationId xmlns:a16="http://schemas.microsoft.com/office/drawing/2014/main" id="{AD296FB8-3AB4-BF9F-DB2D-F5A06A21D695}"/>
                </a:ext>
              </a:extLst>
            </p:cNvPr>
            <p:cNvGrpSpPr/>
            <p:nvPr/>
          </p:nvGrpSpPr>
          <p:grpSpPr>
            <a:xfrm>
              <a:off x="6665071" y="4315821"/>
              <a:ext cx="532999" cy="513615"/>
              <a:chOff x="6665071" y="4315821"/>
              <a:chExt cx="532999" cy="513615"/>
            </a:xfrm>
            <a:solidFill>
              <a:srgbClr val="262626"/>
            </a:solidFill>
          </p:grpSpPr>
          <p:sp>
            <p:nvSpPr>
              <p:cNvPr id="568" name="Forma Livre: Forma 567">
                <a:extLst>
                  <a:ext uri="{FF2B5EF4-FFF2-40B4-BE49-F238E27FC236}">
                    <a16:creationId xmlns:a16="http://schemas.microsoft.com/office/drawing/2014/main" id="{F81F7A84-E978-5F7D-7223-97D8902AE869}"/>
                  </a:ext>
                </a:extLst>
              </p:cNvPr>
              <p:cNvSpPr/>
              <p:nvPr/>
            </p:nvSpPr>
            <p:spPr>
              <a:xfrm>
                <a:off x="6665071" y="4315821"/>
                <a:ext cx="532999" cy="513615"/>
              </a:xfrm>
              <a:custGeom>
                <a:avLst/>
                <a:gdLst>
                  <a:gd name="connsiteX0" fmla="*/ 309454 w 532999"/>
                  <a:gd name="connsiteY0" fmla="*/ 513616 h 513615"/>
                  <a:gd name="connsiteX1" fmla="*/ 7200 w 532999"/>
                  <a:gd name="connsiteY1" fmla="*/ 513616 h 513615"/>
                  <a:gd name="connsiteX2" fmla="*/ 1652 w 532999"/>
                  <a:gd name="connsiteY2" fmla="*/ 511012 h 513615"/>
                  <a:gd name="connsiteX3" fmla="*/ 124 w 532999"/>
                  <a:gd name="connsiteY3" fmla="*/ 505067 h 513615"/>
                  <a:gd name="connsiteX4" fmla="*/ 94525 w 532999"/>
                  <a:gd name="connsiteY4" fmla="*/ 5888 h 513615"/>
                  <a:gd name="connsiteX5" fmla="*/ 101630 w 532999"/>
                  <a:gd name="connsiteY5" fmla="*/ 0 h 513615"/>
                  <a:gd name="connsiteX6" fmla="*/ 487302 w 532999"/>
                  <a:gd name="connsiteY6" fmla="*/ 0 h 513615"/>
                  <a:gd name="connsiteX7" fmla="*/ 494407 w 532999"/>
                  <a:gd name="connsiteY7" fmla="*/ 5888 h 513615"/>
                  <a:gd name="connsiteX8" fmla="*/ 532874 w 532999"/>
                  <a:gd name="connsiteY8" fmla="*/ 209211 h 513615"/>
                  <a:gd name="connsiteX9" fmla="*/ 527128 w 532999"/>
                  <a:gd name="connsiteY9" fmla="*/ 217646 h 513615"/>
                  <a:gd name="connsiteX10" fmla="*/ 518693 w 532999"/>
                  <a:gd name="connsiteY10" fmla="*/ 211900 h 513615"/>
                  <a:gd name="connsiteX11" fmla="*/ 481329 w 532999"/>
                  <a:gd name="connsiteY11" fmla="*/ 14436 h 513615"/>
                  <a:gd name="connsiteX12" fmla="*/ 107602 w 532999"/>
                  <a:gd name="connsiteY12" fmla="*/ 14436 h 513615"/>
                  <a:gd name="connsiteX13" fmla="*/ 15947 w 532999"/>
                  <a:gd name="connsiteY13" fmla="*/ 499180 h 513615"/>
                  <a:gd name="connsiteX14" fmla="*/ 309482 w 532999"/>
                  <a:gd name="connsiteY14" fmla="*/ 499180 h 513615"/>
                  <a:gd name="connsiteX15" fmla="*/ 316700 w 532999"/>
                  <a:gd name="connsiteY15" fmla="*/ 506398 h 513615"/>
                  <a:gd name="connsiteX16" fmla="*/ 309482 w 532999"/>
                  <a:gd name="connsiteY16" fmla="*/ 513616 h 5136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32999" h="513615">
                    <a:moveTo>
                      <a:pt x="309454" y="513616"/>
                    </a:moveTo>
                    <a:lnTo>
                      <a:pt x="7200" y="513616"/>
                    </a:lnTo>
                    <a:cubicBezTo>
                      <a:pt x="5049" y="513616"/>
                      <a:pt x="3011" y="512653"/>
                      <a:pt x="1652" y="511012"/>
                    </a:cubicBezTo>
                    <a:cubicBezTo>
                      <a:pt x="294" y="509370"/>
                      <a:pt x="-272" y="507190"/>
                      <a:pt x="124" y="505067"/>
                    </a:cubicBezTo>
                    <a:lnTo>
                      <a:pt x="94525" y="5888"/>
                    </a:lnTo>
                    <a:cubicBezTo>
                      <a:pt x="95176" y="2463"/>
                      <a:pt x="98148" y="0"/>
                      <a:pt x="101630" y="0"/>
                    </a:cubicBezTo>
                    <a:lnTo>
                      <a:pt x="487302" y="0"/>
                    </a:lnTo>
                    <a:cubicBezTo>
                      <a:pt x="490783" y="0"/>
                      <a:pt x="493756" y="2463"/>
                      <a:pt x="494407" y="5888"/>
                    </a:cubicBezTo>
                    <a:lnTo>
                      <a:pt x="532874" y="209211"/>
                    </a:lnTo>
                    <a:cubicBezTo>
                      <a:pt x="533610" y="213117"/>
                      <a:pt x="531035" y="216910"/>
                      <a:pt x="527128" y="217646"/>
                    </a:cubicBezTo>
                    <a:cubicBezTo>
                      <a:pt x="523194" y="218382"/>
                      <a:pt x="519429" y="215806"/>
                      <a:pt x="518693" y="211900"/>
                    </a:cubicBezTo>
                    <a:lnTo>
                      <a:pt x="481329" y="14436"/>
                    </a:lnTo>
                    <a:lnTo>
                      <a:pt x="107602" y="14436"/>
                    </a:lnTo>
                    <a:lnTo>
                      <a:pt x="15947" y="499180"/>
                    </a:lnTo>
                    <a:lnTo>
                      <a:pt x="309482" y="499180"/>
                    </a:lnTo>
                    <a:cubicBezTo>
                      <a:pt x="313473" y="499180"/>
                      <a:pt x="316700" y="502407"/>
                      <a:pt x="316700" y="506398"/>
                    </a:cubicBezTo>
                    <a:cubicBezTo>
                      <a:pt x="316700" y="510389"/>
                      <a:pt x="313473" y="513616"/>
                      <a:pt x="309482" y="513616"/>
                    </a:cubicBezTo>
                    <a:close/>
                  </a:path>
                </a:pathLst>
              </a:custGeom>
              <a:solidFill>
                <a:srgbClr val="262626"/>
              </a:solidFill>
              <a:ln w="2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grpSp>
            <p:nvGrpSpPr>
              <p:cNvPr id="569" name="Gráfico 3">
                <a:extLst>
                  <a:ext uri="{FF2B5EF4-FFF2-40B4-BE49-F238E27FC236}">
                    <a16:creationId xmlns:a16="http://schemas.microsoft.com/office/drawing/2014/main" id="{7DF79700-EDE9-EAC6-29ED-BF5EA3BBD9DB}"/>
                  </a:ext>
                </a:extLst>
              </p:cNvPr>
              <p:cNvGrpSpPr/>
              <p:nvPr/>
            </p:nvGrpSpPr>
            <p:grpSpPr>
              <a:xfrm>
                <a:off x="6786345" y="4367989"/>
                <a:ext cx="298488" cy="140851"/>
                <a:chOff x="6786345" y="4367989"/>
                <a:chExt cx="298488" cy="140851"/>
              </a:xfrm>
              <a:solidFill>
                <a:srgbClr val="262626"/>
              </a:solidFill>
            </p:grpSpPr>
            <p:sp>
              <p:nvSpPr>
                <p:cNvPr id="570" name="Forma Livre: Forma 569">
                  <a:extLst>
                    <a:ext uri="{FF2B5EF4-FFF2-40B4-BE49-F238E27FC236}">
                      <a16:creationId xmlns:a16="http://schemas.microsoft.com/office/drawing/2014/main" id="{51FFF93D-EFE0-D6A2-246A-2372666472F5}"/>
                    </a:ext>
                  </a:extLst>
                </p:cNvPr>
                <p:cNvSpPr/>
                <p:nvPr/>
              </p:nvSpPr>
              <p:spPr>
                <a:xfrm>
                  <a:off x="6896598" y="4367989"/>
                  <a:ext cx="107506" cy="14436"/>
                </a:xfrm>
                <a:custGeom>
                  <a:avLst/>
                  <a:gdLst>
                    <a:gd name="connsiteX0" fmla="*/ 100289 w 107506"/>
                    <a:gd name="connsiteY0" fmla="*/ 14436 h 14436"/>
                    <a:gd name="connsiteX1" fmla="*/ 7218 w 107506"/>
                    <a:gd name="connsiteY1" fmla="*/ 14436 h 14436"/>
                    <a:gd name="connsiteX2" fmla="*/ 0 w 107506"/>
                    <a:gd name="connsiteY2" fmla="*/ 7218 h 14436"/>
                    <a:gd name="connsiteX3" fmla="*/ 7218 w 107506"/>
                    <a:gd name="connsiteY3" fmla="*/ 0 h 14436"/>
                    <a:gd name="connsiteX4" fmla="*/ 100289 w 107506"/>
                    <a:gd name="connsiteY4" fmla="*/ 0 h 14436"/>
                    <a:gd name="connsiteX5" fmla="*/ 107507 w 107506"/>
                    <a:gd name="connsiteY5" fmla="*/ 7218 h 14436"/>
                    <a:gd name="connsiteX6" fmla="*/ 100289 w 107506"/>
                    <a:gd name="connsiteY6" fmla="*/ 14436 h 144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7506" h="14436">
                      <a:moveTo>
                        <a:pt x="100289" y="14436"/>
                      </a:moveTo>
                      <a:lnTo>
                        <a:pt x="7218" y="14436"/>
                      </a:lnTo>
                      <a:cubicBezTo>
                        <a:pt x="3227" y="14436"/>
                        <a:pt x="0" y="11209"/>
                        <a:pt x="0" y="7218"/>
                      </a:cubicBezTo>
                      <a:cubicBezTo>
                        <a:pt x="0" y="3227"/>
                        <a:pt x="3227" y="0"/>
                        <a:pt x="7218" y="0"/>
                      </a:cubicBezTo>
                      <a:lnTo>
                        <a:pt x="100289" y="0"/>
                      </a:lnTo>
                      <a:cubicBezTo>
                        <a:pt x="104280" y="0"/>
                        <a:pt x="107507" y="3227"/>
                        <a:pt x="107507" y="7218"/>
                      </a:cubicBezTo>
                      <a:cubicBezTo>
                        <a:pt x="107507" y="11209"/>
                        <a:pt x="104280" y="14436"/>
                        <a:pt x="100289" y="14436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282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71" name="Forma Livre: Forma 570">
                  <a:extLst>
                    <a:ext uri="{FF2B5EF4-FFF2-40B4-BE49-F238E27FC236}">
                      <a16:creationId xmlns:a16="http://schemas.microsoft.com/office/drawing/2014/main" id="{0B07E154-57EF-A7AE-CA46-F4F4493EB583}"/>
                    </a:ext>
                  </a:extLst>
                </p:cNvPr>
                <p:cNvSpPr/>
                <p:nvPr/>
              </p:nvSpPr>
              <p:spPr>
                <a:xfrm>
                  <a:off x="6796253" y="4425847"/>
                  <a:ext cx="288581" cy="14436"/>
                </a:xfrm>
                <a:custGeom>
                  <a:avLst/>
                  <a:gdLst>
                    <a:gd name="connsiteX0" fmla="*/ 281363 w 288581"/>
                    <a:gd name="connsiteY0" fmla="*/ 14436 h 14436"/>
                    <a:gd name="connsiteX1" fmla="*/ 7218 w 288581"/>
                    <a:gd name="connsiteY1" fmla="*/ 14436 h 14436"/>
                    <a:gd name="connsiteX2" fmla="*/ 0 w 288581"/>
                    <a:gd name="connsiteY2" fmla="*/ 7218 h 14436"/>
                    <a:gd name="connsiteX3" fmla="*/ 7218 w 288581"/>
                    <a:gd name="connsiteY3" fmla="*/ 0 h 14436"/>
                    <a:gd name="connsiteX4" fmla="*/ 281363 w 288581"/>
                    <a:gd name="connsiteY4" fmla="*/ 0 h 14436"/>
                    <a:gd name="connsiteX5" fmla="*/ 288581 w 288581"/>
                    <a:gd name="connsiteY5" fmla="*/ 7218 h 14436"/>
                    <a:gd name="connsiteX6" fmla="*/ 281363 w 288581"/>
                    <a:gd name="connsiteY6" fmla="*/ 14436 h 144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88581" h="14436">
                      <a:moveTo>
                        <a:pt x="281363" y="14436"/>
                      </a:moveTo>
                      <a:lnTo>
                        <a:pt x="7218" y="14436"/>
                      </a:lnTo>
                      <a:cubicBezTo>
                        <a:pt x="3227" y="14436"/>
                        <a:pt x="0" y="11209"/>
                        <a:pt x="0" y="7218"/>
                      </a:cubicBezTo>
                      <a:cubicBezTo>
                        <a:pt x="0" y="3227"/>
                        <a:pt x="3227" y="0"/>
                        <a:pt x="7218" y="0"/>
                      </a:cubicBezTo>
                      <a:lnTo>
                        <a:pt x="281363" y="0"/>
                      </a:lnTo>
                      <a:cubicBezTo>
                        <a:pt x="285355" y="0"/>
                        <a:pt x="288581" y="3227"/>
                        <a:pt x="288581" y="7218"/>
                      </a:cubicBezTo>
                      <a:cubicBezTo>
                        <a:pt x="288581" y="11209"/>
                        <a:pt x="285355" y="14436"/>
                        <a:pt x="281363" y="14436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282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72" name="Forma Livre: Forma 571">
                  <a:extLst>
                    <a:ext uri="{FF2B5EF4-FFF2-40B4-BE49-F238E27FC236}">
                      <a16:creationId xmlns:a16="http://schemas.microsoft.com/office/drawing/2014/main" id="{A83BB9DF-09AF-7FF4-D042-9A3B207371E1}"/>
                    </a:ext>
                  </a:extLst>
                </p:cNvPr>
                <p:cNvSpPr/>
                <p:nvPr/>
              </p:nvSpPr>
              <p:spPr>
                <a:xfrm>
                  <a:off x="6786345" y="4494404"/>
                  <a:ext cx="177394" cy="14436"/>
                </a:xfrm>
                <a:custGeom>
                  <a:avLst/>
                  <a:gdLst>
                    <a:gd name="connsiteX0" fmla="*/ 170177 w 177394"/>
                    <a:gd name="connsiteY0" fmla="*/ 14436 h 14436"/>
                    <a:gd name="connsiteX1" fmla="*/ 7218 w 177394"/>
                    <a:gd name="connsiteY1" fmla="*/ 14436 h 14436"/>
                    <a:gd name="connsiteX2" fmla="*/ 0 w 177394"/>
                    <a:gd name="connsiteY2" fmla="*/ 7218 h 14436"/>
                    <a:gd name="connsiteX3" fmla="*/ 7218 w 177394"/>
                    <a:gd name="connsiteY3" fmla="*/ 0 h 14436"/>
                    <a:gd name="connsiteX4" fmla="*/ 170177 w 177394"/>
                    <a:gd name="connsiteY4" fmla="*/ 0 h 14436"/>
                    <a:gd name="connsiteX5" fmla="*/ 177395 w 177394"/>
                    <a:gd name="connsiteY5" fmla="*/ 7218 h 14436"/>
                    <a:gd name="connsiteX6" fmla="*/ 170177 w 177394"/>
                    <a:gd name="connsiteY6" fmla="*/ 14436 h 144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77394" h="14436">
                      <a:moveTo>
                        <a:pt x="170177" y="14436"/>
                      </a:moveTo>
                      <a:lnTo>
                        <a:pt x="7218" y="14436"/>
                      </a:lnTo>
                      <a:cubicBezTo>
                        <a:pt x="3227" y="14436"/>
                        <a:pt x="0" y="11209"/>
                        <a:pt x="0" y="7218"/>
                      </a:cubicBezTo>
                      <a:cubicBezTo>
                        <a:pt x="0" y="3227"/>
                        <a:pt x="3227" y="0"/>
                        <a:pt x="7218" y="0"/>
                      </a:cubicBezTo>
                      <a:lnTo>
                        <a:pt x="170177" y="0"/>
                      </a:lnTo>
                      <a:cubicBezTo>
                        <a:pt x="174168" y="0"/>
                        <a:pt x="177395" y="3227"/>
                        <a:pt x="177395" y="7218"/>
                      </a:cubicBezTo>
                      <a:cubicBezTo>
                        <a:pt x="177395" y="11209"/>
                        <a:pt x="174168" y="14436"/>
                        <a:pt x="170177" y="14436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282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</p:grpSp>
        <p:grpSp>
          <p:nvGrpSpPr>
            <p:cNvPr id="564" name="Gráfico 3">
              <a:extLst>
                <a:ext uri="{FF2B5EF4-FFF2-40B4-BE49-F238E27FC236}">
                  <a16:creationId xmlns:a16="http://schemas.microsoft.com/office/drawing/2014/main" id="{D24ED766-64CD-1A9D-E94A-08425D23E745}"/>
                </a:ext>
              </a:extLst>
            </p:cNvPr>
            <p:cNvGrpSpPr/>
            <p:nvPr/>
          </p:nvGrpSpPr>
          <p:grpSpPr>
            <a:xfrm>
              <a:off x="7013022" y="4564830"/>
              <a:ext cx="275616" cy="311821"/>
              <a:chOff x="7013022" y="4564830"/>
              <a:chExt cx="275616" cy="311821"/>
            </a:xfrm>
            <a:solidFill>
              <a:srgbClr val="262626"/>
            </a:solidFill>
          </p:grpSpPr>
          <p:sp>
            <p:nvSpPr>
              <p:cNvPr id="565" name="Forma Livre: Forma 564">
                <a:extLst>
                  <a:ext uri="{FF2B5EF4-FFF2-40B4-BE49-F238E27FC236}">
                    <a16:creationId xmlns:a16="http://schemas.microsoft.com/office/drawing/2014/main" id="{9AB39CB3-ECA5-034B-BF60-89A2D905BB97}"/>
                  </a:ext>
                </a:extLst>
              </p:cNvPr>
              <p:cNvSpPr/>
              <p:nvPr/>
            </p:nvSpPr>
            <p:spPr>
              <a:xfrm>
                <a:off x="7013022" y="4733195"/>
                <a:ext cx="275616" cy="143455"/>
              </a:xfrm>
              <a:custGeom>
                <a:avLst/>
                <a:gdLst>
                  <a:gd name="connsiteX0" fmla="*/ 233922 w 275616"/>
                  <a:gd name="connsiteY0" fmla="*/ 143456 h 143455"/>
                  <a:gd name="connsiteX1" fmla="*/ 41695 w 275616"/>
                  <a:gd name="connsiteY1" fmla="*/ 143456 h 143455"/>
                  <a:gd name="connsiteX2" fmla="*/ 0 w 275616"/>
                  <a:gd name="connsiteY2" fmla="*/ 101761 h 143455"/>
                  <a:gd name="connsiteX3" fmla="*/ 0 w 275616"/>
                  <a:gd name="connsiteY3" fmla="*/ 41695 h 143455"/>
                  <a:gd name="connsiteX4" fmla="*/ 41695 w 275616"/>
                  <a:gd name="connsiteY4" fmla="*/ 0 h 143455"/>
                  <a:gd name="connsiteX5" fmla="*/ 233922 w 275616"/>
                  <a:gd name="connsiteY5" fmla="*/ 0 h 143455"/>
                  <a:gd name="connsiteX6" fmla="*/ 275617 w 275616"/>
                  <a:gd name="connsiteY6" fmla="*/ 41695 h 143455"/>
                  <a:gd name="connsiteX7" fmla="*/ 275617 w 275616"/>
                  <a:gd name="connsiteY7" fmla="*/ 101761 h 143455"/>
                  <a:gd name="connsiteX8" fmla="*/ 233922 w 275616"/>
                  <a:gd name="connsiteY8" fmla="*/ 143456 h 143455"/>
                  <a:gd name="connsiteX9" fmla="*/ 41695 w 275616"/>
                  <a:gd name="connsiteY9" fmla="*/ 14436 h 143455"/>
                  <a:gd name="connsiteX10" fmla="*/ 14436 w 275616"/>
                  <a:gd name="connsiteY10" fmla="*/ 41695 h 143455"/>
                  <a:gd name="connsiteX11" fmla="*/ 14436 w 275616"/>
                  <a:gd name="connsiteY11" fmla="*/ 101761 h 143455"/>
                  <a:gd name="connsiteX12" fmla="*/ 41695 w 275616"/>
                  <a:gd name="connsiteY12" fmla="*/ 129019 h 143455"/>
                  <a:gd name="connsiteX13" fmla="*/ 233922 w 275616"/>
                  <a:gd name="connsiteY13" fmla="*/ 129019 h 143455"/>
                  <a:gd name="connsiteX14" fmla="*/ 261181 w 275616"/>
                  <a:gd name="connsiteY14" fmla="*/ 101761 h 143455"/>
                  <a:gd name="connsiteX15" fmla="*/ 261181 w 275616"/>
                  <a:gd name="connsiteY15" fmla="*/ 41695 h 143455"/>
                  <a:gd name="connsiteX16" fmla="*/ 233922 w 275616"/>
                  <a:gd name="connsiteY16" fmla="*/ 14436 h 143455"/>
                  <a:gd name="connsiteX17" fmla="*/ 41695 w 275616"/>
                  <a:gd name="connsiteY17" fmla="*/ 14436 h 143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75616" h="143455">
                    <a:moveTo>
                      <a:pt x="233922" y="143456"/>
                    </a:moveTo>
                    <a:lnTo>
                      <a:pt x="41695" y="143456"/>
                    </a:lnTo>
                    <a:cubicBezTo>
                      <a:pt x="18710" y="143456"/>
                      <a:pt x="0" y="124745"/>
                      <a:pt x="0" y="101761"/>
                    </a:cubicBezTo>
                    <a:lnTo>
                      <a:pt x="0" y="41695"/>
                    </a:lnTo>
                    <a:cubicBezTo>
                      <a:pt x="0" y="18710"/>
                      <a:pt x="18710" y="0"/>
                      <a:pt x="41695" y="0"/>
                    </a:cubicBezTo>
                    <a:lnTo>
                      <a:pt x="233922" y="0"/>
                    </a:lnTo>
                    <a:cubicBezTo>
                      <a:pt x="256907" y="0"/>
                      <a:pt x="275617" y="18710"/>
                      <a:pt x="275617" y="41695"/>
                    </a:cubicBezTo>
                    <a:lnTo>
                      <a:pt x="275617" y="101761"/>
                    </a:lnTo>
                    <a:cubicBezTo>
                      <a:pt x="275617" y="124745"/>
                      <a:pt x="256907" y="143456"/>
                      <a:pt x="233922" y="143456"/>
                    </a:cubicBezTo>
                    <a:close/>
                    <a:moveTo>
                      <a:pt x="41695" y="14436"/>
                    </a:moveTo>
                    <a:cubicBezTo>
                      <a:pt x="26664" y="14436"/>
                      <a:pt x="14436" y="26664"/>
                      <a:pt x="14436" y="41695"/>
                    </a:cubicBezTo>
                    <a:lnTo>
                      <a:pt x="14436" y="101761"/>
                    </a:lnTo>
                    <a:cubicBezTo>
                      <a:pt x="14436" y="116791"/>
                      <a:pt x="26664" y="129019"/>
                      <a:pt x="41695" y="129019"/>
                    </a:cubicBezTo>
                    <a:lnTo>
                      <a:pt x="233922" y="129019"/>
                    </a:lnTo>
                    <a:cubicBezTo>
                      <a:pt x="248953" y="129019"/>
                      <a:pt x="261181" y="116791"/>
                      <a:pt x="261181" y="101761"/>
                    </a:cubicBezTo>
                    <a:lnTo>
                      <a:pt x="261181" y="41695"/>
                    </a:lnTo>
                    <a:cubicBezTo>
                      <a:pt x="261181" y="26664"/>
                      <a:pt x="248953" y="14436"/>
                      <a:pt x="233922" y="14436"/>
                    </a:cubicBezTo>
                    <a:lnTo>
                      <a:pt x="41695" y="14436"/>
                    </a:lnTo>
                    <a:close/>
                  </a:path>
                </a:pathLst>
              </a:custGeom>
              <a:solidFill>
                <a:srgbClr val="262626"/>
              </a:solidFill>
              <a:ln w="2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66" name="Forma Livre: Forma 565">
                <a:extLst>
                  <a:ext uri="{FF2B5EF4-FFF2-40B4-BE49-F238E27FC236}">
                    <a16:creationId xmlns:a16="http://schemas.microsoft.com/office/drawing/2014/main" id="{943C5070-2080-C55A-A588-2832D28C3C8D}"/>
                  </a:ext>
                </a:extLst>
              </p:cNvPr>
              <p:cNvSpPr/>
              <p:nvPr/>
            </p:nvSpPr>
            <p:spPr>
              <a:xfrm>
                <a:off x="7085428" y="4564830"/>
                <a:ext cx="130831" cy="135614"/>
              </a:xfrm>
              <a:custGeom>
                <a:avLst/>
                <a:gdLst>
                  <a:gd name="connsiteX0" fmla="*/ 104082 w 130831"/>
                  <a:gd name="connsiteY0" fmla="*/ 135615 h 135614"/>
                  <a:gd name="connsiteX1" fmla="*/ 96892 w 130831"/>
                  <a:gd name="connsiteY1" fmla="*/ 128963 h 135614"/>
                  <a:gd name="connsiteX2" fmla="*/ 91231 w 130831"/>
                  <a:gd name="connsiteY2" fmla="*/ 58141 h 135614"/>
                  <a:gd name="connsiteX3" fmla="*/ 93128 w 130831"/>
                  <a:gd name="connsiteY3" fmla="*/ 52678 h 135614"/>
                  <a:gd name="connsiteX4" fmla="*/ 98421 w 130831"/>
                  <a:gd name="connsiteY4" fmla="*/ 50357 h 135614"/>
                  <a:gd name="connsiteX5" fmla="*/ 106771 w 130831"/>
                  <a:gd name="connsiteY5" fmla="*/ 50357 h 135614"/>
                  <a:gd name="connsiteX6" fmla="*/ 116367 w 130831"/>
                  <a:gd name="connsiteY6" fmla="*/ 40761 h 135614"/>
                  <a:gd name="connsiteX7" fmla="*/ 116367 w 130831"/>
                  <a:gd name="connsiteY7" fmla="*/ 24004 h 135614"/>
                  <a:gd name="connsiteX8" fmla="*/ 106771 w 130831"/>
                  <a:gd name="connsiteY8" fmla="*/ 14408 h 135614"/>
                  <a:gd name="connsiteX9" fmla="*/ 24004 w 130831"/>
                  <a:gd name="connsiteY9" fmla="*/ 14408 h 135614"/>
                  <a:gd name="connsiteX10" fmla="*/ 14408 w 130831"/>
                  <a:gd name="connsiteY10" fmla="*/ 24004 h 135614"/>
                  <a:gd name="connsiteX11" fmla="*/ 14408 w 130831"/>
                  <a:gd name="connsiteY11" fmla="*/ 40761 h 135614"/>
                  <a:gd name="connsiteX12" fmla="*/ 24004 w 130831"/>
                  <a:gd name="connsiteY12" fmla="*/ 50357 h 135614"/>
                  <a:gd name="connsiteX13" fmla="*/ 32326 w 130831"/>
                  <a:gd name="connsiteY13" fmla="*/ 50357 h 135614"/>
                  <a:gd name="connsiteX14" fmla="*/ 37619 w 130831"/>
                  <a:gd name="connsiteY14" fmla="*/ 52678 h 135614"/>
                  <a:gd name="connsiteX15" fmla="*/ 39516 w 130831"/>
                  <a:gd name="connsiteY15" fmla="*/ 58141 h 135614"/>
                  <a:gd name="connsiteX16" fmla="*/ 33855 w 130831"/>
                  <a:gd name="connsiteY16" fmla="*/ 128963 h 135614"/>
                  <a:gd name="connsiteX17" fmla="*/ 26098 w 130831"/>
                  <a:gd name="connsiteY17" fmla="*/ 135587 h 135614"/>
                  <a:gd name="connsiteX18" fmla="*/ 19475 w 130831"/>
                  <a:gd name="connsiteY18" fmla="*/ 127831 h 135614"/>
                  <a:gd name="connsiteX19" fmla="*/ 24514 w 130831"/>
                  <a:gd name="connsiteY19" fmla="*/ 64821 h 135614"/>
                  <a:gd name="connsiteX20" fmla="*/ 24032 w 130831"/>
                  <a:gd name="connsiteY20" fmla="*/ 64821 h 135614"/>
                  <a:gd name="connsiteX21" fmla="*/ 0 w 130831"/>
                  <a:gd name="connsiteY21" fmla="*/ 40789 h 135614"/>
                  <a:gd name="connsiteX22" fmla="*/ 0 w 130831"/>
                  <a:gd name="connsiteY22" fmla="*/ 24032 h 135614"/>
                  <a:gd name="connsiteX23" fmla="*/ 24032 w 130831"/>
                  <a:gd name="connsiteY23" fmla="*/ 0 h 135614"/>
                  <a:gd name="connsiteX24" fmla="*/ 106799 w 130831"/>
                  <a:gd name="connsiteY24" fmla="*/ 0 h 135614"/>
                  <a:gd name="connsiteX25" fmla="*/ 130831 w 130831"/>
                  <a:gd name="connsiteY25" fmla="*/ 24032 h 135614"/>
                  <a:gd name="connsiteX26" fmla="*/ 130831 w 130831"/>
                  <a:gd name="connsiteY26" fmla="*/ 40789 h 135614"/>
                  <a:gd name="connsiteX27" fmla="*/ 106799 w 130831"/>
                  <a:gd name="connsiteY27" fmla="*/ 64821 h 135614"/>
                  <a:gd name="connsiteX28" fmla="*/ 106262 w 130831"/>
                  <a:gd name="connsiteY28" fmla="*/ 64821 h 135614"/>
                  <a:gd name="connsiteX29" fmla="*/ 111300 w 130831"/>
                  <a:gd name="connsiteY29" fmla="*/ 127831 h 135614"/>
                  <a:gd name="connsiteX30" fmla="*/ 104676 w 130831"/>
                  <a:gd name="connsiteY30" fmla="*/ 135587 h 135614"/>
                  <a:gd name="connsiteX31" fmla="*/ 104082 w 130831"/>
                  <a:gd name="connsiteY31" fmla="*/ 135587 h 1356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30831" h="135614">
                    <a:moveTo>
                      <a:pt x="104082" y="135615"/>
                    </a:moveTo>
                    <a:cubicBezTo>
                      <a:pt x="100346" y="135615"/>
                      <a:pt x="97204" y="132756"/>
                      <a:pt x="96892" y="128963"/>
                    </a:cubicBezTo>
                    <a:lnTo>
                      <a:pt x="91231" y="58141"/>
                    </a:lnTo>
                    <a:cubicBezTo>
                      <a:pt x="91061" y="56131"/>
                      <a:pt x="91769" y="54150"/>
                      <a:pt x="93128" y="52678"/>
                    </a:cubicBezTo>
                    <a:cubicBezTo>
                      <a:pt x="94486" y="51206"/>
                      <a:pt x="96411" y="50357"/>
                      <a:pt x="98421" y="50357"/>
                    </a:cubicBezTo>
                    <a:lnTo>
                      <a:pt x="106771" y="50357"/>
                    </a:lnTo>
                    <a:cubicBezTo>
                      <a:pt x="112064" y="50357"/>
                      <a:pt x="116367" y="46054"/>
                      <a:pt x="116367" y="40761"/>
                    </a:cubicBezTo>
                    <a:lnTo>
                      <a:pt x="116367" y="24004"/>
                    </a:lnTo>
                    <a:cubicBezTo>
                      <a:pt x="116367" y="18710"/>
                      <a:pt x="112064" y="14408"/>
                      <a:pt x="106771" y="14408"/>
                    </a:cubicBezTo>
                    <a:lnTo>
                      <a:pt x="24004" y="14408"/>
                    </a:lnTo>
                    <a:cubicBezTo>
                      <a:pt x="18711" y="14408"/>
                      <a:pt x="14408" y="18710"/>
                      <a:pt x="14408" y="24004"/>
                    </a:cubicBezTo>
                    <a:lnTo>
                      <a:pt x="14408" y="40761"/>
                    </a:lnTo>
                    <a:cubicBezTo>
                      <a:pt x="14408" y="46054"/>
                      <a:pt x="18711" y="50357"/>
                      <a:pt x="24004" y="50357"/>
                    </a:cubicBezTo>
                    <a:lnTo>
                      <a:pt x="32326" y="50357"/>
                    </a:lnTo>
                    <a:cubicBezTo>
                      <a:pt x="34336" y="50357"/>
                      <a:pt x="36260" y="51206"/>
                      <a:pt x="37619" y="52678"/>
                    </a:cubicBezTo>
                    <a:cubicBezTo>
                      <a:pt x="38978" y="54150"/>
                      <a:pt x="39657" y="56131"/>
                      <a:pt x="39516" y="58141"/>
                    </a:cubicBezTo>
                    <a:lnTo>
                      <a:pt x="33855" y="128963"/>
                    </a:lnTo>
                    <a:cubicBezTo>
                      <a:pt x="33543" y="132926"/>
                      <a:pt x="30033" y="135898"/>
                      <a:pt x="26098" y="135587"/>
                    </a:cubicBezTo>
                    <a:cubicBezTo>
                      <a:pt x="22136" y="135275"/>
                      <a:pt x="19163" y="131794"/>
                      <a:pt x="19475" y="127831"/>
                    </a:cubicBezTo>
                    <a:lnTo>
                      <a:pt x="24514" y="64821"/>
                    </a:lnTo>
                    <a:lnTo>
                      <a:pt x="24032" y="64821"/>
                    </a:lnTo>
                    <a:cubicBezTo>
                      <a:pt x="10785" y="64821"/>
                      <a:pt x="0" y="54037"/>
                      <a:pt x="0" y="40789"/>
                    </a:cubicBezTo>
                    <a:lnTo>
                      <a:pt x="0" y="24032"/>
                    </a:lnTo>
                    <a:cubicBezTo>
                      <a:pt x="0" y="10785"/>
                      <a:pt x="10785" y="0"/>
                      <a:pt x="24032" y="0"/>
                    </a:cubicBezTo>
                    <a:lnTo>
                      <a:pt x="106799" y="0"/>
                    </a:lnTo>
                    <a:cubicBezTo>
                      <a:pt x="120047" y="0"/>
                      <a:pt x="130831" y="10785"/>
                      <a:pt x="130831" y="24032"/>
                    </a:cubicBezTo>
                    <a:lnTo>
                      <a:pt x="130831" y="40789"/>
                    </a:lnTo>
                    <a:cubicBezTo>
                      <a:pt x="130831" y="54037"/>
                      <a:pt x="120047" y="64821"/>
                      <a:pt x="106799" y="64821"/>
                    </a:cubicBezTo>
                    <a:lnTo>
                      <a:pt x="106262" y="64821"/>
                    </a:lnTo>
                    <a:lnTo>
                      <a:pt x="111300" y="127831"/>
                    </a:lnTo>
                    <a:cubicBezTo>
                      <a:pt x="111612" y="131794"/>
                      <a:pt x="108668" y="135275"/>
                      <a:pt x="104676" y="135587"/>
                    </a:cubicBezTo>
                    <a:cubicBezTo>
                      <a:pt x="104479" y="135587"/>
                      <a:pt x="104280" y="135587"/>
                      <a:pt x="104082" y="135587"/>
                    </a:cubicBezTo>
                    <a:close/>
                  </a:path>
                </a:pathLst>
              </a:custGeom>
              <a:solidFill>
                <a:srgbClr val="262626"/>
              </a:solidFill>
              <a:ln w="2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67" name="Forma Livre: Forma 566">
                <a:extLst>
                  <a:ext uri="{FF2B5EF4-FFF2-40B4-BE49-F238E27FC236}">
                    <a16:creationId xmlns:a16="http://schemas.microsoft.com/office/drawing/2014/main" id="{623071AC-EC18-EC4E-CD44-E85DB60BAFEB}"/>
                  </a:ext>
                </a:extLst>
              </p:cNvPr>
              <p:cNvSpPr/>
              <p:nvPr/>
            </p:nvSpPr>
            <p:spPr>
              <a:xfrm>
                <a:off x="7077701" y="4821511"/>
                <a:ext cx="99099" cy="14436"/>
              </a:xfrm>
              <a:custGeom>
                <a:avLst/>
                <a:gdLst>
                  <a:gd name="connsiteX0" fmla="*/ 91882 w 99099"/>
                  <a:gd name="connsiteY0" fmla="*/ 14436 h 14436"/>
                  <a:gd name="connsiteX1" fmla="*/ 7218 w 99099"/>
                  <a:gd name="connsiteY1" fmla="*/ 14436 h 14436"/>
                  <a:gd name="connsiteX2" fmla="*/ 0 w 99099"/>
                  <a:gd name="connsiteY2" fmla="*/ 7218 h 14436"/>
                  <a:gd name="connsiteX3" fmla="*/ 7218 w 99099"/>
                  <a:gd name="connsiteY3" fmla="*/ 0 h 14436"/>
                  <a:gd name="connsiteX4" fmla="*/ 91882 w 99099"/>
                  <a:gd name="connsiteY4" fmla="*/ 0 h 14436"/>
                  <a:gd name="connsiteX5" fmla="*/ 99100 w 99099"/>
                  <a:gd name="connsiteY5" fmla="*/ 7218 h 14436"/>
                  <a:gd name="connsiteX6" fmla="*/ 91882 w 99099"/>
                  <a:gd name="connsiteY6" fmla="*/ 14436 h 144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9099" h="14436">
                    <a:moveTo>
                      <a:pt x="91882" y="14436"/>
                    </a:moveTo>
                    <a:lnTo>
                      <a:pt x="7218" y="14436"/>
                    </a:lnTo>
                    <a:cubicBezTo>
                      <a:pt x="3227" y="14436"/>
                      <a:pt x="0" y="11209"/>
                      <a:pt x="0" y="7218"/>
                    </a:cubicBezTo>
                    <a:cubicBezTo>
                      <a:pt x="0" y="3227"/>
                      <a:pt x="3227" y="0"/>
                      <a:pt x="7218" y="0"/>
                    </a:cubicBezTo>
                    <a:lnTo>
                      <a:pt x="91882" y="0"/>
                    </a:lnTo>
                    <a:cubicBezTo>
                      <a:pt x="95873" y="0"/>
                      <a:pt x="99100" y="3227"/>
                      <a:pt x="99100" y="7218"/>
                    </a:cubicBezTo>
                    <a:cubicBezTo>
                      <a:pt x="99100" y="11209"/>
                      <a:pt x="95873" y="14436"/>
                      <a:pt x="91882" y="14436"/>
                    </a:cubicBezTo>
                    <a:close/>
                  </a:path>
                </a:pathLst>
              </a:custGeom>
              <a:solidFill>
                <a:srgbClr val="262626"/>
              </a:solidFill>
              <a:ln w="2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grpSp>
        <p:nvGrpSpPr>
          <p:cNvPr id="573" name="Gráfico 3">
            <a:extLst>
              <a:ext uri="{FF2B5EF4-FFF2-40B4-BE49-F238E27FC236}">
                <a16:creationId xmlns:a16="http://schemas.microsoft.com/office/drawing/2014/main" id="{689163E3-17D3-629A-C672-B6D93272F185}"/>
              </a:ext>
            </a:extLst>
          </p:cNvPr>
          <p:cNvGrpSpPr/>
          <p:nvPr/>
        </p:nvGrpSpPr>
        <p:grpSpPr>
          <a:xfrm>
            <a:off x="8638966" y="5157486"/>
            <a:ext cx="559736" cy="684056"/>
            <a:chOff x="8610931" y="5123226"/>
            <a:chExt cx="615805" cy="752576"/>
          </a:xfrm>
          <a:solidFill>
            <a:srgbClr val="262626"/>
          </a:solidFill>
        </p:grpSpPr>
        <p:grpSp>
          <p:nvGrpSpPr>
            <p:cNvPr id="574" name="Gráfico 3">
              <a:extLst>
                <a:ext uri="{FF2B5EF4-FFF2-40B4-BE49-F238E27FC236}">
                  <a16:creationId xmlns:a16="http://schemas.microsoft.com/office/drawing/2014/main" id="{ECB17EC4-224F-E9A8-4831-632A3CEEFC7D}"/>
                </a:ext>
              </a:extLst>
            </p:cNvPr>
            <p:cNvGrpSpPr/>
            <p:nvPr/>
          </p:nvGrpSpPr>
          <p:grpSpPr>
            <a:xfrm>
              <a:off x="8651157" y="5123226"/>
              <a:ext cx="535382" cy="274937"/>
              <a:chOff x="8651157" y="5123226"/>
              <a:chExt cx="535382" cy="274937"/>
            </a:xfrm>
            <a:solidFill>
              <a:srgbClr val="262626"/>
            </a:solidFill>
          </p:grpSpPr>
          <p:sp>
            <p:nvSpPr>
              <p:cNvPr id="586" name="Forma Livre: Forma 585">
                <a:extLst>
                  <a:ext uri="{FF2B5EF4-FFF2-40B4-BE49-F238E27FC236}">
                    <a16:creationId xmlns:a16="http://schemas.microsoft.com/office/drawing/2014/main" id="{B24901A7-5E5D-3B3B-AD6D-D0EA50A5D89E}"/>
                  </a:ext>
                </a:extLst>
              </p:cNvPr>
              <p:cNvSpPr/>
              <p:nvPr/>
            </p:nvSpPr>
            <p:spPr>
              <a:xfrm>
                <a:off x="8651157" y="5123226"/>
                <a:ext cx="535382" cy="274909"/>
              </a:xfrm>
              <a:custGeom>
                <a:avLst/>
                <a:gdLst>
                  <a:gd name="connsiteX0" fmla="*/ 528165 w 535382"/>
                  <a:gd name="connsiteY0" fmla="*/ 274910 h 274909"/>
                  <a:gd name="connsiteX1" fmla="*/ 520947 w 535382"/>
                  <a:gd name="connsiteY1" fmla="*/ 267692 h 274909"/>
                  <a:gd name="connsiteX2" fmla="*/ 460258 w 535382"/>
                  <a:gd name="connsiteY2" fmla="*/ 103176 h 274909"/>
                  <a:gd name="connsiteX3" fmla="*/ 267692 w 535382"/>
                  <a:gd name="connsiteY3" fmla="*/ 14408 h 274909"/>
                  <a:gd name="connsiteX4" fmla="*/ 75125 w 535382"/>
                  <a:gd name="connsiteY4" fmla="*/ 103176 h 274909"/>
                  <a:gd name="connsiteX5" fmla="*/ 14436 w 535382"/>
                  <a:gd name="connsiteY5" fmla="*/ 267692 h 274909"/>
                  <a:gd name="connsiteX6" fmla="*/ 7218 w 535382"/>
                  <a:gd name="connsiteY6" fmla="*/ 274910 h 274909"/>
                  <a:gd name="connsiteX7" fmla="*/ 0 w 535382"/>
                  <a:gd name="connsiteY7" fmla="*/ 267692 h 274909"/>
                  <a:gd name="connsiteX8" fmla="*/ 64142 w 535382"/>
                  <a:gd name="connsiteY8" fmla="*/ 93807 h 274909"/>
                  <a:gd name="connsiteX9" fmla="*/ 267692 w 535382"/>
                  <a:gd name="connsiteY9" fmla="*/ 0 h 274909"/>
                  <a:gd name="connsiteX10" fmla="*/ 471241 w 535382"/>
                  <a:gd name="connsiteY10" fmla="*/ 93807 h 274909"/>
                  <a:gd name="connsiteX11" fmla="*/ 535383 w 535382"/>
                  <a:gd name="connsiteY11" fmla="*/ 267692 h 274909"/>
                  <a:gd name="connsiteX12" fmla="*/ 528165 w 535382"/>
                  <a:gd name="connsiteY12" fmla="*/ 274910 h 2749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35382" h="274909">
                    <a:moveTo>
                      <a:pt x="528165" y="274910"/>
                    </a:moveTo>
                    <a:cubicBezTo>
                      <a:pt x="524174" y="274910"/>
                      <a:pt x="520947" y="271683"/>
                      <a:pt x="520947" y="267692"/>
                    </a:cubicBezTo>
                    <a:cubicBezTo>
                      <a:pt x="520947" y="207371"/>
                      <a:pt x="499406" y="148947"/>
                      <a:pt x="460258" y="103176"/>
                    </a:cubicBezTo>
                    <a:cubicBezTo>
                      <a:pt x="412025" y="46762"/>
                      <a:pt x="341826" y="14408"/>
                      <a:pt x="267692" y="14408"/>
                    </a:cubicBezTo>
                    <a:cubicBezTo>
                      <a:pt x="193557" y="14408"/>
                      <a:pt x="123358" y="46762"/>
                      <a:pt x="75125" y="103176"/>
                    </a:cubicBezTo>
                    <a:cubicBezTo>
                      <a:pt x="36005" y="148947"/>
                      <a:pt x="14436" y="207343"/>
                      <a:pt x="14436" y="267692"/>
                    </a:cubicBezTo>
                    <a:cubicBezTo>
                      <a:pt x="14436" y="271683"/>
                      <a:pt x="11209" y="274910"/>
                      <a:pt x="7218" y="274910"/>
                    </a:cubicBezTo>
                    <a:cubicBezTo>
                      <a:pt x="3227" y="274910"/>
                      <a:pt x="0" y="271683"/>
                      <a:pt x="0" y="267692"/>
                    </a:cubicBezTo>
                    <a:cubicBezTo>
                      <a:pt x="0" y="203946"/>
                      <a:pt x="22787" y="142182"/>
                      <a:pt x="64142" y="93807"/>
                    </a:cubicBezTo>
                    <a:cubicBezTo>
                      <a:pt x="115121" y="34194"/>
                      <a:pt x="189311" y="0"/>
                      <a:pt x="267692" y="0"/>
                    </a:cubicBezTo>
                    <a:cubicBezTo>
                      <a:pt x="346071" y="0"/>
                      <a:pt x="420233" y="34194"/>
                      <a:pt x="471241" y="93807"/>
                    </a:cubicBezTo>
                    <a:cubicBezTo>
                      <a:pt x="512596" y="142182"/>
                      <a:pt x="535383" y="203918"/>
                      <a:pt x="535383" y="267692"/>
                    </a:cubicBezTo>
                    <a:cubicBezTo>
                      <a:pt x="535383" y="271683"/>
                      <a:pt x="532156" y="274910"/>
                      <a:pt x="528165" y="274910"/>
                    </a:cubicBezTo>
                    <a:close/>
                  </a:path>
                </a:pathLst>
              </a:custGeom>
              <a:solidFill>
                <a:srgbClr val="262626"/>
              </a:solidFill>
              <a:ln w="2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87" name="Forma Livre: Forma 586">
                <a:extLst>
                  <a:ext uri="{FF2B5EF4-FFF2-40B4-BE49-F238E27FC236}">
                    <a16:creationId xmlns:a16="http://schemas.microsoft.com/office/drawing/2014/main" id="{EE2B7797-AF72-5633-CDAF-B0A5FABB9330}"/>
                  </a:ext>
                </a:extLst>
              </p:cNvPr>
              <p:cNvSpPr/>
              <p:nvPr/>
            </p:nvSpPr>
            <p:spPr>
              <a:xfrm>
                <a:off x="8801859" y="5123255"/>
                <a:ext cx="234035" cy="274909"/>
              </a:xfrm>
              <a:custGeom>
                <a:avLst/>
                <a:gdLst>
                  <a:gd name="connsiteX0" fmla="*/ 226760 w 234035"/>
                  <a:gd name="connsiteY0" fmla="*/ 274881 h 274909"/>
                  <a:gd name="connsiteX1" fmla="*/ 219543 w 234035"/>
                  <a:gd name="connsiteY1" fmla="*/ 267663 h 274909"/>
                  <a:gd name="connsiteX2" fmla="*/ 206833 w 234035"/>
                  <a:gd name="connsiteY2" fmla="*/ 146654 h 274909"/>
                  <a:gd name="connsiteX3" fmla="*/ 117017 w 234035"/>
                  <a:gd name="connsiteY3" fmla="*/ 14408 h 274909"/>
                  <a:gd name="connsiteX4" fmla="*/ 27145 w 234035"/>
                  <a:gd name="connsiteY4" fmla="*/ 146654 h 274909"/>
                  <a:gd name="connsiteX5" fmla="*/ 14436 w 234035"/>
                  <a:gd name="connsiteY5" fmla="*/ 267692 h 274909"/>
                  <a:gd name="connsiteX6" fmla="*/ 7218 w 234035"/>
                  <a:gd name="connsiteY6" fmla="*/ 274910 h 274909"/>
                  <a:gd name="connsiteX7" fmla="*/ 0 w 234035"/>
                  <a:gd name="connsiteY7" fmla="*/ 267692 h 274909"/>
                  <a:gd name="connsiteX8" fmla="*/ 13077 w 234035"/>
                  <a:gd name="connsiteY8" fmla="*/ 143484 h 274909"/>
                  <a:gd name="connsiteX9" fmla="*/ 117046 w 234035"/>
                  <a:gd name="connsiteY9" fmla="*/ 0 h 274909"/>
                  <a:gd name="connsiteX10" fmla="*/ 220958 w 234035"/>
                  <a:gd name="connsiteY10" fmla="*/ 143512 h 274909"/>
                  <a:gd name="connsiteX11" fmla="*/ 234035 w 234035"/>
                  <a:gd name="connsiteY11" fmla="*/ 267692 h 274909"/>
                  <a:gd name="connsiteX12" fmla="*/ 226817 w 234035"/>
                  <a:gd name="connsiteY12" fmla="*/ 274910 h 2749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34035" h="274909">
                    <a:moveTo>
                      <a:pt x="226760" y="274881"/>
                    </a:moveTo>
                    <a:cubicBezTo>
                      <a:pt x="222770" y="274881"/>
                      <a:pt x="219543" y="271654"/>
                      <a:pt x="219543" y="267663"/>
                    </a:cubicBezTo>
                    <a:cubicBezTo>
                      <a:pt x="219543" y="225430"/>
                      <a:pt x="215155" y="183566"/>
                      <a:pt x="206833" y="146654"/>
                    </a:cubicBezTo>
                    <a:cubicBezTo>
                      <a:pt x="188745" y="66321"/>
                      <a:pt x="153476" y="14408"/>
                      <a:pt x="117017" y="14408"/>
                    </a:cubicBezTo>
                    <a:cubicBezTo>
                      <a:pt x="80559" y="14408"/>
                      <a:pt x="45233" y="66321"/>
                      <a:pt x="27145" y="146654"/>
                    </a:cubicBezTo>
                    <a:cubicBezTo>
                      <a:pt x="18823" y="183594"/>
                      <a:pt x="14436" y="225430"/>
                      <a:pt x="14436" y="267692"/>
                    </a:cubicBezTo>
                    <a:cubicBezTo>
                      <a:pt x="14436" y="271683"/>
                      <a:pt x="11209" y="274910"/>
                      <a:pt x="7218" y="274910"/>
                    </a:cubicBezTo>
                    <a:cubicBezTo>
                      <a:pt x="3227" y="274910"/>
                      <a:pt x="0" y="271683"/>
                      <a:pt x="0" y="267692"/>
                    </a:cubicBezTo>
                    <a:cubicBezTo>
                      <a:pt x="0" y="224383"/>
                      <a:pt x="4529" y="181443"/>
                      <a:pt x="13077" y="143484"/>
                    </a:cubicBezTo>
                    <a:cubicBezTo>
                      <a:pt x="33005" y="54971"/>
                      <a:pt x="72832" y="0"/>
                      <a:pt x="117046" y="0"/>
                    </a:cubicBezTo>
                    <a:cubicBezTo>
                      <a:pt x="161260" y="0"/>
                      <a:pt x="201031" y="54999"/>
                      <a:pt x="220958" y="143512"/>
                    </a:cubicBezTo>
                    <a:cubicBezTo>
                      <a:pt x="229507" y="181471"/>
                      <a:pt x="234035" y="224411"/>
                      <a:pt x="234035" y="267692"/>
                    </a:cubicBezTo>
                    <a:cubicBezTo>
                      <a:pt x="234035" y="271683"/>
                      <a:pt x="230809" y="274910"/>
                      <a:pt x="226817" y="274910"/>
                    </a:cubicBezTo>
                    <a:close/>
                  </a:path>
                </a:pathLst>
              </a:custGeom>
              <a:solidFill>
                <a:srgbClr val="262626"/>
              </a:solidFill>
              <a:ln w="2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88" name="Forma Livre: Forma 587">
                <a:extLst>
                  <a:ext uri="{FF2B5EF4-FFF2-40B4-BE49-F238E27FC236}">
                    <a16:creationId xmlns:a16="http://schemas.microsoft.com/office/drawing/2014/main" id="{B26AFB81-F862-7E45-02DF-387D24446D7D}"/>
                  </a:ext>
                </a:extLst>
              </p:cNvPr>
              <p:cNvSpPr/>
              <p:nvPr/>
            </p:nvSpPr>
            <p:spPr>
              <a:xfrm>
                <a:off x="8713550" y="5214491"/>
                <a:ext cx="410597" cy="73448"/>
              </a:xfrm>
              <a:custGeom>
                <a:avLst/>
                <a:gdLst>
                  <a:gd name="connsiteX0" fmla="*/ 205299 w 410597"/>
                  <a:gd name="connsiteY0" fmla="*/ 73449 h 73448"/>
                  <a:gd name="connsiteX1" fmla="*/ 3023 w 410597"/>
                  <a:gd name="connsiteY1" fmla="*/ 13100 h 73448"/>
                  <a:gd name="connsiteX2" fmla="*/ 1353 w 410597"/>
                  <a:gd name="connsiteY2" fmla="*/ 3023 h 73448"/>
                  <a:gd name="connsiteX3" fmla="*/ 11429 w 410597"/>
                  <a:gd name="connsiteY3" fmla="*/ 1353 h 73448"/>
                  <a:gd name="connsiteX4" fmla="*/ 205299 w 410597"/>
                  <a:gd name="connsiteY4" fmla="*/ 59012 h 73448"/>
                  <a:gd name="connsiteX5" fmla="*/ 399168 w 410597"/>
                  <a:gd name="connsiteY5" fmla="*/ 1353 h 73448"/>
                  <a:gd name="connsiteX6" fmla="*/ 409245 w 410597"/>
                  <a:gd name="connsiteY6" fmla="*/ 3023 h 73448"/>
                  <a:gd name="connsiteX7" fmla="*/ 407575 w 410597"/>
                  <a:gd name="connsiteY7" fmla="*/ 13100 h 73448"/>
                  <a:gd name="connsiteX8" fmla="*/ 205327 w 410597"/>
                  <a:gd name="connsiteY8" fmla="*/ 73449 h 734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10597" h="73448">
                    <a:moveTo>
                      <a:pt x="205299" y="73449"/>
                    </a:moveTo>
                    <a:cubicBezTo>
                      <a:pt x="129240" y="73449"/>
                      <a:pt x="57399" y="52021"/>
                      <a:pt x="3023" y="13100"/>
                    </a:cubicBezTo>
                    <a:cubicBezTo>
                      <a:pt x="-232" y="10779"/>
                      <a:pt x="-968" y="6278"/>
                      <a:pt x="1353" y="3023"/>
                    </a:cubicBezTo>
                    <a:cubicBezTo>
                      <a:pt x="3674" y="-232"/>
                      <a:pt x="8174" y="-968"/>
                      <a:pt x="11429" y="1353"/>
                    </a:cubicBezTo>
                    <a:cubicBezTo>
                      <a:pt x="63372" y="38519"/>
                      <a:pt x="132212" y="59012"/>
                      <a:pt x="205299" y="59012"/>
                    </a:cubicBezTo>
                    <a:cubicBezTo>
                      <a:pt x="278385" y="59012"/>
                      <a:pt x="347226" y="38547"/>
                      <a:pt x="399168" y="1353"/>
                    </a:cubicBezTo>
                    <a:cubicBezTo>
                      <a:pt x="402423" y="-968"/>
                      <a:pt x="406924" y="-232"/>
                      <a:pt x="409245" y="3023"/>
                    </a:cubicBezTo>
                    <a:cubicBezTo>
                      <a:pt x="411566" y="6278"/>
                      <a:pt x="410830" y="10779"/>
                      <a:pt x="407575" y="13100"/>
                    </a:cubicBezTo>
                    <a:cubicBezTo>
                      <a:pt x="353199" y="52021"/>
                      <a:pt x="281386" y="73449"/>
                      <a:pt x="205327" y="73449"/>
                    </a:cubicBezTo>
                    <a:close/>
                  </a:path>
                </a:pathLst>
              </a:custGeom>
              <a:solidFill>
                <a:srgbClr val="262626"/>
              </a:solidFill>
              <a:ln w="2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575" name="Gráfico 3">
              <a:extLst>
                <a:ext uri="{FF2B5EF4-FFF2-40B4-BE49-F238E27FC236}">
                  <a16:creationId xmlns:a16="http://schemas.microsoft.com/office/drawing/2014/main" id="{AAF9AAC5-F90C-1F31-624F-DDF734D01B4C}"/>
                </a:ext>
              </a:extLst>
            </p:cNvPr>
            <p:cNvGrpSpPr/>
            <p:nvPr/>
          </p:nvGrpSpPr>
          <p:grpSpPr>
            <a:xfrm>
              <a:off x="8610931" y="5431820"/>
              <a:ext cx="615805" cy="443982"/>
              <a:chOff x="8610931" y="5431820"/>
              <a:chExt cx="615805" cy="443982"/>
            </a:xfrm>
            <a:solidFill>
              <a:srgbClr val="262626"/>
            </a:solidFill>
          </p:grpSpPr>
          <p:grpSp>
            <p:nvGrpSpPr>
              <p:cNvPr id="576" name="Gráfico 3">
                <a:extLst>
                  <a:ext uri="{FF2B5EF4-FFF2-40B4-BE49-F238E27FC236}">
                    <a16:creationId xmlns:a16="http://schemas.microsoft.com/office/drawing/2014/main" id="{E314C1DF-23AF-16F1-5961-284B4C4CE05C}"/>
                  </a:ext>
                </a:extLst>
              </p:cNvPr>
              <p:cNvGrpSpPr/>
              <p:nvPr/>
            </p:nvGrpSpPr>
            <p:grpSpPr>
              <a:xfrm>
                <a:off x="8610931" y="5479941"/>
                <a:ext cx="205337" cy="317255"/>
                <a:chOff x="8610931" y="5479941"/>
                <a:chExt cx="205337" cy="317255"/>
              </a:xfrm>
              <a:solidFill>
                <a:srgbClr val="262626"/>
              </a:solidFill>
            </p:grpSpPr>
            <p:sp>
              <p:nvSpPr>
                <p:cNvPr id="584" name="Forma Livre: Forma 583">
                  <a:extLst>
                    <a:ext uri="{FF2B5EF4-FFF2-40B4-BE49-F238E27FC236}">
                      <a16:creationId xmlns:a16="http://schemas.microsoft.com/office/drawing/2014/main" id="{2D9030ED-263F-4382-D29A-C7AAAB38A314}"/>
                    </a:ext>
                  </a:extLst>
                </p:cNvPr>
                <p:cNvSpPr/>
                <p:nvPr/>
              </p:nvSpPr>
              <p:spPr>
                <a:xfrm>
                  <a:off x="8610931" y="5479941"/>
                  <a:ext cx="205337" cy="173717"/>
                </a:xfrm>
                <a:custGeom>
                  <a:avLst/>
                  <a:gdLst>
                    <a:gd name="connsiteX0" fmla="*/ 198118 w 205337"/>
                    <a:gd name="connsiteY0" fmla="*/ 173715 h 173717"/>
                    <a:gd name="connsiteX1" fmla="*/ 191918 w 205337"/>
                    <a:gd name="connsiteY1" fmla="*/ 170205 h 173717"/>
                    <a:gd name="connsiteX2" fmla="*/ 102669 w 205337"/>
                    <a:gd name="connsiteY2" fmla="*/ 21258 h 173717"/>
                    <a:gd name="connsiteX3" fmla="*/ 13420 w 205337"/>
                    <a:gd name="connsiteY3" fmla="*/ 170205 h 173717"/>
                    <a:gd name="connsiteX4" fmla="*/ 3513 w 205337"/>
                    <a:gd name="connsiteY4" fmla="*/ 172696 h 173717"/>
                    <a:gd name="connsiteX5" fmla="*/ 1021 w 205337"/>
                    <a:gd name="connsiteY5" fmla="*/ 162789 h 173717"/>
                    <a:gd name="connsiteX6" fmla="*/ 96470 w 205337"/>
                    <a:gd name="connsiteY6" fmla="*/ 3510 h 173717"/>
                    <a:gd name="connsiteX7" fmla="*/ 102669 w 205337"/>
                    <a:gd name="connsiteY7" fmla="*/ 0 h 173717"/>
                    <a:gd name="connsiteX8" fmla="*/ 108868 w 205337"/>
                    <a:gd name="connsiteY8" fmla="*/ 3510 h 173717"/>
                    <a:gd name="connsiteX9" fmla="*/ 204316 w 205337"/>
                    <a:gd name="connsiteY9" fmla="*/ 162789 h 173717"/>
                    <a:gd name="connsiteX10" fmla="*/ 201825 w 205337"/>
                    <a:gd name="connsiteY10" fmla="*/ 172696 h 173717"/>
                    <a:gd name="connsiteX11" fmla="*/ 198118 w 205337"/>
                    <a:gd name="connsiteY11" fmla="*/ 173715 h 1737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205337" h="173717">
                      <a:moveTo>
                        <a:pt x="198118" y="173715"/>
                      </a:moveTo>
                      <a:cubicBezTo>
                        <a:pt x="195655" y="173715"/>
                        <a:pt x="193277" y="172470"/>
                        <a:pt x="191918" y="170205"/>
                      </a:cubicBezTo>
                      <a:lnTo>
                        <a:pt x="102669" y="21258"/>
                      </a:lnTo>
                      <a:lnTo>
                        <a:pt x="13420" y="170205"/>
                      </a:lnTo>
                      <a:cubicBezTo>
                        <a:pt x="11353" y="173630"/>
                        <a:pt x="6938" y="174734"/>
                        <a:pt x="3513" y="172696"/>
                      </a:cubicBezTo>
                      <a:cubicBezTo>
                        <a:pt x="88" y="170658"/>
                        <a:pt x="-1017" y="166214"/>
                        <a:pt x="1021" y="162789"/>
                      </a:cubicBezTo>
                      <a:lnTo>
                        <a:pt x="96470" y="3510"/>
                      </a:lnTo>
                      <a:cubicBezTo>
                        <a:pt x="97772" y="1330"/>
                        <a:pt x="100121" y="0"/>
                        <a:pt x="102669" y="0"/>
                      </a:cubicBezTo>
                      <a:cubicBezTo>
                        <a:pt x="105217" y="0"/>
                        <a:pt x="107566" y="1330"/>
                        <a:pt x="108868" y="3510"/>
                      </a:cubicBezTo>
                      <a:lnTo>
                        <a:pt x="204316" y="162789"/>
                      </a:lnTo>
                      <a:cubicBezTo>
                        <a:pt x="206354" y="166214"/>
                        <a:pt x="205251" y="170630"/>
                        <a:pt x="201825" y="172696"/>
                      </a:cubicBezTo>
                      <a:cubicBezTo>
                        <a:pt x="200665" y="173404"/>
                        <a:pt x="199391" y="173715"/>
                        <a:pt x="198118" y="173715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282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85" name="Forma Livre: Forma 584">
                  <a:extLst>
                    <a:ext uri="{FF2B5EF4-FFF2-40B4-BE49-F238E27FC236}">
                      <a16:creationId xmlns:a16="http://schemas.microsoft.com/office/drawing/2014/main" id="{656C308C-BAA9-6335-CC2F-5DBD1371BCCF}"/>
                    </a:ext>
                  </a:extLst>
                </p:cNvPr>
                <p:cNvSpPr/>
                <p:nvPr/>
              </p:nvSpPr>
              <p:spPr>
                <a:xfrm>
                  <a:off x="8610934" y="5687312"/>
                  <a:ext cx="205304" cy="109884"/>
                </a:xfrm>
                <a:custGeom>
                  <a:avLst/>
                  <a:gdLst>
                    <a:gd name="connsiteX0" fmla="*/ 102667 w 205304"/>
                    <a:gd name="connsiteY0" fmla="*/ 109885 h 109884"/>
                    <a:gd name="connsiteX1" fmla="*/ 0 w 205304"/>
                    <a:gd name="connsiteY1" fmla="*/ 7218 h 109884"/>
                    <a:gd name="connsiteX2" fmla="*/ 7218 w 205304"/>
                    <a:gd name="connsiteY2" fmla="*/ 0 h 109884"/>
                    <a:gd name="connsiteX3" fmla="*/ 198087 w 205304"/>
                    <a:gd name="connsiteY3" fmla="*/ 0 h 109884"/>
                    <a:gd name="connsiteX4" fmla="*/ 205305 w 205304"/>
                    <a:gd name="connsiteY4" fmla="*/ 7218 h 109884"/>
                    <a:gd name="connsiteX5" fmla="*/ 102638 w 205304"/>
                    <a:gd name="connsiteY5" fmla="*/ 109885 h 109884"/>
                    <a:gd name="connsiteX6" fmla="*/ 14747 w 205304"/>
                    <a:gd name="connsiteY6" fmla="*/ 14436 h 109884"/>
                    <a:gd name="connsiteX7" fmla="*/ 102667 w 205304"/>
                    <a:gd name="connsiteY7" fmla="*/ 95449 h 109884"/>
                    <a:gd name="connsiteX8" fmla="*/ 190585 w 205304"/>
                    <a:gd name="connsiteY8" fmla="*/ 14436 h 109884"/>
                    <a:gd name="connsiteX9" fmla="*/ 14719 w 205304"/>
                    <a:gd name="connsiteY9" fmla="*/ 14436 h 1098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05304" h="109884">
                      <a:moveTo>
                        <a:pt x="102667" y="109885"/>
                      </a:moveTo>
                      <a:cubicBezTo>
                        <a:pt x="46054" y="109885"/>
                        <a:pt x="0" y="63831"/>
                        <a:pt x="0" y="7218"/>
                      </a:cubicBezTo>
                      <a:cubicBezTo>
                        <a:pt x="0" y="3227"/>
                        <a:pt x="3227" y="0"/>
                        <a:pt x="7218" y="0"/>
                      </a:cubicBezTo>
                      <a:lnTo>
                        <a:pt x="198087" y="0"/>
                      </a:lnTo>
                      <a:cubicBezTo>
                        <a:pt x="202078" y="0"/>
                        <a:pt x="205305" y="3227"/>
                        <a:pt x="205305" y="7218"/>
                      </a:cubicBezTo>
                      <a:cubicBezTo>
                        <a:pt x="205305" y="63831"/>
                        <a:pt x="159251" y="109885"/>
                        <a:pt x="102638" y="109885"/>
                      </a:cubicBezTo>
                      <a:close/>
                      <a:moveTo>
                        <a:pt x="14747" y="14436"/>
                      </a:moveTo>
                      <a:cubicBezTo>
                        <a:pt x="18427" y="59726"/>
                        <a:pt x="56471" y="95449"/>
                        <a:pt x="102667" y="95449"/>
                      </a:cubicBezTo>
                      <a:cubicBezTo>
                        <a:pt x="148862" y="95449"/>
                        <a:pt x="186906" y="59726"/>
                        <a:pt x="190585" y="14436"/>
                      </a:cubicBezTo>
                      <a:lnTo>
                        <a:pt x="14719" y="14436"/>
                      </a:lnTo>
                      <a:close/>
                    </a:path>
                  </a:pathLst>
                </a:custGeom>
                <a:solidFill>
                  <a:srgbClr val="262626"/>
                </a:solidFill>
                <a:ln w="282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  <p:grpSp>
            <p:nvGrpSpPr>
              <p:cNvPr id="577" name="Gráfico 3">
                <a:extLst>
                  <a:ext uri="{FF2B5EF4-FFF2-40B4-BE49-F238E27FC236}">
                    <a16:creationId xmlns:a16="http://schemas.microsoft.com/office/drawing/2014/main" id="{75C24291-8AB1-5716-ACB3-E2861282A156}"/>
                  </a:ext>
                </a:extLst>
              </p:cNvPr>
              <p:cNvGrpSpPr/>
              <p:nvPr/>
            </p:nvGrpSpPr>
            <p:grpSpPr>
              <a:xfrm>
                <a:off x="9021399" y="5479941"/>
                <a:ext cx="205338" cy="317255"/>
                <a:chOff x="9021399" y="5479941"/>
                <a:chExt cx="205338" cy="317255"/>
              </a:xfrm>
              <a:solidFill>
                <a:srgbClr val="262626"/>
              </a:solidFill>
            </p:grpSpPr>
            <p:sp>
              <p:nvSpPr>
                <p:cNvPr id="582" name="Forma Livre: Forma 581">
                  <a:extLst>
                    <a:ext uri="{FF2B5EF4-FFF2-40B4-BE49-F238E27FC236}">
                      <a16:creationId xmlns:a16="http://schemas.microsoft.com/office/drawing/2014/main" id="{157D91D7-82BF-06EA-0A6A-74E08A42C0AA}"/>
                    </a:ext>
                  </a:extLst>
                </p:cNvPr>
                <p:cNvSpPr/>
                <p:nvPr/>
              </p:nvSpPr>
              <p:spPr>
                <a:xfrm>
                  <a:off x="9021399" y="5479941"/>
                  <a:ext cx="205338" cy="173717"/>
                </a:xfrm>
                <a:custGeom>
                  <a:avLst/>
                  <a:gdLst>
                    <a:gd name="connsiteX0" fmla="*/ 7220 w 205338"/>
                    <a:gd name="connsiteY0" fmla="*/ 173715 h 173717"/>
                    <a:gd name="connsiteX1" fmla="*/ 3513 w 205338"/>
                    <a:gd name="connsiteY1" fmla="*/ 172696 h 173717"/>
                    <a:gd name="connsiteX2" fmla="*/ 1021 w 205338"/>
                    <a:gd name="connsiteY2" fmla="*/ 162789 h 173717"/>
                    <a:gd name="connsiteX3" fmla="*/ 96470 w 205338"/>
                    <a:gd name="connsiteY3" fmla="*/ 3510 h 173717"/>
                    <a:gd name="connsiteX4" fmla="*/ 102669 w 205338"/>
                    <a:gd name="connsiteY4" fmla="*/ 0 h 173717"/>
                    <a:gd name="connsiteX5" fmla="*/ 102669 w 205338"/>
                    <a:gd name="connsiteY5" fmla="*/ 0 h 173717"/>
                    <a:gd name="connsiteX6" fmla="*/ 108868 w 205338"/>
                    <a:gd name="connsiteY6" fmla="*/ 3510 h 173717"/>
                    <a:gd name="connsiteX7" fmla="*/ 204317 w 205338"/>
                    <a:gd name="connsiteY7" fmla="*/ 162789 h 173717"/>
                    <a:gd name="connsiteX8" fmla="*/ 201825 w 205338"/>
                    <a:gd name="connsiteY8" fmla="*/ 172696 h 173717"/>
                    <a:gd name="connsiteX9" fmla="*/ 191918 w 205338"/>
                    <a:gd name="connsiteY9" fmla="*/ 170205 h 173717"/>
                    <a:gd name="connsiteX10" fmla="*/ 102669 w 205338"/>
                    <a:gd name="connsiteY10" fmla="*/ 21258 h 173717"/>
                    <a:gd name="connsiteX11" fmla="*/ 13420 w 205338"/>
                    <a:gd name="connsiteY11" fmla="*/ 170205 h 173717"/>
                    <a:gd name="connsiteX12" fmla="*/ 7220 w 205338"/>
                    <a:gd name="connsiteY12" fmla="*/ 173715 h 1737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05338" h="173717">
                      <a:moveTo>
                        <a:pt x="7220" y="173715"/>
                      </a:moveTo>
                      <a:cubicBezTo>
                        <a:pt x="5947" y="173715"/>
                        <a:pt x="4673" y="173375"/>
                        <a:pt x="3513" y="172696"/>
                      </a:cubicBezTo>
                      <a:cubicBezTo>
                        <a:pt x="87" y="170658"/>
                        <a:pt x="-1017" y="166214"/>
                        <a:pt x="1021" y="162789"/>
                      </a:cubicBezTo>
                      <a:lnTo>
                        <a:pt x="96470" y="3510"/>
                      </a:lnTo>
                      <a:cubicBezTo>
                        <a:pt x="97772" y="1330"/>
                        <a:pt x="100121" y="0"/>
                        <a:pt x="102669" y="0"/>
                      </a:cubicBezTo>
                      <a:lnTo>
                        <a:pt x="102669" y="0"/>
                      </a:lnTo>
                      <a:cubicBezTo>
                        <a:pt x="105217" y="0"/>
                        <a:pt x="107566" y="1330"/>
                        <a:pt x="108868" y="3510"/>
                      </a:cubicBezTo>
                      <a:lnTo>
                        <a:pt x="204317" y="162789"/>
                      </a:lnTo>
                      <a:cubicBezTo>
                        <a:pt x="206355" y="166214"/>
                        <a:pt x="205251" y="170630"/>
                        <a:pt x="201825" y="172696"/>
                      </a:cubicBezTo>
                      <a:cubicBezTo>
                        <a:pt x="198400" y="174734"/>
                        <a:pt x="193984" y="173630"/>
                        <a:pt x="191918" y="170205"/>
                      </a:cubicBezTo>
                      <a:lnTo>
                        <a:pt x="102669" y="21258"/>
                      </a:lnTo>
                      <a:lnTo>
                        <a:pt x="13420" y="170205"/>
                      </a:lnTo>
                      <a:cubicBezTo>
                        <a:pt x="12061" y="172470"/>
                        <a:pt x="9683" y="173715"/>
                        <a:pt x="7220" y="173715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282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83" name="Forma Livre: Forma 582">
                  <a:extLst>
                    <a:ext uri="{FF2B5EF4-FFF2-40B4-BE49-F238E27FC236}">
                      <a16:creationId xmlns:a16="http://schemas.microsoft.com/office/drawing/2014/main" id="{39082A5A-6532-F101-72E5-7D5B8DA50026}"/>
                    </a:ext>
                  </a:extLst>
                </p:cNvPr>
                <p:cNvSpPr/>
                <p:nvPr/>
              </p:nvSpPr>
              <p:spPr>
                <a:xfrm>
                  <a:off x="9021402" y="5687312"/>
                  <a:ext cx="205304" cy="109884"/>
                </a:xfrm>
                <a:custGeom>
                  <a:avLst/>
                  <a:gdLst>
                    <a:gd name="connsiteX0" fmla="*/ 102667 w 205304"/>
                    <a:gd name="connsiteY0" fmla="*/ 109885 h 109884"/>
                    <a:gd name="connsiteX1" fmla="*/ 0 w 205304"/>
                    <a:gd name="connsiteY1" fmla="*/ 7218 h 109884"/>
                    <a:gd name="connsiteX2" fmla="*/ 7218 w 205304"/>
                    <a:gd name="connsiteY2" fmla="*/ 0 h 109884"/>
                    <a:gd name="connsiteX3" fmla="*/ 198087 w 205304"/>
                    <a:gd name="connsiteY3" fmla="*/ 0 h 109884"/>
                    <a:gd name="connsiteX4" fmla="*/ 205304 w 205304"/>
                    <a:gd name="connsiteY4" fmla="*/ 7218 h 109884"/>
                    <a:gd name="connsiteX5" fmla="*/ 102638 w 205304"/>
                    <a:gd name="connsiteY5" fmla="*/ 109885 h 109884"/>
                    <a:gd name="connsiteX6" fmla="*/ 14747 w 205304"/>
                    <a:gd name="connsiteY6" fmla="*/ 14436 h 109884"/>
                    <a:gd name="connsiteX7" fmla="*/ 102667 w 205304"/>
                    <a:gd name="connsiteY7" fmla="*/ 95449 h 109884"/>
                    <a:gd name="connsiteX8" fmla="*/ 190585 w 205304"/>
                    <a:gd name="connsiteY8" fmla="*/ 14436 h 109884"/>
                    <a:gd name="connsiteX9" fmla="*/ 14719 w 205304"/>
                    <a:gd name="connsiteY9" fmla="*/ 14436 h 1098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05304" h="109884">
                      <a:moveTo>
                        <a:pt x="102667" y="109885"/>
                      </a:moveTo>
                      <a:cubicBezTo>
                        <a:pt x="46054" y="109885"/>
                        <a:pt x="0" y="63831"/>
                        <a:pt x="0" y="7218"/>
                      </a:cubicBezTo>
                      <a:cubicBezTo>
                        <a:pt x="0" y="3227"/>
                        <a:pt x="3227" y="0"/>
                        <a:pt x="7218" y="0"/>
                      </a:cubicBezTo>
                      <a:lnTo>
                        <a:pt x="198087" y="0"/>
                      </a:lnTo>
                      <a:cubicBezTo>
                        <a:pt x="202078" y="0"/>
                        <a:pt x="205304" y="3227"/>
                        <a:pt x="205304" y="7218"/>
                      </a:cubicBezTo>
                      <a:cubicBezTo>
                        <a:pt x="205304" y="63831"/>
                        <a:pt x="159251" y="109885"/>
                        <a:pt x="102638" y="109885"/>
                      </a:cubicBezTo>
                      <a:close/>
                      <a:moveTo>
                        <a:pt x="14747" y="14436"/>
                      </a:moveTo>
                      <a:cubicBezTo>
                        <a:pt x="18427" y="59726"/>
                        <a:pt x="56471" y="95449"/>
                        <a:pt x="102667" y="95449"/>
                      </a:cubicBezTo>
                      <a:cubicBezTo>
                        <a:pt x="148862" y="95449"/>
                        <a:pt x="186905" y="59726"/>
                        <a:pt x="190585" y="14436"/>
                      </a:cubicBezTo>
                      <a:lnTo>
                        <a:pt x="14719" y="14436"/>
                      </a:lnTo>
                      <a:close/>
                    </a:path>
                  </a:pathLst>
                </a:custGeom>
                <a:solidFill>
                  <a:srgbClr val="262626"/>
                </a:solidFill>
                <a:ln w="282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  <p:grpSp>
            <p:nvGrpSpPr>
              <p:cNvPr id="578" name="Gráfico 3">
                <a:extLst>
                  <a:ext uri="{FF2B5EF4-FFF2-40B4-BE49-F238E27FC236}">
                    <a16:creationId xmlns:a16="http://schemas.microsoft.com/office/drawing/2014/main" id="{E8AF971E-6BAC-95C5-C47A-90024565EB17}"/>
                  </a:ext>
                </a:extLst>
              </p:cNvPr>
              <p:cNvGrpSpPr/>
              <p:nvPr/>
            </p:nvGrpSpPr>
            <p:grpSpPr>
              <a:xfrm>
                <a:off x="8621180" y="5431820"/>
                <a:ext cx="595279" cy="443982"/>
                <a:chOff x="8621180" y="5431820"/>
                <a:chExt cx="595279" cy="443982"/>
              </a:xfrm>
              <a:solidFill>
                <a:srgbClr val="262626"/>
              </a:solidFill>
            </p:grpSpPr>
            <p:sp>
              <p:nvSpPr>
                <p:cNvPr id="579" name="Forma Livre: Forma 578">
                  <a:extLst>
                    <a:ext uri="{FF2B5EF4-FFF2-40B4-BE49-F238E27FC236}">
                      <a16:creationId xmlns:a16="http://schemas.microsoft.com/office/drawing/2014/main" id="{C9EBAFAE-FE8D-26B7-2542-23C652F11BFD}"/>
                    </a:ext>
                  </a:extLst>
                </p:cNvPr>
                <p:cNvSpPr/>
                <p:nvPr/>
              </p:nvSpPr>
              <p:spPr>
                <a:xfrm>
                  <a:off x="8621180" y="5431820"/>
                  <a:ext cx="595279" cy="14436"/>
                </a:xfrm>
                <a:custGeom>
                  <a:avLst/>
                  <a:gdLst>
                    <a:gd name="connsiteX0" fmla="*/ 588061 w 595279"/>
                    <a:gd name="connsiteY0" fmla="*/ 14436 h 14436"/>
                    <a:gd name="connsiteX1" fmla="*/ 7218 w 595279"/>
                    <a:gd name="connsiteY1" fmla="*/ 14436 h 14436"/>
                    <a:gd name="connsiteX2" fmla="*/ 0 w 595279"/>
                    <a:gd name="connsiteY2" fmla="*/ 7218 h 14436"/>
                    <a:gd name="connsiteX3" fmla="*/ 7218 w 595279"/>
                    <a:gd name="connsiteY3" fmla="*/ 0 h 14436"/>
                    <a:gd name="connsiteX4" fmla="*/ 588061 w 595279"/>
                    <a:gd name="connsiteY4" fmla="*/ 0 h 14436"/>
                    <a:gd name="connsiteX5" fmla="*/ 595279 w 595279"/>
                    <a:gd name="connsiteY5" fmla="*/ 7218 h 14436"/>
                    <a:gd name="connsiteX6" fmla="*/ 588061 w 595279"/>
                    <a:gd name="connsiteY6" fmla="*/ 14436 h 144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595279" h="14436">
                      <a:moveTo>
                        <a:pt x="588061" y="14436"/>
                      </a:moveTo>
                      <a:lnTo>
                        <a:pt x="7218" y="14436"/>
                      </a:lnTo>
                      <a:cubicBezTo>
                        <a:pt x="3227" y="14436"/>
                        <a:pt x="0" y="11209"/>
                        <a:pt x="0" y="7218"/>
                      </a:cubicBezTo>
                      <a:cubicBezTo>
                        <a:pt x="0" y="3227"/>
                        <a:pt x="3227" y="0"/>
                        <a:pt x="7218" y="0"/>
                      </a:cubicBezTo>
                      <a:lnTo>
                        <a:pt x="588061" y="0"/>
                      </a:lnTo>
                      <a:cubicBezTo>
                        <a:pt x="592053" y="0"/>
                        <a:pt x="595279" y="3227"/>
                        <a:pt x="595279" y="7218"/>
                      </a:cubicBezTo>
                      <a:cubicBezTo>
                        <a:pt x="595279" y="11209"/>
                        <a:pt x="592053" y="14436"/>
                        <a:pt x="588061" y="14436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282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80" name="Forma Livre: Forma 579">
                  <a:extLst>
                    <a:ext uri="{FF2B5EF4-FFF2-40B4-BE49-F238E27FC236}">
                      <a16:creationId xmlns:a16="http://schemas.microsoft.com/office/drawing/2014/main" id="{A01597DC-ECDB-7DD7-5D40-3CDD457417EB}"/>
                    </a:ext>
                  </a:extLst>
                </p:cNvPr>
                <p:cNvSpPr/>
                <p:nvPr/>
              </p:nvSpPr>
              <p:spPr>
                <a:xfrm>
                  <a:off x="8911631" y="5431820"/>
                  <a:ext cx="14435" cy="395861"/>
                </a:xfrm>
                <a:custGeom>
                  <a:avLst/>
                  <a:gdLst>
                    <a:gd name="connsiteX0" fmla="*/ 7218 w 14435"/>
                    <a:gd name="connsiteY0" fmla="*/ 395862 h 395861"/>
                    <a:gd name="connsiteX1" fmla="*/ 0 w 14435"/>
                    <a:gd name="connsiteY1" fmla="*/ 388644 h 395861"/>
                    <a:gd name="connsiteX2" fmla="*/ 0 w 14435"/>
                    <a:gd name="connsiteY2" fmla="*/ 7218 h 395861"/>
                    <a:gd name="connsiteX3" fmla="*/ 7218 w 14435"/>
                    <a:gd name="connsiteY3" fmla="*/ 0 h 395861"/>
                    <a:gd name="connsiteX4" fmla="*/ 14436 w 14435"/>
                    <a:gd name="connsiteY4" fmla="*/ 7218 h 395861"/>
                    <a:gd name="connsiteX5" fmla="*/ 14436 w 14435"/>
                    <a:gd name="connsiteY5" fmla="*/ 388644 h 395861"/>
                    <a:gd name="connsiteX6" fmla="*/ 7218 w 14435"/>
                    <a:gd name="connsiteY6" fmla="*/ 395862 h 3958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4435" h="395861">
                      <a:moveTo>
                        <a:pt x="7218" y="395862"/>
                      </a:moveTo>
                      <a:cubicBezTo>
                        <a:pt x="3227" y="395862"/>
                        <a:pt x="0" y="392635"/>
                        <a:pt x="0" y="388644"/>
                      </a:cubicBezTo>
                      <a:lnTo>
                        <a:pt x="0" y="7218"/>
                      </a:lnTo>
                      <a:cubicBezTo>
                        <a:pt x="0" y="3227"/>
                        <a:pt x="3227" y="0"/>
                        <a:pt x="7218" y="0"/>
                      </a:cubicBezTo>
                      <a:cubicBezTo>
                        <a:pt x="11209" y="0"/>
                        <a:pt x="14436" y="3227"/>
                        <a:pt x="14436" y="7218"/>
                      </a:cubicBezTo>
                      <a:lnTo>
                        <a:pt x="14436" y="388644"/>
                      </a:lnTo>
                      <a:cubicBezTo>
                        <a:pt x="14436" y="392635"/>
                        <a:pt x="11209" y="395862"/>
                        <a:pt x="7218" y="395862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282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81" name="Forma Livre: Forma 580">
                  <a:extLst>
                    <a:ext uri="{FF2B5EF4-FFF2-40B4-BE49-F238E27FC236}">
                      <a16:creationId xmlns:a16="http://schemas.microsoft.com/office/drawing/2014/main" id="{78F4AD7A-F3A8-802A-4712-4429DF53DDBD}"/>
                    </a:ext>
                  </a:extLst>
                </p:cNvPr>
                <p:cNvSpPr/>
                <p:nvPr/>
              </p:nvSpPr>
              <p:spPr>
                <a:xfrm>
                  <a:off x="8788017" y="5861367"/>
                  <a:ext cx="261634" cy="14436"/>
                </a:xfrm>
                <a:custGeom>
                  <a:avLst/>
                  <a:gdLst>
                    <a:gd name="connsiteX0" fmla="*/ 254416 w 261634"/>
                    <a:gd name="connsiteY0" fmla="*/ 14436 h 14436"/>
                    <a:gd name="connsiteX1" fmla="*/ 7218 w 261634"/>
                    <a:gd name="connsiteY1" fmla="*/ 14436 h 14436"/>
                    <a:gd name="connsiteX2" fmla="*/ 0 w 261634"/>
                    <a:gd name="connsiteY2" fmla="*/ 7218 h 14436"/>
                    <a:gd name="connsiteX3" fmla="*/ 7218 w 261634"/>
                    <a:gd name="connsiteY3" fmla="*/ 0 h 14436"/>
                    <a:gd name="connsiteX4" fmla="*/ 254416 w 261634"/>
                    <a:gd name="connsiteY4" fmla="*/ 0 h 14436"/>
                    <a:gd name="connsiteX5" fmla="*/ 261635 w 261634"/>
                    <a:gd name="connsiteY5" fmla="*/ 7218 h 14436"/>
                    <a:gd name="connsiteX6" fmla="*/ 254416 w 261634"/>
                    <a:gd name="connsiteY6" fmla="*/ 14436 h 144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61634" h="14436">
                      <a:moveTo>
                        <a:pt x="254416" y="14436"/>
                      </a:moveTo>
                      <a:lnTo>
                        <a:pt x="7218" y="14436"/>
                      </a:lnTo>
                      <a:cubicBezTo>
                        <a:pt x="3227" y="14436"/>
                        <a:pt x="0" y="11209"/>
                        <a:pt x="0" y="7218"/>
                      </a:cubicBezTo>
                      <a:cubicBezTo>
                        <a:pt x="0" y="3227"/>
                        <a:pt x="3227" y="0"/>
                        <a:pt x="7218" y="0"/>
                      </a:cubicBezTo>
                      <a:lnTo>
                        <a:pt x="254416" y="0"/>
                      </a:lnTo>
                      <a:cubicBezTo>
                        <a:pt x="258407" y="0"/>
                        <a:pt x="261635" y="3227"/>
                        <a:pt x="261635" y="7218"/>
                      </a:cubicBezTo>
                      <a:cubicBezTo>
                        <a:pt x="261635" y="11209"/>
                        <a:pt x="258407" y="14436"/>
                        <a:pt x="254416" y="14436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282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</p:grpSp>
      </p:grpSp>
      <p:grpSp>
        <p:nvGrpSpPr>
          <p:cNvPr id="589" name="Gráfico 3">
            <a:extLst>
              <a:ext uri="{FF2B5EF4-FFF2-40B4-BE49-F238E27FC236}">
                <a16:creationId xmlns:a16="http://schemas.microsoft.com/office/drawing/2014/main" id="{C1A55FD2-C2D9-A8D2-C4DD-919D8EC95EAC}"/>
              </a:ext>
            </a:extLst>
          </p:cNvPr>
          <p:cNvGrpSpPr/>
          <p:nvPr/>
        </p:nvGrpSpPr>
        <p:grpSpPr>
          <a:xfrm>
            <a:off x="8702648" y="3316061"/>
            <a:ext cx="461216" cy="714080"/>
            <a:chOff x="8679548" y="3280296"/>
            <a:chExt cx="507416" cy="785609"/>
          </a:xfrm>
          <a:solidFill>
            <a:srgbClr val="262626"/>
          </a:solidFill>
        </p:grpSpPr>
        <p:grpSp>
          <p:nvGrpSpPr>
            <p:cNvPr id="590" name="Gráfico 3">
              <a:extLst>
                <a:ext uri="{FF2B5EF4-FFF2-40B4-BE49-F238E27FC236}">
                  <a16:creationId xmlns:a16="http://schemas.microsoft.com/office/drawing/2014/main" id="{23D669FE-F173-6A14-2DEC-5FA29670D230}"/>
                </a:ext>
              </a:extLst>
            </p:cNvPr>
            <p:cNvGrpSpPr/>
            <p:nvPr/>
          </p:nvGrpSpPr>
          <p:grpSpPr>
            <a:xfrm>
              <a:off x="8679548" y="3280296"/>
              <a:ext cx="373131" cy="785609"/>
              <a:chOff x="8679548" y="3280296"/>
              <a:chExt cx="373131" cy="785609"/>
            </a:xfrm>
            <a:solidFill>
              <a:srgbClr val="262626"/>
            </a:solidFill>
          </p:grpSpPr>
          <p:sp>
            <p:nvSpPr>
              <p:cNvPr id="594" name="Forma Livre: Forma 593">
                <a:extLst>
                  <a:ext uri="{FF2B5EF4-FFF2-40B4-BE49-F238E27FC236}">
                    <a16:creationId xmlns:a16="http://schemas.microsoft.com/office/drawing/2014/main" id="{A128DC14-8C9A-1284-86B8-52089DCC6108}"/>
                  </a:ext>
                </a:extLst>
              </p:cNvPr>
              <p:cNvSpPr/>
              <p:nvPr/>
            </p:nvSpPr>
            <p:spPr>
              <a:xfrm>
                <a:off x="8768005" y="3280296"/>
                <a:ext cx="196302" cy="196303"/>
              </a:xfrm>
              <a:custGeom>
                <a:avLst/>
                <a:gdLst>
                  <a:gd name="connsiteX0" fmla="*/ 98137 w 196302"/>
                  <a:gd name="connsiteY0" fmla="*/ 196303 h 196303"/>
                  <a:gd name="connsiteX1" fmla="*/ 0 w 196302"/>
                  <a:gd name="connsiteY1" fmla="*/ 98138 h 196303"/>
                  <a:gd name="connsiteX2" fmla="*/ 98137 w 196302"/>
                  <a:gd name="connsiteY2" fmla="*/ 0 h 196303"/>
                  <a:gd name="connsiteX3" fmla="*/ 196303 w 196302"/>
                  <a:gd name="connsiteY3" fmla="*/ 98138 h 196303"/>
                  <a:gd name="connsiteX4" fmla="*/ 98137 w 196302"/>
                  <a:gd name="connsiteY4" fmla="*/ 196303 h 196303"/>
                  <a:gd name="connsiteX5" fmla="*/ 98137 w 196302"/>
                  <a:gd name="connsiteY5" fmla="*/ 14436 h 196303"/>
                  <a:gd name="connsiteX6" fmla="*/ 14436 w 196302"/>
                  <a:gd name="connsiteY6" fmla="*/ 98138 h 196303"/>
                  <a:gd name="connsiteX7" fmla="*/ 98137 w 196302"/>
                  <a:gd name="connsiteY7" fmla="*/ 181867 h 196303"/>
                  <a:gd name="connsiteX8" fmla="*/ 181867 w 196302"/>
                  <a:gd name="connsiteY8" fmla="*/ 98138 h 196303"/>
                  <a:gd name="connsiteX9" fmla="*/ 98137 w 196302"/>
                  <a:gd name="connsiteY9" fmla="*/ 14436 h 1963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96302" h="196303">
                    <a:moveTo>
                      <a:pt x="98137" y="196303"/>
                    </a:moveTo>
                    <a:cubicBezTo>
                      <a:pt x="44016" y="196303"/>
                      <a:pt x="0" y="152259"/>
                      <a:pt x="0" y="98138"/>
                    </a:cubicBezTo>
                    <a:cubicBezTo>
                      <a:pt x="0" y="44016"/>
                      <a:pt x="44016" y="0"/>
                      <a:pt x="98137" y="0"/>
                    </a:cubicBezTo>
                    <a:cubicBezTo>
                      <a:pt x="152259" y="0"/>
                      <a:pt x="196303" y="44016"/>
                      <a:pt x="196303" y="98138"/>
                    </a:cubicBezTo>
                    <a:cubicBezTo>
                      <a:pt x="196303" y="152259"/>
                      <a:pt x="152259" y="196303"/>
                      <a:pt x="98137" y="196303"/>
                    </a:cubicBezTo>
                    <a:close/>
                    <a:moveTo>
                      <a:pt x="98137" y="14436"/>
                    </a:moveTo>
                    <a:cubicBezTo>
                      <a:pt x="51970" y="14436"/>
                      <a:pt x="14436" y="51998"/>
                      <a:pt x="14436" y="98138"/>
                    </a:cubicBezTo>
                    <a:cubicBezTo>
                      <a:pt x="14436" y="144277"/>
                      <a:pt x="51998" y="181867"/>
                      <a:pt x="98137" y="181867"/>
                    </a:cubicBezTo>
                    <a:cubicBezTo>
                      <a:pt x="144277" y="181867"/>
                      <a:pt x="181867" y="144305"/>
                      <a:pt x="181867" y="98138"/>
                    </a:cubicBezTo>
                    <a:cubicBezTo>
                      <a:pt x="181867" y="51970"/>
                      <a:pt x="144305" y="14436"/>
                      <a:pt x="98137" y="14436"/>
                    </a:cubicBezTo>
                    <a:close/>
                  </a:path>
                </a:pathLst>
              </a:custGeom>
              <a:solidFill>
                <a:srgbClr val="262626"/>
              </a:solidFill>
              <a:ln w="2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95" name="Forma Livre: Forma 594">
                <a:extLst>
                  <a:ext uri="{FF2B5EF4-FFF2-40B4-BE49-F238E27FC236}">
                    <a16:creationId xmlns:a16="http://schemas.microsoft.com/office/drawing/2014/main" id="{41846F60-BF5D-6260-1866-D37A6284BB96}"/>
                  </a:ext>
                </a:extLst>
              </p:cNvPr>
              <p:cNvSpPr/>
              <p:nvPr/>
            </p:nvSpPr>
            <p:spPr>
              <a:xfrm>
                <a:off x="8755947" y="3775739"/>
                <a:ext cx="219908" cy="290166"/>
              </a:xfrm>
              <a:custGeom>
                <a:avLst/>
                <a:gdLst>
                  <a:gd name="connsiteX0" fmla="*/ 161685 w 219908"/>
                  <a:gd name="connsiteY0" fmla="*/ 290138 h 290166"/>
                  <a:gd name="connsiteX1" fmla="*/ 120584 w 219908"/>
                  <a:gd name="connsiteY1" fmla="*/ 275108 h 290166"/>
                  <a:gd name="connsiteX2" fmla="*/ 110196 w 219908"/>
                  <a:gd name="connsiteY2" fmla="*/ 262880 h 290166"/>
                  <a:gd name="connsiteX3" fmla="*/ 99808 w 219908"/>
                  <a:gd name="connsiteY3" fmla="*/ 275079 h 290166"/>
                  <a:gd name="connsiteX4" fmla="*/ 58735 w 219908"/>
                  <a:gd name="connsiteY4" fmla="*/ 290138 h 290166"/>
                  <a:gd name="connsiteX5" fmla="*/ 0 w 219908"/>
                  <a:gd name="connsiteY5" fmla="*/ 214646 h 290166"/>
                  <a:gd name="connsiteX6" fmla="*/ 0 w 219908"/>
                  <a:gd name="connsiteY6" fmla="*/ 7218 h 290166"/>
                  <a:gd name="connsiteX7" fmla="*/ 7218 w 219908"/>
                  <a:gd name="connsiteY7" fmla="*/ 0 h 290166"/>
                  <a:gd name="connsiteX8" fmla="*/ 14436 w 219908"/>
                  <a:gd name="connsiteY8" fmla="*/ 7218 h 290166"/>
                  <a:gd name="connsiteX9" fmla="*/ 14436 w 219908"/>
                  <a:gd name="connsiteY9" fmla="*/ 214646 h 290166"/>
                  <a:gd name="connsiteX10" fmla="*/ 58735 w 219908"/>
                  <a:gd name="connsiteY10" fmla="*/ 275702 h 290166"/>
                  <a:gd name="connsiteX11" fmla="*/ 90296 w 219908"/>
                  <a:gd name="connsiteY11" fmla="*/ 264238 h 290166"/>
                  <a:gd name="connsiteX12" fmla="*/ 102978 w 219908"/>
                  <a:gd name="connsiteY12" fmla="*/ 237829 h 290166"/>
                  <a:gd name="connsiteX13" fmla="*/ 110196 w 219908"/>
                  <a:gd name="connsiteY13" fmla="*/ 230610 h 290166"/>
                  <a:gd name="connsiteX14" fmla="*/ 117414 w 219908"/>
                  <a:gd name="connsiteY14" fmla="*/ 237829 h 290166"/>
                  <a:gd name="connsiteX15" fmla="*/ 130123 w 219908"/>
                  <a:gd name="connsiteY15" fmla="*/ 264267 h 290166"/>
                  <a:gd name="connsiteX16" fmla="*/ 161713 w 219908"/>
                  <a:gd name="connsiteY16" fmla="*/ 275731 h 290166"/>
                  <a:gd name="connsiteX17" fmla="*/ 205502 w 219908"/>
                  <a:gd name="connsiteY17" fmla="*/ 225572 h 290166"/>
                  <a:gd name="connsiteX18" fmla="*/ 213315 w 219908"/>
                  <a:gd name="connsiteY18" fmla="*/ 219005 h 290166"/>
                  <a:gd name="connsiteX19" fmla="*/ 219882 w 219908"/>
                  <a:gd name="connsiteY19" fmla="*/ 226817 h 290166"/>
                  <a:gd name="connsiteX20" fmla="*/ 161713 w 219908"/>
                  <a:gd name="connsiteY20" fmla="*/ 290167 h 2901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19908" h="290166">
                    <a:moveTo>
                      <a:pt x="161685" y="290138"/>
                    </a:moveTo>
                    <a:cubicBezTo>
                      <a:pt x="146258" y="290138"/>
                      <a:pt x="131652" y="284789"/>
                      <a:pt x="120584" y="275108"/>
                    </a:cubicBezTo>
                    <a:cubicBezTo>
                      <a:pt x="116423" y="271428"/>
                      <a:pt x="112913" y="267324"/>
                      <a:pt x="110196" y="262880"/>
                    </a:cubicBezTo>
                    <a:cubicBezTo>
                      <a:pt x="107450" y="267295"/>
                      <a:pt x="103969" y="271400"/>
                      <a:pt x="99808" y="275079"/>
                    </a:cubicBezTo>
                    <a:cubicBezTo>
                      <a:pt x="88711" y="284789"/>
                      <a:pt x="74134" y="290138"/>
                      <a:pt x="58735" y="290138"/>
                    </a:cubicBezTo>
                    <a:cubicBezTo>
                      <a:pt x="21966" y="290138"/>
                      <a:pt x="0" y="261917"/>
                      <a:pt x="0" y="214646"/>
                    </a:cubicBezTo>
                    <a:lnTo>
                      <a:pt x="0" y="7218"/>
                    </a:lnTo>
                    <a:cubicBezTo>
                      <a:pt x="0" y="3227"/>
                      <a:pt x="3227" y="0"/>
                      <a:pt x="7218" y="0"/>
                    </a:cubicBezTo>
                    <a:cubicBezTo>
                      <a:pt x="11209" y="0"/>
                      <a:pt x="14436" y="3227"/>
                      <a:pt x="14436" y="7218"/>
                    </a:cubicBezTo>
                    <a:lnTo>
                      <a:pt x="14436" y="214646"/>
                    </a:lnTo>
                    <a:cubicBezTo>
                      <a:pt x="14436" y="253425"/>
                      <a:pt x="30571" y="275702"/>
                      <a:pt x="58735" y="275702"/>
                    </a:cubicBezTo>
                    <a:cubicBezTo>
                      <a:pt x="70624" y="275702"/>
                      <a:pt x="81833" y="271626"/>
                      <a:pt x="90296" y="264238"/>
                    </a:cubicBezTo>
                    <a:cubicBezTo>
                      <a:pt x="98477" y="257020"/>
                      <a:pt x="102978" y="247651"/>
                      <a:pt x="102978" y="237829"/>
                    </a:cubicBezTo>
                    <a:cubicBezTo>
                      <a:pt x="102978" y="233837"/>
                      <a:pt x="106205" y="230610"/>
                      <a:pt x="110196" y="230610"/>
                    </a:cubicBezTo>
                    <a:cubicBezTo>
                      <a:pt x="114187" y="230610"/>
                      <a:pt x="117414" y="233837"/>
                      <a:pt x="117414" y="237829"/>
                    </a:cubicBezTo>
                    <a:cubicBezTo>
                      <a:pt x="117414" y="247651"/>
                      <a:pt x="121914" y="257048"/>
                      <a:pt x="130123" y="264267"/>
                    </a:cubicBezTo>
                    <a:cubicBezTo>
                      <a:pt x="138559" y="271654"/>
                      <a:pt x="149768" y="275731"/>
                      <a:pt x="161713" y="275731"/>
                    </a:cubicBezTo>
                    <a:cubicBezTo>
                      <a:pt x="187160" y="275731"/>
                      <a:pt x="202700" y="257926"/>
                      <a:pt x="205502" y="225572"/>
                    </a:cubicBezTo>
                    <a:cubicBezTo>
                      <a:pt x="205842" y="221609"/>
                      <a:pt x="209267" y="218665"/>
                      <a:pt x="213315" y="219005"/>
                    </a:cubicBezTo>
                    <a:cubicBezTo>
                      <a:pt x="217278" y="219345"/>
                      <a:pt x="220222" y="222855"/>
                      <a:pt x="219882" y="226817"/>
                    </a:cubicBezTo>
                    <a:cubicBezTo>
                      <a:pt x="216457" y="266474"/>
                      <a:pt x="194690" y="290167"/>
                      <a:pt x="161713" y="290167"/>
                    </a:cubicBezTo>
                    <a:close/>
                  </a:path>
                </a:pathLst>
              </a:custGeom>
              <a:solidFill>
                <a:srgbClr val="262626"/>
              </a:solidFill>
              <a:ln w="2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96" name="Forma Livre: Forma 595">
                <a:extLst>
                  <a:ext uri="{FF2B5EF4-FFF2-40B4-BE49-F238E27FC236}">
                    <a16:creationId xmlns:a16="http://schemas.microsoft.com/office/drawing/2014/main" id="{0C6CFE5E-51C0-7F3F-9D44-F48F81C9BE2A}"/>
                  </a:ext>
                </a:extLst>
              </p:cNvPr>
              <p:cNvSpPr/>
              <p:nvPr/>
            </p:nvSpPr>
            <p:spPr>
              <a:xfrm>
                <a:off x="8679548" y="3517303"/>
                <a:ext cx="373131" cy="306329"/>
              </a:xfrm>
              <a:custGeom>
                <a:avLst/>
                <a:gdLst>
                  <a:gd name="connsiteX0" fmla="*/ 45431 w 373131"/>
                  <a:gd name="connsiteY0" fmla="*/ 306301 h 306329"/>
                  <a:gd name="connsiteX1" fmla="*/ 0 w 373131"/>
                  <a:gd name="connsiteY1" fmla="*/ 271258 h 306329"/>
                  <a:gd name="connsiteX2" fmla="*/ 0 w 373131"/>
                  <a:gd name="connsiteY2" fmla="*/ 85541 h 306329"/>
                  <a:gd name="connsiteX3" fmla="*/ 90268 w 373131"/>
                  <a:gd name="connsiteY3" fmla="*/ 0 h 306329"/>
                  <a:gd name="connsiteX4" fmla="*/ 282864 w 373131"/>
                  <a:gd name="connsiteY4" fmla="*/ 0 h 306329"/>
                  <a:gd name="connsiteX5" fmla="*/ 373132 w 373131"/>
                  <a:gd name="connsiteY5" fmla="*/ 85541 h 306329"/>
                  <a:gd name="connsiteX6" fmla="*/ 373132 w 373131"/>
                  <a:gd name="connsiteY6" fmla="*/ 145635 h 306329"/>
                  <a:gd name="connsiteX7" fmla="*/ 365914 w 373131"/>
                  <a:gd name="connsiteY7" fmla="*/ 152853 h 306329"/>
                  <a:gd name="connsiteX8" fmla="*/ 358696 w 373131"/>
                  <a:gd name="connsiteY8" fmla="*/ 145635 h 306329"/>
                  <a:gd name="connsiteX9" fmla="*/ 358696 w 373131"/>
                  <a:gd name="connsiteY9" fmla="*/ 85541 h 306329"/>
                  <a:gd name="connsiteX10" fmla="*/ 282864 w 373131"/>
                  <a:gd name="connsiteY10" fmla="*/ 14436 h 306329"/>
                  <a:gd name="connsiteX11" fmla="*/ 90268 w 373131"/>
                  <a:gd name="connsiteY11" fmla="*/ 14436 h 306329"/>
                  <a:gd name="connsiteX12" fmla="*/ 14436 w 373131"/>
                  <a:gd name="connsiteY12" fmla="*/ 85541 h 306329"/>
                  <a:gd name="connsiteX13" fmla="*/ 14436 w 373131"/>
                  <a:gd name="connsiteY13" fmla="*/ 271258 h 306329"/>
                  <a:gd name="connsiteX14" fmla="*/ 45431 w 373131"/>
                  <a:gd name="connsiteY14" fmla="*/ 291865 h 306329"/>
                  <a:gd name="connsiteX15" fmla="*/ 67652 w 373131"/>
                  <a:gd name="connsiteY15" fmla="*/ 283854 h 306329"/>
                  <a:gd name="connsiteX16" fmla="*/ 76370 w 373131"/>
                  <a:gd name="connsiteY16" fmla="*/ 265654 h 306329"/>
                  <a:gd name="connsiteX17" fmla="*/ 76370 w 373131"/>
                  <a:gd name="connsiteY17" fmla="*/ 132162 h 306329"/>
                  <a:gd name="connsiteX18" fmla="*/ 83588 w 373131"/>
                  <a:gd name="connsiteY18" fmla="*/ 124943 h 306329"/>
                  <a:gd name="connsiteX19" fmla="*/ 90806 w 373131"/>
                  <a:gd name="connsiteY19" fmla="*/ 132162 h 306329"/>
                  <a:gd name="connsiteX20" fmla="*/ 90806 w 373131"/>
                  <a:gd name="connsiteY20" fmla="*/ 265654 h 306329"/>
                  <a:gd name="connsiteX21" fmla="*/ 77163 w 373131"/>
                  <a:gd name="connsiteY21" fmla="*/ 294724 h 306329"/>
                  <a:gd name="connsiteX22" fmla="*/ 45431 w 373131"/>
                  <a:gd name="connsiteY22" fmla="*/ 306330 h 3063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373131" h="306329">
                    <a:moveTo>
                      <a:pt x="45431" y="306301"/>
                    </a:moveTo>
                    <a:cubicBezTo>
                      <a:pt x="22078" y="306301"/>
                      <a:pt x="0" y="289261"/>
                      <a:pt x="0" y="271258"/>
                    </a:cubicBezTo>
                    <a:lnTo>
                      <a:pt x="0" y="85541"/>
                    </a:lnTo>
                    <a:cubicBezTo>
                      <a:pt x="0" y="37562"/>
                      <a:pt x="39657" y="0"/>
                      <a:pt x="90268" y="0"/>
                    </a:cubicBezTo>
                    <a:lnTo>
                      <a:pt x="282864" y="0"/>
                    </a:lnTo>
                    <a:cubicBezTo>
                      <a:pt x="334324" y="0"/>
                      <a:pt x="373132" y="36770"/>
                      <a:pt x="373132" y="85541"/>
                    </a:cubicBezTo>
                    <a:lnTo>
                      <a:pt x="373132" y="145635"/>
                    </a:lnTo>
                    <a:cubicBezTo>
                      <a:pt x="373132" y="149626"/>
                      <a:pt x="369905" y="152853"/>
                      <a:pt x="365914" y="152853"/>
                    </a:cubicBezTo>
                    <a:cubicBezTo>
                      <a:pt x="361922" y="152853"/>
                      <a:pt x="358696" y="149626"/>
                      <a:pt x="358696" y="145635"/>
                    </a:cubicBezTo>
                    <a:lnTo>
                      <a:pt x="358696" y="85541"/>
                    </a:lnTo>
                    <a:cubicBezTo>
                      <a:pt x="358696" y="45007"/>
                      <a:pt x="326087" y="14436"/>
                      <a:pt x="282864" y="14436"/>
                    </a:cubicBezTo>
                    <a:lnTo>
                      <a:pt x="90268" y="14436"/>
                    </a:lnTo>
                    <a:cubicBezTo>
                      <a:pt x="47045" y="14436"/>
                      <a:pt x="14436" y="45007"/>
                      <a:pt x="14436" y="85541"/>
                    </a:cubicBezTo>
                    <a:lnTo>
                      <a:pt x="14436" y="271258"/>
                    </a:lnTo>
                    <a:cubicBezTo>
                      <a:pt x="14436" y="279354"/>
                      <a:pt x="27740" y="291865"/>
                      <a:pt x="45431" y="291865"/>
                    </a:cubicBezTo>
                    <a:cubicBezTo>
                      <a:pt x="53867" y="291865"/>
                      <a:pt x="61764" y="289034"/>
                      <a:pt x="67652" y="283854"/>
                    </a:cubicBezTo>
                    <a:cubicBezTo>
                      <a:pt x="73284" y="278929"/>
                      <a:pt x="76370" y="272447"/>
                      <a:pt x="76370" y="265654"/>
                    </a:cubicBezTo>
                    <a:lnTo>
                      <a:pt x="76370" y="132162"/>
                    </a:lnTo>
                    <a:cubicBezTo>
                      <a:pt x="76370" y="128170"/>
                      <a:pt x="79597" y="124943"/>
                      <a:pt x="83588" y="124943"/>
                    </a:cubicBezTo>
                    <a:cubicBezTo>
                      <a:pt x="87579" y="124943"/>
                      <a:pt x="90806" y="128170"/>
                      <a:pt x="90806" y="132162"/>
                    </a:cubicBezTo>
                    <a:lnTo>
                      <a:pt x="90806" y="265654"/>
                    </a:lnTo>
                    <a:cubicBezTo>
                      <a:pt x="90806" y="276693"/>
                      <a:pt x="85966" y="286996"/>
                      <a:pt x="77163" y="294724"/>
                    </a:cubicBezTo>
                    <a:cubicBezTo>
                      <a:pt x="68642" y="302197"/>
                      <a:pt x="57377" y="306330"/>
                      <a:pt x="45431" y="306330"/>
                    </a:cubicBezTo>
                    <a:close/>
                  </a:path>
                </a:pathLst>
              </a:custGeom>
              <a:solidFill>
                <a:srgbClr val="262626"/>
              </a:solidFill>
              <a:ln w="2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97" name="Forma Livre: Forma 596">
                <a:extLst>
                  <a:ext uri="{FF2B5EF4-FFF2-40B4-BE49-F238E27FC236}">
                    <a16:creationId xmlns:a16="http://schemas.microsoft.com/office/drawing/2014/main" id="{40060181-5A3E-967F-6CB4-7A36A0AB7234}"/>
                  </a:ext>
                </a:extLst>
              </p:cNvPr>
              <p:cNvSpPr/>
              <p:nvPr/>
            </p:nvSpPr>
            <p:spPr>
              <a:xfrm>
                <a:off x="8961874" y="3642218"/>
                <a:ext cx="14435" cy="47780"/>
              </a:xfrm>
              <a:custGeom>
                <a:avLst/>
                <a:gdLst>
                  <a:gd name="connsiteX0" fmla="*/ 7218 w 14435"/>
                  <a:gd name="connsiteY0" fmla="*/ 47781 h 47780"/>
                  <a:gd name="connsiteX1" fmla="*/ 0 w 14435"/>
                  <a:gd name="connsiteY1" fmla="*/ 40563 h 47780"/>
                  <a:gd name="connsiteX2" fmla="*/ 0 w 14435"/>
                  <a:gd name="connsiteY2" fmla="*/ 7218 h 47780"/>
                  <a:gd name="connsiteX3" fmla="*/ 7218 w 14435"/>
                  <a:gd name="connsiteY3" fmla="*/ 0 h 47780"/>
                  <a:gd name="connsiteX4" fmla="*/ 14436 w 14435"/>
                  <a:gd name="connsiteY4" fmla="*/ 7218 h 47780"/>
                  <a:gd name="connsiteX5" fmla="*/ 14436 w 14435"/>
                  <a:gd name="connsiteY5" fmla="*/ 40563 h 47780"/>
                  <a:gd name="connsiteX6" fmla="*/ 7218 w 14435"/>
                  <a:gd name="connsiteY6" fmla="*/ 47781 h 477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4435" h="47780">
                    <a:moveTo>
                      <a:pt x="7218" y="47781"/>
                    </a:moveTo>
                    <a:cubicBezTo>
                      <a:pt x="3227" y="47781"/>
                      <a:pt x="0" y="44554"/>
                      <a:pt x="0" y="40563"/>
                    </a:cubicBezTo>
                    <a:lnTo>
                      <a:pt x="0" y="7218"/>
                    </a:lnTo>
                    <a:cubicBezTo>
                      <a:pt x="0" y="3227"/>
                      <a:pt x="3227" y="0"/>
                      <a:pt x="7218" y="0"/>
                    </a:cubicBezTo>
                    <a:cubicBezTo>
                      <a:pt x="11209" y="0"/>
                      <a:pt x="14436" y="3227"/>
                      <a:pt x="14436" y="7218"/>
                    </a:cubicBezTo>
                    <a:lnTo>
                      <a:pt x="14436" y="40563"/>
                    </a:lnTo>
                    <a:cubicBezTo>
                      <a:pt x="14436" y="44554"/>
                      <a:pt x="11209" y="47781"/>
                      <a:pt x="7218" y="47781"/>
                    </a:cubicBezTo>
                    <a:close/>
                  </a:path>
                </a:pathLst>
              </a:custGeom>
              <a:solidFill>
                <a:srgbClr val="262626"/>
              </a:solidFill>
              <a:ln w="2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98" name="Forma Livre: Forma 597">
                <a:extLst>
                  <a:ext uri="{FF2B5EF4-FFF2-40B4-BE49-F238E27FC236}">
                    <a16:creationId xmlns:a16="http://schemas.microsoft.com/office/drawing/2014/main" id="{1D58064D-B544-EA92-A334-7E8B7B4C4468}"/>
                  </a:ext>
                </a:extLst>
              </p:cNvPr>
              <p:cNvSpPr/>
              <p:nvPr/>
            </p:nvSpPr>
            <p:spPr>
              <a:xfrm>
                <a:off x="8858924" y="3833257"/>
                <a:ext cx="14436" cy="187500"/>
              </a:xfrm>
              <a:custGeom>
                <a:avLst/>
                <a:gdLst>
                  <a:gd name="connsiteX0" fmla="*/ 7218 w 14436"/>
                  <a:gd name="connsiteY0" fmla="*/ 187500 h 187500"/>
                  <a:gd name="connsiteX1" fmla="*/ 0 w 14436"/>
                  <a:gd name="connsiteY1" fmla="*/ 180282 h 187500"/>
                  <a:gd name="connsiteX2" fmla="*/ 0 w 14436"/>
                  <a:gd name="connsiteY2" fmla="*/ 7218 h 187500"/>
                  <a:gd name="connsiteX3" fmla="*/ 7218 w 14436"/>
                  <a:gd name="connsiteY3" fmla="*/ 0 h 187500"/>
                  <a:gd name="connsiteX4" fmla="*/ 14436 w 14436"/>
                  <a:gd name="connsiteY4" fmla="*/ 7218 h 187500"/>
                  <a:gd name="connsiteX5" fmla="*/ 14436 w 14436"/>
                  <a:gd name="connsiteY5" fmla="*/ 180282 h 187500"/>
                  <a:gd name="connsiteX6" fmla="*/ 7218 w 14436"/>
                  <a:gd name="connsiteY6" fmla="*/ 187500 h 187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4436" h="187500">
                    <a:moveTo>
                      <a:pt x="7218" y="187500"/>
                    </a:moveTo>
                    <a:cubicBezTo>
                      <a:pt x="3227" y="187500"/>
                      <a:pt x="0" y="184273"/>
                      <a:pt x="0" y="180282"/>
                    </a:cubicBezTo>
                    <a:lnTo>
                      <a:pt x="0" y="7218"/>
                    </a:lnTo>
                    <a:cubicBezTo>
                      <a:pt x="0" y="3227"/>
                      <a:pt x="3227" y="0"/>
                      <a:pt x="7218" y="0"/>
                    </a:cubicBezTo>
                    <a:cubicBezTo>
                      <a:pt x="11209" y="0"/>
                      <a:pt x="14436" y="3227"/>
                      <a:pt x="14436" y="7218"/>
                    </a:cubicBezTo>
                    <a:lnTo>
                      <a:pt x="14436" y="180282"/>
                    </a:lnTo>
                    <a:cubicBezTo>
                      <a:pt x="14436" y="184273"/>
                      <a:pt x="11209" y="187500"/>
                      <a:pt x="7218" y="187500"/>
                    </a:cubicBezTo>
                    <a:close/>
                  </a:path>
                </a:pathLst>
              </a:custGeom>
              <a:solidFill>
                <a:srgbClr val="262626"/>
              </a:solidFill>
              <a:ln w="2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591" name="Gráfico 3">
              <a:extLst>
                <a:ext uri="{FF2B5EF4-FFF2-40B4-BE49-F238E27FC236}">
                  <a16:creationId xmlns:a16="http://schemas.microsoft.com/office/drawing/2014/main" id="{5DD14536-0373-1CF8-F3F3-E34256D90969}"/>
                </a:ext>
              </a:extLst>
            </p:cNvPr>
            <p:cNvGrpSpPr/>
            <p:nvPr/>
          </p:nvGrpSpPr>
          <p:grpSpPr>
            <a:xfrm>
              <a:off x="8917688" y="3708738"/>
              <a:ext cx="269277" cy="247622"/>
              <a:chOff x="8917688" y="3708738"/>
              <a:chExt cx="269277" cy="247622"/>
            </a:xfrm>
            <a:solidFill>
              <a:srgbClr val="262626"/>
            </a:solidFill>
          </p:grpSpPr>
          <p:sp>
            <p:nvSpPr>
              <p:cNvPr id="592" name="Forma Livre: Forma 591">
                <a:extLst>
                  <a:ext uri="{FF2B5EF4-FFF2-40B4-BE49-F238E27FC236}">
                    <a16:creationId xmlns:a16="http://schemas.microsoft.com/office/drawing/2014/main" id="{A6194DB0-D4B6-D90D-7784-E7E4F3812CBD}"/>
                  </a:ext>
                </a:extLst>
              </p:cNvPr>
              <p:cNvSpPr/>
              <p:nvPr/>
            </p:nvSpPr>
            <p:spPr>
              <a:xfrm>
                <a:off x="8917688" y="3761302"/>
                <a:ext cx="269277" cy="195057"/>
              </a:xfrm>
              <a:custGeom>
                <a:avLst/>
                <a:gdLst>
                  <a:gd name="connsiteX0" fmla="*/ 216344 w 269277"/>
                  <a:gd name="connsiteY0" fmla="*/ 195058 h 195057"/>
                  <a:gd name="connsiteX1" fmla="*/ 52932 w 269277"/>
                  <a:gd name="connsiteY1" fmla="*/ 195058 h 195057"/>
                  <a:gd name="connsiteX2" fmla="*/ 0 w 269277"/>
                  <a:gd name="connsiteY2" fmla="*/ 142125 h 195057"/>
                  <a:gd name="connsiteX3" fmla="*/ 0 w 269277"/>
                  <a:gd name="connsiteY3" fmla="*/ 52933 h 195057"/>
                  <a:gd name="connsiteX4" fmla="*/ 52932 w 269277"/>
                  <a:gd name="connsiteY4" fmla="*/ 0 h 195057"/>
                  <a:gd name="connsiteX5" fmla="*/ 216344 w 269277"/>
                  <a:gd name="connsiteY5" fmla="*/ 0 h 195057"/>
                  <a:gd name="connsiteX6" fmla="*/ 269277 w 269277"/>
                  <a:gd name="connsiteY6" fmla="*/ 52933 h 195057"/>
                  <a:gd name="connsiteX7" fmla="*/ 269277 w 269277"/>
                  <a:gd name="connsiteY7" fmla="*/ 142125 h 195057"/>
                  <a:gd name="connsiteX8" fmla="*/ 216344 w 269277"/>
                  <a:gd name="connsiteY8" fmla="*/ 195058 h 195057"/>
                  <a:gd name="connsiteX9" fmla="*/ 52932 w 269277"/>
                  <a:gd name="connsiteY9" fmla="*/ 14436 h 195057"/>
                  <a:gd name="connsiteX10" fmla="*/ 14436 w 269277"/>
                  <a:gd name="connsiteY10" fmla="*/ 52933 h 195057"/>
                  <a:gd name="connsiteX11" fmla="*/ 14436 w 269277"/>
                  <a:gd name="connsiteY11" fmla="*/ 142125 h 195057"/>
                  <a:gd name="connsiteX12" fmla="*/ 52932 w 269277"/>
                  <a:gd name="connsiteY12" fmla="*/ 180622 h 195057"/>
                  <a:gd name="connsiteX13" fmla="*/ 216344 w 269277"/>
                  <a:gd name="connsiteY13" fmla="*/ 180622 h 195057"/>
                  <a:gd name="connsiteX14" fmla="*/ 254841 w 269277"/>
                  <a:gd name="connsiteY14" fmla="*/ 142125 h 195057"/>
                  <a:gd name="connsiteX15" fmla="*/ 254841 w 269277"/>
                  <a:gd name="connsiteY15" fmla="*/ 52933 h 195057"/>
                  <a:gd name="connsiteX16" fmla="*/ 216344 w 269277"/>
                  <a:gd name="connsiteY16" fmla="*/ 14436 h 195057"/>
                  <a:gd name="connsiteX17" fmla="*/ 52932 w 269277"/>
                  <a:gd name="connsiteY17" fmla="*/ 14436 h 1950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69277" h="195057">
                    <a:moveTo>
                      <a:pt x="216344" y="195058"/>
                    </a:moveTo>
                    <a:lnTo>
                      <a:pt x="52932" y="195058"/>
                    </a:lnTo>
                    <a:cubicBezTo>
                      <a:pt x="23749" y="195058"/>
                      <a:pt x="0" y="171309"/>
                      <a:pt x="0" y="142125"/>
                    </a:cubicBezTo>
                    <a:lnTo>
                      <a:pt x="0" y="52933"/>
                    </a:lnTo>
                    <a:cubicBezTo>
                      <a:pt x="0" y="23749"/>
                      <a:pt x="23749" y="0"/>
                      <a:pt x="52932" y="0"/>
                    </a:cubicBezTo>
                    <a:lnTo>
                      <a:pt x="216344" y="0"/>
                    </a:lnTo>
                    <a:cubicBezTo>
                      <a:pt x="245528" y="0"/>
                      <a:pt x="269277" y="23749"/>
                      <a:pt x="269277" y="52933"/>
                    </a:cubicBezTo>
                    <a:lnTo>
                      <a:pt x="269277" y="142125"/>
                    </a:lnTo>
                    <a:cubicBezTo>
                      <a:pt x="269277" y="171309"/>
                      <a:pt x="245528" y="195058"/>
                      <a:pt x="216344" y="195058"/>
                    </a:cubicBezTo>
                    <a:close/>
                    <a:moveTo>
                      <a:pt x="52932" y="14436"/>
                    </a:moveTo>
                    <a:cubicBezTo>
                      <a:pt x="31703" y="14436"/>
                      <a:pt x="14436" y="31703"/>
                      <a:pt x="14436" y="52933"/>
                    </a:cubicBezTo>
                    <a:lnTo>
                      <a:pt x="14436" y="142125"/>
                    </a:lnTo>
                    <a:cubicBezTo>
                      <a:pt x="14436" y="163355"/>
                      <a:pt x="31703" y="180622"/>
                      <a:pt x="52932" y="180622"/>
                    </a:cubicBezTo>
                    <a:lnTo>
                      <a:pt x="216344" y="180622"/>
                    </a:lnTo>
                    <a:cubicBezTo>
                      <a:pt x="237574" y="180622"/>
                      <a:pt x="254841" y="163355"/>
                      <a:pt x="254841" y="142125"/>
                    </a:cubicBezTo>
                    <a:lnTo>
                      <a:pt x="254841" y="52933"/>
                    </a:lnTo>
                    <a:cubicBezTo>
                      <a:pt x="254841" y="31703"/>
                      <a:pt x="237574" y="14436"/>
                      <a:pt x="216344" y="14436"/>
                    </a:cubicBezTo>
                    <a:lnTo>
                      <a:pt x="52932" y="14436"/>
                    </a:lnTo>
                    <a:close/>
                  </a:path>
                </a:pathLst>
              </a:custGeom>
              <a:solidFill>
                <a:srgbClr val="262626"/>
              </a:solidFill>
              <a:ln w="2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593" name="Forma Livre: Forma 592">
                <a:extLst>
                  <a:ext uri="{FF2B5EF4-FFF2-40B4-BE49-F238E27FC236}">
                    <a16:creationId xmlns:a16="http://schemas.microsoft.com/office/drawing/2014/main" id="{B5780E00-7CAA-B05B-01C1-4D99A2972F4A}"/>
                  </a:ext>
                </a:extLst>
              </p:cNvPr>
              <p:cNvSpPr/>
              <p:nvPr/>
            </p:nvSpPr>
            <p:spPr>
              <a:xfrm>
                <a:off x="8988737" y="3708738"/>
                <a:ext cx="127207" cy="67000"/>
              </a:xfrm>
              <a:custGeom>
                <a:avLst/>
                <a:gdLst>
                  <a:gd name="connsiteX0" fmla="*/ 119990 w 127207"/>
                  <a:gd name="connsiteY0" fmla="*/ 67001 h 67000"/>
                  <a:gd name="connsiteX1" fmla="*/ 112771 w 127207"/>
                  <a:gd name="connsiteY1" fmla="*/ 59783 h 67000"/>
                  <a:gd name="connsiteX2" fmla="*/ 112771 w 127207"/>
                  <a:gd name="connsiteY2" fmla="*/ 39912 h 67000"/>
                  <a:gd name="connsiteX3" fmla="*/ 84919 w 127207"/>
                  <a:gd name="connsiteY3" fmla="*/ 14436 h 67000"/>
                  <a:gd name="connsiteX4" fmla="*/ 42289 w 127207"/>
                  <a:gd name="connsiteY4" fmla="*/ 14436 h 67000"/>
                  <a:gd name="connsiteX5" fmla="*/ 14436 w 127207"/>
                  <a:gd name="connsiteY5" fmla="*/ 39912 h 67000"/>
                  <a:gd name="connsiteX6" fmla="*/ 14436 w 127207"/>
                  <a:gd name="connsiteY6" fmla="*/ 59783 h 67000"/>
                  <a:gd name="connsiteX7" fmla="*/ 7218 w 127207"/>
                  <a:gd name="connsiteY7" fmla="*/ 67001 h 67000"/>
                  <a:gd name="connsiteX8" fmla="*/ 0 w 127207"/>
                  <a:gd name="connsiteY8" fmla="*/ 59783 h 67000"/>
                  <a:gd name="connsiteX9" fmla="*/ 0 w 127207"/>
                  <a:gd name="connsiteY9" fmla="*/ 39912 h 67000"/>
                  <a:gd name="connsiteX10" fmla="*/ 42289 w 127207"/>
                  <a:gd name="connsiteY10" fmla="*/ 0 h 67000"/>
                  <a:gd name="connsiteX11" fmla="*/ 84919 w 127207"/>
                  <a:gd name="connsiteY11" fmla="*/ 0 h 67000"/>
                  <a:gd name="connsiteX12" fmla="*/ 127208 w 127207"/>
                  <a:gd name="connsiteY12" fmla="*/ 39912 h 67000"/>
                  <a:gd name="connsiteX13" fmla="*/ 127208 w 127207"/>
                  <a:gd name="connsiteY13" fmla="*/ 59783 h 67000"/>
                  <a:gd name="connsiteX14" fmla="*/ 119990 w 127207"/>
                  <a:gd name="connsiteY14" fmla="*/ 67001 h 67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27207" h="67000">
                    <a:moveTo>
                      <a:pt x="119990" y="67001"/>
                    </a:moveTo>
                    <a:cubicBezTo>
                      <a:pt x="115999" y="67001"/>
                      <a:pt x="112771" y="63774"/>
                      <a:pt x="112771" y="59783"/>
                    </a:cubicBezTo>
                    <a:lnTo>
                      <a:pt x="112771" y="39912"/>
                    </a:lnTo>
                    <a:cubicBezTo>
                      <a:pt x="112771" y="25872"/>
                      <a:pt x="100289" y="14436"/>
                      <a:pt x="84919" y="14436"/>
                    </a:cubicBezTo>
                    <a:lnTo>
                      <a:pt x="42289" y="14436"/>
                    </a:lnTo>
                    <a:cubicBezTo>
                      <a:pt x="26919" y="14436"/>
                      <a:pt x="14436" y="25872"/>
                      <a:pt x="14436" y="39912"/>
                    </a:cubicBezTo>
                    <a:lnTo>
                      <a:pt x="14436" y="59783"/>
                    </a:lnTo>
                    <a:cubicBezTo>
                      <a:pt x="14436" y="63774"/>
                      <a:pt x="11209" y="67001"/>
                      <a:pt x="7218" y="67001"/>
                    </a:cubicBezTo>
                    <a:cubicBezTo>
                      <a:pt x="3227" y="67001"/>
                      <a:pt x="0" y="63774"/>
                      <a:pt x="0" y="59783"/>
                    </a:cubicBezTo>
                    <a:lnTo>
                      <a:pt x="0" y="39912"/>
                    </a:lnTo>
                    <a:cubicBezTo>
                      <a:pt x="0" y="17889"/>
                      <a:pt x="18965" y="0"/>
                      <a:pt x="42289" y="0"/>
                    </a:cubicBezTo>
                    <a:lnTo>
                      <a:pt x="84919" y="0"/>
                    </a:lnTo>
                    <a:cubicBezTo>
                      <a:pt x="108243" y="0"/>
                      <a:pt x="127208" y="17918"/>
                      <a:pt x="127208" y="39912"/>
                    </a:cubicBezTo>
                    <a:lnTo>
                      <a:pt x="127208" y="59783"/>
                    </a:lnTo>
                    <a:cubicBezTo>
                      <a:pt x="127208" y="63774"/>
                      <a:pt x="123981" y="67001"/>
                      <a:pt x="119990" y="67001"/>
                    </a:cubicBezTo>
                    <a:close/>
                  </a:path>
                </a:pathLst>
              </a:custGeom>
              <a:solidFill>
                <a:srgbClr val="262626"/>
              </a:solidFill>
              <a:ln w="2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grpSp>
        <p:nvGrpSpPr>
          <p:cNvPr id="599" name="Gráfico 3">
            <a:extLst>
              <a:ext uri="{FF2B5EF4-FFF2-40B4-BE49-F238E27FC236}">
                <a16:creationId xmlns:a16="http://schemas.microsoft.com/office/drawing/2014/main" id="{AA10CE4D-7983-C3E1-D3D6-F4B2A59F919F}"/>
              </a:ext>
            </a:extLst>
          </p:cNvPr>
          <p:cNvGrpSpPr/>
          <p:nvPr/>
        </p:nvGrpSpPr>
        <p:grpSpPr>
          <a:xfrm>
            <a:off x="6686005" y="5205388"/>
            <a:ext cx="552838" cy="588408"/>
            <a:chOff x="6658317" y="5175918"/>
            <a:chExt cx="608214" cy="647348"/>
          </a:xfrm>
          <a:solidFill>
            <a:srgbClr val="262626"/>
          </a:solidFill>
        </p:grpSpPr>
        <p:sp>
          <p:nvSpPr>
            <p:cNvPr id="600" name="Forma Livre: Forma 599">
              <a:extLst>
                <a:ext uri="{FF2B5EF4-FFF2-40B4-BE49-F238E27FC236}">
                  <a16:creationId xmlns:a16="http://schemas.microsoft.com/office/drawing/2014/main" id="{13479FEB-BFF9-91D6-B299-66AA52D4A65B}"/>
                </a:ext>
              </a:extLst>
            </p:cNvPr>
            <p:cNvSpPr/>
            <p:nvPr/>
          </p:nvSpPr>
          <p:spPr>
            <a:xfrm>
              <a:off x="6928573" y="5175918"/>
              <a:ext cx="337958" cy="627986"/>
            </a:xfrm>
            <a:custGeom>
              <a:avLst/>
              <a:gdLst>
                <a:gd name="connsiteX0" fmla="*/ 54274 w 337958"/>
                <a:gd name="connsiteY0" fmla="*/ 627987 h 627986"/>
                <a:gd name="connsiteX1" fmla="*/ 47084 w 337958"/>
                <a:gd name="connsiteY1" fmla="*/ 621278 h 627986"/>
                <a:gd name="connsiteX2" fmla="*/ 53793 w 337958"/>
                <a:gd name="connsiteY2" fmla="*/ 613579 h 627986"/>
                <a:gd name="connsiteX3" fmla="*/ 100894 w 337958"/>
                <a:gd name="connsiteY3" fmla="*/ 602030 h 627986"/>
                <a:gd name="connsiteX4" fmla="*/ 172735 w 337958"/>
                <a:gd name="connsiteY4" fmla="*/ 562147 h 627986"/>
                <a:gd name="connsiteX5" fmla="*/ 302689 w 337958"/>
                <a:gd name="connsiteY5" fmla="*/ 421069 h 627986"/>
                <a:gd name="connsiteX6" fmla="*/ 303001 w 337958"/>
                <a:gd name="connsiteY6" fmla="*/ 420333 h 627986"/>
                <a:gd name="connsiteX7" fmla="*/ 323523 w 337958"/>
                <a:gd name="connsiteY7" fmla="*/ 329215 h 627986"/>
                <a:gd name="connsiteX8" fmla="*/ 323523 w 337958"/>
                <a:gd name="connsiteY8" fmla="*/ 80574 h 627986"/>
                <a:gd name="connsiteX9" fmla="*/ 79891 w 337958"/>
                <a:gd name="connsiteY9" fmla="*/ 16007 h 627986"/>
                <a:gd name="connsiteX10" fmla="*/ 9692 w 337958"/>
                <a:gd name="connsiteY10" fmla="*/ 50880 h 627986"/>
                <a:gd name="connsiteX11" fmla="*/ 435 w 337958"/>
                <a:gd name="connsiteY11" fmla="*/ 46549 h 627986"/>
                <a:gd name="connsiteX12" fmla="*/ 4766 w 337958"/>
                <a:gd name="connsiteY12" fmla="*/ 37293 h 627986"/>
                <a:gd name="connsiteX13" fmla="*/ 75730 w 337958"/>
                <a:gd name="connsiteY13" fmla="*/ 1316 h 627986"/>
                <a:gd name="connsiteX14" fmla="*/ 84052 w 337958"/>
                <a:gd name="connsiteY14" fmla="*/ 1316 h 627986"/>
                <a:gd name="connsiteX15" fmla="*/ 330741 w 337958"/>
                <a:gd name="connsiteY15" fmla="*/ 66166 h 627986"/>
                <a:gd name="connsiteX16" fmla="*/ 337958 w 337958"/>
                <a:gd name="connsiteY16" fmla="*/ 73384 h 627986"/>
                <a:gd name="connsiteX17" fmla="*/ 337958 w 337958"/>
                <a:gd name="connsiteY17" fmla="*/ 329187 h 627986"/>
                <a:gd name="connsiteX18" fmla="*/ 316248 w 337958"/>
                <a:gd name="connsiteY18" fmla="*/ 426079 h 627986"/>
                <a:gd name="connsiteX19" fmla="*/ 315993 w 337958"/>
                <a:gd name="connsiteY19" fmla="*/ 426701 h 627986"/>
                <a:gd name="connsiteX20" fmla="*/ 181341 w 337958"/>
                <a:gd name="connsiteY20" fmla="*/ 573695 h 627986"/>
                <a:gd name="connsiteX21" fmla="*/ 105961 w 337958"/>
                <a:gd name="connsiteY21" fmla="*/ 615504 h 627986"/>
                <a:gd name="connsiteX22" fmla="*/ 54784 w 337958"/>
                <a:gd name="connsiteY22" fmla="*/ 627930 h 627986"/>
                <a:gd name="connsiteX23" fmla="*/ 54274 w 337958"/>
                <a:gd name="connsiteY23" fmla="*/ 627930 h 6279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37958" h="627986">
                  <a:moveTo>
                    <a:pt x="54274" y="627987"/>
                  </a:moveTo>
                  <a:cubicBezTo>
                    <a:pt x="50509" y="627987"/>
                    <a:pt x="47339" y="625071"/>
                    <a:pt x="47084" y="621278"/>
                  </a:cubicBezTo>
                  <a:cubicBezTo>
                    <a:pt x="46801" y="617315"/>
                    <a:pt x="49802" y="613862"/>
                    <a:pt x="53793" y="613579"/>
                  </a:cubicBezTo>
                  <a:cubicBezTo>
                    <a:pt x="66814" y="612673"/>
                    <a:pt x="83090" y="608682"/>
                    <a:pt x="100894" y="602030"/>
                  </a:cubicBezTo>
                  <a:cubicBezTo>
                    <a:pt x="125153" y="592915"/>
                    <a:pt x="149326" y="579498"/>
                    <a:pt x="172735" y="562147"/>
                  </a:cubicBezTo>
                  <a:cubicBezTo>
                    <a:pt x="217629" y="528887"/>
                    <a:pt x="272911" y="482804"/>
                    <a:pt x="302689" y="421069"/>
                  </a:cubicBezTo>
                  <a:cubicBezTo>
                    <a:pt x="302774" y="420814"/>
                    <a:pt x="302887" y="420587"/>
                    <a:pt x="303001" y="420333"/>
                  </a:cubicBezTo>
                  <a:cubicBezTo>
                    <a:pt x="316418" y="393017"/>
                    <a:pt x="323523" y="361512"/>
                    <a:pt x="323523" y="329215"/>
                  </a:cubicBezTo>
                  <a:lnTo>
                    <a:pt x="323523" y="80574"/>
                  </a:lnTo>
                  <a:cubicBezTo>
                    <a:pt x="227451" y="79470"/>
                    <a:pt x="139362" y="56117"/>
                    <a:pt x="79891" y="16007"/>
                  </a:cubicBezTo>
                  <a:cubicBezTo>
                    <a:pt x="59878" y="29509"/>
                    <a:pt x="36300" y="41228"/>
                    <a:pt x="9692" y="50880"/>
                  </a:cubicBezTo>
                  <a:cubicBezTo>
                    <a:pt x="5956" y="52239"/>
                    <a:pt x="1794" y="50314"/>
                    <a:pt x="435" y="46549"/>
                  </a:cubicBezTo>
                  <a:cubicBezTo>
                    <a:pt x="-923" y="42813"/>
                    <a:pt x="1002" y="38652"/>
                    <a:pt x="4766" y="37293"/>
                  </a:cubicBezTo>
                  <a:cubicBezTo>
                    <a:pt x="32054" y="27386"/>
                    <a:pt x="55916" y="15299"/>
                    <a:pt x="75730" y="1316"/>
                  </a:cubicBezTo>
                  <a:cubicBezTo>
                    <a:pt x="78221" y="-439"/>
                    <a:pt x="81561" y="-439"/>
                    <a:pt x="84052" y="1316"/>
                  </a:cubicBezTo>
                  <a:cubicBezTo>
                    <a:pt x="141740" y="41936"/>
                    <a:pt x="233961" y="66166"/>
                    <a:pt x="330741" y="66166"/>
                  </a:cubicBezTo>
                  <a:cubicBezTo>
                    <a:pt x="334732" y="66166"/>
                    <a:pt x="337958" y="69393"/>
                    <a:pt x="337958" y="73384"/>
                  </a:cubicBezTo>
                  <a:lnTo>
                    <a:pt x="337958" y="329187"/>
                  </a:lnTo>
                  <a:cubicBezTo>
                    <a:pt x="337958" y="363466"/>
                    <a:pt x="330457" y="396952"/>
                    <a:pt x="316248" y="426079"/>
                  </a:cubicBezTo>
                  <a:cubicBezTo>
                    <a:pt x="316163" y="426305"/>
                    <a:pt x="316078" y="426503"/>
                    <a:pt x="315993" y="426701"/>
                  </a:cubicBezTo>
                  <a:cubicBezTo>
                    <a:pt x="284912" y="491551"/>
                    <a:pt x="227706" y="539332"/>
                    <a:pt x="181341" y="573695"/>
                  </a:cubicBezTo>
                  <a:cubicBezTo>
                    <a:pt x="156827" y="591840"/>
                    <a:pt x="131465" y="605908"/>
                    <a:pt x="105961" y="615504"/>
                  </a:cubicBezTo>
                  <a:cubicBezTo>
                    <a:pt x="86572" y="622722"/>
                    <a:pt x="69361" y="626911"/>
                    <a:pt x="54784" y="627930"/>
                  </a:cubicBezTo>
                  <a:cubicBezTo>
                    <a:pt x="54614" y="627930"/>
                    <a:pt x="54444" y="627930"/>
                    <a:pt x="54274" y="627930"/>
                  </a:cubicBezTo>
                  <a:close/>
                </a:path>
              </a:pathLst>
            </a:custGeom>
            <a:solidFill>
              <a:srgbClr val="262626"/>
            </a:solidFill>
            <a:ln w="2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grpSp>
          <p:nvGrpSpPr>
            <p:cNvPr id="601" name="Gráfico 3">
              <a:extLst>
                <a:ext uri="{FF2B5EF4-FFF2-40B4-BE49-F238E27FC236}">
                  <a16:creationId xmlns:a16="http://schemas.microsoft.com/office/drawing/2014/main" id="{54A9E119-21E5-1C06-A715-AF9ADC30A0BF}"/>
                </a:ext>
              </a:extLst>
            </p:cNvPr>
            <p:cNvGrpSpPr/>
            <p:nvPr/>
          </p:nvGrpSpPr>
          <p:grpSpPr>
            <a:xfrm>
              <a:off x="6658317" y="5196879"/>
              <a:ext cx="379938" cy="626387"/>
              <a:chOff x="6658317" y="5196879"/>
              <a:chExt cx="379938" cy="626387"/>
            </a:xfrm>
            <a:solidFill>
              <a:srgbClr val="262626"/>
            </a:solidFill>
          </p:grpSpPr>
          <p:grpSp>
            <p:nvGrpSpPr>
              <p:cNvPr id="602" name="Gráfico 3">
                <a:extLst>
                  <a:ext uri="{FF2B5EF4-FFF2-40B4-BE49-F238E27FC236}">
                    <a16:creationId xmlns:a16="http://schemas.microsoft.com/office/drawing/2014/main" id="{642594D9-0E9F-62D3-A066-84AA98F11860}"/>
                  </a:ext>
                </a:extLst>
              </p:cNvPr>
              <p:cNvGrpSpPr/>
              <p:nvPr/>
            </p:nvGrpSpPr>
            <p:grpSpPr>
              <a:xfrm>
                <a:off x="6658317" y="5196879"/>
                <a:ext cx="331804" cy="626387"/>
                <a:chOff x="6658317" y="5196879"/>
                <a:chExt cx="331804" cy="626387"/>
              </a:xfrm>
              <a:solidFill>
                <a:srgbClr val="262626"/>
              </a:solidFill>
            </p:grpSpPr>
            <p:sp>
              <p:nvSpPr>
                <p:cNvPr id="604" name="Forma Livre: Forma 603">
                  <a:extLst>
                    <a:ext uri="{FF2B5EF4-FFF2-40B4-BE49-F238E27FC236}">
                      <a16:creationId xmlns:a16="http://schemas.microsoft.com/office/drawing/2014/main" id="{D621FDB3-BBFF-A485-C40E-CCE8B5F7FB9E}"/>
                    </a:ext>
                  </a:extLst>
                </p:cNvPr>
                <p:cNvSpPr/>
                <p:nvPr/>
              </p:nvSpPr>
              <p:spPr>
                <a:xfrm>
                  <a:off x="6735706" y="5196879"/>
                  <a:ext cx="176969" cy="176970"/>
                </a:xfrm>
                <a:custGeom>
                  <a:avLst/>
                  <a:gdLst>
                    <a:gd name="connsiteX0" fmla="*/ 88485 w 176969"/>
                    <a:gd name="connsiteY0" fmla="*/ 176970 h 176970"/>
                    <a:gd name="connsiteX1" fmla="*/ 0 w 176969"/>
                    <a:gd name="connsiteY1" fmla="*/ 88485 h 176970"/>
                    <a:gd name="connsiteX2" fmla="*/ 88485 w 176969"/>
                    <a:gd name="connsiteY2" fmla="*/ 0 h 176970"/>
                    <a:gd name="connsiteX3" fmla="*/ 176970 w 176969"/>
                    <a:gd name="connsiteY3" fmla="*/ 88485 h 176970"/>
                    <a:gd name="connsiteX4" fmla="*/ 88485 w 176969"/>
                    <a:gd name="connsiteY4" fmla="*/ 176970 h 176970"/>
                    <a:gd name="connsiteX5" fmla="*/ 88485 w 176969"/>
                    <a:gd name="connsiteY5" fmla="*/ 14436 h 176970"/>
                    <a:gd name="connsiteX6" fmla="*/ 14436 w 176969"/>
                    <a:gd name="connsiteY6" fmla="*/ 88485 h 176970"/>
                    <a:gd name="connsiteX7" fmla="*/ 88485 w 176969"/>
                    <a:gd name="connsiteY7" fmla="*/ 162534 h 176970"/>
                    <a:gd name="connsiteX8" fmla="*/ 162534 w 176969"/>
                    <a:gd name="connsiteY8" fmla="*/ 88485 h 176970"/>
                    <a:gd name="connsiteX9" fmla="*/ 88485 w 176969"/>
                    <a:gd name="connsiteY9" fmla="*/ 14436 h 1769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76969" h="176970">
                      <a:moveTo>
                        <a:pt x="88485" y="176970"/>
                      </a:moveTo>
                      <a:cubicBezTo>
                        <a:pt x="39685" y="176970"/>
                        <a:pt x="0" y="137285"/>
                        <a:pt x="0" y="88485"/>
                      </a:cubicBezTo>
                      <a:cubicBezTo>
                        <a:pt x="0" y="39685"/>
                        <a:pt x="39685" y="0"/>
                        <a:pt x="88485" y="0"/>
                      </a:cubicBezTo>
                      <a:cubicBezTo>
                        <a:pt x="137285" y="0"/>
                        <a:pt x="176970" y="39685"/>
                        <a:pt x="176970" y="88485"/>
                      </a:cubicBezTo>
                      <a:cubicBezTo>
                        <a:pt x="176970" y="137285"/>
                        <a:pt x="137285" y="176970"/>
                        <a:pt x="88485" y="176970"/>
                      </a:cubicBezTo>
                      <a:close/>
                      <a:moveTo>
                        <a:pt x="88485" y="14436"/>
                      </a:moveTo>
                      <a:cubicBezTo>
                        <a:pt x="47667" y="14436"/>
                        <a:pt x="14436" y="47639"/>
                        <a:pt x="14436" y="88485"/>
                      </a:cubicBezTo>
                      <a:cubicBezTo>
                        <a:pt x="14436" y="129331"/>
                        <a:pt x="47667" y="162534"/>
                        <a:pt x="88485" y="162534"/>
                      </a:cubicBezTo>
                      <a:cubicBezTo>
                        <a:pt x="129302" y="162534"/>
                        <a:pt x="162534" y="129331"/>
                        <a:pt x="162534" y="88485"/>
                      </a:cubicBezTo>
                      <a:cubicBezTo>
                        <a:pt x="162534" y="47639"/>
                        <a:pt x="129331" y="14436"/>
                        <a:pt x="88485" y="14436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282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605" name="Forma Livre: Forma 604">
                  <a:extLst>
                    <a:ext uri="{FF2B5EF4-FFF2-40B4-BE49-F238E27FC236}">
                      <a16:creationId xmlns:a16="http://schemas.microsoft.com/office/drawing/2014/main" id="{5B2BB604-4D77-1482-5DC9-5AD535447528}"/>
                    </a:ext>
                  </a:extLst>
                </p:cNvPr>
                <p:cNvSpPr/>
                <p:nvPr/>
              </p:nvSpPr>
              <p:spPr>
                <a:xfrm>
                  <a:off x="6658317" y="5420611"/>
                  <a:ext cx="331804" cy="262766"/>
                </a:xfrm>
                <a:custGeom>
                  <a:avLst/>
                  <a:gdLst>
                    <a:gd name="connsiteX0" fmla="*/ 113026 w 331804"/>
                    <a:gd name="connsiteY0" fmla="*/ 262766 h 262766"/>
                    <a:gd name="connsiteX1" fmla="*/ 56103 w 331804"/>
                    <a:gd name="connsiteY1" fmla="*/ 262766 h 262766"/>
                    <a:gd name="connsiteX2" fmla="*/ 0 w 331804"/>
                    <a:gd name="connsiteY2" fmla="*/ 206663 h 262766"/>
                    <a:gd name="connsiteX3" fmla="*/ 0 w 331804"/>
                    <a:gd name="connsiteY3" fmla="*/ 93439 h 262766"/>
                    <a:gd name="connsiteX4" fmla="*/ 87352 w 331804"/>
                    <a:gd name="connsiteY4" fmla="*/ 0 h 262766"/>
                    <a:gd name="connsiteX5" fmla="*/ 244424 w 331804"/>
                    <a:gd name="connsiteY5" fmla="*/ 0 h 262766"/>
                    <a:gd name="connsiteX6" fmla="*/ 331409 w 331804"/>
                    <a:gd name="connsiteY6" fmla="*/ 84324 h 262766"/>
                    <a:gd name="connsiteX7" fmla="*/ 331805 w 331804"/>
                    <a:gd name="connsiteY7" fmla="*/ 102865 h 262766"/>
                    <a:gd name="connsiteX8" fmla="*/ 324643 w 331804"/>
                    <a:gd name="connsiteY8" fmla="*/ 110139 h 262766"/>
                    <a:gd name="connsiteX9" fmla="*/ 317369 w 331804"/>
                    <a:gd name="connsiteY9" fmla="*/ 102978 h 262766"/>
                    <a:gd name="connsiteX10" fmla="*/ 317029 w 331804"/>
                    <a:gd name="connsiteY10" fmla="*/ 85683 h 262766"/>
                    <a:gd name="connsiteX11" fmla="*/ 244424 w 331804"/>
                    <a:gd name="connsiteY11" fmla="*/ 14436 h 262766"/>
                    <a:gd name="connsiteX12" fmla="*/ 87352 w 331804"/>
                    <a:gd name="connsiteY12" fmla="*/ 14436 h 262766"/>
                    <a:gd name="connsiteX13" fmla="*/ 14436 w 331804"/>
                    <a:gd name="connsiteY13" fmla="*/ 93439 h 262766"/>
                    <a:gd name="connsiteX14" fmla="*/ 14436 w 331804"/>
                    <a:gd name="connsiteY14" fmla="*/ 206663 h 262766"/>
                    <a:gd name="connsiteX15" fmla="*/ 56103 w 331804"/>
                    <a:gd name="connsiteY15" fmla="*/ 248330 h 262766"/>
                    <a:gd name="connsiteX16" fmla="*/ 113026 w 331804"/>
                    <a:gd name="connsiteY16" fmla="*/ 248330 h 262766"/>
                    <a:gd name="connsiteX17" fmla="*/ 120245 w 331804"/>
                    <a:gd name="connsiteY17" fmla="*/ 255548 h 262766"/>
                    <a:gd name="connsiteX18" fmla="*/ 113026 w 331804"/>
                    <a:gd name="connsiteY18" fmla="*/ 262766 h 2627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331804" h="262766">
                      <a:moveTo>
                        <a:pt x="113026" y="262766"/>
                      </a:moveTo>
                      <a:lnTo>
                        <a:pt x="56103" y="262766"/>
                      </a:lnTo>
                      <a:cubicBezTo>
                        <a:pt x="25164" y="262766"/>
                        <a:pt x="0" y="237602"/>
                        <a:pt x="0" y="206663"/>
                      </a:cubicBezTo>
                      <a:lnTo>
                        <a:pt x="0" y="93439"/>
                      </a:lnTo>
                      <a:cubicBezTo>
                        <a:pt x="0" y="40166"/>
                        <a:pt x="37534" y="0"/>
                        <a:pt x="87352" y="0"/>
                      </a:cubicBezTo>
                      <a:lnTo>
                        <a:pt x="244424" y="0"/>
                      </a:lnTo>
                      <a:cubicBezTo>
                        <a:pt x="290761" y="0"/>
                        <a:pt x="327332" y="35468"/>
                        <a:pt x="331409" y="84324"/>
                      </a:cubicBezTo>
                      <a:cubicBezTo>
                        <a:pt x="331692" y="87155"/>
                        <a:pt x="331805" y="100260"/>
                        <a:pt x="331805" y="102865"/>
                      </a:cubicBezTo>
                      <a:cubicBezTo>
                        <a:pt x="331805" y="106856"/>
                        <a:pt x="328607" y="110111"/>
                        <a:pt x="324643" y="110139"/>
                      </a:cubicBezTo>
                      <a:cubicBezTo>
                        <a:pt x="320851" y="110054"/>
                        <a:pt x="317397" y="106941"/>
                        <a:pt x="317369" y="102978"/>
                      </a:cubicBezTo>
                      <a:cubicBezTo>
                        <a:pt x="317313" y="95675"/>
                        <a:pt x="317171" y="87211"/>
                        <a:pt x="317029" y="85683"/>
                      </a:cubicBezTo>
                      <a:cubicBezTo>
                        <a:pt x="313604" y="44327"/>
                        <a:pt x="283062" y="14436"/>
                        <a:pt x="244424" y="14436"/>
                      </a:cubicBezTo>
                      <a:lnTo>
                        <a:pt x="87352" y="14436"/>
                      </a:lnTo>
                      <a:cubicBezTo>
                        <a:pt x="45799" y="14436"/>
                        <a:pt x="14436" y="48404"/>
                        <a:pt x="14436" y="93439"/>
                      </a:cubicBezTo>
                      <a:lnTo>
                        <a:pt x="14436" y="206663"/>
                      </a:lnTo>
                      <a:cubicBezTo>
                        <a:pt x="14436" y="229648"/>
                        <a:pt x="33118" y="248330"/>
                        <a:pt x="56103" y="248330"/>
                      </a:cubicBezTo>
                      <a:lnTo>
                        <a:pt x="113026" y="248330"/>
                      </a:lnTo>
                      <a:cubicBezTo>
                        <a:pt x="117018" y="248330"/>
                        <a:pt x="120245" y="251557"/>
                        <a:pt x="120245" y="255548"/>
                      </a:cubicBezTo>
                      <a:cubicBezTo>
                        <a:pt x="120245" y="259539"/>
                        <a:pt x="117018" y="262766"/>
                        <a:pt x="113026" y="262766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282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606" name="Forma Livre: Forma 605">
                  <a:extLst>
                    <a:ext uri="{FF2B5EF4-FFF2-40B4-BE49-F238E27FC236}">
                      <a16:creationId xmlns:a16="http://schemas.microsoft.com/office/drawing/2014/main" id="{2AD811C7-E3C7-4311-B3CE-FCDA2434BDFD}"/>
                    </a:ext>
                  </a:extLst>
                </p:cNvPr>
                <p:cNvSpPr/>
                <p:nvPr/>
              </p:nvSpPr>
              <p:spPr>
                <a:xfrm>
                  <a:off x="6731969" y="5529477"/>
                  <a:ext cx="64877" cy="77955"/>
                </a:xfrm>
                <a:custGeom>
                  <a:avLst/>
                  <a:gdLst>
                    <a:gd name="connsiteX0" fmla="*/ 57659 w 64877"/>
                    <a:gd name="connsiteY0" fmla="*/ 77955 h 77955"/>
                    <a:gd name="connsiteX1" fmla="*/ 7218 w 64877"/>
                    <a:gd name="connsiteY1" fmla="*/ 77955 h 77955"/>
                    <a:gd name="connsiteX2" fmla="*/ 0 w 64877"/>
                    <a:gd name="connsiteY2" fmla="*/ 70737 h 77955"/>
                    <a:gd name="connsiteX3" fmla="*/ 0 w 64877"/>
                    <a:gd name="connsiteY3" fmla="*/ 7218 h 77955"/>
                    <a:gd name="connsiteX4" fmla="*/ 7218 w 64877"/>
                    <a:gd name="connsiteY4" fmla="*/ 0 h 77955"/>
                    <a:gd name="connsiteX5" fmla="*/ 14436 w 64877"/>
                    <a:gd name="connsiteY5" fmla="*/ 7218 h 77955"/>
                    <a:gd name="connsiteX6" fmla="*/ 14436 w 64877"/>
                    <a:gd name="connsiteY6" fmla="*/ 63519 h 77955"/>
                    <a:gd name="connsiteX7" fmla="*/ 57659 w 64877"/>
                    <a:gd name="connsiteY7" fmla="*/ 63519 h 77955"/>
                    <a:gd name="connsiteX8" fmla="*/ 64878 w 64877"/>
                    <a:gd name="connsiteY8" fmla="*/ 70737 h 77955"/>
                    <a:gd name="connsiteX9" fmla="*/ 57659 w 64877"/>
                    <a:gd name="connsiteY9" fmla="*/ 77955 h 779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64877" h="77955">
                      <a:moveTo>
                        <a:pt x="57659" y="77955"/>
                      </a:moveTo>
                      <a:lnTo>
                        <a:pt x="7218" y="77955"/>
                      </a:lnTo>
                      <a:cubicBezTo>
                        <a:pt x="3227" y="77955"/>
                        <a:pt x="0" y="74728"/>
                        <a:pt x="0" y="70737"/>
                      </a:cubicBezTo>
                      <a:lnTo>
                        <a:pt x="0" y="7218"/>
                      </a:lnTo>
                      <a:cubicBezTo>
                        <a:pt x="0" y="3227"/>
                        <a:pt x="3227" y="0"/>
                        <a:pt x="7218" y="0"/>
                      </a:cubicBezTo>
                      <a:cubicBezTo>
                        <a:pt x="11209" y="0"/>
                        <a:pt x="14436" y="3227"/>
                        <a:pt x="14436" y="7218"/>
                      </a:cubicBezTo>
                      <a:lnTo>
                        <a:pt x="14436" y="63519"/>
                      </a:lnTo>
                      <a:lnTo>
                        <a:pt x="57659" y="63519"/>
                      </a:lnTo>
                      <a:cubicBezTo>
                        <a:pt x="61651" y="63519"/>
                        <a:pt x="64878" y="66746"/>
                        <a:pt x="64878" y="70737"/>
                      </a:cubicBezTo>
                      <a:cubicBezTo>
                        <a:pt x="64878" y="74728"/>
                        <a:pt x="61651" y="77955"/>
                        <a:pt x="57659" y="77955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282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607" name="Forma Livre: Forma 606">
                  <a:extLst>
                    <a:ext uri="{FF2B5EF4-FFF2-40B4-BE49-F238E27FC236}">
                      <a16:creationId xmlns:a16="http://schemas.microsoft.com/office/drawing/2014/main" id="{D457FEC8-B86F-8B02-5911-CB90961A2C5E}"/>
                    </a:ext>
                  </a:extLst>
                </p:cNvPr>
                <p:cNvSpPr/>
                <p:nvPr/>
              </p:nvSpPr>
              <p:spPr>
                <a:xfrm>
                  <a:off x="6919356" y="5770136"/>
                  <a:ext cx="14436" cy="53130"/>
                </a:xfrm>
                <a:custGeom>
                  <a:avLst/>
                  <a:gdLst>
                    <a:gd name="connsiteX0" fmla="*/ 7218 w 14436"/>
                    <a:gd name="connsiteY0" fmla="*/ 53131 h 53130"/>
                    <a:gd name="connsiteX1" fmla="*/ 0 w 14436"/>
                    <a:gd name="connsiteY1" fmla="*/ 45913 h 53130"/>
                    <a:gd name="connsiteX2" fmla="*/ 0 w 14436"/>
                    <a:gd name="connsiteY2" fmla="*/ 7218 h 53130"/>
                    <a:gd name="connsiteX3" fmla="*/ 7218 w 14436"/>
                    <a:gd name="connsiteY3" fmla="*/ 0 h 53130"/>
                    <a:gd name="connsiteX4" fmla="*/ 14436 w 14436"/>
                    <a:gd name="connsiteY4" fmla="*/ 7218 h 53130"/>
                    <a:gd name="connsiteX5" fmla="*/ 14436 w 14436"/>
                    <a:gd name="connsiteY5" fmla="*/ 45913 h 53130"/>
                    <a:gd name="connsiteX6" fmla="*/ 7218 w 14436"/>
                    <a:gd name="connsiteY6" fmla="*/ 53131 h 531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4436" h="53130">
                      <a:moveTo>
                        <a:pt x="7218" y="53131"/>
                      </a:moveTo>
                      <a:cubicBezTo>
                        <a:pt x="3227" y="53131"/>
                        <a:pt x="0" y="49904"/>
                        <a:pt x="0" y="45913"/>
                      </a:cubicBezTo>
                      <a:lnTo>
                        <a:pt x="0" y="7218"/>
                      </a:lnTo>
                      <a:cubicBezTo>
                        <a:pt x="0" y="3227"/>
                        <a:pt x="3227" y="0"/>
                        <a:pt x="7218" y="0"/>
                      </a:cubicBezTo>
                      <a:cubicBezTo>
                        <a:pt x="11209" y="0"/>
                        <a:pt x="14436" y="3227"/>
                        <a:pt x="14436" y="7218"/>
                      </a:cubicBezTo>
                      <a:lnTo>
                        <a:pt x="14436" y="45913"/>
                      </a:lnTo>
                      <a:cubicBezTo>
                        <a:pt x="14436" y="49904"/>
                        <a:pt x="11209" y="53131"/>
                        <a:pt x="7218" y="53131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282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608" name="Forma Livre: Forma 607">
                  <a:extLst>
                    <a:ext uri="{FF2B5EF4-FFF2-40B4-BE49-F238E27FC236}">
                      <a16:creationId xmlns:a16="http://schemas.microsoft.com/office/drawing/2014/main" id="{5B77E852-E31B-9B1B-4949-0EDA85A4B9A2}"/>
                    </a:ext>
                  </a:extLst>
                </p:cNvPr>
                <p:cNvSpPr/>
                <p:nvPr/>
              </p:nvSpPr>
              <p:spPr>
                <a:xfrm>
                  <a:off x="6714589" y="5668913"/>
                  <a:ext cx="14436" cy="154353"/>
                </a:xfrm>
                <a:custGeom>
                  <a:avLst/>
                  <a:gdLst>
                    <a:gd name="connsiteX0" fmla="*/ 7218 w 14436"/>
                    <a:gd name="connsiteY0" fmla="*/ 154354 h 154353"/>
                    <a:gd name="connsiteX1" fmla="*/ 0 w 14436"/>
                    <a:gd name="connsiteY1" fmla="*/ 147136 h 154353"/>
                    <a:gd name="connsiteX2" fmla="*/ 0 w 14436"/>
                    <a:gd name="connsiteY2" fmla="*/ 7218 h 154353"/>
                    <a:gd name="connsiteX3" fmla="*/ 7218 w 14436"/>
                    <a:gd name="connsiteY3" fmla="*/ 0 h 154353"/>
                    <a:gd name="connsiteX4" fmla="*/ 14436 w 14436"/>
                    <a:gd name="connsiteY4" fmla="*/ 7218 h 154353"/>
                    <a:gd name="connsiteX5" fmla="*/ 14436 w 14436"/>
                    <a:gd name="connsiteY5" fmla="*/ 147136 h 154353"/>
                    <a:gd name="connsiteX6" fmla="*/ 7218 w 14436"/>
                    <a:gd name="connsiteY6" fmla="*/ 154354 h 1543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4436" h="154353">
                      <a:moveTo>
                        <a:pt x="7218" y="154354"/>
                      </a:moveTo>
                      <a:cubicBezTo>
                        <a:pt x="3227" y="154354"/>
                        <a:pt x="0" y="151127"/>
                        <a:pt x="0" y="147136"/>
                      </a:cubicBezTo>
                      <a:lnTo>
                        <a:pt x="0" y="7218"/>
                      </a:lnTo>
                      <a:cubicBezTo>
                        <a:pt x="0" y="3227"/>
                        <a:pt x="3227" y="0"/>
                        <a:pt x="7218" y="0"/>
                      </a:cubicBezTo>
                      <a:cubicBezTo>
                        <a:pt x="11210" y="0"/>
                        <a:pt x="14436" y="3227"/>
                        <a:pt x="14436" y="7218"/>
                      </a:cubicBezTo>
                      <a:lnTo>
                        <a:pt x="14436" y="147136"/>
                      </a:lnTo>
                      <a:cubicBezTo>
                        <a:pt x="14436" y="151127"/>
                        <a:pt x="11210" y="154354"/>
                        <a:pt x="7218" y="154354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282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  <p:sp>
            <p:nvSpPr>
              <p:cNvPr id="603" name="Forma Livre: Forma 602">
                <a:extLst>
                  <a:ext uri="{FF2B5EF4-FFF2-40B4-BE49-F238E27FC236}">
                    <a16:creationId xmlns:a16="http://schemas.microsoft.com/office/drawing/2014/main" id="{34A29C19-4238-F4B6-5904-45BD9924EEF9}"/>
                  </a:ext>
                </a:extLst>
              </p:cNvPr>
              <p:cNvSpPr/>
              <p:nvPr/>
            </p:nvSpPr>
            <p:spPr>
              <a:xfrm>
                <a:off x="6800854" y="5546460"/>
                <a:ext cx="237400" cy="189991"/>
              </a:xfrm>
              <a:custGeom>
                <a:avLst/>
                <a:gdLst>
                  <a:gd name="connsiteX0" fmla="*/ 187852 w 237400"/>
                  <a:gd name="connsiteY0" fmla="*/ 189991 h 189991"/>
                  <a:gd name="connsiteX1" fmla="*/ 7202 w 237400"/>
                  <a:gd name="connsiteY1" fmla="*/ 189991 h 189991"/>
                  <a:gd name="connsiteX2" fmla="*/ 1541 w 237400"/>
                  <a:gd name="connsiteY2" fmla="*/ 187245 h 189991"/>
                  <a:gd name="connsiteX3" fmla="*/ 211 w 237400"/>
                  <a:gd name="connsiteY3" fmla="*/ 181103 h 189991"/>
                  <a:gd name="connsiteX4" fmla="*/ 42528 w 237400"/>
                  <a:gd name="connsiteY4" fmla="*/ 5520 h 189991"/>
                  <a:gd name="connsiteX5" fmla="*/ 49548 w 237400"/>
                  <a:gd name="connsiteY5" fmla="*/ 0 h 189991"/>
                  <a:gd name="connsiteX6" fmla="*/ 230198 w 237400"/>
                  <a:gd name="connsiteY6" fmla="*/ 0 h 189991"/>
                  <a:gd name="connsiteX7" fmla="*/ 235860 w 237400"/>
                  <a:gd name="connsiteY7" fmla="*/ 2746 h 189991"/>
                  <a:gd name="connsiteX8" fmla="*/ 237190 w 237400"/>
                  <a:gd name="connsiteY8" fmla="*/ 8888 h 189991"/>
                  <a:gd name="connsiteX9" fmla="*/ 194872 w 237400"/>
                  <a:gd name="connsiteY9" fmla="*/ 184471 h 189991"/>
                  <a:gd name="connsiteX10" fmla="*/ 187852 w 237400"/>
                  <a:gd name="connsiteY10" fmla="*/ 189991 h 189991"/>
                  <a:gd name="connsiteX11" fmla="*/ 16345 w 237400"/>
                  <a:gd name="connsiteY11" fmla="*/ 175555 h 189991"/>
                  <a:gd name="connsiteX12" fmla="*/ 182163 w 237400"/>
                  <a:gd name="connsiteY12" fmla="*/ 175555 h 189991"/>
                  <a:gd name="connsiteX13" fmla="*/ 220999 w 237400"/>
                  <a:gd name="connsiteY13" fmla="*/ 14408 h 189991"/>
                  <a:gd name="connsiteX14" fmla="*/ 55182 w 237400"/>
                  <a:gd name="connsiteY14" fmla="*/ 14408 h 189991"/>
                  <a:gd name="connsiteX15" fmla="*/ 16345 w 237400"/>
                  <a:gd name="connsiteY15" fmla="*/ 175555 h 1899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37400" h="189991">
                    <a:moveTo>
                      <a:pt x="187852" y="189991"/>
                    </a:moveTo>
                    <a:lnTo>
                      <a:pt x="7202" y="189991"/>
                    </a:lnTo>
                    <a:cubicBezTo>
                      <a:pt x="4994" y="189991"/>
                      <a:pt x="2899" y="188972"/>
                      <a:pt x="1541" y="187245"/>
                    </a:cubicBezTo>
                    <a:cubicBezTo>
                      <a:pt x="182" y="185519"/>
                      <a:pt x="-327" y="183254"/>
                      <a:pt x="211" y="181103"/>
                    </a:cubicBezTo>
                    <a:lnTo>
                      <a:pt x="42528" y="5520"/>
                    </a:lnTo>
                    <a:cubicBezTo>
                      <a:pt x="43321" y="2264"/>
                      <a:pt x="46208" y="0"/>
                      <a:pt x="49548" y="0"/>
                    </a:cubicBezTo>
                    <a:lnTo>
                      <a:pt x="230198" y="0"/>
                    </a:lnTo>
                    <a:cubicBezTo>
                      <a:pt x="232406" y="0"/>
                      <a:pt x="234501" y="1019"/>
                      <a:pt x="235860" y="2746"/>
                    </a:cubicBezTo>
                    <a:cubicBezTo>
                      <a:pt x="237218" y="4472"/>
                      <a:pt x="237728" y="6737"/>
                      <a:pt x="237190" y="8888"/>
                    </a:cubicBezTo>
                    <a:lnTo>
                      <a:pt x="194872" y="184471"/>
                    </a:lnTo>
                    <a:cubicBezTo>
                      <a:pt x="194080" y="187726"/>
                      <a:pt x="191192" y="189991"/>
                      <a:pt x="187852" y="189991"/>
                    </a:cubicBezTo>
                    <a:close/>
                    <a:moveTo>
                      <a:pt x="16345" y="175555"/>
                    </a:moveTo>
                    <a:lnTo>
                      <a:pt x="182163" y="175555"/>
                    </a:lnTo>
                    <a:lnTo>
                      <a:pt x="220999" y="14408"/>
                    </a:lnTo>
                    <a:lnTo>
                      <a:pt x="55182" y="14408"/>
                    </a:lnTo>
                    <a:lnTo>
                      <a:pt x="16345" y="175555"/>
                    </a:lnTo>
                    <a:close/>
                  </a:path>
                </a:pathLst>
              </a:custGeom>
              <a:solidFill>
                <a:srgbClr val="262626"/>
              </a:solidFill>
              <a:ln w="2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grpSp>
        <p:nvGrpSpPr>
          <p:cNvPr id="609" name="Gráfico 3">
            <a:extLst>
              <a:ext uri="{FF2B5EF4-FFF2-40B4-BE49-F238E27FC236}">
                <a16:creationId xmlns:a16="http://schemas.microsoft.com/office/drawing/2014/main" id="{A31C385E-BF5B-1287-B028-256C616A4CD2}"/>
              </a:ext>
            </a:extLst>
          </p:cNvPr>
          <p:cNvGrpSpPr/>
          <p:nvPr/>
        </p:nvGrpSpPr>
        <p:grpSpPr>
          <a:xfrm>
            <a:off x="3750546" y="4313709"/>
            <a:ext cx="626660" cy="565044"/>
            <a:chOff x="3719161" y="4285409"/>
            <a:chExt cx="689430" cy="621643"/>
          </a:xfrm>
          <a:solidFill>
            <a:srgbClr val="262626"/>
          </a:solidFill>
        </p:grpSpPr>
        <p:grpSp>
          <p:nvGrpSpPr>
            <p:cNvPr id="610" name="Gráfico 3">
              <a:extLst>
                <a:ext uri="{FF2B5EF4-FFF2-40B4-BE49-F238E27FC236}">
                  <a16:creationId xmlns:a16="http://schemas.microsoft.com/office/drawing/2014/main" id="{A8A59C26-6852-54AE-C911-DEE9096B62BC}"/>
                </a:ext>
              </a:extLst>
            </p:cNvPr>
            <p:cNvGrpSpPr/>
            <p:nvPr/>
          </p:nvGrpSpPr>
          <p:grpSpPr>
            <a:xfrm>
              <a:off x="4135676" y="4331169"/>
              <a:ext cx="272915" cy="442476"/>
              <a:chOff x="4135676" y="4331169"/>
              <a:chExt cx="272915" cy="442476"/>
            </a:xfrm>
            <a:solidFill>
              <a:srgbClr val="262626"/>
            </a:solidFill>
          </p:grpSpPr>
          <p:sp>
            <p:nvSpPr>
              <p:cNvPr id="620" name="Forma Livre: Forma 619">
                <a:extLst>
                  <a:ext uri="{FF2B5EF4-FFF2-40B4-BE49-F238E27FC236}">
                    <a16:creationId xmlns:a16="http://schemas.microsoft.com/office/drawing/2014/main" id="{1CD66E9B-5564-0100-8F93-09B821BBD34C}"/>
                  </a:ext>
                </a:extLst>
              </p:cNvPr>
              <p:cNvSpPr/>
              <p:nvPr/>
            </p:nvSpPr>
            <p:spPr>
              <a:xfrm>
                <a:off x="4135676" y="4331169"/>
                <a:ext cx="272915" cy="442476"/>
              </a:xfrm>
              <a:custGeom>
                <a:avLst/>
                <a:gdLst>
                  <a:gd name="connsiteX0" fmla="*/ 191174 w 272915"/>
                  <a:gd name="connsiteY0" fmla="*/ 442476 h 442476"/>
                  <a:gd name="connsiteX1" fmla="*/ 189759 w 272915"/>
                  <a:gd name="connsiteY1" fmla="*/ 442335 h 442476"/>
                  <a:gd name="connsiteX2" fmla="*/ 184069 w 272915"/>
                  <a:gd name="connsiteY2" fmla="*/ 433843 h 442476"/>
                  <a:gd name="connsiteX3" fmla="*/ 257212 w 272915"/>
                  <a:gd name="connsiteY3" fmla="*/ 64079 h 442476"/>
                  <a:gd name="connsiteX4" fmla="*/ 5825 w 272915"/>
                  <a:gd name="connsiteY4" fmla="*/ 14317 h 442476"/>
                  <a:gd name="connsiteX5" fmla="*/ 135 w 272915"/>
                  <a:gd name="connsiteY5" fmla="*/ 5825 h 442476"/>
                  <a:gd name="connsiteX6" fmla="*/ 8627 w 272915"/>
                  <a:gd name="connsiteY6" fmla="*/ 135 h 442476"/>
                  <a:gd name="connsiteX7" fmla="*/ 267091 w 272915"/>
                  <a:gd name="connsiteY7" fmla="*/ 51285 h 442476"/>
                  <a:gd name="connsiteX8" fmla="*/ 272780 w 272915"/>
                  <a:gd name="connsiteY8" fmla="*/ 59777 h 442476"/>
                  <a:gd name="connsiteX9" fmla="*/ 198250 w 272915"/>
                  <a:gd name="connsiteY9" fmla="*/ 436617 h 442476"/>
                  <a:gd name="connsiteX10" fmla="*/ 191174 w 272915"/>
                  <a:gd name="connsiteY10" fmla="*/ 442448 h 4424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72915" h="442476">
                    <a:moveTo>
                      <a:pt x="191174" y="442476"/>
                    </a:moveTo>
                    <a:cubicBezTo>
                      <a:pt x="190721" y="442476"/>
                      <a:pt x="190240" y="442448"/>
                      <a:pt x="189759" y="442335"/>
                    </a:cubicBezTo>
                    <a:cubicBezTo>
                      <a:pt x="185852" y="441570"/>
                      <a:pt x="183305" y="437749"/>
                      <a:pt x="184069" y="433843"/>
                    </a:cubicBezTo>
                    <a:lnTo>
                      <a:pt x="257212" y="64079"/>
                    </a:lnTo>
                    <a:lnTo>
                      <a:pt x="5825" y="14317"/>
                    </a:lnTo>
                    <a:cubicBezTo>
                      <a:pt x="1919" y="13553"/>
                      <a:pt x="-629" y="9731"/>
                      <a:pt x="135" y="5825"/>
                    </a:cubicBezTo>
                    <a:cubicBezTo>
                      <a:pt x="900" y="1919"/>
                      <a:pt x="4721" y="-629"/>
                      <a:pt x="8627" y="135"/>
                    </a:cubicBezTo>
                    <a:lnTo>
                      <a:pt x="267091" y="51285"/>
                    </a:lnTo>
                    <a:cubicBezTo>
                      <a:pt x="270998" y="52049"/>
                      <a:pt x="273545" y="55870"/>
                      <a:pt x="272780" y="59777"/>
                    </a:cubicBezTo>
                    <a:lnTo>
                      <a:pt x="198250" y="436617"/>
                    </a:lnTo>
                    <a:cubicBezTo>
                      <a:pt x="197571" y="440070"/>
                      <a:pt x="194542" y="442448"/>
                      <a:pt x="191174" y="442448"/>
                    </a:cubicBezTo>
                    <a:close/>
                  </a:path>
                </a:pathLst>
              </a:custGeom>
              <a:solidFill>
                <a:srgbClr val="262626"/>
              </a:solidFill>
              <a:ln w="2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grpSp>
            <p:nvGrpSpPr>
              <p:cNvPr id="621" name="Gráfico 3">
                <a:extLst>
                  <a:ext uri="{FF2B5EF4-FFF2-40B4-BE49-F238E27FC236}">
                    <a16:creationId xmlns:a16="http://schemas.microsoft.com/office/drawing/2014/main" id="{E7B996FA-1467-DAD9-1999-63CDCF433D71}"/>
                  </a:ext>
                </a:extLst>
              </p:cNvPr>
              <p:cNvGrpSpPr/>
              <p:nvPr/>
            </p:nvGrpSpPr>
            <p:grpSpPr>
              <a:xfrm>
                <a:off x="4165765" y="4413879"/>
                <a:ext cx="174693" cy="190041"/>
                <a:chOff x="4165765" y="4413879"/>
                <a:chExt cx="174693" cy="190041"/>
              </a:xfrm>
              <a:solidFill>
                <a:srgbClr val="262626"/>
              </a:solidFill>
            </p:grpSpPr>
            <p:sp>
              <p:nvSpPr>
                <p:cNvPr id="622" name="Forma Livre: Forma 621">
                  <a:extLst>
                    <a:ext uri="{FF2B5EF4-FFF2-40B4-BE49-F238E27FC236}">
                      <a16:creationId xmlns:a16="http://schemas.microsoft.com/office/drawing/2014/main" id="{418296AF-23E0-7611-F03B-62CE4CEB43E6}"/>
                    </a:ext>
                  </a:extLst>
                </p:cNvPr>
                <p:cNvSpPr/>
                <p:nvPr/>
              </p:nvSpPr>
              <p:spPr>
                <a:xfrm>
                  <a:off x="4165765" y="4413879"/>
                  <a:ext cx="174693" cy="46161"/>
                </a:xfrm>
                <a:custGeom>
                  <a:avLst/>
                  <a:gdLst>
                    <a:gd name="connsiteX0" fmla="*/ 167482 w 174693"/>
                    <a:gd name="connsiteY0" fmla="*/ 46161 h 46161"/>
                    <a:gd name="connsiteX1" fmla="*/ 166066 w 174693"/>
                    <a:gd name="connsiteY1" fmla="*/ 46020 h 46161"/>
                    <a:gd name="connsiteX2" fmla="*/ 5825 w 174693"/>
                    <a:gd name="connsiteY2" fmla="*/ 14317 h 46161"/>
                    <a:gd name="connsiteX3" fmla="*/ 135 w 174693"/>
                    <a:gd name="connsiteY3" fmla="*/ 5825 h 46161"/>
                    <a:gd name="connsiteX4" fmla="*/ 8627 w 174693"/>
                    <a:gd name="connsiteY4" fmla="*/ 135 h 46161"/>
                    <a:gd name="connsiteX5" fmla="*/ 168869 w 174693"/>
                    <a:gd name="connsiteY5" fmla="*/ 31838 h 46161"/>
                    <a:gd name="connsiteX6" fmla="*/ 174558 w 174693"/>
                    <a:gd name="connsiteY6" fmla="*/ 40330 h 46161"/>
                    <a:gd name="connsiteX7" fmla="*/ 167482 w 174693"/>
                    <a:gd name="connsiteY7" fmla="*/ 46161 h 461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74693" h="46161">
                      <a:moveTo>
                        <a:pt x="167482" y="46161"/>
                      </a:moveTo>
                      <a:cubicBezTo>
                        <a:pt x="167029" y="46161"/>
                        <a:pt x="166548" y="46133"/>
                        <a:pt x="166066" y="46020"/>
                      </a:cubicBezTo>
                      <a:lnTo>
                        <a:pt x="5825" y="14317"/>
                      </a:lnTo>
                      <a:cubicBezTo>
                        <a:pt x="1919" y="13553"/>
                        <a:pt x="-629" y="9731"/>
                        <a:pt x="135" y="5825"/>
                      </a:cubicBezTo>
                      <a:cubicBezTo>
                        <a:pt x="900" y="1919"/>
                        <a:pt x="4721" y="-629"/>
                        <a:pt x="8627" y="135"/>
                      </a:cubicBezTo>
                      <a:lnTo>
                        <a:pt x="168869" y="31838"/>
                      </a:lnTo>
                      <a:cubicBezTo>
                        <a:pt x="172775" y="32603"/>
                        <a:pt x="175322" y="36424"/>
                        <a:pt x="174558" y="40330"/>
                      </a:cubicBezTo>
                      <a:cubicBezTo>
                        <a:pt x="173879" y="43784"/>
                        <a:pt x="170850" y="46161"/>
                        <a:pt x="167482" y="46161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282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623" name="Forma Livre: Forma 622">
                  <a:extLst>
                    <a:ext uri="{FF2B5EF4-FFF2-40B4-BE49-F238E27FC236}">
                      <a16:creationId xmlns:a16="http://schemas.microsoft.com/office/drawing/2014/main" id="{C3655C91-4B53-F24F-1F00-EB0D983D8C49}"/>
                    </a:ext>
                  </a:extLst>
                </p:cNvPr>
                <p:cNvSpPr/>
                <p:nvPr/>
              </p:nvSpPr>
              <p:spPr>
                <a:xfrm>
                  <a:off x="4195090" y="4494410"/>
                  <a:ext cx="131130" cy="37556"/>
                </a:xfrm>
                <a:custGeom>
                  <a:avLst/>
                  <a:gdLst>
                    <a:gd name="connsiteX0" fmla="*/ 123918 w 131130"/>
                    <a:gd name="connsiteY0" fmla="*/ 37556 h 37556"/>
                    <a:gd name="connsiteX1" fmla="*/ 122503 w 131130"/>
                    <a:gd name="connsiteY1" fmla="*/ 37415 h 37556"/>
                    <a:gd name="connsiteX2" fmla="*/ 5825 w 131130"/>
                    <a:gd name="connsiteY2" fmla="*/ 14317 h 37556"/>
                    <a:gd name="connsiteX3" fmla="*/ 135 w 131130"/>
                    <a:gd name="connsiteY3" fmla="*/ 5825 h 37556"/>
                    <a:gd name="connsiteX4" fmla="*/ 8627 w 131130"/>
                    <a:gd name="connsiteY4" fmla="*/ 135 h 37556"/>
                    <a:gd name="connsiteX5" fmla="*/ 125305 w 131130"/>
                    <a:gd name="connsiteY5" fmla="*/ 23233 h 37556"/>
                    <a:gd name="connsiteX6" fmla="*/ 130995 w 131130"/>
                    <a:gd name="connsiteY6" fmla="*/ 31725 h 37556"/>
                    <a:gd name="connsiteX7" fmla="*/ 123918 w 131130"/>
                    <a:gd name="connsiteY7" fmla="*/ 37556 h 375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31130" h="37556">
                      <a:moveTo>
                        <a:pt x="123918" y="37556"/>
                      </a:moveTo>
                      <a:cubicBezTo>
                        <a:pt x="123466" y="37556"/>
                        <a:pt x="122984" y="37528"/>
                        <a:pt x="122503" y="37415"/>
                      </a:cubicBezTo>
                      <a:lnTo>
                        <a:pt x="5825" y="14317"/>
                      </a:lnTo>
                      <a:cubicBezTo>
                        <a:pt x="1919" y="13553"/>
                        <a:pt x="-629" y="9731"/>
                        <a:pt x="135" y="5825"/>
                      </a:cubicBezTo>
                      <a:cubicBezTo>
                        <a:pt x="900" y="1919"/>
                        <a:pt x="4721" y="-629"/>
                        <a:pt x="8627" y="135"/>
                      </a:cubicBezTo>
                      <a:lnTo>
                        <a:pt x="125305" y="23233"/>
                      </a:lnTo>
                      <a:cubicBezTo>
                        <a:pt x="129212" y="23998"/>
                        <a:pt x="131759" y="27819"/>
                        <a:pt x="130995" y="31725"/>
                      </a:cubicBezTo>
                      <a:cubicBezTo>
                        <a:pt x="130316" y="35179"/>
                        <a:pt x="127287" y="37556"/>
                        <a:pt x="123918" y="37556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282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624" name="Forma Livre: Forma 623">
                  <a:extLst>
                    <a:ext uri="{FF2B5EF4-FFF2-40B4-BE49-F238E27FC236}">
                      <a16:creationId xmlns:a16="http://schemas.microsoft.com/office/drawing/2014/main" id="{3520AD7F-3630-7C7C-5CCF-9BC9AF9689BA}"/>
                    </a:ext>
                  </a:extLst>
                </p:cNvPr>
                <p:cNvSpPr/>
                <p:nvPr/>
              </p:nvSpPr>
              <p:spPr>
                <a:xfrm>
                  <a:off x="4224387" y="4574970"/>
                  <a:ext cx="87595" cy="28951"/>
                </a:xfrm>
                <a:custGeom>
                  <a:avLst/>
                  <a:gdLst>
                    <a:gd name="connsiteX0" fmla="*/ 80384 w 87595"/>
                    <a:gd name="connsiteY0" fmla="*/ 28951 h 28951"/>
                    <a:gd name="connsiteX1" fmla="*/ 78968 w 87595"/>
                    <a:gd name="connsiteY1" fmla="*/ 28810 h 28951"/>
                    <a:gd name="connsiteX2" fmla="*/ 5825 w 87595"/>
                    <a:gd name="connsiteY2" fmla="*/ 14317 h 28951"/>
                    <a:gd name="connsiteX3" fmla="*/ 135 w 87595"/>
                    <a:gd name="connsiteY3" fmla="*/ 5825 h 28951"/>
                    <a:gd name="connsiteX4" fmla="*/ 8627 w 87595"/>
                    <a:gd name="connsiteY4" fmla="*/ 135 h 28951"/>
                    <a:gd name="connsiteX5" fmla="*/ 81771 w 87595"/>
                    <a:gd name="connsiteY5" fmla="*/ 14628 h 28951"/>
                    <a:gd name="connsiteX6" fmla="*/ 87460 w 87595"/>
                    <a:gd name="connsiteY6" fmla="*/ 23120 h 28951"/>
                    <a:gd name="connsiteX7" fmla="*/ 80384 w 87595"/>
                    <a:gd name="connsiteY7" fmla="*/ 28951 h 289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87595" h="28951">
                      <a:moveTo>
                        <a:pt x="80384" y="28951"/>
                      </a:moveTo>
                      <a:cubicBezTo>
                        <a:pt x="79931" y="28951"/>
                        <a:pt x="79449" y="28895"/>
                        <a:pt x="78968" y="28810"/>
                      </a:cubicBezTo>
                      <a:lnTo>
                        <a:pt x="5825" y="14317"/>
                      </a:lnTo>
                      <a:cubicBezTo>
                        <a:pt x="1919" y="13553"/>
                        <a:pt x="-629" y="9731"/>
                        <a:pt x="135" y="5825"/>
                      </a:cubicBezTo>
                      <a:cubicBezTo>
                        <a:pt x="900" y="1919"/>
                        <a:pt x="4721" y="-629"/>
                        <a:pt x="8627" y="135"/>
                      </a:cubicBezTo>
                      <a:lnTo>
                        <a:pt x="81771" y="14628"/>
                      </a:lnTo>
                      <a:cubicBezTo>
                        <a:pt x="85677" y="15393"/>
                        <a:pt x="88224" y="19214"/>
                        <a:pt x="87460" y="23120"/>
                      </a:cubicBezTo>
                      <a:cubicBezTo>
                        <a:pt x="86781" y="26573"/>
                        <a:pt x="83752" y="28951"/>
                        <a:pt x="80384" y="28951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282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</p:grpSp>
        <p:grpSp>
          <p:nvGrpSpPr>
            <p:cNvPr id="611" name="Gráfico 3">
              <a:extLst>
                <a:ext uri="{FF2B5EF4-FFF2-40B4-BE49-F238E27FC236}">
                  <a16:creationId xmlns:a16="http://schemas.microsoft.com/office/drawing/2014/main" id="{71B00B12-08BB-F047-0A1A-AB35CD40238C}"/>
                </a:ext>
              </a:extLst>
            </p:cNvPr>
            <p:cNvGrpSpPr/>
            <p:nvPr/>
          </p:nvGrpSpPr>
          <p:grpSpPr>
            <a:xfrm>
              <a:off x="3719161" y="4285409"/>
              <a:ext cx="511316" cy="620567"/>
              <a:chOff x="3719161" y="4285409"/>
              <a:chExt cx="511316" cy="620567"/>
            </a:xfrm>
            <a:solidFill>
              <a:srgbClr val="262626"/>
            </a:solidFill>
          </p:grpSpPr>
          <p:sp>
            <p:nvSpPr>
              <p:cNvPr id="613" name="Forma Livre: Forma 612">
                <a:extLst>
                  <a:ext uri="{FF2B5EF4-FFF2-40B4-BE49-F238E27FC236}">
                    <a16:creationId xmlns:a16="http://schemas.microsoft.com/office/drawing/2014/main" id="{A2B0C3EE-D875-EB92-7656-73DF7B4D4E1E}"/>
                  </a:ext>
                </a:extLst>
              </p:cNvPr>
              <p:cNvSpPr/>
              <p:nvPr/>
            </p:nvSpPr>
            <p:spPr>
              <a:xfrm>
                <a:off x="3719161" y="4285409"/>
                <a:ext cx="511316" cy="620567"/>
              </a:xfrm>
              <a:custGeom>
                <a:avLst/>
                <a:gdLst>
                  <a:gd name="connsiteX0" fmla="*/ 181567 w 511316"/>
                  <a:gd name="connsiteY0" fmla="*/ 620568 h 620567"/>
                  <a:gd name="connsiteX1" fmla="*/ 174774 w 511316"/>
                  <a:gd name="connsiteY1" fmla="*/ 615812 h 620567"/>
                  <a:gd name="connsiteX2" fmla="*/ 436 w 511316"/>
                  <a:gd name="connsiteY2" fmla="*/ 136532 h 620567"/>
                  <a:gd name="connsiteX3" fmla="*/ 4738 w 511316"/>
                  <a:gd name="connsiteY3" fmla="*/ 127276 h 620567"/>
                  <a:gd name="connsiteX4" fmla="*/ 353414 w 511316"/>
                  <a:gd name="connsiteY4" fmla="*/ 436 h 620567"/>
                  <a:gd name="connsiteX5" fmla="*/ 362670 w 511316"/>
                  <a:gd name="connsiteY5" fmla="*/ 4738 h 620567"/>
                  <a:gd name="connsiteX6" fmla="*/ 432303 w 511316"/>
                  <a:gd name="connsiteY6" fmla="*/ 196060 h 620567"/>
                  <a:gd name="connsiteX7" fmla="*/ 432445 w 511316"/>
                  <a:gd name="connsiteY7" fmla="*/ 196513 h 620567"/>
                  <a:gd name="connsiteX8" fmla="*/ 510881 w 511316"/>
                  <a:gd name="connsiteY8" fmla="*/ 412262 h 620567"/>
                  <a:gd name="connsiteX9" fmla="*/ 506550 w 511316"/>
                  <a:gd name="connsiteY9" fmla="*/ 421518 h 620567"/>
                  <a:gd name="connsiteX10" fmla="*/ 497294 w 511316"/>
                  <a:gd name="connsiteY10" fmla="*/ 417188 h 620567"/>
                  <a:gd name="connsiteX11" fmla="*/ 418716 w 511316"/>
                  <a:gd name="connsiteY11" fmla="*/ 201042 h 620567"/>
                  <a:gd name="connsiteX12" fmla="*/ 418575 w 511316"/>
                  <a:gd name="connsiteY12" fmla="*/ 200589 h 620567"/>
                  <a:gd name="connsiteX13" fmla="*/ 351574 w 511316"/>
                  <a:gd name="connsiteY13" fmla="*/ 16457 h 620567"/>
                  <a:gd name="connsiteX14" fmla="*/ 16457 w 511316"/>
                  <a:gd name="connsiteY14" fmla="*/ 138372 h 620567"/>
                  <a:gd name="connsiteX15" fmla="*/ 185869 w 511316"/>
                  <a:gd name="connsiteY15" fmla="*/ 604093 h 620567"/>
                  <a:gd name="connsiteX16" fmla="*/ 392108 w 511316"/>
                  <a:gd name="connsiteY16" fmla="*/ 529082 h 620567"/>
                  <a:gd name="connsiteX17" fmla="*/ 401364 w 511316"/>
                  <a:gd name="connsiteY17" fmla="*/ 533385 h 620567"/>
                  <a:gd name="connsiteX18" fmla="*/ 397062 w 511316"/>
                  <a:gd name="connsiteY18" fmla="*/ 542641 h 620567"/>
                  <a:gd name="connsiteX19" fmla="*/ 184029 w 511316"/>
                  <a:gd name="connsiteY19" fmla="*/ 620115 h 620567"/>
                  <a:gd name="connsiteX20" fmla="*/ 181567 w 511316"/>
                  <a:gd name="connsiteY20" fmla="*/ 620539 h 6205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511316" h="620567">
                    <a:moveTo>
                      <a:pt x="181567" y="620568"/>
                    </a:moveTo>
                    <a:cubicBezTo>
                      <a:pt x="178623" y="620568"/>
                      <a:pt x="175849" y="618756"/>
                      <a:pt x="174774" y="615812"/>
                    </a:cubicBezTo>
                    <a:lnTo>
                      <a:pt x="436" y="136532"/>
                    </a:lnTo>
                    <a:cubicBezTo>
                      <a:pt x="-923" y="132795"/>
                      <a:pt x="1002" y="128634"/>
                      <a:pt x="4738" y="127276"/>
                    </a:cubicBezTo>
                    <a:lnTo>
                      <a:pt x="353414" y="436"/>
                    </a:lnTo>
                    <a:cubicBezTo>
                      <a:pt x="357150" y="-923"/>
                      <a:pt x="361311" y="1002"/>
                      <a:pt x="362670" y="4738"/>
                    </a:cubicBezTo>
                    <a:lnTo>
                      <a:pt x="432303" y="196060"/>
                    </a:lnTo>
                    <a:cubicBezTo>
                      <a:pt x="432360" y="196201"/>
                      <a:pt x="432416" y="196371"/>
                      <a:pt x="432445" y="196513"/>
                    </a:cubicBezTo>
                    <a:lnTo>
                      <a:pt x="510881" y="412262"/>
                    </a:lnTo>
                    <a:cubicBezTo>
                      <a:pt x="512240" y="415999"/>
                      <a:pt x="510315" y="420160"/>
                      <a:pt x="506550" y="421518"/>
                    </a:cubicBezTo>
                    <a:cubicBezTo>
                      <a:pt x="502814" y="422877"/>
                      <a:pt x="498653" y="420952"/>
                      <a:pt x="497294" y="417188"/>
                    </a:cubicBezTo>
                    <a:lnTo>
                      <a:pt x="418716" y="201042"/>
                    </a:lnTo>
                    <a:cubicBezTo>
                      <a:pt x="418659" y="200900"/>
                      <a:pt x="418603" y="200730"/>
                      <a:pt x="418575" y="200589"/>
                    </a:cubicBezTo>
                    <a:lnTo>
                      <a:pt x="351574" y="16457"/>
                    </a:lnTo>
                    <a:lnTo>
                      <a:pt x="16457" y="138372"/>
                    </a:lnTo>
                    <a:lnTo>
                      <a:pt x="185869" y="604093"/>
                    </a:lnTo>
                    <a:lnTo>
                      <a:pt x="392108" y="529082"/>
                    </a:lnTo>
                    <a:cubicBezTo>
                      <a:pt x="395845" y="527695"/>
                      <a:pt x="400006" y="529648"/>
                      <a:pt x="401364" y="533385"/>
                    </a:cubicBezTo>
                    <a:cubicBezTo>
                      <a:pt x="402723" y="537121"/>
                      <a:pt x="400798" y="541282"/>
                      <a:pt x="397062" y="542641"/>
                    </a:cubicBezTo>
                    <a:lnTo>
                      <a:pt x="184029" y="620115"/>
                    </a:lnTo>
                    <a:cubicBezTo>
                      <a:pt x="183209" y="620398"/>
                      <a:pt x="182388" y="620539"/>
                      <a:pt x="181567" y="620539"/>
                    </a:cubicBezTo>
                    <a:close/>
                  </a:path>
                </a:pathLst>
              </a:custGeom>
              <a:solidFill>
                <a:srgbClr val="262626"/>
              </a:solidFill>
              <a:ln w="2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grpSp>
            <p:nvGrpSpPr>
              <p:cNvPr id="614" name="Gráfico 3">
                <a:extLst>
                  <a:ext uri="{FF2B5EF4-FFF2-40B4-BE49-F238E27FC236}">
                    <a16:creationId xmlns:a16="http://schemas.microsoft.com/office/drawing/2014/main" id="{2AB90855-D11A-A6F4-4AAB-6BDF4730DC4A}"/>
                  </a:ext>
                </a:extLst>
              </p:cNvPr>
              <p:cNvGrpSpPr/>
              <p:nvPr/>
            </p:nvGrpSpPr>
            <p:grpSpPr>
              <a:xfrm>
                <a:off x="3835500" y="4402783"/>
                <a:ext cx="310625" cy="321807"/>
                <a:chOff x="3835500" y="4402783"/>
                <a:chExt cx="310625" cy="321807"/>
              </a:xfrm>
              <a:solidFill>
                <a:srgbClr val="262626"/>
              </a:solidFill>
            </p:grpSpPr>
            <p:sp>
              <p:nvSpPr>
                <p:cNvPr id="615" name="Forma Livre: Forma 614">
                  <a:extLst>
                    <a:ext uri="{FF2B5EF4-FFF2-40B4-BE49-F238E27FC236}">
                      <a16:creationId xmlns:a16="http://schemas.microsoft.com/office/drawing/2014/main" id="{724FBA20-2305-D27C-59EF-A1CA5F67138E}"/>
                    </a:ext>
                  </a:extLst>
                </p:cNvPr>
                <p:cNvSpPr/>
                <p:nvPr/>
              </p:nvSpPr>
              <p:spPr>
                <a:xfrm>
                  <a:off x="3871760" y="4402783"/>
                  <a:ext cx="109821" cy="49162"/>
                </a:xfrm>
                <a:custGeom>
                  <a:avLst/>
                  <a:gdLst>
                    <a:gd name="connsiteX0" fmla="*/ 7229 w 109821"/>
                    <a:gd name="connsiteY0" fmla="*/ 49162 h 49162"/>
                    <a:gd name="connsiteX1" fmla="*/ 436 w 109821"/>
                    <a:gd name="connsiteY1" fmla="*/ 44407 h 49162"/>
                    <a:gd name="connsiteX2" fmla="*/ 4738 w 109821"/>
                    <a:gd name="connsiteY2" fmla="*/ 35150 h 49162"/>
                    <a:gd name="connsiteX3" fmla="*/ 100130 w 109821"/>
                    <a:gd name="connsiteY3" fmla="*/ 447 h 49162"/>
                    <a:gd name="connsiteX4" fmla="*/ 109386 w 109821"/>
                    <a:gd name="connsiteY4" fmla="*/ 4750 h 49162"/>
                    <a:gd name="connsiteX5" fmla="*/ 105084 w 109821"/>
                    <a:gd name="connsiteY5" fmla="*/ 14006 h 49162"/>
                    <a:gd name="connsiteX6" fmla="*/ 9692 w 109821"/>
                    <a:gd name="connsiteY6" fmla="*/ 48709 h 49162"/>
                    <a:gd name="connsiteX7" fmla="*/ 7229 w 109821"/>
                    <a:gd name="connsiteY7" fmla="*/ 49134 h 491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09821" h="49162">
                      <a:moveTo>
                        <a:pt x="7229" y="49162"/>
                      </a:moveTo>
                      <a:cubicBezTo>
                        <a:pt x="4285" y="49162"/>
                        <a:pt x="1511" y="47350"/>
                        <a:pt x="436" y="44407"/>
                      </a:cubicBezTo>
                      <a:cubicBezTo>
                        <a:pt x="-923" y="40670"/>
                        <a:pt x="1002" y="36509"/>
                        <a:pt x="4738" y="35150"/>
                      </a:cubicBezTo>
                      <a:lnTo>
                        <a:pt x="100130" y="447"/>
                      </a:lnTo>
                      <a:cubicBezTo>
                        <a:pt x="103867" y="-940"/>
                        <a:pt x="108028" y="1013"/>
                        <a:pt x="109386" y="4750"/>
                      </a:cubicBezTo>
                      <a:cubicBezTo>
                        <a:pt x="110745" y="8486"/>
                        <a:pt x="108820" y="12647"/>
                        <a:pt x="105084" y="14006"/>
                      </a:cubicBezTo>
                      <a:lnTo>
                        <a:pt x="9692" y="48709"/>
                      </a:lnTo>
                      <a:cubicBezTo>
                        <a:pt x="8871" y="49020"/>
                        <a:pt x="8050" y="49134"/>
                        <a:pt x="7229" y="49134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282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616" name="Forma Livre: Forma 615">
                  <a:extLst>
                    <a:ext uri="{FF2B5EF4-FFF2-40B4-BE49-F238E27FC236}">
                      <a16:creationId xmlns:a16="http://schemas.microsoft.com/office/drawing/2014/main" id="{42F3A628-7803-797D-F2D9-3C96200EFCAF}"/>
                    </a:ext>
                  </a:extLst>
                </p:cNvPr>
                <p:cNvSpPr/>
                <p:nvPr/>
              </p:nvSpPr>
              <p:spPr>
                <a:xfrm>
                  <a:off x="3835500" y="4482776"/>
                  <a:ext cx="260495" cy="103962"/>
                </a:xfrm>
                <a:custGeom>
                  <a:avLst/>
                  <a:gdLst>
                    <a:gd name="connsiteX0" fmla="*/ 7229 w 260495"/>
                    <a:gd name="connsiteY0" fmla="*/ 103963 h 103962"/>
                    <a:gd name="connsiteX1" fmla="*/ 436 w 260495"/>
                    <a:gd name="connsiteY1" fmla="*/ 99207 h 103962"/>
                    <a:gd name="connsiteX2" fmla="*/ 4738 w 260495"/>
                    <a:gd name="connsiteY2" fmla="*/ 89951 h 103962"/>
                    <a:gd name="connsiteX3" fmla="*/ 250804 w 260495"/>
                    <a:gd name="connsiteY3" fmla="*/ 447 h 103962"/>
                    <a:gd name="connsiteX4" fmla="*/ 260060 w 260495"/>
                    <a:gd name="connsiteY4" fmla="*/ 4750 h 103962"/>
                    <a:gd name="connsiteX5" fmla="*/ 255757 w 260495"/>
                    <a:gd name="connsiteY5" fmla="*/ 14006 h 103962"/>
                    <a:gd name="connsiteX6" fmla="*/ 9692 w 260495"/>
                    <a:gd name="connsiteY6" fmla="*/ 103510 h 103962"/>
                    <a:gd name="connsiteX7" fmla="*/ 7229 w 260495"/>
                    <a:gd name="connsiteY7" fmla="*/ 103934 h 1039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60495" h="103962">
                      <a:moveTo>
                        <a:pt x="7229" y="103963"/>
                      </a:moveTo>
                      <a:cubicBezTo>
                        <a:pt x="4285" y="103963"/>
                        <a:pt x="1511" y="102151"/>
                        <a:pt x="436" y="99207"/>
                      </a:cubicBezTo>
                      <a:cubicBezTo>
                        <a:pt x="-923" y="95471"/>
                        <a:pt x="1002" y="91310"/>
                        <a:pt x="4738" y="89951"/>
                      </a:cubicBezTo>
                      <a:lnTo>
                        <a:pt x="250804" y="447"/>
                      </a:lnTo>
                      <a:cubicBezTo>
                        <a:pt x="254540" y="-940"/>
                        <a:pt x="258701" y="1013"/>
                        <a:pt x="260060" y="4750"/>
                      </a:cubicBezTo>
                      <a:cubicBezTo>
                        <a:pt x="261419" y="8486"/>
                        <a:pt x="259494" y="12647"/>
                        <a:pt x="255757" y="14006"/>
                      </a:cubicBezTo>
                      <a:lnTo>
                        <a:pt x="9692" y="103510"/>
                      </a:lnTo>
                      <a:cubicBezTo>
                        <a:pt x="8871" y="103821"/>
                        <a:pt x="8050" y="103934"/>
                        <a:pt x="7229" y="103934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282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617" name="Forma Livre: Forma 616">
                  <a:extLst>
                    <a:ext uri="{FF2B5EF4-FFF2-40B4-BE49-F238E27FC236}">
                      <a16:creationId xmlns:a16="http://schemas.microsoft.com/office/drawing/2014/main" id="{E549ED0C-B5D5-1F3B-D2D5-46D8879857E4}"/>
                    </a:ext>
                  </a:extLst>
                </p:cNvPr>
                <p:cNvSpPr/>
                <p:nvPr/>
              </p:nvSpPr>
              <p:spPr>
                <a:xfrm>
                  <a:off x="3860551" y="4551730"/>
                  <a:ext cx="260495" cy="103962"/>
                </a:xfrm>
                <a:custGeom>
                  <a:avLst/>
                  <a:gdLst>
                    <a:gd name="connsiteX0" fmla="*/ 7229 w 260495"/>
                    <a:gd name="connsiteY0" fmla="*/ 103963 h 103962"/>
                    <a:gd name="connsiteX1" fmla="*/ 436 w 260495"/>
                    <a:gd name="connsiteY1" fmla="*/ 99207 h 103962"/>
                    <a:gd name="connsiteX2" fmla="*/ 4738 w 260495"/>
                    <a:gd name="connsiteY2" fmla="*/ 89951 h 103962"/>
                    <a:gd name="connsiteX3" fmla="*/ 250804 w 260495"/>
                    <a:gd name="connsiteY3" fmla="*/ 447 h 103962"/>
                    <a:gd name="connsiteX4" fmla="*/ 260060 w 260495"/>
                    <a:gd name="connsiteY4" fmla="*/ 4750 h 103962"/>
                    <a:gd name="connsiteX5" fmla="*/ 255757 w 260495"/>
                    <a:gd name="connsiteY5" fmla="*/ 14006 h 103962"/>
                    <a:gd name="connsiteX6" fmla="*/ 9692 w 260495"/>
                    <a:gd name="connsiteY6" fmla="*/ 103510 h 103962"/>
                    <a:gd name="connsiteX7" fmla="*/ 7229 w 260495"/>
                    <a:gd name="connsiteY7" fmla="*/ 103934 h 1039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60495" h="103962">
                      <a:moveTo>
                        <a:pt x="7229" y="103963"/>
                      </a:moveTo>
                      <a:cubicBezTo>
                        <a:pt x="4285" y="103963"/>
                        <a:pt x="1511" y="102151"/>
                        <a:pt x="436" y="99207"/>
                      </a:cubicBezTo>
                      <a:cubicBezTo>
                        <a:pt x="-923" y="95471"/>
                        <a:pt x="1002" y="91310"/>
                        <a:pt x="4738" y="89951"/>
                      </a:cubicBezTo>
                      <a:lnTo>
                        <a:pt x="250804" y="447"/>
                      </a:lnTo>
                      <a:cubicBezTo>
                        <a:pt x="254540" y="-940"/>
                        <a:pt x="258701" y="1013"/>
                        <a:pt x="260060" y="4750"/>
                      </a:cubicBezTo>
                      <a:cubicBezTo>
                        <a:pt x="261419" y="8486"/>
                        <a:pt x="259494" y="12647"/>
                        <a:pt x="255757" y="14006"/>
                      </a:cubicBezTo>
                      <a:lnTo>
                        <a:pt x="9692" y="103510"/>
                      </a:lnTo>
                      <a:cubicBezTo>
                        <a:pt x="8871" y="103821"/>
                        <a:pt x="8050" y="103934"/>
                        <a:pt x="7229" y="103934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282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618" name="Forma Livre: Forma 617">
                  <a:extLst>
                    <a:ext uri="{FF2B5EF4-FFF2-40B4-BE49-F238E27FC236}">
                      <a16:creationId xmlns:a16="http://schemas.microsoft.com/office/drawing/2014/main" id="{3A93F7CA-4013-1820-F7CD-090B4C3E6173}"/>
                    </a:ext>
                  </a:extLst>
                </p:cNvPr>
                <p:cNvSpPr/>
                <p:nvPr/>
              </p:nvSpPr>
              <p:spPr>
                <a:xfrm>
                  <a:off x="4100955" y="4620639"/>
                  <a:ext cx="45170" cy="25656"/>
                </a:xfrm>
                <a:custGeom>
                  <a:avLst/>
                  <a:gdLst>
                    <a:gd name="connsiteX0" fmla="*/ 7229 w 45170"/>
                    <a:gd name="connsiteY0" fmla="*/ 25656 h 25656"/>
                    <a:gd name="connsiteX1" fmla="*/ 436 w 45170"/>
                    <a:gd name="connsiteY1" fmla="*/ 20901 h 25656"/>
                    <a:gd name="connsiteX2" fmla="*/ 4738 w 45170"/>
                    <a:gd name="connsiteY2" fmla="*/ 11645 h 25656"/>
                    <a:gd name="connsiteX3" fmla="*/ 35479 w 45170"/>
                    <a:gd name="connsiteY3" fmla="*/ 436 h 25656"/>
                    <a:gd name="connsiteX4" fmla="*/ 44735 w 45170"/>
                    <a:gd name="connsiteY4" fmla="*/ 4738 h 25656"/>
                    <a:gd name="connsiteX5" fmla="*/ 40432 w 45170"/>
                    <a:gd name="connsiteY5" fmla="*/ 13994 h 25656"/>
                    <a:gd name="connsiteX6" fmla="*/ 9692 w 45170"/>
                    <a:gd name="connsiteY6" fmla="*/ 25204 h 25656"/>
                    <a:gd name="connsiteX7" fmla="*/ 7229 w 45170"/>
                    <a:gd name="connsiteY7" fmla="*/ 25628 h 256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45170" h="25656">
                      <a:moveTo>
                        <a:pt x="7229" y="25656"/>
                      </a:moveTo>
                      <a:cubicBezTo>
                        <a:pt x="4285" y="25656"/>
                        <a:pt x="1511" y="23845"/>
                        <a:pt x="436" y="20901"/>
                      </a:cubicBezTo>
                      <a:cubicBezTo>
                        <a:pt x="-923" y="17165"/>
                        <a:pt x="1002" y="13004"/>
                        <a:pt x="4738" y="11645"/>
                      </a:cubicBezTo>
                      <a:lnTo>
                        <a:pt x="35479" y="436"/>
                      </a:lnTo>
                      <a:cubicBezTo>
                        <a:pt x="39215" y="-923"/>
                        <a:pt x="43376" y="1002"/>
                        <a:pt x="44735" y="4738"/>
                      </a:cubicBezTo>
                      <a:cubicBezTo>
                        <a:pt x="46094" y="8475"/>
                        <a:pt x="44169" y="12636"/>
                        <a:pt x="40432" y="13994"/>
                      </a:cubicBezTo>
                      <a:lnTo>
                        <a:pt x="9692" y="25204"/>
                      </a:lnTo>
                      <a:cubicBezTo>
                        <a:pt x="8871" y="25487"/>
                        <a:pt x="8050" y="25628"/>
                        <a:pt x="7229" y="25628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282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619" name="Forma Livre: Forma 618">
                  <a:extLst>
                    <a:ext uri="{FF2B5EF4-FFF2-40B4-BE49-F238E27FC236}">
                      <a16:creationId xmlns:a16="http://schemas.microsoft.com/office/drawing/2014/main" id="{EAE3364D-FD6B-43EE-0D35-59C72356CF14}"/>
                    </a:ext>
                  </a:extLst>
                </p:cNvPr>
                <p:cNvSpPr/>
                <p:nvPr/>
              </p:nvSpPr>
              <p:spPr>
                <a:xfrm>
                  <a:off x="3885602" y="4674930"/>
                  <a:ext cx="111237" cy="49660"/>
                </a:xfrm>
                <a:custGeom>
                  <a:avLst/>
                  <a:gdLst>
                    <a:gd name="connsiteX0" fmla="*/ 7229 w 111237"/>
                    <a:gd name="connsiteY0" fmla="*/ 49660 h 49660"/>
                    <a:gd name="connsiteX1" fmla="*/ 436 w 111237"/>
                    <a:gd name="connsiteY1" fmla="*/ 44905 h 49660"/>
                    <a:gd name="connsiteX2" fmla="*/ 4738 w 111237"/>
                    <a:gd name="connsiteY2" fmla="*/ 35649 h 49660"/>
                    <a:gd name="connsiteX3" fmla="*/ 101545 w 111237"/>
                    <a:gd name="connsiteY3" fmla="*/ 436 h 49660"/>
                    <a:gd name="connsiteX4" fmla="*/ 110801 w 111237"/>
                    <a:gd name="connsiteY4" fmla="*/ 4738 h 49660"/>
                    <a:gd name="connsiteX5" fmla="*/ 106499 w 111237"/>
                    <a:gd name="connsiteY5" fmla="*/ 13994 h 49660"/>
                    <a:gd name="connsiteX6" fmla="*/ 9692 w 111237"/>
                    <a:gd name="connsiteY6" fmla="*/ 49207 h 49660"/>
                    <a:gd name="connsiteX7" fmla="*/ 7229 w 111237"/>
                    <a:gd name="connsiteY7" fmla="*/ 49632 h 496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11237" h="49660">
                      <a:moveTo>
                        <a:pt x="7229" y="49660"/>
                      </a:moveTo>
                      <a:cubicBezTo>
                        <a:pt x="4285" y="49660"/>
                        <a:pt x="1511" y="47849"/>
                        <a:pt x="436" y="44905"/>
                      </a:cubicBezTo>
                      <a:cubicBezTo>
                        <a:pt x="-923" y="41168"/>
                        <a:pt x="1002" y="37007"/>
                        <a:pt x="4738" y="35649"/>
                      </a:cubicBezTo>
                      <a:lnTo>
                        <a:pt x="101545" y="436"/>
                      </a:lnTo>
                      <a:cubicBezTo>
                        <a:pt x="105282" y="-923"/>
                        <a:pt x="109443" y="1002"/>
                        <a:pt x="110801" y="4738"/>
                      </a:cubicBezTo>
                      <a:cubicBezTo>
                        <a:pt x="112160" y="8475"/>
                        <a:pt x="110235" y="12636"/>
                        <a:pt x="106499" y="13994"/>
                      </a:cubicBezTo>
                      <a:lnTo>
                        <a:pt x="9692" y="49207"/>
                      </a:lnTo>
                      <a:cubicBezTo>
                        <a:pt x="8871" y="49490"/>
                        <a:pt x="8050" y="49632"/>
                        <a:pt x="7229" y="49632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282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</p:grpSp>
        <p:sp>
          <p:nvSpPr>
            <p:cNvPr id="612" name="Forma Livre: Forma 611">
              <a:extLst>
                <a:ext uri="{FF2B5EF4-FFF2-40B4-BE49-F238E27FC236}">
                  <a16:creationId xmlns:a16="http://schemas.microsoft.com/office/drawing/2014/main" id="{090A5493-DA31-B3E6-314A-80C9AE6531BA}"/>
                </a:ext>
              </a:extLst>
            </p:cNvPr>
            <p:cNvSpPr/>
            <p:nvPr/>
          </p:nvSpPr>
          <p:spPr>
            <a:xfrm>
              <a:off x="4037437" y="4674208"/>
              <a:ext cx="334750" cy="232844"/>
            </a:xfrm>
            <a:custGeom>
              <a:avLst/>
              <a:gdLst>
                <a:gd name="connsiteX0" fmla="*/ 294083 w 334750"/>
                <a:gd name="connsiteY0" fmla="*/ 232844 h 232844"/>
                <a:gd name="connsiteX1" fmla="*/ 279788 w 334750"/>
                <a:gd name="connsiteY1" fmla="*/ 228655 h 232844"/>
                <a:gd name="connsiteX2" fmla="*/ 55235 w 334750"/>
                <a:gd name="connsiteY2" fmla="*/ 85001 h 232844"/>
                <a:gd name="connsiteX3" fmla="*/ 25259 w 334750"/>
                <a:gd name="connsiteY3" fmla="*/ 53468 h 232844"/>
                <a:gd name="connsiteX4" fmla="*/ 944 w 334750"/>
                <a:gd name="connsiteY4" fmla="*/ 10811 h 232844"/>
                <a:gd name="connsiteX5" fmla="*/ 1142 w 334750"/>
                <a:gd name="connsiteY5" fmla="*/ 3338 h 232844"/>
                <a:gd name="connsiteX6" fmla="*/ 7851 w 334750"/>
                <a:gd name="connsiteY6" fmla="*/ 26 h 232844"/>
                <a:gd name="connsiteX7" fmla="*/ 56764 w 334750"/>
                <a:gd name="connsiteY7" fmla="*/ 4215 h 232844"/>
                <a:gd name="connsiteX8" fmla="*/ 56764 w 334750"/>
                <a:gd name="connsiteY8" fmla="*/ 4215 h 232844"/>
                <a:gd name="connsiteX9" fmla="*/ 97949 w 334750"/>
                <a:gd name="connsiteY9" fmla="*/ 18198 h 232844"/>
                <a:gd name="connsiteX10" fmla="*/ 322502 w 334750"/>
                <a:gd name="connsiteY10" fmla="*/ 161852 h 232844"/>
                <a:gd name="connsiteX11" fmla="*/ 330570 w 334750"/>
                <a:gd name="connsiteY11" fmla="*/ 198594 h 232844"/>
                <a:gd name="connsiteX12" fmla="*/ 316529 w 334750"/>
                <a:gd name="connsiteY12" fmla="*/ 220531 h 232844"/>
                <a:gd name="connsiteX13" fmla="*/ 294083 w 334750"/>
                <a:gd name="connsiteY13" fmla="*/ 232788 h 232844"/>
                <a:gd name="connsiteX14" fmla="*/ 20305 w 334750"/>
                <a:gd name="connsiteY14" fmla="*/ 15623 h 232844"/>
                <a:gd name="connsiteX15" fmla="*/ 37798 w 334750"/>
                <a:gd name="connsiteY15" fmla="*/ 46335 h 232844"/>
                <a:gd name="connsiteX16" fmla="*/ 62991 w 334750"/>
                <a:gd name="connsiteY16" fmla="*/ 72858 h 232844"/>
                <a:gd name="connsiteX17" fmla="*/ 287544 w 334750"/>
                <a:gd name="connsiteY17" fmla="*/ 216512 h 232844"/>
                <a:gd name="connsiteX18" fmla="*/ 304330 w 334750"/>
                <a:gd name="connsiteY18" fmla="*/ 212832 h 232844"/>
                <a:gd name="connsiteX19" fmla="*/ 318369 w 334750"/>
                <a:gd name="connsiteY19" fmla="*/ 190894 h 232844"/>
                <a:gd name="connsiteX20" fmla="*/ 314690 w 334750"/>
                <a:gd name="connsiteY20" fmla="*/ 174109 h 232844"/>
                <a:gd name="connsiteX21" fmla="*/ 90137 w 334750"/>
                <a:gd name="connsiteY21" fmla="*/ 30455 h 232844"/>
                <a:gd name="connsiteX22" fmla="*/ 55490 w 334750"/>
                <a:gd name="connsiteY22" fmla="*/ 18680 h 232844"/>
                <a:gd name="connsiteX23" fmla="*/ 20277 w 334750"/>
                <a:gd name="connsiteY23" fmla="*/ 15651 h 232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34750" h="232844">
                  <a:moveTo>
                    <a:pt x="294083" y="232844"/>
                  </a:moveTo>
                  <a:cubicBezTo>
                    <a:pt x="289186" y="232844"/>
                    <a:pt x="284232" y="231485"/>
                    <a:pt x="279788" y="228655"/>
                  </a:cubicBezTo>
                  <a:lnTo>
                    <a:pt x="55235" y="85001"/>
                  </a:lnTo>
                  <a:cubicBezTo>
                    <a:pt x="42894" y="77104"/>
                    <a:pt x="32534" y="66206"/>
                    <a:pt x="25259" y="53468"/>
                  </a:cubicBezTo>
                  <a:lnTo>
                    <a:pt x="944" y="10811"/>
                  </a:lnTo>
                  <a:cubicBezTo>
                    <a:pt x="-387" y="8489"/>
                    <a:pt x="-302" y="5602"/>
                    <a:pt x="1142" y="3338"/>
                  </a:cubicBezTo>
                  <a:cubicBezTo>
                    <a:pt x="2586" y="1073"/>
                    <a:pt x="5133" y="-201"/>
                    <a:pt x="7851" y="26"/>
                  </a:cubicBezTo>
                  <a:lnTo>
                    <a:pt x="56764" y="4215"/>
                  </a:lnTo>
                  <a:lnTo>
                    <a:pt x="56764" y="4215"/>
                  </a:lnTo>
                  <a:cubicBezTo>
                    <a:pt x="71370" y="5461"/>
                    <a:pt x="85608" y="10301"/>
                    <a:pt x="97949" y="18198"/>
                  </a:cubicBezTo>
                  <a:lnTo>
                    <a:pt x="322502" y="161852"/>
                  </a:lnTo>
                  <a:cubicBezTo>
                    <a:pt x="334844" y="169750"/>
                    <a:pt x="338467" y="186224"/>
                    <a:pt x="330570" y="198594"/>
                  </a:cubicBezTo>
                  <a:lnTo>
                    <a:pt x="316529" y="220531"/>
                  </a:lnTo>
                  <a:cubicBezTo>
                    <a:pt x="311463" y="228457"/>
                    <a:pt x="302858" y="232788"/>
                    <a:pt x="294083" y="232788"/>
                  </a:cubicBezTo>
                  <a:close/>
                  <a:moveTo>
                    <a:pt x="20305" y="15623"/>
                  </a:moveTo>
                  <a:lnTo>
                    <a:pt x="37798" y="46335"/>
                  </a:lnTo>
                  <a:cubicBezTo>
                    <a:pt x="43913" y="57035"/>
                    <a:pt x="52603" y="66206"/>
                    <a:pt x="62991" y="72858"/>
                  </a:cubicBezTo>
                  <a:lnTo>
                    <a:pt x="287544" y="216512"/>
                  </a:lnTo>
                  <a:cubicBezTo>
                    <a:pt x="293205" y="220135"/>
                    <a:pt x="300735" y="218465"/>
                    <a:pt x="304330" y="212832"/>
                  </a:cubicBezTo>
                  <a:lnTo>
                    <a:pt x="318369" y="190894"/>
                  </a:lnTo>
                  <a:cubicBezTo>
                    <a:pt x="321993" y="185262"/>
                    <a:pt x="320323" y="177704"/>
                    <a:pt x="314690" y="174109"/>
                  </a:cubicBezTo>
                  <a:lnTo>
                    <a:pt x="90137" y="30455"/>
                  </a:lnTo>
                  <a:cubicBezTo>
                    <a:pt x="79748" y="23803"/>
                    <a:pt x="67775" y="19755"/>
                    <a:pt x="55490" y="18680"/>
                  </a:cubicBezTo>
                  <a:lnTo>
                    <a:pt x="20277" y="15651"/>
                  </a:lnTo>
                  <a:close/>
                </a:path>
              </a:pathLst>
            </a:custGeom>
            <a:solidFill>
              <a:srgbClr val="262626"/>
            </a:solidFill>
            <a:ln w="2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625" name="Gráfico 3">
            <a:extLst>
              <a:ext uri="{FF2B5EF4-FFF2-40B4-BE49-F238E27FC236}">
                <a16:creationId xmlns:a16="http://schemas.microsoft.com/office/drawing/2014/main" id="{498F3C75-5154-6DD1-ADB9-BB1EFDB703E4}"/>
              </a:ext>
            </a:extLst>
          </p:cNvPr>
          <p:cNvGrpSpPr/>
          <p:nvPr/>
        </p:nvGrpSpPr>
        <p:grpSpPr>
          <a:xfrm>
            <a:off x="866239" y="4282598"/>
            <a:ext cx="624506" cy="599846"/>
            <a:chOff x="834961" y="4252556"/>
            <a:chExt cx="687061" cy="659930"/>
          </a:xfrm>
          <a:solidFill>
            <a:srgbClr val="262626"/>
          </a:solidFill>
        </p:grpSpPr>
        <p:grpSp>
          <p:nvGrpSpPr>
            <p:cNvPr id="626" name="Gráfico 3">
              <a:extLst>
                <a:ext uri="{FF2B5EF4-FFF2-40B4-BE49-F238E27FC236}">
                  <a16:creationId xmlns:a16="http://schemas.microsoft.com/office/drawing/2014/main" id="{41121F8E-39EC-D5BF-05FD-6DAF56EBFD52}"/>
                </a:ext>
              </a:extLst>
            </p:cNvPr>
            <p:cNvGrpSpPr/>
            <p:nvPr/>
          </p:nvGrpSpPr>
          <p:grpSpPr>
            <a:xfrm>
              <a:off x="834961" y="4252556"/>
              <a:ext cx="590456" cy="554631"/>
              <a:chOff x="834961" y="4252556"/>
              <a:chExt cx="590456" cy="554631"/>
            </a:xfrm>
            <a:solidFill>
              <a:srgbClr val="262626"/>
            </a:solidFill>
          </p:grpSpPr>
          <p:sp>
            <p:nvSpPr>
              <p:cNvPr id="631" name="Forma Livre: Forma 630">
                <a:extLst>
                  <a:ext uri="{FF2B5EF4-FFF2-40B4-BE49-F238E27FC236}">
                    <a16:creationId xmlns:a16="http://schemas.microsoft.com/office/drawing/2014/main" id="{0F844B2B-8F6E-AF46-F16F-1C1ACE56ACAC}"/>
                  </a:ext>
                </a:extLst>
              </p:cNvPr>
              <p:cNvSpPr/>
              <p:nvPr/>
            </p:nvSpPr>
            <p:spPr>
              <a:xfrm>
                <a:off x="899905" y="4459107"/>
                <a:ext cx="180168" cy="348052"/>
              </a:xfrm>
              <a:custGeom>
                <a:avLst/>
                <a:gdLst>
                  <a:gd name="connsiteX0" fmla="*/ 172951 w 180168"/>
                  <a:gd name="connsiteY0" fmla="*/ 348053 h 348052"/>
                  <a:gd name="connsiteX1" fmla="*/ 7218 w 180168"/>
                  <a:gd name="connsiteY1" fmla="*/ 348053 h 348052"/>
                  <a:gd name="connsiteX2" fmla="*/ 0 w 180168"/>
                  <a:gd name="connsiteY2" fmla="*/ 340835 h 348052"/>
                  <a:gd name="connsiteX3" fmla="*/ 0 w 180168"/>
                  <a:gd name="connsiteY3" fmla="*/ 7218 h 348052"/>
                  <a:gd name="connsiteX4" fmla="*/ 7218 w 180168"/>
                  <a:gd name="connsiteY4" fmla="*/ 0 h 348052"/>
                  <a:gd name="connsiteX5" fmla="*/ 14436 w 180168"/>
                  <a:gd name="connsiteY5" fmla="*/ 7218 h 348052"/>
                  <a:gd name="connsiteX6" fmla="*/ 14436 w 180168"/>
                  <a:gd name="connsiteY6" fmla="*/ 333617 h 348052"/>
                  <a:gd name="connsiteX7" fmla="*/ 172951 w 180168"/>
                  <a:gd name="connsiteY7" fmla="*/ 333617 h 348052"/>
                  <a:gd name="connsiteX8" fmla="*/ 180169 w 180168"/>
                  <a:gd name="connsiteY8" fmla="*/ 340835 h 348052"/>
                  <a:gd name="connsiteX9" fmla="*/ 172951 w 180168"/>
                  <a:gd name="connsiteY9" fmla="*/ 348053 h 348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168" h="348052">
                    <a:moveTo>
                      <a:pt x="172951" y="348053"/>
                    </a:moveTo>
                    <a:lnTo>
                      <a:pt x="7218" y="348053"/>
                    </a:lnTo>
                    <a:cubicBezTo>
                      <a:pt x="3227" y="348053"/>
                      <a:pt x="0" y="344826"/>
                      <a:pt x="0" y="340835"/>
                    </a:cubicBezTo>
                    <a:lnTo>
                      <a:pt x="0" y="7218"/>
                    </a:lnTo>
                    <a:cubicBezTo>
                      <a:pt x="0" y="3227"/>
                      <a:pt x="3227" y="0"/>
                      <a:pt x="7218" y="0"/>
                    </a:cubicBezTo>
                    <a:cubicBezTo>
                      <a:pt x="11209" y="0"/>
                      <a:pt x="14436" y="3227"/>
                      <a:pt x="14436" y="7218"/>
                    </a:cubicBezTo>
                    <a:lnTo>
                      <a:pt x="14436" y="333617"/>
                    </a:lnTo>
                    <a:lnTo>
                      <a:pt x="172951" y="333617"/>
                    </a:lnTo>
                    <a:cubicBezTo>
                      <a:pt x="176942" y="333617"/>
                      <a:pt x="180169" y="336844"/>
                      <a:pt x="180169" y="340835"/>
                    </a:cubicBezTo>
                    <a:cubicBezTo>
                      <a:pt x="180169" y="344826"/>
                      <a:pt x="176942" y="348053"/>
                      <a:pt x="172951" y="348053"/>
                    </a:cubicBezTo>
                    <a:close/>
                  </a:path>
                </a:pathLst>
              </a:custGeom>
              <a:solidFill>
                <a:srgbClr val="262626"/>
              </a:solidFill>
              <a:ln w="2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32" name="Forma Livre: Forma 631">
                <a:extLst>
                  <a:ext uri="{FF2B5EF4-FFF2-40B4-BE49-F238E27FC236}">
                    <a16:creationId xmlns:a16="http://schemas.microsoft.com/office/drawing/2014/main" id="{CFA97597-8BD9-CE87-5932-716B42928C2A}"/>
                  </a:ext>
                </a:extLst>
              </p:cNvPr>
              <p:cNvSpPr/>
              <p:nvPr/>
            </p:nvSpPr>
            <p:spPr>
              <a:xfrm>
                <a:off x="1346039" y="4459107"/>
                <a:ext cx="14436" cy="58225"/>
              </a:xfrm>
              <a:custGeom>
                <a:avLst/>
                <a:gdLst>
                  <a:gd name="connsiteX0" fmla="*/ 7218 w 14436"/>
                  <a:gd name="connsiteY0" fmla="*/ 58226 h 58225"/>
                  <a:gd name="connsiteX1" fmla="*/ 0 w 14436"/>
                  <a:gd name="connsiteY1" fmla="*/ 51008 h 58225"/>
                  <a:gd name="connsiteX2" fmla="*/ 0 w 14436"/>
                  <a:gd name="connsiteY2" fmla="*/ 7218 h 58225"/>
                  <a:gd name="connsiteX3" fmla="*/ 7218 w 14436"/>
                  <a:gd name="connsiteY3" fmla="*/ 0 h 58225"/>
                  <a:gd name="connsiteX4" fmla="*/ 14436 w 14436"/>
                  <a:gd name="connsiteY4" fmla="*/ 7218 h 58225"/>
                  <a:gd name="connsiteX5" fmla="*/ 14436 w 14436"/>
                  <a:gd name="connsiteY5" fmla="*/ 51008 h 58225"/>
                  <a:gd name="connsiteX6" fmla="*/ 7218 w 14436"/>
                  <a:gd name="connsiteY6" fmla="*/ 58226 h 5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4436" h="58225">
                    <a:moveTo>
                      <a:pt x="7218" y="58226"/>
                    </a:moveTo>
                    <a:cubicBezTo>
                      <a:pt x="3227" y="58226"/>
                      <a:pt x="0" y="54999"/>
                      <a:pt x="0" y="51008"/>
                    </a:cubicBezTo>
                    <a:lnTo>
                      <a:pt x="0" y="7218"/>
                    </a:lnTo>
                    <a:cubicBezTo>
                      <a:pt x="0" y="3227"/>
                      <a:pt x="3227" y="0"/>
                      <a:pt x="7218" y="0"/>
                    </a:cubicBezTo>
                    <a:cubicBezTo>
                      <a:pt x="11209" y="0"/>
                      <a:pt x="14436" y="3227"/>
                      <a:pt x="14436" y="7218"/>
                    </a:cubicBezTo>
                    <a:lnTo>
                      <a:pt x="14436" y="51008"/>
                    </a:lnTo>
                    <a:cubicBezTo>
                      <a:pt x="14436" y="54999"/>
                      <a:pt x="11209" y="58226"/>
                      <a:pt x="7218" y="58226"/>
                    </a:cubicBezTo>
                    <a:close/>
                  </a:path>
                </a:pathLst>
              </a:custGeom>
              <a:solidFill>
                <a:srgbClr val="262626"/>
              </a:solidFill>
              <a:ln w="2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33" name="Forma Livre: Forma 632">
                <a:extLst>
                  <a:ext uri="{FF2B5EF4-FFF2-40B4-BE49-F238E27FC236}">
                    <a16:creationId xmlns:a16="http://schemas.microsoft.com/office/drawing/2014/main" id="{0D39EE05-8A29-98DD-CC85-8F9E674B339D}"/>
                  </a:ext>
                </a:extLst>
              </p:cNvPr>
              <p:cNvSpPr/>
              <p:nvPr/>
            </p:nvSpPr>
            <p:spPr>
              <a:xfrm>
                <a:off x="834961" y="4252556"/>
                <a:ext cx="590456" cy="220958"/>
              </a:xfrm>
              <a:custGeom>
                <a:avLst/>
                <a:gdLst>
                  <a:gd name="connsiteX0" fmla="*/ 583258 w 590456"/>
                  <a:gd name="connsiteY0" fmla="*/ 220958 h 220958"/>
                  <a:gd name="connsiteX1" fmla="*/ 418459 w 590456"/>
                  <a:gd name="connsiteY1" fmla="*/ 220958 h 220958"/>
                  <a:gd name="connsiteX2" fmla="*/ 411241 w 590456"/>
                  <a:gd name="connsiteY2" fmla="*/ 213740 h 220958"/>
                  <a:gd name="connsiteX3" fmla="*/ 418459 w 590456"/>
                  <a:gd name="connsiteY3" fmla="*/ 206522 h 220958"/>
                  <a:gd name="connsiteX4" fmla="*/ 560811 w 590456"/>
                  <a:gd name="connsiteY4" fmla="*/ 206522 h 220958"/>
                  <a:gd name="connsiteX5" fmla="*/ 295243 w 590456"/>
                  <a:gd name="connsiteY5" fmla="*/ 16106 h 220958"/>
                  <a:gd name="connsiteX6" fmla="*/ 29674 w 590456"/>
                  <a:gd name="connsiteY6" fmla="*/ 206522 h 220958"/>
                  <a:gd name="connsiteX7" fmla="*/ 335437 w 590456"/>
                  <a:gd name="connsiteY7" fmla="*/ 206522 h 220958"/>
                  <a:gd name="connsiteX8" fmla="*/ 342655 w 590456"/>
                  <a:gd name="connsiteY8" fmla="*/ 213740 h 220958"/>
                  <a:gd name="connsiteX9" fmla="*/ 335437 w 590456"/>
                  <a:gd name="connsiteY9" fmla="*/ 220958 h 220958"/>
                  <a:gd name="connsiteX10" fmla="*/ 7227 w 590456"/>
                  <a:gd name="connsiteY10" fmla="*/ 220958 h 220958"/>
                  <a:gd name="connsiteX11" fmla="*/ 349 w 590456"/>
                  <a:gd name="connsiteY11" fmla="*/ 215948 h 220958"/>
                  <a:gd name="connsiteX12" fmla="*/ 3009 w 590456"/>
                  <a:gd name="connsiteY12" fmla="*/ 207881 h 220958"/>
                  <a:gd name="connsiteX13" fmla="*/ 291025 w 590456"/>
                  <a:gd name="connsiteY13" fmla="*/ 1359 h 220958"/>
                  <a:gd name="connsiteX14" fmla="*/ 299432 w 590456"/>
                  <a:gd name="connsiteY14" fmla="*/ 1359 h 220958"/>
                  <a:gd name="connsiteX15" fmla="*/ 587447 w 590456"/>
                  <a:gd name="connsiteY15" fmla="*/ 207881 h 220958"/>
                  <a:gd name="connsiteX16" fmla="*/ 590108 w 590456"/>
                  <a:gd name="connsiteY16" fmla="*/ 215948 h 220958"/>
                  <a:gd name="connsiteX17" fmla="*/ 583230 w 590456"/>
                  <a:gd name="connsiteY17" fmla="*/ 220958 h 2209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90456" h="220958">
                    <a:moveTo>
                      <a:pt x="583258" y="220958"/>
                    </a:moveTo>
                    <a:lnTo>
                      <a:pt x="418459" y="220958"/>
                    </a:lnTo>
                    <a:cubicBezTo>
                      <a:pt x="414468" y="220958"/>
                      <a:pt x="411241" y="217731"/>
                      <a:pt x="411241" y="213740"/>
                    </a:cubicBezTo>
                    <a:cubicBezTo>
                      <a:pt x="411241" y="209749"/>
                      <a:pt x="414468" y="206522"/>
                      <a:pt x="418459" y="206522"/>
                    </a:cubicBezTo>
                    <a:lnTo>
                      <a:pt x="560811" y="206522"/>
                    </a:lnTo>
                    <a:lnTo>
                      <a:pt x="295243" y="16106"/>
                    </a:lnTo>
                    <a:lnTo>
                      <a:pt x="29674" y="206522"/>
                    </a:lnTo>
                    <a:lnTo>
                      <a:pt x="335437" y="206522"/>
                    </a:lnTo>
                    <a:cubicBezTo>
                      <a:pt x="339428" y="206522"/>
                      <a:pt x="342655" y="209749"/>
                      <a:pt x="342655" y="213740"/>
                    </a:cubicBezTo>
                    <a:cubicBezTo>
                      <a:pt x="342655" y="217731"/>
                      <a:pt x="339428" y="220958"/>
                      <a:pt x="335437" y="220958"/>
                    </a:cubicBezTo>
                    <a:lnTo>
                      <a:pt x="7227" y="220958"/>
                    </a:lnTo>
                    <a:cubicBezTo>
                      <a:pt x="4085" y="220958"/>
                      <a:pt x="1311" y="218920"/>
                      <a:pt x="349" y="215948"/>
                    </a:cubicBezTo>
                    <a:cubicBezTo>
                      <a:pt x="-614" y="212976"/>
                      <a:pt x="462" y="209692"/>
                      <a:pt x="3009" y="207881"/>
                    </a:cubicBezTo>
                    <a:lnTo>
                      <a:pt x="291025" y="1359"/>
                    </a:lnTo>
                    <a:cubicBezTo>
                      <a:pt x="293544" y="-453"/>
                      <a:pt x="296913" y="-453"/>
                      <a:pt x="299432" y="1359"/>
                    </a:cubicBezTo>
                    <a:lnTo>
                      <a:pt x="587447" y="207881"/>
                    </a:lnTo>
                    <a:cubicBezTo>
                      <a:pt x="589995" y="209721"/>
                      <a:pt x="591070" y="212976"/>
                      <a:pt x="590108" y="215948"/>
                    </a:cubicBezTo>
                    <a:cubicBezTo>
                      <a:pt x="589146" y="218920"/>
                      <a:pt x="586372" y="220958"/>
                      <a:pt x="583230" y="220958"/>
                    </a:cubicBezTo>
                    <a:close/>
                  </a:path>
                </a:pathLst>
              </a:custGeom>
              <a:solidFill>
                <a:srgbClr val="262626"/>
              </a:solidFill>
              <a:ln w="2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34" name="Forma Livre: Forma 633">
                <a:extLst>
                  <a:ext uri="{FF2B5EF4-FFF2-40B4-BE49-F238E27FC236}">
                    <a16:creationId xmlns:a16="http://schemas.microsoft.com/office/drawing/2014/main" id="{98B2CD0A-E264-07C2-67EF-BAE018E95938}"/>
                  </a:ext>
                </a:extLst>
              </p:cNvPr>
              <p:cNvSpPr/>
              <p:nvPr/>
            </p:nvSpPr>
            <p:spPr>
              <a:xfrm>
                <a:off x="1096010" y="4339315"/>
                <a:ext cx="68359" cy="68331"/>
              </a:xfrm>
              <a:custGeom>
                <a:avLst/>
                <a:gdLst>
                  <a:gd name="connsiteX0" fmla="*/ 34194 w 68359"/>
                  <a:gd name="connsiteY0" fmla="*/ 68331 h 68331"/>
                  <a:gd name="connsiteX1" fmla="*/ 0 w 68359"/>
                  <a:gd name="connsiteY1" fmla="*/ 34166 h 68331"/>
                  <a:gd name="connsiteX2" fmla="*/ 34194 w 68359"/>
                  <a:gd name="connsiteY2" fmla="*/ 0 h 68331"/>
                  <a:gd name="connsiteX3" fmla="*/ 68359 w 68359"/>
                  <a:gd name="connsiteY3" fmla="*/ 34166 h 68331"/>
                  <a:gd name="connsiteX4" fmla="*/ 34194 w 68359"/>
                  <a:gd name="connsiteY4" fmla="*/ 68331 h 68331"/>
                  <a:gd name="connsiteX5" fmla="*/ 34194 w 68359"/>
                  <a:gd name="connsiteY5" fmla="*/ 14408 h 68331"/>
                  <a:gd name="connsiteX6" fmla="*/ 14436 w 68359"/>
                  <a:gd name="connsiteY6" fmla="*/ 34137 h 68331"/>
                  <a:gd name="connsiteX7" fmla="*/ 34194 w 68359"/>
                  <a:gd name="connsiteY7" fmla="*/ 53867 h 68331"/>
                  <a:gd name="connsiteX8" fmla="*/ 53923 w 68359"/>
                  <a:gd name="connsiteY8" fmla="*/ 34137 h 68331"/>
                  <a:gd name="connsiteX9" fmla="*/ 34194 w 68359"/>
                  <a:gd name="connsiteY9" fmla="*/ 14408 h 683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8359" h="68331">
                    <a:moveTo>
                      <a:pt x="34194" y="68331"/>
                    </a:moveTo>
                    <a:cubicBezTo>
                      <a:pt x="15342" y="68331"/>
                      <a:pt x="0" y="52989"/>
                      <a:pt x="0" y="34166"/>
                    </a:cubicBezTo>
                    <a:cubicBezTo>
                      <a:pt x="0" y="15342"/>
                      <a:pt x="15342" y="0"/>
                      <a:pt x="34194" y="0"/>
                    </a:cubicBezTo>
                    <a:cubicBezTo>
                      <a:pt x="53046" y="0"/>
                      <a:pt x="68359" y="15342"/>
                      <a:pt x="68359" y="34166"/>
                    </a:cubicBezTo>
                    <a:cubicBezTo>
                      <a:pt x="68359" y="52989"/>
                      <a:pt x="53017" y="68331"/>
                      <a:pt x="34194" y="68331"/>
                    </a:cubicBezTo>
                    <a:close/>
                    <a:moveTo>
                      <a:pt x="34194" y="14408"/>
                    </a:moveTo>
                    <a:cubicBezTo>
                      <a:pt x="23296" y="14408"/>
                      <a:pt x="14436" y="23268"/>
                      <a:pt x="14436" y="34137"/>
                    </a:cubicBezTo>
                    <a:cubicBezTo>
                      <a:pt x="14436" y="45007"/>
                      <a:pt x="23296" y="53867"/>
                      <a:pt x="34194" y="53867"/>
                    </a:cubicBezTo>
                    <a:cubicBezTo>
                      <a:pt x="45092" y="53867"/>
                      <a:pt x="53923" y="45007"/>
                      <a:pt x="53923" y="34137"/>
                    </a:cubicBezTo>
                    <a:cubicBezTo>
                      <a:pt x="53923" y="23268"/>
                      <a:pt x="45063" y="14408"/>
                      <a:pt x="34194" y="14408"/>
                    </a:cubicBezTo>
                    <a:close/>
                  </a:path>
                </a:pathLst>
              </a:custGeom>
              <a:solidFill>
                <a:srgbClr val="262626"/>
              </a:solidFill>
              <a:ln w="2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35" name="Forma Livre: Forma 634">
                <a:extLst>
                  <a:ext uri="{FF2B5EF4-FFF2-40B4-BE49-F238E27FC236}">
                    <a16:creationId xmlns:a16="http://schemas.microsoft.com/office/drawing/2014/main" id="{C0384622-A2F5-B361-2E85-3086B347F89B}"/>
                  </a:ext>
                </a:extLst>
              </p:cNvPr>
              <p:cNvSpPr/>
              <p:nvPr/>
            </p:nvSpPr>
            <p:spPr>
              <a:xfrm>
                <a:off x="995948" y="4608676"/>
                <a:ext cx="114470" cy="198511"/>
              </a:xfrm>
              <a:custGeom>
                <a:avLst/>
                <a:gdLst>
                  <a:gd name="connsiteX0" fmla="*/ 76908 w 114470"/>
                  <a:gd name="connsiteY0" fmla="*/ 198483 h 198511"/>
                  <a:gd name="connsiteX1" fmla="*/ 7218 w 114470"/>
                  <a:gd name="connsiteY1" fmla="*/ 198483 h 198511"/>
                  <a:gd name="connsiteX2" fmla="*/ 0 w 114470"/>
                  <a:gd name="connsiteY2" fmla="*/ 191265 h 198511"/>
                  <a:gd name="connsiteX3" fmla="*/ 0 w 114470"/>
                  <a:gd name="connsiteY3" fmla="*/ 7218 h 198511"/>
                  <a:gd name="connsiteX4" fmla="*/ 7218 w 114470"/>
                  <a:gd name="connsiteY4" fmla="*/ 0 h 198511"/>
                  <a:gd name="connsiteX5" fmla="*/ 107252 w 114470"/>
                  <a:gd name="connsiteY5" fmla="*/ 0 h 198511"/>
                  <a:gd name="connsiteX6" fmla="*/ 114470 w 114470"/>
                  <a:gd name="connsiteY6" fmla="*/ 7218 h 198511"/>
                  <a:gd name="connsiteX7" fmla="*/ 114470 w 114470"/>
                  <a:gd name="connsiteY7" fmla="*/ 54716 h 198511"/>
                  <a:gd name="connsiteX8" fmla="*/ 107252 w 114470"/>
                  <a:gd name="connsiteY8" fmla="*/ 61934 h 198511"/>
                  <a:gd name="connsiteX9" fmla="*/ 100034 w 114470"/>
                  <a:gd name="connsiteY9" fmla="*/ 54716 h 198511"/>
                  <a:gd name="connsiteX10" fmla="*/ 100034 w 114470"/>
                  <a:gd name="connsiteY10" fmla="*/ 14436 h 198511"/>
                  <a:gd name="connsiteX11" fmla="*/ 14436 w 114470"/>
                  <a:gd name="connsiteY11" fmla="*/ 14436 h 198511"/>
                  <a:gd name="connsiteX12" fmla="*/ 14436 w 114470"/>
                  <a:gd name="connsiteY12" fmla="*/ 184075 h 198511"/>
                  <a:gd name="connsiteX13" fmla="*/ 76908 w 114470"/>
                  <a:gd name="connsiteY13" fmla="*/ 184075 h 198511"/>
                  <a:gd name="connsiteX14" fmla="*/ 84126 w 114470"/>
                  <a:gd name="connsiteY14" fmla="*/ 191293 h 198511"/>
                  <a:gd name="connsiteX15" fmla="*/ 76908 w 114470"/>
                  <a:gd name="connsiteY15" fmla="*/ 198511 h 1985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14470" h="198511">
                    <a:moveTo>
                      <a:pt x="76908" y="198483"/>
                    </a:moveTo>
                    <a:lnTo>
                      <a:pt x="7218" y="198483"/>
                    </a:lnTo>
                    <a:cubicBezTo>
                      <a:pt x="3227" y="198483"/>
                      <a:pt x="0" y="195256"/>
                      <a:pt x="0" y="191265"/>
                    </a:cubicBezTo>
                    <a:lnTo>
                      <a:pt x="0" y="7218"/>
                    </a:lnTo>
                    <a:cubicBezTo>
                      <a:pt x="0" y="3227"/>
                      <a:pt x="3227" y="0"/>
                      <a:pt x="7218" y="0"/>
                    </a:cubicBezTo>
                    <a:lnTo>
                      <a:pt x="107252" y="0"/>
                    </a:lnTo>
                    <a:cubicBezTo>
                      <a:pt x="111243" y="0"/>
                      <a:pt x="114470" y="3227"/>
                      <a:pt x="114470" y="7218"/>
                    </a:cubicBezTo>
                    <a:lnTo>
                      <a:pt x="114470" y="54716"/>
                    </a:lnTo>
                    <a:cubicBezTo>
                      <a:pt x="114470" y="58707"/>
                      <a:pt x="111243" y="61934"/>
                      <a:pt x="107252" y="61934"/>
                    </a:cubicBezTo>
                    <a:cubicBezTo>
                      <a:pt x="103261" y="61934"/>
                      <a:pt x="100034" y="58707"/>
                      <a:pt x="100034" y="54716"/>
                    </a:cubicBezTo>
                    <a:lnTo>
                      <a:pt x="100034" y="14436"/>
                    </a:lnTo>
                    <a:lnTo>
                      <a:pt x="14436" y="14436"/>
                    </a:lnTo>
                    <a:lnTo>
                      <a:pt x="14436" y="184075"/>
                    </a:lnTo>
                    <a:lnTo>
                      <a:pt x="76908" y="184075"/>
                    </a:lnTo>
                    <a:cubicBezTo>
                      <a:pt x="80899" y="184075"/>
                      <a:pt x="84126" y="187302"/>
                      <a:pt x="84126" y="191293"/>
                    </a:cubicBezTo>
                    <a:cubicBezTo>
                      <a:pt x="84126" y="195284"/>
                      <a:pt x="80899" y="198511"/>
                      <a:pt x="76908" y="198511"/>
                    </a:cubicBezTo>
                    <a:close/>
                  </a:path>
                </a:pathLst>
              </a:custGeom>
              <a:solidFill>
                <a:srgbClr val="262626"/>
              </a:solidFill>
              <a:ln w="2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627" name="Gráfico 3">
              <a:extLst>
                <a:ext uri="{FF2B5EF4-FFF2-40B4-BE49-F238E27FC236}">
                  <a16:creationId xmlns:a16="http://schemas.microsoft.com/office/drawing/2014/main" id="{4BE1912F-15CC-1E0F-A3AE-5857806622C3}"/>
                </a:ext>
              </a:extLst>
            </p:cNvPr>
            <p:cNvGrpSpPr/>
            <p:nvPr/>
          </p:nvGrpSpPr>
          <p:grpSpPr>
            <a:xfrm>
              <a:off x="1107580" y="4551314"/>
              <a:ext cx="414443" cy="361172"/>
              <a:chOff x="1107580" y="4551314"/>
              <a:chExt cx="414443" cy="361172"/>
            </a:xfrm>
            <a:solidFill>
              <a:srgbClr val="262626"/>
            </a:solidFill>
          </p:grpSpPr>
          <p:sp>
            <p:nvSpPr>
              <p:cNvPr id="628" name="Forma Livre: Forma 627">
                <a:extLst>
                  <a:ext uri="{FF2B5EF4-FFF2-40B4-BE49-F238E27FC236}">
                    <a16:creationId xmlns:a16="http://schemas.microsoft.com/office/drawing/2014/main" id="{AB65E80D-82DB-5544-CBB1-82CD5FD755B9}"/>
                  </a:ext>
                </a:extLst>
              </p:cNvPr>
              <p:cNvSpPr/>
              <p:nvPr/>
            </p:nvSpPr>
            <p:spPr>
              <a:xfrm>
                <a:off x="1228178" y="4551314"/>
                <a:ext cx="293845" cy="361172"/>
              </a:xfrm>
              <a:custGeom>
                <a:avLst/>
                <a:gdLst>
                  <a:gd name="connsiteX0" fmla="*/ 42765 w 293845"/>
                  <a:gd name="connsiteY0" fmla="*/ 361144 h 361172"/>
                  <a:gd name="connsiteX1" fmla="*/ 37641 w 293845"/>
                  <a:gd name="connsiteY1" fmla="*/ 359021 h 361172"/>
                  <a:gd name="connsiteX2" fmla="*/ 18252 w 293845"/>
                  <a:gd name="connsiteY2" fmla="*/ 118843 h 361172"/>
                  <a:gd name="connsiteX3" fmla="*/ 25272 w 293845"/>
                  <a:gd name="connsiteY3" fmla="*/ 113974 h 361172"/>
                  <a:gd name="connsiteX4" fmla="*/ 32008 w 293845"/>
                  <a:gd name="connsiteY4" fmla="*/ 119211 h 361172"/>
                  <a:gd name="connsiteX5" fmla="*/ 63258 w 293845"/>
                  <a:gd name="connsiteY5" fmla="*/ 150574 h 361172"/>
                  <a:gd name="connsiteX6" fmla="*/ 136571 w 293845"/>
                  <a:gd name="connsiteY6" fmla="*/ 1485 h 361172"/>
                  <a:gd name="connsiteX7" fmla="*/ 144525 w 293845"/>
                  <a:gd name="connsiteY7" fmla="*/ 948 h 361172"/>
                  <a:gd name="connsiteX8" fmla="*/ 202780 w 293845"/>
                  <a:gd name="connsiteY8" fmla="*/ 208177 h 361172"/>
                  <a:gd name="connsiteX9" fmla="*/ 249428 w 293845"/>
                  <a:gd name="connsiteY9" fmla="*/ 82300 h 361172"/>
                  <a:gd name="connsiteX10" fmla="*/ 255344 w 293845"/>
                  <a:gd name="connsiteY10" fmla="*/ 76270 h 361172"/>
                  <a:gd name="connsiteX11" fmla="*/ 262930 w 293845"/>
                  <a:gd name="connsiteY11" fmla="*/ 80007 h 361172"/>
                  <a:gd name="connsiteX12" fmla="*/ 260609 w 293845"/>
                  <a:gd name="connsiteY12" fmla="*/ 348774 h 361172"/>
                  <a:gd name="connsiteX13" fmla="*/ 250419 w 293845"/>
                  <a:gd name="connsiteY13" fmla="*/ 349312 h 361172"/>
                  <a:gd name="connsiteX14" fmla="*/ 249881 w 293845"/>
                  <a:gd name="connsiteY14" fmla="*/ 339122 h 361172"/>
                  <a:gd name="connsiteX15" fmla="*/ 259137 w 293845"/>
                  <a:gd name="connsiteY15" fmla="*/ 109049 h 361172"/>
                  <a:gd name="connsiteX16" fmla="*/ 194995 w 293845"/>
                  <a:gd name="connsiteY16" fmla="*/ 225387 h 361172"/>
                  <a:gd name="connsiteX17" fmla="*/ 194571 w 293845"/>
                  <a:gd name="connsiteY17" fmla="*/ 225387 h 361172"/>
                  <a:gd name="connsiteX18" fmla="*/ 188938 w 293845"/>
                  <a:gd name="connsiteY18" fmla="*/ 222529 h 361172"/>
                  <a:gd name="connsiteX19" fmla="*/ 187721 w 293845"/>
                  <a:gd name="connsiteY19" fmla="*/ 216329 h 361172"/>
                  <a:gd name="connsiteX20" fmla="*/ 176993 w 293845"/>
                  <a:gd name="connsiteY20" fmla="*/ 112842 h 361172"/>
                  <a:gd name="connsiteX21" fmla="*/ 141129 w 293845"/>
                  <a:gd name="connsiteY21" fmla="*/ 16346 h 361172"/>
                  <a:gd name="connsiteX22" fmla="*/ 78968 w 293845"/>
                  <a:gd name="connsiteY22" fmla="*/ 158613 h 361172"/>
                  <a:gd name="connsiteX23" fmla="*/ 77270 w 293845"/>
                  <a:gd name="connsiteY23" fmla="*/ 165350 h 361172"/>
                  <a:gd name="connsiteX24" fmla="*/ 70703 w 293845"/>
                  <a:gd name="connsiteY24" fmla="*/ 167530 h 361172"/>
                  <a:gd name="connsiteX25" fmla="*/ 26517 w 293845"/>
                  <a:gd name="connsiteY25" fmla="*/ 140922 h 361172"/>
                  <a:gd name="connsiteX26" fmla="*/ 47860 w 293845"/>
                  <a:gd name="connsiteY26" fmla="*/ 348859 h 361172"/>
                  <a:gd name="connsiteX27" fmla="*/ 47860 w 293845"/>
                  <a:gd name="connsiteY27" fmla="*/ 359078 h 361172"/>
                  <a:gd name="connsiteX28" fmla="*/ 42765 w 293845"/>
                  <a:gd name="connsiteY28" fmla="*/ 361172 h 3611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293845" h="361172">
                    <a:moveTo>
                      <a:pt x="42765" y="361144"/>
                    </a:moveTo>
                    <a:cubicBezTo>
                      <a:pt x="40925" y="361144"/>
                      <a:pt x="39057" y="360436"/>
                      <a:pt x="37641" y="359021"/>
                    </a:cubicBezTo>
                    <a:cubicBezTo>
                      <a:pt x="-3488" y="317666"/>
                      <a:pt x="-12376" y="207668"/>
                      <a:pt x="18252" y="118843"/>
                    </a:cubicBezTo>
                    <a:cubicBezTo>
                      <a:pt x="19271" y="115871"/>
                      <a:pt x="22101" y="113720"/>
                      <a:pt x="25272" y="113974"/>
                    </a:cubicBezTo>
                    <a:cubicBezTo>
                      <a:pt x="28414" y="114059"/>
                      <a:pt x="31159" y="116182"/>
                      <a:pt x="32008" y="119211"/>
                    </a:cubicBezTo>
                    <a:cubicBezTo>
                      <a:pt x="37330" y="137978"/>
                      <a:pt x="52361" y="146668"/>
                      <a:pt x="63258" y="150574"/>
                    </a:cubicBezTo>
                    <a:cubicBezTo>
                      <a:pt x="60796" y="108483"/>
                      <a:pt x="91083" y="36302"/>
                      <a:pt x="136571" y="1485"/>
                    </a:cubicBezTo>
                    <a:cubicBezTo>
                      <a:pt x="138864" y="-270"/>
                      <a:pt x="142006" y="-496"/>
                      <a:pt x="144525" y="948"/>
                    </a:cubicBezTo>
                    <a:cubicBezTo>
                      <a:pt x="182059" y="22234"/>
                      <a:pt x="203431" y="162095"/>
                      <a:pt x="202780" y="208177"/>
                    </a:cubicBezTo>
                    <a:cubicBezTo>
                      <a:pt x="222905" y="194222"/>
                      <a:pt x="242154" y="130194"/>
                      <a:pt x="249428" y="82300"/>
                    </a:cubicBezTo>
                    <a:cubicBezTo>
                      <a:pt x="249909" y="79214"/>
                      <a:pt x="252287" y="76780"/>
                      <a:pt x="255344" y="76270"/>
                    </a:cubicBezTo>
                    <a:cubicBezTo>
                      <a:pt x="258430" y="75733"/>
                      <a:pt x="261487" y="77261"/>
                      <a:pt x="262930" y="80007"/>
                    </a:cubicBezTo>
                    <a:cubicBezTo>
                      <a:pt x="285745" y="123089"/>
                      <a:pt x="320392" y="282424"/>
                      <a:pt x="260609" y="348774"/>
                    </a:cubicBezTo>
                    <a:cubicBezTo>
                      <a:pt x="257948" y="351746"/>
                      <a:pt x="253391" y="351973"/>
                      <a:pt x="250419" y="349312"/>
                    </a:cubicBezTo>
                    <a:cubicBezTo>
                      <a:pt x="247447" y="346651"/>
                      <a:pt x="247220" y="342065"/>
                      <a:pt x="249881" y="339122"/>
                    </a:cubicBezTo>
                    <a:cubicBezTo>
                      <a:pt x="295935" y="288029"/>
                      <a:pt x="277961" y="166397"/>
                      <a:pt x="259137" y="109049"/>
                    </a:cubicBezTo>
                    <a:cubicBezTo>
                      <a:pt x="250645" y="149527"/>
                      <a:pt x="230038" y="225387"/>
                      <a:pt x="194995" y="225387"/>
                    </a:cubicBezTo>
                    <a:cubicBezTo>
                      <a:pt x="194854" y="225387"/>
                      <a:pt x="194712" y="225387"/>
                      <a:pt x="194571" y="225387"/>
                    </a:cubicBezTo>
                    <a:cubicBezTo>
                      <a:pt x="192363" y="225359"/>
                      <a:pt x="190268" y="224283"/>
                      <a:pt x="188938" y="222529"/>
                    </a:cubicBezTo>
                    <a:cubicBezTo>
                      <a:pt x="187607" y="220774"/>
                      <a:pt x="187155" y="218481"/>
                      <a:pt x="187721" y="216329"/>
                    </a:cubicBezTo>
                    <a:cubicBezTo>
                      <a:pt x="190183" y="206988"/>
                      <a:pt x="187296" y="163114"/>
                      <a:pt x="176993" y="112842"/>
                    </a:cubicBezTo>
                    <a:cubicBezTo>
                      <a:pt x="166859" y="63334"/>
                      <a:pt x="153697" y="28150"/>
                      <a:pt x="141129" y="16346"/>
                    </a:cubicBezTo>
                    <a:cubicBezTo>
                      <a:pt x="95811" y="54277"/>
                      <a:pt x="71099" y="128297"/>
                      <a:pt x="78968" y="158613"/>
                    </a:cubicBezTo>
                    <a:cubicBezTo>
                      <a:pt x="79591" y="160991"/>
                      <a:pt x="78968" y="163538"/>
                      <a:pt x="77270" y="165350"/>
                    </a:cubicBezTo>
                    <a:cubicBezTo>
                      <a:pt x="75600" y="167162"/>
                      <a:pt x="73109" y="167982"/>
                      <a:pt x="70703" y="167530"/>
                    </a:cubicBezTo>
                    <a:cubicBezTo>
                      <a:pt x="62834" y="166114"/>
                      <a:pt x="40246" y="160425"/>
                      <a:pt x="26517" y="140922"/>
                    </a:cubicBezTo>
                    <a:cubicBezTo>
                      <a:pt x="4523" y="220490"/>
                      <a:pt x="13355" y="314156"/>
                      <a:pt x="47860" y="348859"/>
                    </a:cubicBezTo>
                    <a:cubicBezTo>
                      <a:pt x="50662" y="351690"/>
                      <a:pt x="50662" y="356247"/>
                      <a:pt x="47860" y="359078"/>
                    </a:cubicBezTo>
                    <a:cubicBezTo>
                      <a:pt x="46445" y="360465"/>
                      <a:pt x="44605" y="361172"/>
                      <a:pt x="42765" y="361172"/>
                    </a:cubicBezTo>
                    <a:close/>
                  </a:path>
                </a:pathLst>
              </a:custGeom>
              <a:solidFill>
                <a:srgbClr val="262626"/>
              </a:solidFill>
              <a:ln w="2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29" name="Forma Livre: Forma 628">
                <a:extLst>
                  <a:ext uri="{FF2B5EF4-FFF2-40B4-BE49-F238E27FC236}">
                    <a16:creationId xmlns:a16="http://schemas.microsoft.com/office/drawing/2014/main" id="{972D453B-403C-6B9A-0E30-623DE0D264EA}"/>
                  </a:ext>
                </a:extLst>
              </p:cNvPr>
              <p:cNvSpPr/>
              <p:nvPr/>
            </p:nvSpPr>
            <p:spPr>
              <a:xfrm>
                <a:off x="1107580" y="4708521"/>
                <a:ext cx="95495" cy="203937"/>
              </a:xfrm>
              <a:custGeom>
                <a:avLst/>
                <a:gdLst>
                  <a:gd name="connsiteX0" fmla="*/ 85124 w 95495"/>
                  <a:gd name="connsiteY0" fmla="*/ 203937 h 203937"/>
                  <a:gd name="connsiteX1" fmla="*/ 80963 w 95495"/>
                  <a:gd name="connsiteY1" fmla="*/ 202607 h 203937"/>
                  <a:gd name="connsiteX2" fmla="*/ 5329 w 95495"/>
                  <a:gd name="connsiteY2" fmla="*/ 4832 h 203937"/>
                  <a:gd name="connsiteX3" fmla="*/ 13566 w 95495"/>
                  <a:gd name="connsiteY3" fmla="*/ 133 h 203937"/>
                  <a:gd name="connsiteX4" fmla="*/ 91776 w 95495"/>
                  <a:gd name="connsiteY4" fmla="*/ 24420 h 203937"/>
                  <a:gd name="connsiteX5" fmla="*/ 94578 w 95495"/>
                  <a:gd name="connsiteY5" fmla="*/ 34242 h 203937"/>
                  <a:gd name="connsiteX6" fmla="*/ 84756 w 95495"/>
                  <a:gd name="connsiteY6" fmla="*/ 37044 h 203937"/>
                  <a:gd name="connsiteX7" fmla="*/ 17161 w 95495"/>
                  <a:gd name="connsiteY7" fmla="*/ 15560 h 203937"/>
                  <a:gd name="connsiteX8" fmla="*/ 89313 w 95495"/>
                  <a:gd name="connsiteY8" fmla="*/ 190803 h 203937"/>
                  <a:gd name="connsiteX9" fmla="*/ 91040 w 95495"/>
                  <a:gd name="connsiteY9" fmla="*/ 200852 h 203937"/>
                  <a:gd name="connsiteX10" fmla="*/ 85152 w 95495"/>
                  <a:gd name="connsiteY10" fmla="*/ 203909 h 203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95495" h="203937">
                    <a:moveTo>
                      <a:pt x="85124" y="203937"/>
                    </a:moveTo>
                    <a:cubicBezTo>
                      <a:pt x="83681" y="203937"/>
                      <a:pt x="82237" y="203513"/>
                      <a:pt x="80963" y="202607"/>
                    </a:cubicBezTo>
                    <a:cubicBezTo>
                      <a:pt x="16680" y="157034"/>
                      <a:pt x="-12957" y="57141"/>
                      <a:pt x="5329" y="4832"/>
                    </a:cubicBezTo>
                    <a:cubicBezTo>
                      <a:pt x="6518" y="1435"/>
                      <a:pt x="10028" y="-547"/>
                      <a:pt x="13566" y="133"/>
                    </a:cubicBezTo>
                    <a:cubicBezTo>
                      <a:pt x="37541" y="4917"/>
                      <a:pt x="67348" y="10889"/>
                      <a:pt x="91776" y="24420"/>
                    </a:cubicBezTo>
                    <a:cubicBezTo>
                      <a:pt x="95258" y="26344"/>
                      <a:pt x="96532" y="30732"/>
                      <a:pt x="94578" y="34242"/>
                    </a:cubicBezTo>
                    <a:cubicBezTo>
                      <a:pt x="92654" y="37723"/>
                      <a:pt x="88238" y="38997"/>
                      <a:pt x="84756" y="37044"/>
                    </a:cubicBezTo>
                    <a:cubicBezTo>
                      <a:pt x="64347" y="25722"/>
                      <a:pt x="38872" y="19975"/>
                      <a:pt x="17161" y="15560"/>
                    </a:cubicBezTo>
                    <a:cubicBezTo>
                      <a:pt x="4791" y="64416"/>
                      <a:pt x="33918" y="151543"/>
                      <a:pt x="89313" y="190803"/>
                    </a:cubicBezTo>
                    <a:cubicBezTo>
                      <a:pt x="92569" y="193096"/>
                      <a:pt x="93333" y="197625"/>
                      <a:pt x="91040" y="200852"/>
                    </a:cubicBezTo>
                    <a:cubicBezTo>
                      <a:pt x="89625" y="202833"/>
                      <a:pt x="87417" y="203909"/>
                      <a:pt x="85152" y="203909"/>
                    </a:cubicBezTo>
                    <a:close/>
                  </a:path>
                </a:pathLst>
              </a:custGeom>
              <a:solidFill>
                <a:srgbClr val="262626"/>
              </a:solidFill>
              <a:ln w="2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30" name="Forma Livre: Forma 629">
                <a:extLst>
                  <a:ext uri="{FF2B5EF4-FFF2-40B4-BE49-F238E27FC236}">
                    <a16:creationId xmlns:a16="http://schemas.microsoft.com/office/drawing/2014/main" id="{2EEEF3A5-9CC8-221E-B9F1-677632CBDB7E}"/>
                  </a:ext>
                </a:extLst>
              </p:cNvPr>
              <p:cNvSpPr/>
              <p:nvPr/>
            </p:nvSpPr>
            <p:spPr>
              <a:xfrm>
                <a:off x="1334801" y="4800350"/>
                <a:ext cx="48420" cy="112136"/>
              </a:xfrm>
              <a:custGeom>
                <a:avLst/>
                <a:gdLst>
                  <a:gd name="connsiteX0" fmla="*/ 41158 w 48420"/>
                  <a:gd name="connsiteY0" fmla="*/ 112109 h 112136"/>
                  <a:gd name="connsiteX1" fmla="*/ 36317 w 48420"/>
                  <a:gd name="connsiteY1" fmla="*/ 110240 h 112136"/>
                  <a:gd name="connsiteX2" fmla="*/ 340 w 48420"/>
                  <a:gd name="connsiteY2" fmla="*/ 6243 h 112136"/>
                  <a:gd name="connsiteX3" fmla="*/ 8464 w 48420"/>
                  <a:gd name="connsiteY3" fmla="*/ 73 h 112136"/>
                  <a:gd name="connsiteX4" fmla="*/ 14663 w 48420"/>
                  <a:gd name="connsiteY4" fmla="*/ 8197 h 112136"/>
                  <a:gd name="connsiteX5" fmla="*/ 46055 w 48420"/>
                  <a:gd name="connsiteY5" fmla="*/ 99569 h 112136"/>
                  <a:gd name="connsiteX6" fmla="*/ 46564 w 48420"/>
                  <a:gd name="connsiteY6" fmla="*/ 109759 h 112136"/>
                  <a:gd name="connsiteX7" fmla="*/ 41214 w 48420"/>
                  <a:gd name="connsiteY7" fmla="*/ 112137 h 1121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8420" h="112136">
                    <a:moveTo>
                      <a:pt x="41158" y="112109"/>
                    </a:moveTo>
                    <a:cubicBezTo>
                      <a:pt x="39431" y="112109"/>
                      <a:pt x="37704" y="111486"/>
                      <a:pt x="36317" y="110240"/>
                    </a:cubicBezTo>
                    <a:cubicBezTo>
                      <a:pt x="17069" y="92804"/>
                      <a:pt x="-2858" y="29822"/>
                      <a:pt x="340" y="6243"/>
                    </a:cubicBezTo>
                    <a:cubicBezTo>
                      <a:pt x="878" y="2309"/>
                      <a:pt x="4529" y="-493"/>
                      <a:pt x="8464" y="73"/>
                    </a:cubicBezTo>
                    <a:cubicBezTo>
                      <a:pt x="12427" y="610"/>
                      <a:pt x="15173" y="4234"/>
                      <a:pt x="14663" y="8197"/>
                    </a:cubicBezTo>
                    <a:cubicBezTo>
                      <a:pt x="11832" y="29143"/>
                      <a:pt x="31477" y="86350"/>
                      <a:pt x="46055" y="99569"/>
                    </a:cubicBezTo>
                    <a:cubicBezTo>
                      <a:pt x="48998" y="102258"/>
                      <a:pt x="49225" y="106815"/>
                      <a:pt x="46564" y="109759"/>
                    </a:cubicBezTo>
                    <a:cubicBezTo>
                      <a:pt x="45149" y="111316"/>
                      <a:pt x="43167" y="112137"/>
                      <a:pt x="41214" y="112137"/>
                    </a:cubicBezTo>
                    <a:close/>
                  </a:path>
                </a:pathLst>
              </a:custGeom>
              <a:solidFill>
                <a:srgbClr val="262626"/>
              </a:solidFill>
              <a:ln w="2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grpSp>
        <p:nvGrpSpPr>
          <p:cNvPr id="636" name="Gráfico 3">
            <a:extLst>
              <a:ext uri="{FF2B5EF4-FFF2-40B4-BE49-F238E27FC236}">
                <a16:creationId xmlns:a16="http://schemas.microsoft.com/office/drawing/2014/main" id="{E3094FEB-4869-CFDF-0BBC-B42B2275577C}"/>
              </a:ext>
            </a:extLst>
          </p:cNvPr>
          <p:cNvGrpSpPr/>
          <p:nvPr/>
        </p:nvGrpSpPr>
        <p:grpSpPr>
          <a:xfrm>
            <a:off x="10562083" y="5200790"/>
            <a:ext cx="597450" cy="597478"/>
            <a:chOff x="10532159" y="5170866"/>
            <a:chExt cx="657297" cy="657326"/>
          </a:xfrm>
          <a:solidFill>
            <a:srgbClr val="262626"/>
          </a:solidFill>
        </p:grpSpPr>
        <p:grpSp>
          <p:nvGrpSpPr>
            <p:cNvPr id="637" name="Gráfico 3">
              <a:extLst>
                <a:ext uri="{FF2B5EF4-FFF2-40B4-BE49-F238E27FC236}">
                  <a16:creationId xmlns:a16="http://schemas.microsoft.com/office/drawing/2014/main" id="{B9427FCE-BBD3-FE6E-FD66-E4D77C37E810}"/>
                </a:ext>
              </a:extLst>
            </p:cNvPr>
            <p:cNvGrpSpPr/>
            <p:nvPr/>
          </p:nvGrpSpPr>
          <p:grpSpPr>
            <a:xfrm>
              <a:off x="10532159" y="5170866"/>
              <a:ext cx="657297" cy="657326"/>
              <a:chOff x="10532159" y="5170866"/>
              <a:chExt cx="657297" cy="657326"/>
            </a:xfrm>
            <a:solidFill>
              <a:srgbClr val="262626"/>
            </a:solidFill>
          </p:grpSpPr>
          <p:sp>
            <p:nvSpPr>
              <p:cNvPr id="639" name="Forma Livre: Forma 638">
                <a:extLst>
                  <a:ext uri="{FF2B5EF4-FFF2-40B4-BE49-F238E27FC236}">
                    <a16:creationId xmlns:a16="http://schemas.microsoft.com/office/drawing/2014/main" id="{F6F23DFF-7CC1-FA48-496E-A5386DDE8E24}"/>
                  </a:ext>
                </a:extLst>
              </p:cNvPr>
              <p:cNvSpPr/>
              <p:nvPr/>
            </p:nvSpPr>
            <p:spPr>
              <a:xfrm>
                <a:off x="10532159" y="5170866"/>
                <a:ext cx="657297" cy="657326"/>
              </a:xfrm>
              <a:custGeom>
                <a:avLst/>
                <a:gdLst>
                  <a:gd name="connsiteX0" fmla="*/ 415931 w 657297"/>
                  <a:gd name="connsiteY0" fmla="*/ 657326 h 657326"/>
                  <a:gd name="connsiteX1" fmla="*/ 241367 w 657297"/>
                  <a:gd name="connsiteY1" fmla="*/ 657326 h 657326"/>
                  <a:gd name="connsiteX2" fmla="*/ 157976 w 657297"/>
                  <a:gd name="connsiteY2" fmla="*/ 622793 h 657326"/>
                  <a:gd name="connsiteX3" fmla="*/ 34533 w 657297"/>
                  <a:gd name="connsiteY3" fmla="*/ 499349 h 657326"/>
                  <a:gd name="connsiteX4" fmla="*/ 0 w 657297"/>
                  <a:gd name="connsiteY4" fmla="*/ 415959 h 657326"/>
                  <a:gd name="connsiteX5" fmla="*/ 0 w 657297"/>
                  <a:gd name="connsiteY5" fmla="*/ 241395 h 657326"/>
                  <a:gd name="connsiteX6" fmla="*/ 34533 w 657297"/>
                  <a:gd name="connsiteY6" fmla="*/ 158005 h 657326"/>
                  <a:gd name="connsiteX7" fmla="*/ 157976 w 657297"/>
                  <a:gd name="connsiteY7" fmla="*/ 34562 h 657326"/>
                  <a:gd name="connsiteX8" fmla="*/ 241367 w 657297"/>
                  <a:gd name="connsiteY8" fmla="*/ 0 h 657326"/>
                  <a:gd name="connsiteX9" fmla="*/ 415931 w 657297"/>
                  <a:gd name="connsiteY9" fmla="*/ 0 h 657326"/>
                  <a:gd name="connsiteX10" fmla="*/ 499321 w 657297"/>
                  <a:gd name="connsiteY10" fmla="*/ 34562 h 657326"/>
                  <a:gd name="connsiteX11" fmla="*/ 622764 w 657297"/>
                  <a:gd name="connsiteY11" fmla="*/ 158005 h 657326"/>
                  <a:gd name="connsiteX12" fmla="*/ 657298 w 657297"/>
                  <a:gd name="connsiteY12" fmla="*/ 241395 h 657326"/>
                  <a:gd name="connsiteX13" fmla="*/ 657298 w 657297"/>
                  <a:gd name="connsiteY13" fmla="*/ 415959 h 657326"/>
                  <a:gd name="connsiteX14" fmla="*/ 622764 w 657297"/>
                  <a:gd name="connsiteY14" fmla="*/ 499349 h 657326"/>
                  <a:gd name="connsiteX15" fmla="*/ 499321 w 657297"/>
                  <a:gd name="connsiteY15" fmla="*/ 622793 h 657326"/>
                  <a:gd name="connsiteX16" fmla="*/ 415931 w 657297"/>
                  <a:gd name="connsiteY16" fmla="*/ 657326 h 657326"/>
                  <a:gd name="connsiteX17" fmla="*/ 241367 w 657297"/>
                  <a:gd name="connsiteY17" fmla="*/ 14436 h 657326"/>
                  <a:gd name="connsiteX18" fmla="*/ 168167 w 657297"/>
                  <a:gd name="connsiteY18" fmla="*/ 44752 h 657326"/>
                  <a:gd name="connsiteX19" fmla="*/ 44724 w 657297"/>
                  <a:gd name="connsiteY19" fmla="*/ 168195 h 657326"/>
                  <a:gd name="connsiteX20" fmla="*/ 14407 w 657297"/>
                  <a:gd name="connsiteY20" fmla="*/ 241395 h 657326"/>
                  <a:gd name="connsiteX21" fmla="*/ 14407 w 657297"/>
                  <a:gd name="connsiteY21" fmla="*/ 415959 h 657326"/>
                  <a:gd name="connsiteX22" fmla="*/ 44724 w 657297"/>
                  <a:gd name="connsiteY22" fmla="*/ 489159 h 657326"/>
                  <a:gd name="connsiteX23" fmla="*/ 168167 w 657297"/>
                  <a:gd name="connsiteY23" fmla="*/ 612602 h 657326"/>
                  <a:gd name="connsiteX24" fmla="*/ 241367 w 657297"/>
                  <a:gd name="connsiteY24" fmla="*/ 642918 h 657326"/>
                  <a:gd name="connsiteX25" fmla="*/ 415931 w 657297"/>
                  <a:gd name="connsiteY25" fmla="*/ 642918 h 657326"/>
                  <a:gd name="connsiteX26" fmla="*/ 489131 w 657297"/>
                  <a:gd name="connsiteY26" fmla="*/ 612602 h 657326"/>
                  <a:gd name="connsiteX27" fmla="*/ 612574 w 657297"/>
                  <a:gd name="connsiteY27" fmla="*/ 489159 h 657326"/>
                  <a:gd name="connsiteX28" fmla="*/ 642890 w 657297"/>
                  <a:gd name="connsiteY28" fmla="*/ 415959 h 657326"/>
                  <a:gd name="connsiteX29" fmla="*/ 642890 w 657297"/>
                  <a:gd name="connsiteY29" fmla="*/ 241395 h 657326"/>
                  <a:gd name="connsiteX30" fmla="*/ 612574 w 657297"/>
                  <a:gd name="connsiteY30" fmla="*/ 168195 h 657326"/>
                  <a:gd name="connsiteX31" fmla="*/ 489131 w 657297"/>
                  <a:gd name="connsiteY31" fmla="*/ 44752 h 657326"/>
                  <a:gd name="connsiteX32" fmla="*/ 415931 w 657297"/>
                  <a:gd name="connsiteY32" fmla="*/ 14436 h 657326"/>
                  <a:gd name="connsiteX33" fmla="*/ 241367 w 657297"/>
                  <a:gd name="connsiteY33" fmla="*/ 14436 h 6573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657297" h="657326">
                    <a:moveTo>
                      <a:pt x="415931" y="657326"/>
                    </a:moveTo>
                    <a:lnTo>
                      <a:pt x="241367" y="657326"/>
                    </a:lnTo>
                    <a:cubicBezTo>
                      <a:pt x="209862" y="657326"/>
                      <a:pt x="180225" y="645070"/>
                      <a:pt x="157976" y="622793"/>
                    </a:cubicBezTo>
                    <a:lnTo>
                      <a:pt x="34533" y="499349"/>
                    </a:lnTo>
                    <a:cubicBezTo>
                      <a:pt x="12256" y="477072"/>
                      <a:pt x="0" y="447464"/>
                      <a:pt x="0" y="415959"/>
                    </a:cubicBezTo>
                    <a:lnTo>
                      <a:pt x="0" y="241395"/>
                    </a:lnTo>
                    <a:cubicBezTo>
                      <a:pt x="0" y="209890"/>
                      <a:pt x="12256" y="180254"/>
                      <a:pt x="34533" y="158005"/>
                    </a:cubicBezTo>
                    <a:lnTo>
                      <a:pt x="157976" y="34562"/>
                    </a:lnTo>
                    <a:cubicBezTo>
                      <a:pt x="180254" y="12285"/>
                      <a:pt x="209862" y="0"/>
                      <a:pt x="241367" y="0"/>
                    </a:cubicBezTo>
                    <a:lnTo>
                      <a:pt x="415931" y="0"/>
                    </a:lnTo>
                    <a:cubicBezTo>
                      <a:pt x="447435" y="0"/>
                      <a:pt x="477044" y="12256"/>
                      <a:pt x="499321" y="34562"/>
                    </a:cubicBezTo>
                    <a:lnTo>
                      <a:pt x="622764" y="158005"/>
                    </a:lnTo>
                    <a:cubicBezTo>
                      <a:pt x="645041" y="180282"/>
                      <a:pt x="657298" y="209890"/>
                      <a:pt x="657298" y="241395"/>
                    </a:cubicBezTo>
                    <a:lnTo>
                      <a:pt x="657298" y="415959"/>
                    </a:lnTo>
                    <a:cubicBezTo>
                      <a:pt x="657298" y="447464"/>
                      <a:pt x="645041" y="477101"/>
                      <a:pt x="622764" y="499349"/>
                    </a:cubicBezTo>
                    <a:lnTo>
                      <a:pt x="499321" y="622793"/>
                    </a:lnTo>
                    <a:cubicBezTo>
                      <a:pt x="477044" y="645070"/>
                      <a:pt x="447435" y="657326"/>
                      <a:pt x="415931" y="657326"/>
                    </a:cubicBezTo>
                    <a:close/>
                    <a:moveTo>
                      <a:pt x="241367" y="14436"/>
                    </a:moveTo>
                    <a:cubicBezTo>
                      <a:pt x="213712" y="14436"/>
                      <a:pt x="187726" y="25192"/>
                      <a:pt x="168167" y="44752"/>
                    </a:cubicBezTo>
                    <a:lnTo>
                      <a:pt x="44724" y="168195"/>
                    </a:lnTo>
                    <a:cubicBezTo>
                      <a:pt x="25164" y="187755"/>
                      <a:pt x="14407" y="213740"/>
                      <a:pt x="14407" y="241395"/>
                    </a:cubicBezTo>
                    <a:lnTo>
                      <a:pt x="14407" y="415959"/>
                    </a:lnTo>
                    <a:cubicBezTo>
                      <a:pt x="14407" y="443614"/>
                      <a:pt x="25164" y="469599"/>
                      <a:pt x="44724" y="489159"/>
                    </a:cubicBezTo>
                    <a:lnTo>
                      <a:pt x="168167" y="612602"/>
                    </a:lnTo>
                    <a:cubicBezTo>
                      <a:pt x="187726" y="632162"/>
                      <a:pt x="213712" y="642918"/>
                      <a:pt x="241367" y="642918"/>
                    </a:cubicBezTo>
                    <a:lnTo>
                      <a:pt x="415931" y="642918"/>
                    </a:lnTo>
                    <a:cubicBezTo>
                      <a:pt x="443586" y="642918"/>
                      <a:pt x="469571" y="632162"/>
                      <a:pt x="489131" y="612602"/>
                    </a:cubicBezTo>
                    <a:lnTo>
                      <a:pt x="612574" y="489159"/>
                    </a:lnTo>
                    <a:cubicBezTo>
                      <a:pt x="632133" y="469599"/>
                      <a:pt x="642890" y="443614"/>
                      <a:pt x="642890" y="415959"/>
                    </a:cubicBezTo>
                    <a:lnTo>
                      <a:pt x="642890" y="241395"/>
                    </a:lnTo>
                    <a:cubicBezTo>
                      <a:pt x="642890" y="213740"/>
                      <a:pt x="632133" y="187755"/>
                      <a:pt x="612574" y="168195"/>
                    </a:cubicBezTo>
                    <a:lnTo>
                      <a:pt x="489131" y="44752"/>
                    </a:lnTo>
                    <a:cubicBezTo>
                      <a:pt x="469571" y="25192"/>
                      <a:pt x="443586" y="14436"/>
                      <a:pt x="415931" y="14436"/>
                    </a:cubicBezTo>
                    <a:lnTo>
                      <a:pt x="241367" y="14436"/>
                    </a:lnTo>
                    <a:close/>
                  </a:path>
                </a:pathLst>
              </a:custGeom>
              <a:solidFill>
                <a:srgbClr val="262626"/>
              </a:solidFill>
              <a:ln w="2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40" name="Forma Livre: Forma 639">
                <a:extLst>
                  <a:ext uri="{FF2B5EF4-FFF2-40B4-BE49-F238E27FC236}">
                    <a16:creationId xmlns:a16="http://schemas.microsoft.com/office/drawing/2014/main" id="{F0813E25-4391-5943-3C74-472151E11529}"/>
                  </a:ext>
                </a:extLst>
              </p:cNvPr>
              <p:cNvSpPr/>
              <p:nvPr/>
            </p:nvSpPr>
            <p:spPr>
              <a:xfrm>
                <a:off x="10848339" y="5763314"/>
                <a:ext cx="85512" cy="14436"/>
              </a:xfrm>
              <a:custGeom>
                <a:avLst/>
                <a:gdLst>
                  <a:gd name="connsiteX0" fmla="*/ 78295 w 85512"/>
                  <a:gd name="connsiteY0" fmla="*/ 14436 h 14436"/>
                  <a:gd name="connsiteX1" fmla="*/ 7218 w 85512"/>
                  <a:gd name="connsiteY1" fmla="*/ 14436 h 14436"/>
                  <a:gd name="connsiteX2" fmla="*/ 0 w 85512"/>
                  <a:gd name="connsiteY2" fmla="*/ 7218 h 14436"/>
                  <a:gd name="connsiteX3" fmla="*/ 7218 w 85512"/>
                  <a:gd name="connsiteY3" fmla="*/ 0 h 14436"/>
                  <a:gd name="connsiteX4" fmla="*/ 78295 w 85512"/>
                  <a:gd name="connsiteY4" fmla="*/ 0 h 14436"/>
                  <a:gd name="connsiteX5" fmla="*/ 85513 w 85512"/>
                  <a:gd name="connsiteY5" fmla="*/ 7218 h 14436"/>
                  <a:gd name="connsiteX6" fmla="*/ 78295 w 85512"/>
                  <a:gd name="connsiteY6" fmla="*/ 14436 h 144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5512" h="14436">
                    <a:moveTo>
                      <a:pt x="78295" y="14436"/>
                    </a:moveTo>
                    <a:lnTo>
                      <a:pt x="7218" y="14436"/>
                    </a:lnTo>
                    <a:cubicBezTo>
                      <a:pt x="3227" y="14436"/>
                      <a:pt x="0" y="11209"/>
                      <a:pt x="0" y="7218"/>
                    </a:cubicBezTo>
                    <a:cubicBezTo>
                      <a:pt x="0" y="3227"/>
                      <a:pt x="3227" y="0"/>
                      <a:pt x="7218" y="0"/>
                    </a:cubicBezTo>
                    <a:lnTo>
                      <a:pt x="78295" y="0"/>
                    </a:lnTo>
                    <a:cubicBezTo>
                      <a:pt x="82286" y="0"/>
                      <a:pt x="85513" y="3227"/>
                      <a:pt x="85513" y="7218"/>
                    </a:cubicBezTo>
                    <a:cubicBezTo>
                      <a:pt x="85513" y="11209"/>
                      <a:pt x="82286" y="14436"/>
                      <a:pt x="78295" y="14436"/>
                    </a:cubicBezTo>
                    <a:close/>
                  </a:path>
                </a:pathLst>
              </a:custGeom>
              <a:solidFill>
                <a:srgbClr val="262626"/>
              </a:solidFill>
              <a:ln w="2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41" name="Forma Livre: Forma 640">
                <a:extLst>
                  <a:ext uri="{FF2B5EF4-FFF2-40B4-BE49-F238E27FC236}">
                    <a16:creationId xmlns:a16="http://schemas.microsoft.com/office/drawing/2014/main" id="{EB5D75F6-CAD9-2CEE-92F7-71F5C3A0F1B7}"/>
                  </a:ext>
                </a:extLst>
              </p:cNvPr>
              <p:cNvSpPr/>
              <p:nvPr/>
            </p:nvSpPr>
            <p:spPr>
              <a:xfrm>
                <a:off x="10582601" y="5387690"/>
                <a:ext cx="16927" cy="105299"/>
              </a:xfrm>
              <a:custGeom>
                <a:avLst/>
                <a:gdLst>
                  <a:gd name="connsiteX0" fmla="*/ 7218 w 16927"/>
                  <a:gd name="connsiteY0" fmla="*/ 105300 h 105299"/>
                  <a:gd name="connsiteX1" fmla="*/ 0 w 16927"/>
                  <a:gd name="connsiteY1" fmla="*/ 98082 h 105299"/>
                  <a:gd name="connsiteX2" fmla="*/ 0 w 16927"/>
                  <a:gd name="connsiteY2" fmla="*/ 24542 h 105299"/>
                  <a:gd name="connsiteX3" fmla="*/ 2802 w 16927"/>
                  <a:gd name="connsiteY3" fmla="*/ 5152 h 105299"/>
                  <a:gd name="connsiteX4" fmla="*/ 11776 w 16927"/>
                  <a:gd name="connsiteY4" fmla="*/ 312 h 105299"/>
                  <a:gd name="connsiteX5" fmla="*/ 16616 w 16927"/>
                  <a:gd name="connsiteY5" fmla="*/ 9285 h 105299"/>
                  <a:gd name="connsiteX6" fmla="*/ 14408 w 16927"/>
                  <a:gd name="connsiteY6" fmla="*/ 24542 h 105299"/>
                  <a:gd name="connsiteX7" fmla="*/ 14408 w 16927"/>
                  <a:gd name="connsiteY7" fmla="*/ 98082 h 105299"/>
                  <a:gd name="connsiteX8" fmla="*/ 7190 w 16927"/>
                  <a:gd name="connsiteY8" fmla="*/ 105300 h 1052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927" h="105299">
                    <a:moveTo>
                      <a:pt x="7218" y="105300"/>
                    </a:moveTo>
                    <a:cubicBezTo>
                      <a:pt x="3227" y="105300"/>
                      <a:pt x="0" y="102073"/>
                      <a:pt x="0" y="98082"/>
                    </a:cubicBezTo>
                    <a:lnTo>
                      <a:pt x="0" y="24542"/>
                    </a:lnTo>
                    <a:cubicBezTo>
                      <a:pt x="0" y="17947"/>
                      <a:pt x="934" y="11408"/>
                      <a:pt x="2802" y="5152"/>
                    </a:cubicBezTo>
                    <a:cubicBezTo>
                      <a:pt x="3935" y="1331"/>
                      <a:pt x="7954" y="-849"/>
                      <a:pt x="11776" y="312"/>
                    </a:cubicBezTo>
                    <a:cubicBezTo>
                      <a:pt x="15597" y="1444"/>
                      <a:pt x="17776" y="5464"/>
                      <a:pt x="16616" y="9285"/>
                    </a:cubicBezTo>
                    <a:cubicBezTo>
                      <a:pt x="15144" y="14210"/>
                      <a:pt x="14408" y="19334"/>
                      <a:pt x="14408" y="24542"/>
                    </a:cubicBezTo>
                    <a:lnTo>
                      <a:pt x="14408" y="98082"/>
                    </a:lnTo>
                    <a:cubicBezTo>
                      <a:pt x="14408" y="102073"/>
                      <a:pt x="11181" y="105300"/>
                      <a:pt x="7190" y="105300"/>
                    </a:cubicBezTo>
                    <a:close/>
                  </a:path>
                </a:pathLst>
              </a:custGeom>
              <a:solidFill>
                <a:srgbClr val="262626"/>
              </a:solidFill>
              <a:ln w="2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42" name="Forma Livre: Forma 641">
                <a:extLst>
                  <a:ext uri="{FF2B5EF4-FFF2-40B4-BE49-F238E27FC236}">
                    <a16:creationId xmlns:a16="http://schemas.microsoft.com/office/drawing/2014/main" id="{4C8A2E47-E986-9069-D600-4CCF0CBF11B4}"/>
                  </a:ext>
                </a:extLst>
              </p:cNvPr>
              <p:cNvSpPr/>
              <p:nvPr/>
            </p:nvSpPr>
            <p:spPr>
              <a:xfrm>
                <a:off x="10582601" y="5579578"/>
                <a:ext cx="60263" cy="85258"/>
              </a:xfrm>
              <a:custGeom>
                <a:avLst/>
                <a:gdLst>
                  <a:gd name="connsiteX0" fmla="*/ 53046 w 60263"/>
                  <a:gd name="connsiteY0" fmla="*/ 85230 h 85258"/>
                  <a:gd name="connsiteX1" fmla="*/ 47951 w 60263"/>
                  <a:gd name="connsiteY1" fmla="*/ 83107 h 85258"/>
                  <a:gd name="connsiteX2" fmla="*/ 19786 w 60263"/>
                  <a:gd name="connsiteY2" fmla="*/ 54942 h 85258"/>
                  <a:gd name="connsiteX3" fmla="*/ 0 w 60263"/>
                  <a:gd name="connsiteY3" fmla="*/ 7218 h 85258"/>
                  <a:gd name="connsiteX4" fmla="*/ 7218 w 60263"/>
                  <a:gd name="connsiteY4" fmla="*/ 0 h 85258"/>
                  <a:gd name="connsiteX5" fmla="*/ 14436 w 60263"/>
                  <a:gd name="connsiteY5" fmla="*/ 7218 h 85258"/>
                  <a:gd name="connsiteX6" fmla="*/ 29976 w 60263"/>
                  <a:gd name="connsiteY6" fmla="*/ 44752 h 85258"/>
                  <a:gd name="connsiteX7" fmla="*/ 58141 w 60263"/>
                  <a:gd name="connsiteY7" fmla="*/ 72917 h 85258"/>
                  <a:gd name="connsiteX8" fmla="*/ 58141 w 60263"/>
                  <a:gd name="connsiteY8" fmla="*/ 83135 h 85258"/>
                  <a:gd name="connsiteX9" fmla="*/ 53046 w 60263"/>
                  <a:gd name="connsiteY9" fmla="*/ 85258 h 852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0263" h="85258">
                    <a:moveTo>
                      <a:pt x="53046" y="85230"/>
                    </a:moveTo>
                    <a:cubicBezTo>
                      <a:pt x="51206" y="85230"/>
                      <a:pt x="49367" y="84522"/>
                      <a:pt x="47951" y="83107"/>
                    </a:cubicBezTo>
                    <a:lnTo>
                      <a:pt x="19786" y="54942"/>
                    </a:lnTo>
                    <a:cubicBezTo>
                      <a:pt x="7048" y="42205"/>
                      <a:pt x="0" y="25249"/>
                      <a:pt x="0" y="7218"/>
                    </a:cubicBezTo>
                    <a:cubicBezTo>
                      <a:pt x="0" y="3227"/>
                      <a:pt x="3227" y="0"/>
                      <a:pt x="7218" y="0"/>
                    </a:cubicBezTo>
                    <a:cubicBezTo>
                      <a:pt x="11210" y="0"/>
                      <a:pt x="14436" y="3227"/>
                      <a:pt x="14436" y="7218"/>
                    </a:cubicBezTo>
                    <a:cubicBezTo>
                      <a:pt x="14436" y="21399"/>
                      <a:pt x="19956" y="34732"/>
                      <a:pt x="29976" y="44752"/>
                    </a:cubicBezTo>
                    <a:lnTo>
                      <a:pt x="58141" y="72917"/>
                    </a:lnTo>
                    <a:cubicBezTo>
                      <a:pt x="60972" y="75747"/>
                      <a:pt x="60972" y="80305"/>
                      <a:pt x="58141" y="83135"/>
                    </a:cubicBezTo>
                    <a:cubicBezTo>
                      <a:pt x="56726" y="84551"/>
                      <a:pt x="54886" y="85258"/>
                      <a:pt x="53046" y="85258"/>
                    </a:cubicBezTo>
                    <a:close/>
                  </a:path>
                </a:pathLst>
              </a:custGeom>
              <a:solidFill>
                <a:srgbClr val="262626"/>
              </a:solidFill>
              <a:ln w="2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43" name="Forma Livre: Forma 642">
                <a:extLst>
                  <a:ext uri="{FF2B5EF4-FFF2-40B4-BE49-F238E27FC236}">
                    <a16:creationId xmlns:a16="http://schemas.microsoft.com/office/drawing/2014/main" id="{57B1F50B-664E-65ED-8743-A8155AA417B2}"/>
                  </a:ext>
                </a:extLst>
              </p:cNvPr>
              <p:cNvSpPr/>
              <p:nvPr/>
            </p:nvSpPr>
            <p:spPr>
              <a:xfrm>
                <a:off x="10688041" y="5709985"/>
                <a:ext cx="50102" cy="50101"/>
              </a:xfrm>
              <a:custGeom>
                <a:avLst/>
                <a:gdLst>
                  <a:gd name="connsiteX0" fmla="*/ 42856 w 50102"/>
                  <a:gd name="connsiteY0" fmla="*/ 50102 h 50101"/>
                  <a:gd name="connsiteX1" fmla="*/ 37761 w 50102"/>
                  <a:gd name="connsiteY1" fmla="*/ 47979 h 50101"/>
                  <a:gd name="connsiteX2" fmla="*/ 2123 w 50102"/>
                  <a:gd name="connsiteY2" fmla="*/ 12341 h 50101"/>
                  <a:gd name="connsiteX3" fmla="*/ 2123 w 50102"/>
                  <a:gd name="connsiteY3" fmla="*/ 2123 h 50101"/>
                  <a:gd name="connsiteX4" fmla="*/ 12342 w 50102"/>
                  <a:gd name="connsiteY4" fmla="*/ 2123 h 50101"/>
                  <a:gd name="connsiteX5" fmla="*/ 47980 w 50102"/>
                  <a:gd name="connsiteY5" fmla="*/ 37761 h 50101"/>
                  <a:gd name="connsiteX6" fmla="*/ 47980 w 50102"/>
                  <a:gd name="connsiteY6" fmla="*/ 47979 h 50101"/>
                  <a:gd name="connsiteX7" fmla="*/ 42884 w 50102"/>
                  <a:gd name="connsiteY7" fmla="*/ 50102 h 501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0102" h="50101">
                    <a:moveTo>
                      <a:pt x="42856" y="50102"/>
                    </a:moveTo>
                    <a:cubicBezTo>
                      <a:pt x="41016" y="50102"/>
                      <a:pt x="39176" y="49394"/>
                      <a:pt x="37761" y="47979"/>
                    </a:cubicBezTo>
                    <a:lnTo>
                      <a:pt x="2123" y="12341"/>
                    </a:lnTo>
                    <a:cubicBezTo>
                      <a:pt x="-708" y="9511"/>
                      <a:pt x="-708" y="4954"/>
                      <a:pt x="2123" y="2123"/>
                    </a:cubicBezTo>
                    <a:cubicBezTo>
                      <a:pt x="4954" y="-708"/>
                      <a:pt x="9511" y="-708"/>
                      <a:pt x="12342" y="2123"/>
                    </a:cubicBezTo>
                    <a:lnTo>
                      <a:pt x="47980" y="37761"/>
                    </a:lnTo>
                    <a:cubicBezTo>
                      <a:pt x="50810" y="40591"/>
                      <a:pt x="50810" y="45148"/>
                      <a:pt x="47980" y="47979"/>
                    </a:cubicBezTo>
                    <a:cubicBezTo>
                      <a:pt x="46564" y="49394"/>
                      <a:pt x="44724" y="50102"/>
                      <a:pt x="42884" y="50102"/>
                    </a:cubicBezTo>
                    <a:close/>
                  </a:path>
                </a:pathLst>
              </a:custGeom>
              <a:solidFill>
                <a:srgbClr val="262626"/>
              </a:solidFill>
              <a:ln w="2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sp>
          <p:nvSpPr>
            <p:cNvPr id="638" name="Forma Livre: Forma 637">
              <a:extLst>
                <a:ext uri="{FF2B5EF4-FFF2-40B4-BE49-F238E27FC236}">
                  <a16:creationId xmlns:a16="http://schemas.microsoft.com/office/drawing/2014/main" id="{E43CFF61-4A81-242E-0B5E-09887D2CDA3E}"/>
                </a:ext>
              </a:extLst>
            </p:cNvPr>
            <p:cNvSpPr/>
            <p:nvPr/>
          </p:nvSpPr>
          <p:spPr>
            <a:xfrm>
              <a:off x="10738752" y="5377402"/>
              <a:ext cx="244155" cy="244183"/>
            </a:xfrm>
            <a:custGeom>
              <a:avLst/>
              <a:gdLst>
                <a:gd name="connsiteX0" fmla="*/ 199743 w 244155"/>
                <a:gd name="connsiteY0" fmla="*/ 244183 h 244183"/>
                <a:gd name="connsiteX1" fmla="*/ 182815 w 244155"/>
                <a:gd name="connsiteY1" fmla="*/ 237163 h 244183"/>
                <a:gd name="connsiteX2" fmla="*/ 122070 w 244155"/>
                <a:gd name="connsiteY2" fmla="*/ 176418 h 244183"/>
                <a:gd name="connsiteX3" fmla="*/ 61325 w 244155"/>
                <a:gd name="connsiteY3" fmla="*/ 237163 h 244183"/>
                <a:gd name="connsiteX4" fmla="*/ 27443 w 244155"/>
                <a:gd name="connsiteY4" fmla="*/ 237163 h 244183"/>
                <a:gd name="connsiteX5" fmla="*/ 7006 w 244155"/>
                <a:gd name="connsiteY5" fmla="*/ 216698 h 244183"/>
                <a:gd name="connsiteX6" fmla="*/ 7006 w 244155"/>
                <a:gd name="connsiteY6" fmla="*/ 182816 h 244183"/>
                <a:gd name="connsiteX7" fmla="*/ 67751 w 244155"/>
                <a:gd name="connsiteY7" fmla="*/ 122070 h 244183"/>
                <a:gd name="connsiteX8" fmla="*/ 7006 w 244155"/>
                <a:gd name="connsiteY8" fmla="*/ 61325 h 244183"/>
                <a:gd name="connsiteX9" fmla="*/ 7006 w 244155"/>
                <a:gd name="connsiteY9" fmla="*/ 27443 h 244183"/>
                <a:gd name="connsiteX10" fmla="*/ 27443 w 244155"/>
                <a:gd name="connsiteY10" fmla="*/ 7006 h 244183"/>
                <a:gd name="connsiteX11" fmla="*/ 61325 w 244155"/>
                <a:gd name="connsiteY11" fmla="*/ 7006 h 244183"/>
                <a:gd name="connsiteX12" fmla="*/ 122070 w 244155"/>
                <a:gd name="connsiteY12" fmla="*/ 67751 h 244183"/>
                <a:gd name="connsiteX13" fmla="*/ 182815 w 244155"/>
                <a:gd name="connsiteY13" fmla="*/ 7006 h 244183"/>
                <a:gd name="connsiteX14" fmla="*/ 216698 w 244155"/>
                <a:gd name="connsiteY14" fmla="*/ 7006 h 244183"/>
                <a:gd name="connsiteX15" fmla="*/ 237135 w 244155"/>
                <a:gd name="connsiteY15" fmla="*/ 27443 h 244183"/>
                <a:gd name="connsiteX16" fmla="*/ 244155 w 244155"/>
                <a:gd name="connsiteY16" fmla="*/ 44370 h 244183"/>
                <a:gd name="connsiteX17" fmla="*/ 237135 w 244155"/>
                <a:gd name="connsiteY17" fmla="*/ 61297 h 244183"/>
                <a:gd name="connsiteX18" fmla="*/ 176390 w 244155"/>
                <a:gd name="connsiteY18" fmla="*/ 122042 h 244183"/>
                <a:gd name="connsiteX19" fmla="*/ 237135 w 244155"/>
                <a:gd name="connsiteY19" fmla="*/ 182787 h 244183"/>
                <a:gd name="connsiteX20" fmla="*/ 244155 w 244155"/>
                <a:gd name="connsiteY20" fmla="*/ 199714 h 244183"/>
                <a:gd name="connsiteX21" fmla="*/ 237135 w 244155"/>
                <a:gd name="connsiteY21" fmla="*/ 216641 h 244183"/>
                <a:gd name="connsiteX22" fmla="*/ 216698 w 244155"/>
                <a:gd name="connsiteY22" fmla="*/ 237107 h 244183"/>
                <a:gd name="connsiteX23" fmla="*/ 199771 w 244155"/>
                <a:gd name="connsiteY23" fmla="*/ 244127 h 244183"/>
                <a:gd name="connsiteX24" fmla="*/ 122070 w 244155"/>
                <a:gd name="connsiteY24" fmla="*/ 159010 h 244183"/>
                <a:gd name="connsiteX25" fmla="*/ 127165 w 244155"/>
                <a:gd name="connsiteY25" fmla="*/ 161133 h 244183"/>
                <a:gd name="connsiteX26" fmla="*/ 193006 w 244155"/>
                <a:gd name="connsiteY26" fmla="*/ 226973 h 244183"/>
                <a:gd name="connsiteX27" fmla="*/ 206479 w 244155"/>
                <a:gd name="connsiteY27" fmla="*/ 226973 h 244183"/>
                <a:gd name="connsiteX28" fmla="*/ 226916 w 244155"/>
                <a:gd name="connsiteY28" fmla="*/ 206508 h 244183"/>
                <a:gd name="connsiteX29" fmla="*/ 229719 w 244155"/>
                <a:gd name="connsiteY29" fmla="*/ 199771 h 244183"/>
                <a:gd name="connsiteX30" fmla="*/ 226916 w 244155"/>
                <a:gd name="connsiteY30" fmla="*/ 193034 h 244183"/>
                <a:gd name="connsiteX31" fmla="*/ 161076 w 244155"/>
                <a:gd name="connsiteY31" fmla="*/ 127194 h 244183"/>
                <a:gd name="connsiteX32" fmla="*/ 161076 w 244155"/>
                <a:gd name="connsiteY32" fmla="*/ 116975 h 244183"/>
                <a:gd name="connsiteX33" fmla="*/ 226916 w 244155"/>
                <a:gd name="connsiteY33" fmla="*/ 51135 h 244183"/>
                <a:gd name="connsiteX34" fmla="*/ 229719 w 244155"/>
                <a:gd name="connsiteY34" fmla="*/ 44398 h 244183"/>
                <a:gd name="connsiteX35" fmla="*/ 226916 w 244155"/>
                <a:gd name="connsiteY35" fmla="*/ 37661 h 244183"/>
                <a:gd name="connsiteX36" fmla="*/ 206479 w 244155"/>
                <a:gd name="connsiteY36" fmla="*/ 17196 h 244183"/>
                <a:gd name="connsiteX37" fmla="*/ 193006 w 244155"/>
                <a:gd name="connsiteY37" fmla="*/ 17196 h 244183"/>
                <a:gd name="connsiteX38" fmla="*/ 127165 w 244155"/>
                <a:gd name="connsiteY38" fmla="*/ 83036 h 244183"/>
                <a:gd name="connsiteX39" fmla="*/ 116947 w 244155"/>
                <a:gd name="connsiteY39" fmla="*/ 83036 h 244183"/>
                <a:gd name="connsiteX40" fmla="*/ 51107 w 244155"/>
                <a:gd name="connsiteY40" fmla="*/ 17196 h 244183"/>
                <a:gd name="connsiteX41" fmla="*/ 37633 w 244155"/>
                <a:gd name="connsiteY41" fmla="*/ 17196 h 244183"/>
                <a:gd name="connsiteX42" fmla="*/ 17168 w 244155"/>
                <a:gd name="connsiteY42" fmla="*/ 37661 h 244183"/>
                <a:gd name="connsiteX43" fmla="*/ 14365 w 244155"/>
                <a:gd name="connsiteY43" fmla="*/ 44398 h 244183"/>
                <a:gd name="connsiteX44" fmla="*/ 17168 w 244155"/>
                <a:gd name="connsiteY44" fmla="*/ 51135 h 244183"/>
                <a:gd name="connsiteX45" fmla="*/ 83008 w 244155"/>
                <a:gd name="connsiteY45" fmla="*/ 116975 h 244183"/>
                <a:gd name="connsiteX46" fmla="*/ 83008 w 244155"/>
                <a:gd name="connsiteY46" fmla="*/ 127194 h 244183"/>
                <a:gd name="connsiteX47" fmla="*/ 17168 w 244155"/>
                <a:gd name="connsiteY47" fmla="*/ 193034 h 244183"/>
                <a:gd name="connsiteX48" fmla="*/ 14365 w 244155"/>
                <a:gd name="connsiteY48" fmla="*/ 199771 h 244183"/>
                <a:gd name="connsiteX49" fmla="*/ 17168 w 244155"/>
                <a:gd name="connsiteY49" fmla="*/ 206508 h 244183"/>
                <a:gd name="connsiteX50" fmla="*/ 37633 w 244155"/>
                <a:gd name="connsiteY50" fmla="*/ 226973 h 244183"/>
                <a:gd name="connsiteX51" fmla="*/ 51107 w 244155"/>
                <a:gd name="connsiteY51" fmla="*/ 226973 h 244183"/>
                <a:gd name="connsiteX52" fmla="*/ 116947 w 244155"/>
                <a:gd name="connsiteY52" fmla="*/ 161133 h 244183"/>
                <a:gd name="connsiteX53" fmla="*/ 122042 w 244155"/>
                <a:gd name="connsiteY53" fmla="*/ 159010 h 244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244155" h="244183">
                  <a:moveTo>
                    <a:pt x="199743" y="244183"/>
                  </a:moveTo>
                  <a:cubicBezTo>
                    <a:pt x="193600" y="244183"/>
                    <a:pt x="187486" y="241834"/>
                    <a:pt x="182815" y="237163"/>
                  </a:cubicBezTo>
                  <a:lnTo>
                    <a:pt x="122070" y="176418"/>
                  </a:lnTo>
                  <a:lnTo>
                    <a:pt x="61325" y="237163"/>
                  </a:lnTo>
                  <a:cubicBezTo>
                    <a:pt x="51984" y="246504"/>
                    <a:pt x="36784" y="246504"/>
                    <a:pt x="27443" y="237163"/>
                  </a:cubicBezTo>
                  <a:lnTo>
                    <a:pt x="7006" y="216698"/>
                  </a:lnTo>
                  <a:cubicBezTo>
                    <a:pt x="-2335" y="207357"/>
                    <a:pt x="-2335" y="192157"/>
                    <a:pt x="7006" y="182816"/>
                  </a:cubicBezTo>
                  <a:lnTo>
                    <a:pt x="67751" y="122070"/>
                  </a:lnTo>
                  <a:lnTo>
                    <a:pt x="7006" y="61325"/>
                  </a:lnTo>
                  <a:cubicBezTo>
                    <a:pt x="-2335" y="51984"/>
                    <a:pt x="-2335" y="36784"/>
                    <a:pt x="7006" y="27443"/>
                  </a:cubicBezTo>
                  <a:lnTo>
                    <a:pt x="27443" y="7006"/>
                  </a:lnTo>
                  <a:cubicBezTo>
                    <a:pt x="36784" y="-2335"/>
                    <a:pt x="51984" y="-2335"/>
                    <a:pt x="61325" y="7006"/>
                  </a:cubicBezTo>
                  <a:lnTo>
                    <a:pt x="122070" y="67751"/>
                  </a:lnTo>
                  <a:lnTo>
                    <a:pt x="182815" y="7006"/>
                  </a:lnTo>
                  <a:cubicBezTo>
                    <a:pt x="192156" y="-2335"/>
                    <a:pt x="207357" y="-2335"/>
                    <a:pt x="216698" y="7006"/>
                  </a:cubicBezTo>
                  <a:lnTo>
                    <a:pt x="237135" y="27443"/>
                  </a:lnTo>
                  <a:cubicBezTo>
                    <a:pt x="241664" y="31972"/>
                    <a:pt x="244155" y="37973"/>
                    <a:pt x="244155" y="44370"/>
                  </a:cubicBezTo>
                  <a:cubicBezTo>
                    <a:pt x="244155" y="50767"/>
                    <a:pt x="241664" y="56796"/>
                    <a:pt x="237135" y="61297"/>
                  </a:cubicBezTo>
                  <a:lnTo>
                    <a:pt x="176390" y="122042"/>
                  </a:lnTo>
                  <a:lnTo>
                    <a:pt x="237135" y="182787"/>
                  </a:lnTo>
                  <a:cubicBezTo>
                    <a:pt x="241664" y="187316"/>
                    <a:pt x="244155" y="193317"/>
                    <a:pt x="244155" y="199714"/>
                  </a:cubicBezTo>
                  <a:cubicBezTo>
                    <a:pt x="244155" y="206111"/>
                    <a:pt x="241664" y="212141"/>
                    <a:pt x="237135" y="216641"/>
                  </a:cubicBezTo>
                  <a:lnTo>
                    <a:pt x="216698" y="237107"/>
                  </a:lnTo>
                  <a:cubicBezTo>
                    <a:pt x="212027" y="241777"/>
                    <a:pt x="205885" y="244127"/>
                    <a:pt x="199771" y="244127"/>
                  </a:cubicBezTo>
                  <a:close/>
                  <a:moveTo>
                    <a:pt x="122070" y="159010"/>
                  </a:moveTo>
                  <a:cubicBezTo>
                    <a:pt x="123911" y="159010"/>
                    <a:pt x="125750" y="159718"/>
                    <a:pt x="127165" y="161133"/>
                  </a:cubicBezTo>
                  <a:lnTo>
                    <a:pt x="193006" y="226973"/>
                  </a:lnTo>
                  <a:cubicBezTo>
                    <a:pt x="196601" y="230568"/>
                    <a:pt x="202885" y="230568"/>
                    <a:pt x="206479" y="226973"/>
                  </a:cubicBezTo>
                  <a:lnTo>
                    <a:pt x="226916" y="206508"/>
                  </a:lnTo>
                  <a:cubicBezTo>
                    <a:pt x="228728" y="204696"/>
                    <a:pt x="229719" y="202319"/>
                    <a:pt x="229719" y="199771"/>
                  </a:cubicBezTo>
                  <a:cubicBezTo>
                    <a:pt x="229719" y="197223"/>
                    <a:pt x="228728" y="194846"/>
                    <a:pt x="226916" y="193034"/>
                  </a:cubicBezTo>
                  <a:lnTo>
                    <a:pt x="161076" y="127194"/>
                  </a:lnTo>
                  <a:cubicBezTo>
                    <a:pt x="158246" y="124363"/>
                    <a:pt x="158246" y="119806"/>
                    <a:pt x="161076" y="116975"/>
                  </a:cubicBezTo>
                  <a:lnTo>
                    <a:pt x="226916" y="51135"/>
                  </a:lnTo>
                  <a:cubicBezTo>
                    <a:pt x="228728" y="49323"/>
                    <a:pt x="229719" y="46946"/>
                    <a:pt x="229719" y="44398"/>
                  </a:cubicBezTo>
                  <a:cubicBezTo>
                    <a:pt x="229719" y="41851"/>
                    <a:pt x="228728" y="39473"/>
                    <a:pt x="226916" y="37661"/>
                  </a:cubicBezTo>
                  <a:lnTo>
                    <a:pt x="206479" y="17196"/>
                  </a:lnTo>
                  <a:cubicBezTo>
                    <a:pt x="202885" y="13601"/>
                    <a:pt x="196601" y="13601"/>
                    <a:pt x="193006" y="17196"/>
                  </a:cubicBezTo>
                  <a:lnTo>
                    <a:pt x="127165" y="83036"/>
                  </a:lnTo>
                  <a:cubicBezTo>
                    <a:pt x="124335" y="85867"/>
                    <a:pt x="119778" y="85867"/>
                    <a:pt x="116947" y="83036"/>
                  </a:cubicBezTo>
                  <a:lnTo>
                    <a:pt x="51107" y="17196"/>
                  </a:lnTo>
                  <a:cubicBezTo>
                    <a:pt x="47399" y="13488"/>
                    <a:pt x="41341" y="13488"/>
                    <a:pt x="37633" y="17196"/>
                  </a:cubicBezTo>
                  <a:lnTo>
                    <a:pt x="17168" y="37661"/>
                  </a:lnTo>
                  <a:cubicBezTo>
                    <a:pt x="15356" y="39473"/>
                    <a:pt x="14365" y="41851"/>
                    <a:pt x="14365" y="44398"/>
                  </a:cubicBezTo>
                  <a:cubicBezTo>
                    <a:pt x="14365" y="46946"/>
                    <a:pt x="15356" y="49323"/>
                    <a:pt x="17168" y="51135"/>
                  </a:cubicBezTo>
                  <a:lnTo>
                    <a:pt x="83008" y="116975"/>
                  </a:lnTo>
                  <a:cubicBezTo>
                    <a:pt x="85838" y="119806"/>
                    <a:pt x="85838" y="124363"/>
                    <a:pt x="83008" y="127194"/>
                  </a:cubicBezTo>
                  <a:lnTo>
                    <a:pt x="17168" y="193034"/>
                  </a:lnTo>
                  <a:cubicBezTo>
                    <a:pt x="15356" y="194846"/>
                    <a:pt x="14365" y="197223"/>
                    <a:pt x="14365" y="199771"/>
                  </a:cubicBezTo>
                  <a:cubicBezTo>
                    <a:pt x="14365" y="202319"/>
                    <a:pt x="15356" y="204696"/>
                    <a:pt x="17168" y="206508"/>
                  </a:cubicBezTo>
                  <a:lnTo>
                    <a:pt x="37633" y="226973"/>
                  </a:lnTo>
                  <a:cubicBezTo>
                    <a:pt x="41341" y="230681"/>
                    <a:pt x="47399" y="230681"/>
                    <a:pt x="51107" y="226973"/>
                  </a:cubicBezTo>
                  <a:lnTo>
                    <a:pt x="116947" y="161133"/>
                  </a:lnTo>
                  <a:cubicBezTo>
                    <a:pt x="118363" y="159718"/>
                    <a:pt x="120202" y="159010"/>
                    <a:pt x="122042" y="159010"/>
                  </a:cubicBezTo>
                  <a:close/>
                </a:path>
              </a:pathLst>
            </a:custGeom>
            <a:solidFill>
              <a:srgbClr val="262626"/>
            </a:solidFill>
            <a:ln w="2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644" name="Gráfico 3">
            <a:extLst>
              <a:ext uri="{FF2B5EF4-FFF2-40B4-BE49-F238E27FC236}">
                <a16:creationId xmlns:a16="http://schemas.microsoft.com/office/drawing/2014/main" id="{E9CB31F4-3886-8353-8AC2-AA3CA8CB00C1}"/>
              </a:ext>
            </a:extLst>
          </p:cNvPr>
          <p:cNvGrpSpPr/>
          <p:nvPr/>
        </p:nvGrpSpPr>
        <p:grpSpPr>
          <a:xfrm>
            <a:off x="2779562" y="4335700"/>
            <a:ext cx="626702" cy="578740"/>
            <a:chOff x="2748174" y="4306715"/>
            <a:chExt cx="689477" cy="636710"/>
          </a:xfrm>
          <a:solidFill>
            <a:srgbClr val="262626"/>
          </a:solidFill>
        </p:grpSpPr>
        <p:grpSp>
          <p:nvGrpSpPr>
            <p:cNvPr id="645" name="Gráfico 3">
              <a:extLst>
                <a:ext uri="{FF2B5EF4-FFF2-40B4-BE49-F238E27FC236}">
                  <a16:creationId xmlns:a16="http://schemas.microsoft.com/office/drawing/2014/main" id="{95E2CD6C-C8D2-75CB-97C8-0DCFC5531316}"/>
                </a:ext>
              </a:extLst>
            </p:cNvPr>
            <p:cNvGrpSpPr/>
            <p:nvPr/>
          </p:nvGrpSpPr>
          <p:grpSpPr>
            <a:xfrm>
              <a:off x="2748174" y="4306715"/>
              <a:ext cx="689477" cy="636710"/>
              <a:chOff x="2748174" y="4306715"/>
              <a:chExt cx="689477" cy="636710"/>
            </a:xfrm>
            <a:solidFill>
              <a:srgbClr val="262626"/>
            </a:solidFill>
          </p:grpSpPr>
          <p:sp>
            <p:nvSpPr>
              <p:cNvPr id="649" name="Forma Livre: Forma 648">
                <a:extLst>
                  <a:ext uri="{FF2B5EF4-FFF2-40B4-BE49-F238E27FC236}">
                    <a16:creationId xmlns:a16="http://schemas.microsoft.com/office/drawing/2014/main" id="{CA9B5087-4D10-CE74-2E59-0C030E75DBB5}"/>
                  </a:ext>
                </a:extLst>
              </p:cNvPr>
              <p:cNvSpPr/>
              <p:nvPr/>
            </p:nvSpPr>
            <p:spPr>
              <a:xfrm>
                <a:off x="2748174" y="4306715"/>
                <a:ext cx="689477" cy="636710"/>
              </a:xfrm>
              <a:custGeom>
                <a:avLst/>
                <a:gdLst>
                  <a:gd name="connsiteX0" fmla="*/ 344696 w 689477"/>
                  <a:gd name="connsiteY0" fmla="*/ 636710 h 636710"/>
                  <a:gd name="connsiteX1" fmla="*/ 341271 w 689477"/>
                  <a:gd name="connsiteY1" fmla="*/ 635833 h 636710"/>
                  <a:gd name="connsiteX2" fmla="*/ 150091 w 689477"/>
                  <a:gd name="connsiteY2" fmla="*/ 495038 h 636710"/>
                  <a:gd name="connsiteX3" fmla="*/ 7343 w 689477"/>
                  <a:gd name="connsiteY3" fmla="*/ 152930 h 636710"/>
                  <a:gd name="connsiteX4" fmla="*/ 153629 w 689477"/>
                  <a:gd name="connsiteY4" fmla="*/ 2992 h 636710"/>
                  <a:gd name="connsiteX5" fmla="*/ 344724 w 689477"/>
                  <a:gd name="connsiteY5" fmla="*/ 71577 h 636710"/>
                  <a:gd name="connsiteX6" fmla="*/ 536187 w 689477"/>
                  <a:gd name="connsiteY6" fmla="*/ 3077 h 636710"/>
                  <a:gd name="connsiteX7" fmla="*/ 682162 w 689477"/>
                  <a:gd name="connsiteY7" fmla="*/ 153184 h 636710"/>
                  <a:gd name="connsiteX8" fmla="*/ 539358 w 689477"/>
                  <a:gd name="connsiteY8" fmla="*/ 495038 h 636710"/>
                  <a:gd name="connsiteX9" fmla="*/ 348178 w 689477"/>
                  <a:gd name="connsiteY9" fmla="*/ 635833 h 636710"/>
                  <a:gd name="connsiteX10" fmla="*/ 344753 w 689477"/>
                  <a:gd name="connsiteY10" fmla="*/ 636710 h 636710"/>
                  <a:gd name="connsiteX11" fmla="*/ 188786 w 689477"/>
                  <a:gd name="connsiteY11" fmla="*/ 14088 h 636710"/>
                  <a:gd name="connsiteX12" fmla="*/ 156573 w 689477"/>
                  <a:gd name="connsiteY12" fmla="*/ 17145 h 636710"/>
                  <a:gd name="connsiteX13" fmla="*/ 21383 w 689477"/>
                  <a:gd name="connsiteY13" fmla="*/ 156213 h 636710"/>
                  <a:gd name="connsiteX14" fmla="*/ 344696 w 689477"/>
                  <a:gd name="connsiteY14" fmla="*/ 621255 h 636710"/>
                  <a:gd name="connsiteX15" fmla="*/ 668066 w 689477"/>
                  <a:gd name="connsiteY15" fmla="*/ 156468 h 636710"/>
                  <a:gd name="connsiteX16" fmla="*/ 533187 w 689477"/>
                  <a:gd name="connsiteY16" fmla="*/ 17230 h 636710"/>
                  <a:gd name="connsiteX17" fmla="*/ 350272 w 689477"/>
                  <a:gd name="connsiteY17" fmla="*/ 87316 h 636710"/>
                  <a:gd name="connsiteX18" fmla="*/ 339120 w 689477"/>
                  <a:gd name="connsiteY18" fmla="*/ 87316 h 636710"/>
                  <a:gd name="connsiteX19" fmla="*/ 188786 w 689477"/>
                  <a:gd name="connsiteY19" fmla="*/ 14088 h 6367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689477" h="636710">
                    <a:moveTo>
                      <a:pt x="344696" y="636710"/>
                    </a:moveTo>
                    <a:cubicBezTo>
                      <a:pt x="343507" y="636710"/>
                      <a:pt x="342318" y="636427"/>
                      <a:pt x="341271" y="635833"/>
                    </a:cubicBezTo>
                    <a:cubicBezTo>
                      <a:pt x="340280" y="635295"/>
                      <a:pt x="240473" y="580834"/>
                      <a:pt x="150091" y="495038"/>
                    </a:cubicBezTo>
                    <a:cubicBezTo>
                      <a:pt x="29337" y="380455"/>
                      <a:pt x="-20001" y="262135"/>
                      <a:pt x="7343" y="152930"/>
                    </a:cubicBezTo>
                    <a:cubicBezTo>
                      <a:pt x="20930" y="89241"/>
                      <a:pt x="71485" y="17994"/>
                      <a:pt x="153629" y="2992"/>
                    </a:cubicBezTo>
                    <a:cubicBezTo>
                      <a:pt x="154394" y="2793"/>
                      <a:pt x="262750" y="-21465"/>
                      <a:pt x="344724" y="71577"/>
                    </a:cubicBezTo>
                    <a:cubicBezTo>
                      <a:pt x="426671" y="-21437"/>
                      <a:pt x="535055" y="2822"/>
                      <a:pt x="536187" y="3077"/>
                    </a:cubicBezTo>
                    <a:cubicBezTo>
                      <a:pt x="617992" y="18022"/>
                      <a:pt x="668519" y="89241"/>
                      <a:pt x="682162" y="153184"/>
                    </a:cubicBezTo>
                    <a:cubicBezTo>
                      <a:pt x="709450" y="262163"/>
                      <a:pt x="660084" y="380455"/>
                      <a:pt x="539358" y="495038"/>
                    </a:cubicBezTo>
                    <a:cubicBezTo>
                      <a:pt x="448948" y="580834"/>
                      <a:pt x="349168" y="635295"/>
                      <a:pt x="348178" y="635833"/>
                    </a:cubicBezTo>
                    <a:cubicBezTo>
                      <a:pt x="347102" y="636399"/>
                      <a:pt x="345913" y="636710"/>
                      <a:pt x="344753" y="636710"/>
                    </a:cubicBezTo>
                    <a:close/>
                    <a:moveTo>
                      <a:pt x="188786" y="14088"/>
                    </a:moveTo>
                    <a:cubicBezTo>
                      <a:pt x="170245" y="14088"/>
                      <a:pt x="157989" y="16805"/>
                      <a:pt x="156573" y="17145"/>
                    </a:cubicBezTo>
                    <a:cubicBezTo>
                      <a:pt x="80628" y="31015"/>
                      <a:pt x="34036" y="96968"/>
                      <a:pt x="21383" y="156213"/>
                    </a:cubicBezTo>
                    <a:cubicBezTo>
                      <a:pt x="-38598" y="395797"/>
                      <a:pt x="306228" y="599403"/>
                      <a:pt x="344696" y="621255"/>
                    </a:cubicBezTo>
                    <a:cubicBezTo>
                      <a:pt x="383164" y="599403"/>
                      <a:pt x="727990" y="395797"/>
                      <a:pt x="668066" y="156468"/>
                    </a:cubicBezTo>
                    <a:cubicBezTo>
                      <a:pt x="655385" y="96996"/>
                      <a:pt x="608793" y="31043"/>
                      <a:pt x="533187" y="17230"/>
                    </a:cubicBezTo>
                    <a:cubicBezTo>
                      <a:pt x="528545" y="16154"/>
                      <a:pt x="426954" y="-6265"/>
                      <a:pt x="350272" y="87316"/>
                    </a:cubicBezTo>
                    <a:cubicBezTo>
                      <a:pt x="347527" y="90656"/>
                      <a:pt x="341837" y="90656"/>
                      <a:pt x="339120" y="87316"/>
                    </a:cubicBezTo>
                    <a:cubicBezTo>
                      <a:pt x="288027" y="24929"/>
                      <a:pt x="225838" y="14088"/>
                      <a:pt x="188786" y="14088"/>
                    </a:cubicBezTo>
                    <a:close/>
                  </a:path>
                </a:pathLst>
              </a:custGeom>
              <a:solidFill>
                <a:srgbClr val="262626"/>
              </a:solidFill>
              <a:ln w="2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50" name="Forma Livre: Forma 649">
                <a:extLst>
                  <a:ext uri="{FF2B5EF4-FFF2-40B4-BE49-F238E27FC236}">
                    <a16:creationId xmlns:a16="http://schemas.microsoft.com/office/drawing/2014/main" id="{BFCA6B40-1A55-7AE6-0354-9D86C603EC37}"/>
                  </a:ext>
                </a:extLst>
              </p:cNvPr>
              <p:cNvSpPr/>
              <p:nvPr/>
            </p:nvSpPr>
            <p:spPr>
              <a:xfrm>
                <a:off x="2813156" y="4395187"/>
                <a:ext cx="63515" cy="196392"/>
              </a:xfrm>
              <a:custGeom>
                <a:avLst/>
                <a:gdLst>
                  <a:gd name="connsiteX0" fmla="*/ 18334 w 63515"/>
                  <a:gd name="connsiteY0" fmla="*/ 196393 h 196392"/>
                  <a:gd name="connsiteX1" fmla="*/ 11484 w 63515"/>
                  <a:gd name="connsiteY1" fmla="*/ 191468 h 196392"/>
                  <a:gd name="connsiteX2" fmla="*/ 5427 w 63515"/>
                  <a:gd name="connsiteY2" fmla="*/ 80224 h 196392"/>
                  <a:gd name="connsiteX3" fmla="*/ 5908 w 63515"/>
                  <a:gd name="connsiteY3" fmla="*/ 78130 h 196392"/>
                  <a:gd name="connsiteX4" fmla="*/ 51679 w 63515"/>
                  <a:gd name="connsiteY4" fmla="*/ 1675 h 196392"/>
                  <a:gd name="connsiteX5" fmla="*/ 61841 w 63515"/>
                  <a:gd name="connsiteY5" fmla="*/ 2609 h 196392"/>
                  <a:gd name="connsiteX6" fmla="*/ 60907 w 63515"/>
                  <a:gd name="connsiteY6" fmla="*/ 12771 h 196392"/>
                  <a:gd name="connsiteX7" fmla="*/ 20004 w 63515"/>
                  <a:gd name="connsiteY7" fmla="*/ 81272 h 196392"/>
                  <a:gd name="connsiteX8" fmla="*/ 19466 w 63515"/>
                  <a:gd name="connsiteY8" fmla="*/ 83621 h 196392"/>
                  <a:gd name="connsiteX9" fmla="*/ 25184 w 63515"/>
                  <a:gd name="connsiteY9" fmla="*/ 186882 h 196392"/>
                  <a:gd name="connsiteX10" fmla="*/ 20655 w 63515"/>
                  <a:gd name="connsiteY10" fmla="*/ 196025 h 196392"/>
                  <a:gd name="connsiteX11" fmla="*/ 18363 w 63515"/>
                  <a:gd name="connsiteY11" fmla="*/ 196393 h 1963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3515" h="196392">
                    <a:moveTo>
                      <a:pt x="18334" y="196393"/>
                    </a:moveTo>
                    <a:cubicBezTo>
                      <a:pt x="15334" y="196393"/>
                      <a:pt x="12503" y="194496"/>
                      <a:pt x="11484" y="191468"/>
                    </a:cubicBezTo>
                    <a:cubicBezTo>
                      <a:pt x="-1424" y="153141"/>
                      <a:pt x="-3462" y="115720"/>
                      <a:pt x="5427" y="80224"/>
                    </a:cubicBezTo>
                    <a:lnTo>
                      <a:pt x="5908" y="78130"/>
                    </a:lnTo>
                    <a:cubicBezTo>
                      <a:pt x="12135" y="48974"/>
                      <a:pt x="29232" y="20357"/>
                      <a:pt x="51679" y="1675"/>
                    </a:cubicBezTo>
                    <a:cubicBezTo>
                      <a:pt x="54736" y="-873"/>
                      <a:pt x="59293" y="-477"/>
                      <a:pt x="61841" y="2609"/>
                    </a:cubicBezTo>
                    <a:cubicBezTo>
                      <a:pt x="64388" y="5666"/>
                      <a:pt x="63992" y="10223"/>
                      <a:pt x="60907" y="12771"/>
                    </a:cubicBezTo>
                    <a:cubicBezTo>
                      <a:pt x="40866" y="29471"/>
                      <a:pt x="25581" y="55060"/>
                      <a:pt x="20004" y="81272"/>
                    </a:cubicBezTo>
                    <a:lnTo>
                      <a:pt x="19466" y="83621"/>
                    </a:lnTo>
                    <a:cubicBezTo>
                      <a:pt x="11229" y="116513"/>
                      <a:pt x="13154" y="151216"/>
                      <a:pt x="25184" y="186882"/>
                    </a:cubicBezTo>
                    <a:cubicBezTo>
                      <a:pt x="26458" y="190647"/>
                      <a:pt x="24420" y="194751"/>
                      <a:pt x="20655" y="196025"/>
                    </a:cubicBezTo>
                    <a:cubicBezTo>
                      <a:pt x="19891" y="196280"/>
                      <a:pt x="19127" y="196393"/>
                      <a:pt x="18363" y="196393"/>
                    </a:cubicBezTo>
                    <a:close/>
                  </a:path>
                </a:pathLst>
              </a:custGeom>
              <a:solidFill>
                <a:srgbClr val="262626"/>
              </a:solidFill>
              <a:ln w="2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646" name="Gráfico 3">
              <a:extLst>
                <a:ext uri="{FF2B5EF4-FFF2-40B4-BE49-F238E27FC236}">
                  <a16:creationId xmlns:a16="http://schemas.microsoft.com/office/drawing/2014/main" id="{F741ADDF-6CBF-BF3B-7727-61092BAC378B}"/>
                </a:ext>
              </a:extLst>
            </p:cNvPr>
            <p:cNvGrpSpPr/>
            <p:nvPr/>
          </p:nvGrpSpPr>
          <p:grpSpPr>
            <a:xfrm>
              <a:off x="2920003" y="4448775"/>
              <a:ext cx="345760" cy="317170"/>
              <a:chOff x="2920003" y="4448775"/>
              <a:chExt cx="345760" cy="317170"/>
            </a:xfrm>
            <a:solidFill>
              <a:srgbClr val="262626"/>
            </a:solidFill>
          </p:grpSpPr>
          <p:sp>
            <p:nvSpPr>
              <p:cNvPr id="647" name="Forma Livre: Forma 646">
                <a:extLst>
                  <a:ext uri="{FF2B5EF4-FFF2-40B4-BE49-F238E27FC236}">
                    <a16:creationId xmlns:a16="http://schemas.microsoft.com/office/drawing/2014/main" id="{CDD71296-CBE7-4A9B-EACE-0D3FD7317246}"/>
                  </a:ext>
                </a:extLst>
              </p:cNvPr>
              <p:cNvSpPr/>
              <p:nvPr/>
            </p:nvSpPr>
            <p:spPr>
              <a:xfrm>
                <a:off x="2920003" y="4645984"/>
                <a:ext cx="345760" cy="119961"/>
              </a:xfrm>
              <a:custGeom>
                <a:avLst/>
                <a:gdLst>
                  <a:gd name="connsiteX0" fmla="*/ 7219 w 345760"/>
                  <a:gd name="connsiteY0" fmla="*/ 119962 h 119961"/>
                  <a:gd name="connsiteX1" fmla="*/ 7134 w 345760"/>
                  <a:gd name="connsiteY1" fmla="*/ 119962 h 119961"/>
                  <a:gd name="connsiteX2" fmla="*/ 1 w 345760"/>
                  <a:gd name="connsiteY2" fmla="*/ 112659 h 119961"/>
                  <a:gd name="connsiteX3" fmla="*/ 172895 w 345760"/>
                  <a:gd name="connsiteY3" fmla="*/ 0 h 119961"/>
                  <a:gd name="connsiteX4" fmla="*/ 345761 w 345760"/>
                  <a:gd name="connsiteY4" fmla="*/ 112347 h 119961"/>
                  <a:gd name="connsiteX5" fmla="*/ 331325 w 345760"/>
                  <a:gd name="connsiteY5" fmla="*/ 112517 h 119961"/>
                  <a:gd name="connsiteX6" fmla="*/ 172895 w 345760"/>
                  <a:gd name="connsiteY6" fmla="*/ 14436 h 119961"/>
                  <a:gd name="connsiteX7" fmla="*/ 14437 w 345760"/>
                  <a:gd name="connsiteY7" fmla="*/ 112800 h 119961"/>
                  <a:gd name="connsiteX8" fmla="*/ 7219 w 345760"/>
                  <a:gd name="connsiteY8" fmla="*/ 119933 h 1199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45760" h="119961">
                    <a:moveTo>
                      <a:pt x="7219" y="119962"/>
                    </a:moveTo>
                    <a:lnTo>
                      <a:pt x="7134" y="119962"/>
                    </a:lnTo>
                    <a:cubicBezTo>
                      <a:pt x="3143" y="119905"/>
                      <a:pt x="-56" y="116650"/>
                      <a:pt x="1" y="112659"/>
                    </a:cubicBezTo>
                    <a:cubicBezTo>
                      <a:pt x="708" y="50555"/>
                      <a:pt x="78267" y="0"/>
                      <a:pt x="172895" y="0"/>
                    </a:cubicBezTo>
                    <a:cubicBezTo>
                      <a:pt x="267523" y="0"/>
                      <a:pt x="344770" y="50385"/>
                      <a:pt x="345761" y="112347"/>
                    </a:cubicBezTo>
                    <a:lnTo>
                      <a:pt x="331325" y="112517"/>
                    </a:lnTo>
                    <a:cubicBezTo>
                      <a:pt x="330475" y="58481"/>
                      <a:pt x="259399" y="14436"/>
                      <a:pt x="172895" y="14436"/>
                    </a:cubicBezTo>
                    <a:cubicBezTo>
                      <a:pt x="86391" y="14436"/>
                      <a:pt x="15060" y="58566"/>
                      <a:pt x="14437" y="112800"/>
                    </a:cubicBezTo>
                    <a:cubicBezTo>
                      <a:pt x="14380" y="116763"/>
                      <a:pt x="11182" y="119933"/>
                      <a:pt x="7219" y="119933"/>
                    </a:cubicBezTo>
                    <a:close/>
                  </a:path>
                </a:pathLst>
              </a:custGeom>
              <a:solidFill>
                <a:srgbClr val="262626"/>
              </a:solidFill>
              <a:ln w="2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48" name="Forma Livre: Forma 647">
                <a:extLst>
                  <a:ext uri="{FF2B5EF4-FFF2-40B4-BE49-F238E27FC236}">
                    <a16:creationId xmlns:a16="http://schemas.microsoft.com/office/drawing/2014/main" id="{DAE9C789-D17C-968C-ADFF-8D6B465AFF32}"/>
                  </a:ext>
                </a:extLst>
              </p:cNvPr>
              <p:cNvSpPr/>
              <p:nvPr/>
            </p:nvSpPr>
            <p:spPr>
              <a:xfrm>
                <a:off x="3007413" y="4448775"/>
                <a:ext cx="170912" cy="170912"/>
              </a:xfrm>
              <a:custGeom>
                <a:avLst/>
                <a:gdLst>
                  <a:gd name="connsiteX0" fmla="*/ 85456 w 170912"/>
                  <a:gd name="connsiteY0" fmla="*/ 170913 h 170912"/>
                  <a:gd name="connsiteX1" fmla="*/ 0 w 170912"/>
                  <a:gd name="connsiteY1" fmla="*/ 85456 h 170912"/>
                  <a:gd name="connsiteX2" fmla="*/ 85456 w 170912"/>
                  <a:gd name="connsiteY2" fmla="*/ 0 h 170912"/>
                  <a:gd name="connsiteX3" fmla="*/ 170913 w 170912"/>
                  <a:gd name="connsiteY3" fmla="*/ 85456 h 170912"/>
                  <a:gd name="connsiteX4" fmla="*/ 85456 w 170912"/>
                  <a:gd name="connsiteY4" fmla="*/ 170913 h 170912"/>
                  <a:gd name="connsiteX5" fmla="*/ 85456 w 170912"/>
                  <a:gd name="connsiteY5" fmla="*/ 14436 h 170912"/>
                  <a:gd name="connsiteX6" fmla="*/ 14436 w 170912"/>
                  <a:gd name="connsiteY6" fmla="*/ 85456 h 170912"/>
                  <a:gd name="connsiteX7" fmla="*/ 85456 w 170912"/>
                  <a:gd name="connsiteY7" fmla="*/ 156477 h 170912"/>
                  <a:gd name="connsiteX8" fmla="*/ 156477 w 170912"/>
                  <a:gd name="connsiteY8" fmla="*/ 85456 h 170912"/>
                  <a:gd name="connsiteX9" fmla="*/ 85456 w 170912"/>
                  <a:gd name="connsiteY9" fmla="*/ 14436 h 1709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70912" h="170912">
                    <a:moveTo>
                      <a:pt x="85456" y="170913"/>
                    </a:moveTo>
                    <a:cubicBezTo>
                      <a:pt x="38327" y="170913"/>
                      <a:pt x="0" y="132586"/>
                      <a:pt x="0" y="85456"/>
                    </a:cubicBezTo>
                    <a:cubicBezTo>
                      <a:pt x="0" y="38327"/>
                      <a:pt x="38327" y="0"/>
                      <a:pt x="85456" y="0"/>
                    </a:cubicBezTo>
                    <a:cubicBezTo>
                      <a:pt x="132586" y="0"/>
                      <a:pt x="170913" y="38327"/>
                      <a:pt x="170913" y="85456"/>
                    </a:cubicBezTo>
                    <a:cubicBezTo>
                      <a:pt x="170913" y="132586"/>
                      <a:pt x="132586" y="170913"/>
                      <a:pt x="85456" y="170913"/>
                    </a:cubicBezTo>
                    <a:close/>
                    <a:moveTo>
                      <a:pt x="85456" y="14436"/>
                    </a:moveTo>
                    <a:cubicBezTo>
                      <a:pt x="46281" y="14436"/>
                      <a:pt x="14436" y="46309"/>
                      <a:pt x="14436" y="85456"/>
                    </a:cubicBezTo>
                    <a:cubicBezTo>
                      <a:pt x="14436" y="124604"/>
                      <a:pt x="46309" y="156477"/>
                      <a:pt x="85456" y="156477"/>
                    </a:cubicBezTo>
                    <a:cubicBezTo>
                      <a:pt x="124604" y="156477"/>
                      <a:pt x="156477" y="124604"/>
                      <a:pt x="156477" y="85456"/>
                    </a:cubicBezTo>
                    <a:cubicBezTo>
                      <a:pt x="156477" y="46309"/>
                      <a:pt x="124604" y="14436"/>
                      <a:pt x="85456" y="14436"/>
                    </a:cubicBezTo>
                    <a:close/>
                  </a:path>
                </a:pathLst>
              </a:custGeom>
              <a:solidFill>
                <a:srgbClr val="262626"/>
              </a:solidFill>
              <a:ln w="2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grpSp>
        <p:nvGrpSpPr>
          <p:cNvPr id="651" name="Gráfico 3">
            <a:extLst>
              <a:ext uri="{FF2B5EF4-FFF2-40B4-BE49-F238E27FC236}">
                <a16:creationId xmlns:a16="http://schemas.microsoft.com/office/drawing/2014/main" id="{E43A3BBB-FAA5-4A20-3AD5-0D9905DC7B1B}"/>
              </a:ext>
            </a:extLst>
          </p:cNvPr>
          <p:cNvGrpSpPr/>
          <p:nvPr/>
        </p:nvGrpSpPr>
        <p:grpSpPr>
          <a:xfrm>
            <a:off x="7597473" y="3425516"/>
            <a:ext cx="647396" cy="534854"/>
            <a:chOff x="7565049" y="3398728"/>
            <a:chExt cx="712243" cy="588429"/>
          </a:xfrm>
          <a:solidFill>
            <a:srgbClr val="262626"/>
          </a:solidFill>
        </p:grpSpPr>
        <p:grpSp>
          <p:nvGrpSpPr>
            <p:cNvPr id="652" name="Gráfico 3">
              <a:extLst>
                <a:ext uri="{FF2B5EF4-FFF2-40B4-BE49-F238E27FC236}">
                  <a16:creationId xmlns:a16="http://schemas.microsoft.com/office/drawing/2014/main" id="{B5D571FC-FED6-09F1-48D6-1FBA7146A76C}"/>
                </a:ext>
              </a:extLst>
            </p:cNvPr>
            <p:cNvGrpSpPr/>
            <p:nvPr/>
          </p:nvGrpSpPr>
          <p:grpSpPr>
            <a:xfrm>
              <a:off x="7565049" y="3603071"/>
              <a:ext cx="402579" cy="384086"/>
              <a:chOff x="7565049" y="3603071"/>
              <a:chExt cx="402579" cy="384086"/>
            </a:xfrm>
            <a:solidFill>
              <a:srgbClr val="262626"/>
            </a:solidFill>
          </p:grpSpPr>
          <p:grpSp>
            <p:nvGrpSpPr>
              <p:cNvPr id="658" name="Gráfico 3">
                <a:extLst>
                  <a:ext uri="{FF2B5EF4-FFF2-40B4-BE49-F238E27FC236}">
                    <a16:creationId xmlns:a16="http://schemas.microsoft.com/office/drawing/2014/main" id="{83339379-7366-36CA-D3F5-59E2E0808B00}"/>
                  </a:ext>
                </a:extLst>
              </p:cNvPr>
              <p:cNvGrpSpPr/>
              <p:nvPr/>
            </p:nvGrpSpPr>
            <p:grpSpPr>
              <a:xfrm>
                <a:off x="7565049" y="3603071"/>
                <a:ext cx="402579" cy="295686"/>
                <a:chOff x="7565049" y="3603071"/>
                <a:chExt cx="402579" cy="295686"/>
              </a:xfrm>
              <a:solidFill>
                <a:srgbClr val="262626"/>
              </a:solidFill>
            </p:grpSpPr>
            <p:sp>
              <p:nvSpPr>
                <p:cNvPr id="661" name="Forma Livre: Forma 660">
                  <a:extLst>
                    <a:ext uri="{FF2B5EF4-FFF2-40B4-BE49-F238E27FC236}">
                      <a16:creationId xmlns:a16="http://schemas.microsoft.com/office/drawing/2014/main" id="{AB5C7BD2-1A30-AD1E-1812-2ECCFED6F423}"/>
                    </a:ext>
                  </a:extLst>
                </p:cNvPr>
                <p:cNvSpPr/>
                <p:nvPr/>
              </p:nvSpPr>
              <p:spPr>
                <a:xfrm>
                  <a:off x="7565049" y="3884321"/>
                  <a:ext cx="29268" cy="14436"/>
                </a:xfrm>
                <a:custGeom>
                  <a:avLst/>
                  <a:gdLst>
                    <a:gd name="connsiteX0" fmla="*/ 22050 w 29268"/>
                    <a:gd name="connsiteY0" fmla="*/ 14436 h 14436"/>
                    <a:gd name="connsiteX1" fmla="*/ 7218 w 29268"/>
                    <a:gd name="connsiteY1" fmla="*/ 14436 h 14436"/>
                    <a:gd name="connsiteX2" fmla="*/ 0 w 29268"/>
                    <a:gd name="connsiteY2" fmla="*/ 7218 h 14436"/>
                    <a:gd name="connsiteX3" fmla="*/ 7218 w 29268"/>
                    <a:gd name="connsiteY3" fmla="*/ 0 h 14436"/>
                    <a:gd name="connsiteX4" fmla="*/ 22050 w 29268"/>
                    <a:gd name="connsiteY4" fmla="*/ 0 h 14436"/>
                    <a:gd name="connsiteX5" fmla="*/ 29268 w 29268"/>
                    <a:gd name="connsiteY5" fmla="*/ 7218 h 14436"/>
                    <a:gd name="connsiteX6" fmla="*/ 22050 w 29268"/>
                    <a:gd name="connsiteY6" fmla="*/ 14436 h 144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9268" h="14436">
                      <a:moveTo>
                        <a:pt x="22050" y="14436"/>
                      </a:moveTo>
                      <a:lnTo>
                        <a:pt x="7218" y="14436"/>
                      </a:lnTo>
                      <a:cubicBezTo>
                        <a:pt x="3227" y="14436"/>
                        <a:pt x="0" y="11209"/>
                        <a:pt x="0" y="7218"/>
                      </a:cubicBezTo>
                      <a:cubicBezTo>
                        <a:pt x="0" y="3227"/>
                        <a:pt x="3227" y="0"/>
                        <a:pt x="7218" y="0"/>
                      </a:cubicBezTo>
                      <a:lnTo>
                        <a:pt x="22050" y="0"/>
                      </a:lnTo>
                      <a:cubicBezTo>
                        <a:pt x="26042" y="0"/>
                        <a:pt x="29268" y="3227"/>
                        <a:pt x="29268" y="7218"/>
                      </a:cubicBezTo>
                      <a:cubicBezTo>
                        <a:pt x="29268" y="11209"/>
                        <a:pt x="26042" y="14436"/>
                        <a:pt x="22050" y="14436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282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662" name="Forma Livre: Forma 661">
                  <a:extLst>
                    <a:ext uri="{FF2B5EF4-FFF2-40B4-BE49-F238E27FC236}">
                      <a16:creationId xmlns:a16="http://schemas.microsoft.com/office/drawing/2014/main" id="{2DC0EBCA-7AE9-8CF2-F2E5-8F1FBC92FE10}"/>
                    </a:ext>
                  </a:extLst>
                </p:cNvPr>
                <p:cNvSpPr/>
                <p:nvPr/>
              </p:nvSpPr>
              <p:spPr>
                <a:xfrm>
                  <a:off x="7565049" y="3603071"/>
                  <a:ext cx="402579" cy="295686"/>
                </a:xfrm>
                <a:custGeom>
                  <a:avLst/>
                  <a:gdLst>
                    <a:gd name="connsiteX0" fmla="*/ 343722 w 402579"/>
                    <a:gd name="connsiteY0" fmla="*/ 295686 h 295686"/>
                    <a:gd name="connsiteX1" fmla="*/ 300385 w 402579"/>
                    <a:gd name="connsiteY1" fmla="*/ 295686 h 295686"/>
                    <a:gd name="connsiteX2" fmla="*/ 293167 w 402579"/>
                    <a:gd name="connsiteY2" fmla="*/ 288468 h 295686"/>
                    <a:gd name="connsiteX3" fmla="*/ 300385 w 402579"/>
                    <a:gd name="connsiteY3" fmla="*/ 281250 h 295686"/>
                    <a:gd name="connsiteX4" fmla="*/ 343722 w 402579"/>
                    <a:gd name="connsiteY4" fmla="*/ 281250 h 295686"/>
                    <a:gd name="connsiteX5" fmla="*/ 377944 w 402579"/>
                    <a:gd name="connsiteY5" fmla="*/ 265144 h 295686"/>
                    <a:gd name="connsiteX6" fmla="*/ 387341 w 402579"/>
                    <a:gd name="connsiteY6" fmla="*/ 228488 h 295686"/>
                    <a:gd name="connsiteX7" fmla="*/ 377152 w 402579"/>
                    <a:gd name="connsiteY7" fmla="*/ 175074 h 295686"/>
                    <a:gd name="connsiteX8" fmla="*/ 334267 w 402579"/>
                    <a:gd name="connsiteY8" fmla="*/ 139606 h 295686"/>
                    <a:gd name="connsiteX9" fmla="*/ 301008 w 402579"/>
                    <a:gd name="connsiteY9" fmla="*/ 139606 h 295686"/>
                    <a:gd name="connsiteX10" fmla="*/ 257445 w 402579"/>
                    <a:gd name="connsiteY10" fmla="*/ 117471 h 295686"/>
                    <a:gd name="connsiteX11" fmla="*/ 193784 w 402579"/>
                    <a:gd name="connsiteY11" fmla="*/ 30599 h 295686"/>
                    <a:gd name="connsiteX12" fmla="*/ 161883 w 402579"/>
                    <a:gd name="connsiteY12" fmla="*/ 14436 h 295686"/>
                    <a:gd name="connsiteX13" fmla="*/ 7218 w 402579"/>
                    <a:gd name="connsiteY13" fmla="*/ 14436 h 295686"/>
                    <a:gd name="connsiteX14" fmla="*/ 0 w 402579"/>
                    <a:gd name="connsiteY14" fmla="*/ 7218 h 295686"/>
                    <a:gd name="connsiteX15" fmla="*/ 7218 w 402579"/>
                    <a:gd name="connsiteY15" fmla="*/ 0 h 295686"/>
                    <a:gd name="connsiteX16" fmla="*/ 161883 w 402579"/>
                    <a:gd name="connsiteY16" fmla="*/ 0 h 295686"/>
                    <a:gd name="connsiteX17" fmla="*/ 205446 w 402579"/>
                    <a:gd name="connsiteY17" fmla="*/ 22079 h 295686"/>
                    <a:gd name="connsiteX18" fmla="*/ 269106 w 402579"/>
                    <a:gd name="connsiteY18" fmla="*/ 108922 h 295686"/>
                    <a:gd name="connsiteX19" fmla="*/ 301008 w 402579"/>
                    <a:gd name="connsiteY19" fmla="*/ 125142 h 295686"/>
                    <a:gd name="connsiteX20" fmla="*/ 334267 w 402579"/>
                    <a:gd name="connsiteY20" fmla="*/ 125142 h 295686"/>
                    <a:gd name="connsiteX21" fmla="*/ 391333 w 402579"/>
                    <a:gd name="connsiteY21" fmla="*/ 172356 h 295686"/>
                    <a:gd name="connsiteX22" fmla="*/ 401523 w 402579"/>
                    <a:gd name="connsiteY22" fmla="*/ 225770 h 295686"/>
                    <a:gd name="connsiteX23" fmla="*/ 389068 w 402579"/>
                    <a:gd name="connsiteY23" fmla="*/ 274315 h 295686"/>
                    <a:gd name="connsiteX24" fmla="*/ 343722 w 402579"/>
                    <a:gd name="connsiteY24" fmla="*/ 295658 h 2956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402579" h="295686">
                      <a:moveTo>
                        <a:pt x="343722" y="295686"/>
                      </a:moveTo>
                      <a:lnTo>
                        <a:pt x="300385" y="295686"/>
                      </a:lnTo>
                      <a:cubicBezTo>
                        <a:pt x="296394" y="295686"/>
                        <a:pt x="293167" y="292460"/>
                        <a:pt x="293167" y="288468"/>
                      </a:cubicBezTo>
                      <a:cubicBezTo>
                        <a:pt x="293167" y="284477"/>
                        <a:pt x="296394" y="281250"/>
                        <a:pt x="300385" y="281250"/>
                      </a:cubicBezTo>
                      <a:lnTo>
                        <a:pt x="343722" y="281250"/>
                      </a:lnTo>
                      <a:cubicBezTo>
                        <a:pt x="356997" y="281250"/>
                        <a:pt x="369480" y="275391"/>
                        <a:pt x="377944" y="265144"/>
                      </a:cubicBezTo>
                      <a:cubicBezTo>
                        <a:pt x="386408" y="254897"/>
                        <a:pt x="389833" y="241537"/>
                        <a:pt x="387341" y="228488"/>
                      </a:cubicBezTo>
                      <a:lnTo>
                        <a:pt x="377152" y="175074"/>
                      </a:lnTo>
                      <a:cubicBezTo>
                        <a:pt x="373217" y="154523"/>
                        <a:pt x="355186" y="139606"/>
                        <a:pt x="334267" y="139606"/>
                      </a:cubicBezTo>
                      <a:lnTo>
                        <a:pt x="301008" y="139606"/>
                      </a:lnTo>
                      <a:cubicBezTo>
                        <a:pt x="283882" y="139606"/>
                        <a:pt x="267606" y="131341"/>
                        <a:pt x="257445" y="117471"/>
                      </a:cubicBezTo>
                      <a:lnTo>
                        <a:pt x="193784" y="30599"/>
                      </a:lnTo>
                      <a:cubicBezTo>
                        <a:pt x="186396" y="20465"/>
                        <a:pt x="174479" y="14436"/>
                        <a:pt x="161883" y="14436"/>
                      </a:cubicBezTo>
                      <a:lnTo>
                        <a:pt x="7218" y="14436"/>
                      </a:lnTo>
                      <a:cubicBezTo>
                        <a:pt x="3227" y="14436"/>
                        <a:pt x="0" y="11209"/>
                        <a:pt x="0" y="7218"/>
                      </a:cubicBezTo>
                      <a:cubicBezTo>
                        <a:pt x="0" y="3227"/>
                        <a:pt x="3227" y="0"/>
                        <a:pt x="7218" y="0"/>
                      </a:cubicBezTo>
                      <a:lnTo>
                        <a:pt x="161883" y="0"/>
                      </a:lnTo>
                      <a:cubicBezTo>
                        <a:pt x="179093" y="0"/>
                        <a:pt x="195369" y="8265"/>
                        <a:pt x="205446" y="22079"/>
                      </a:cubicBezTo>
                      <a:lnTo>
                        <a:pt x="269106" y="108922"/>
                      </a:lnTo>
                      <a:cubicBezTo>
                        <a:pt x="276551" y="119084"/>
                        <a:pt x="288496" y="125142"/>
                        <a:pt x="301008" y="125142"/>
                      </a:cubicBezTo>
                      <a:lnTo>
                        <a:pt x="334267" y="125142"/>
                      </a:lnTo>
                      <a:cubicBezTo>
                        <a:pt x="362121" y="125142"/>
                        <a:pt x="386124" y="144984"/>
                        <a:pt x="391333" y="172356"/>
                      </a:cubicBezTo>
                      <a:lnTo>
                        <a:pt x="401523" y="225770"/>
                      </a:lnTo>
                      <a:cubicBezTo>
                        <a:pt x="404835" y="243065"/>
                        <a:pt x="400278" y="260757"/>
                        <a:pt x="389068" y="274315"/>
                      </a:cubicBezTo>
                      <a:cubicBezTo>
                        <a:pt x="377859" y="287874"/>
                        <a:pt x="361328" y="295658"/>
                        <a:pt x="343722" y="295658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282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  <p:sp>
            <p:nvSpPr>
              <p:cNvPr id="659" name="Forma Livre: Forma 658">
                <a:extLst>
                  <a:ext uri="{FF2B5EF4-FFF2-40B4-BE49-F238E27FC236}">
                    <a16:creationId xmlns:a16="http://schemas.microsoft.com/office/drawing/2014/main" id="{4C2EDA0B-9832-AF77-1581-3C8F8C63A509}"/>
                  </a:ext>
                </a:extLst>
              </p:cNvPr>
              <p:cNvSpPr/>
              <p:nvPr/>
            </p:nvSpPr>
            <p:spPr>
              <a:xfrm>
                <a:off x="7636975" y="3808602"/>
                <a:ext cx="178555" cy="178555"/>
              </a:xfrm>
              <a:custGeom>
                <a:avLst/>
                <a:gdLst>
                  <a:gd name="connsiteX0" fmla="*/ 89278 w 178555"/>
                  <a:gd name="connsiteY0" fmla="*/ 178555 h 178555"/>
                  <a:gd name="connsiteX1" fmla="*/ 0 w 178555"/>
                  <a:gd name="connsiteY1" fmla="*/ 89278 h 178555"/>
                  <a:gd name="connsiteX2" fmla="*/ 89278 w 178555"/>
                  <a:gd name="connsiteY2" fmla="*/ 0 h 178555"/>
                  <a:gd name="connsiteX3" fmla="*/ 178556 w 178555"/>
                  <a:gd name="connsiteY3" fmla="*/ 89278 h 178555"/>
                  <a:gd name="connsiteX4" fmla="*/ 89278 w 178555"/>
                  <a:gd name="connsiteY4" fmla="*/ 178555 h 178555"/>
                  <a:gd name="connsiteX5" fmla="*/ 89278 w 178555"/>
                  <a:gd name="connsiteY5" fmla="*/ 14408 h 178555"/>
                  <a:gd name="connsiteX6" fmla="*/ 14436 w 178555"/>
                  <a:gd name="connsiteY6" fmla="*/ 89249 h 178555"/>
                  <a:gd name="connsiteX7" fmla="*/ 89278 w 178555"/>
                  <a:gd name="connsiteY7" fmla="*/ 164091 h 178555"/>
                  <a:gd name="connsiteX8" fmla="*/ 164119 w 178555"/>
                  <a:gd name="connsiteY8" fmla="*/ 89249 h 178555"/>
                  <a:gd name="connsiteX9" fmla="*/ 89278 w 178555"/>
                  <a:gd name="connsiteY9" fmla="*/ 14408 h 1785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78555" h="178555">
                    <a:moveTo>
                      <a:pt x="89278" y="178555"/>
                    </a:moveTo>
                    <a:cubicBezTo>
                      <a:pt x="40053" y="178555"/>
                      <a:pt x="0" y="138502"/>
                      <a:pt x="0" y="89278"/>
                    </a:cubicBezTo>
                    <a:cubicBezTo>
                      <a:pt x="0" y="40053"/>
                      <a:pt x="40053" y="0"/>
                      <a:pt x="89278" y="0"/>
                    </a:cubicBezTo>
                    <a:cubicBezTo>
                      <a:pt x="138502" y="0"/>
                      <a:pt x="178556" y="40053"/>
                      <a:pt x="178556" y="89278"/>
                    </a:cubicBezTo>
                    <a:cubicBezTo>
                      <a:pt x="178556" y="138502"/>
                      <a:pt x="138502" y="178555"/>
                      <a:pt x="89278" y="178555"/>
                    </a:cubicBezTo>
                    <a:close/>
                    <a:moveTo>
                      <a:pt x="89278" y="14408"/>
                    </a:moveTo>
                    <a:cubicBezTo>
                      <a:pt x="48007" y="14408"/>
                      <a:pt x="14436" y="47979"/>
                      <a:pt x="14436" y="89249"/>
                    </a:cubicBezTo>
                    <a:cubicBezTo>
                      <a:pt x="14436" y="130520"/>
                      <a:pt x="48007" y="164091"/>
                      <a:pt x="89278" y="164091"/>
                    </a:cubicBezTo>
                    <a:cubicBezTo>
                      <a:pt x="130548" y="164091"/>
                      <a:pt x="164119" y="130520"/>
                      <a:pt x="164119" y="89249"/>
                    </a:cubicBezTo>
                    <a:cubicBezTo>
                      <a:pt x="164119" y="47979"/>
                      <a:pt x="130548" y="14408"/>
                      <a:pt x="89278" y="14408"/>
                    </a:cubicBezTo>
                    <a:close/>
                  </a:path>
                </a:pathLst>
              </a:custGeom>
              <a:solidFill>
                <a:srgbClr val="262626"/>
              </a:solidFill>
              <a:ln w="2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60" name="Forma Livre: Forma 659">
                <a:extLst>
                  <a:ext uri="{FF2B5EF4-FFF2-40B4-BE49-F238E27FC236}">
                    <a16:creationId xmlns:a16="http://schemas.microsoft.com/office/drawing/2014/main" id="{E964DE8B-F1AD-A161-3ED9-57CB7DBA29E3}"/>
                  </a:ext>
                </a:extLst>
              </p:cNvPr>
              <p:cNvSpPr/>
              <p:nvPr/>
            </p:nvSpPr>
            <p:spPr>
              <a:xfrm>
                <a:off x="7565077" y="3728241"/>
                <a:ext cx="231855" cy="14436"/>
              </a:xfrm>
              <a:custGeom>
                <a:avLst/>
                <a:gdLst>
                  <a:gd name="connsiteX0" fmla="*/ 224637 w 231855"/>
                  <a:gd name="connsiteY0" fmla="*/ 14436 h 14436"/>
                  <a:gd name="connsiteX1" fmla="*/ 7218 w 231855"/>
                  <a:gd name="connsiteY1" fmla="*/ 14436 h 14436"/>
                  <a:gd name="connsiteX2" fmla="*/ 0 w 231855"/>
                  <a:gd name="connsiteY2" fmla="*/ 7218 h 14436"/>
                  <a:gd name="connsiteX3" fmla="*/ 7218 w 231855"/>
                  <a:gd name="connsiteY3" fmla="*/ 0 h 14436"/>
                  <a:gd name="connsiteX4" fmla="*/ 224637 w 231855"/>
                  <a:gd name="connsiteY4" fmla="*/ 0 h 14436"/>
                  <a:gd name="connsiteX5" fmla="*/ 231856 w 231855"/>
                  <a:gd name="connsiteY5" fmla="*/ 7218 h 14436"/>
                  <a:gd name="connsiteX6" fmla="*/ 224637 w 231855"/>
                  <a:gd name="connsiteY6" fmla="*/ 14436 h 144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31855" h="14436">
                    <a:moveTo>
                      <a:pt x="224637" y="14436"/>
                    </a:moveTo>
                    <a:lnTo>
                      <a:pt x="7218" y="14436"/>
                    </a:lnTo>
                    <a:cubicBezTo>
                      <a:pt x="3227" y="14436"/>
                      <a:pt x="0" y="11209"/>
                      <a:pt x="0" y="7218"/>
                    </a:cubicBezTo>
                    <a:cubicBezTo>
                      <a:pt x="0" y="3227"/>
                      <a:pt x="3227" y="0"/>
                      <a:pt x="7218" y="0"/>
                    </a:cubicBezTo>
                    <a:lnTo>
                      <a:pt x="224637" y="0"/>
                    </a:lnTo>
                    <a:cubicBezTo>
                      <a:pt x="228628" y="0"/>
                      <a:pt x="231856" y="3227"/>
                      <a:pt x="231856" y="7218"/>
                    </a:cubicBezTo>
                    <a:cubicBezTo>
                      <a:pt x="231856" y="11209"/>
                      <a:pt x="228628" y="14436"/>
                      <a:pt x="224637" y="14436"/>
                    </a:cubicBezTo>
                    <a:close/>
                  </a:path>
                </a:pathLst>
              </a:custGeom>
              <a:solidFill>
                <a:srgbClr val="262626"/>
              </a:solidFill>
              <a:ln w="2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653" name="Gráfico 3">
              <a:extLst>
                <a:ext uri="{FF2B5EF4-FFF2-40B4-BE49-F238E27FC236}">
                  <a16:creationId xmlns:a16="http://schemas.microsoft.com/office/drawing/2014/main" id="{33B761D4-5D11-BC9E-AC1E-47D928294075}"/>
                </a:ext>
              </a:extLst>
            </p:cNvPr>
            <p:cNvGrpSpPr/>
            <p:nvPr/>
          </p:nvGrpSpPr>
          <p:grpSpPr>
            <a:xfrm>
              <a:off x="8023269" y="3500716"/>
              <a:ext cx="254023" cy="486441"/>
              <a:chOff x="8023269" y="3500716"/>
              <a:chExt cx="254023" cy="486441"/>
            </a:xfrm>
            <a:solidFill>
              <a:srgbClr val="262626"/>
            </a:solidFill>
          </p:grpSpPr>
          <p:sp>
            <p:nvSpPr>
              <p:cNvPr id="655" name="Forma Livre: Forma 654">
                <a:extLst>
                  <a:ext uri="{FF2B5EF4-FFF2-40B4-BE49-F238E27FC236}">
                    <a16:creationId xmlns:a16="http://schemas.microsoft.com/office/drawing/2014/main" id="{BC9F99B6-535E-8C55-E7A1-5E0151564E1B}"/>
                  </a:ext>
                </a:extLst>
              </p:cNvPr>
              <p:cNvSpPr/>
              <p:nvPr/>
            </p:nvSpPr>
            <p:spPr>
              <a:xfrm>
                <a:off x="8023269" y="3500716"/>
                <a:ext cx="253962" cy="398041"/>
              </a:xfrm>
              <a:custGeom>
                <a:avLst/>
                <a:gdLst>
                  <a:gd name="connsiteX0" fmla="*/ 92646 w 253962"/>
                  <a:gd name="connsiteY0" fmla="*/ 398042 h 398041"/>
                  <a:gd name="connsiteX1" fmla="*/ 43846 w 253962"/>
                  <a:gd name="connsiteY1" fmla="*/ 398042 h 398041"/>
                  <a:gd name="connsiteX2" fmla="*/ 0 w 253962"/>
                  <a:gd name="connsiteY2" fmla="*/ 354195 h 398041"/>
                  <a:gd name="connsiteX3" fmla="*/ 0 w 253962"/>
                  <a:gd name="connsiteY3" fmla="*/ 251076 h 398041"/>
                  <a:gd name="connsiteX4" fmla="*/ 28476 w 253962"/>
                  <a:gd name="connsiteY4" fmla="*/ 210060 h 398041"/>
                  <a:gd name="connsiteX5" fmla="*/ 86589 w 253962"/>
                  <a:gd name="connsiteY5" fmla="*/ 188264 h 398041"/>
                  <a:gd name="connsiteX6" fmla="*/ 107960 w 253962"/>
                  <a:gd name="connsiteY6" fmla="*/ 168648 h 398041"/>
                  <a:gd name="connsiteX7" fmla="*/ 173687 w 253962"/>
                  <a:gd name="connsiteY7" fmla="*/ 31420 h 398041"/>
                  <a:gd name="connsiteX8" fmla="*/ 223591 w 253962"/>
                  <a:gd name="connsiteY8" fmla="*/ 0 h 398041"/>
                  <a:gd name="connsiteX9" fmla="*/ 246745 w 253962"/>
                  <a:gd name="connsiteY9" fmla="*/ 0 h 398041"/>
                  <a:gd name="connsiteX10" fmla="*/ 253963 w 253962"/>
                  <a:gd name="connsiteY10" fmla="*/ 7218 h 398041"/>
                  <a:gd name="connsiteX11" fmla="*/ 246745 w 253962"/>
                  <a:gd name="connsiteY11" fmla="*/ 14436 h 398041"/>
                  <a:gd name="connsiteX12" fmla="*/ 223591 w 253962"/>
                  <a:gd name="connsiteY12" fmla="*/ 14436 h 398041"/>
                  <a:gd name="connsiteX13" fmla="*/ 186707 w 253962"/>
                  <a:gd name="connsiteY13" fmla="*/ 37647 h 398041"/>
                  <a:gd name="connsiteX14" fmla="*/ 120981 w 253962"/>
                  <a:gd name="connsiteY14" fmla="*/ 174904 h 398041"/>
                  <a:gd name="connsiteX15" fmla="*/ 91656 w 253962"/>
                  <a:gd name="connsiteY15" fmla="*/ 201766 h 398041"/>
                  <a:gd name="connsiteX16" fmla="*/ 33515 w 253962"/>
                  <a:gd name="connsiteY16" fmla="*/ 223562 h 398041"/>
                  <a:gd name="connsiteX17" fmla="*/ 14436 w 253962"/>
                  <a:gd name="connsiteY17" fmla="*/ 251076 h 398041"/>
                  <a:gd name="connsiteX18" fmla="*/ 14436 w 253962"/>
                  <a:gd name="connsiteY18" fmla="*/ 354195 h 398041"/>
                  <a:gd name="connsiteX19" fmla="*/ 43846 w 253962"/>
                  <a:gd name="connsiteY19" fmla="*/ 383605 h 398041"/>
                  <a:gd name="connsiteX20" fmla="*/ 92646 w 253962"/>
                  <a:gd name="connsiteY20" fmla="*/ 383605 h 398041"/>
                  <a:gd name="connsiteX21" fmla="*/ 99864 w 253962"/>
                  <a:gd name="connsiteY21" fmla="*/ 390823 h 398041"/>
                  <a:gd name="connsiteX22" fmla="*/ 92646 w 253962"/>
                  <a:gd name="connsiteY22" fmla="*/ 398042 h 3980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253962" h="398041">
                    <a:moveTo>
                      <a:pt x="92646" y="398042"/>
                    </a:moveTo>
                    <a:lnTo>
                      <a:pt x="43846" y="398042"/>
                    </a:lnTo>
                    <a:cubicBezTo>
                      <a:pt x="19673" y="398042"/>
                      <a:pt x="0" y="378369"/>
                      <a:pt x="0" y="354195"/>
                    </a:cubicBezTo>
                    <a:lnTo>
                      <a:pt x="0" y="251076"/>
                    </a:lnTo>
                    <a:cubicBezTo>
                      <a:pt x="0" y="232903"/>
                      <a:pt x="11436" y="216401"/>
                      <a:pt x="28476" y="210060"/>
                    </a:cubicBezTo>
                    <a:lnTo>
                      <a:pt x="86589" y="188264"/>
                    </a:lnTo>
                    <a:cubicBezTo>
                      <a:pt x="96014" y="184726"/>
                      <a:pt x="103601" y="177763"/>
                      <a:pt x="107960" y="168648"/>
                    </a:cubicBezTo>
                    <a:lnTo>
                      <a:pt x="173687" y="31420"/>
                    </a:lnTo>
                    <a:cubicBezTo>
                      <a:pt x="182802" y="12341"/>
                      <a:pt x="202389" y="0"/>
                      <a:pt x="223591" y="0"/>
                    </a:cubicBezTo>
                    <a:lnTo>
                      <a:pt x="246745" y="0"/>
                    </a:lnTo>
                    <a:cubicBezTo>
                      <a:pt x="250736" y="0"/>
                      <a:pt x="253963" y="3227"/>
                      <a:pt x="253963" y="7218"/>
                    </a:cubicBezTo>
                    <a:cubicBezTo>
                      <a:pt x="253963" y="11209"/>
                      <a:pt x="250736" y="14436"/>
                      <a:pt x="246745" y="14436"/>
                    </a:cubicBezTo>
                    <a:lnTo>
                      <a:pt x="223591" y="14436"/>
                    </a:lnTo>
                    <a:cubicBezTo>
                      <a:pt x="207909" y="14436"/>
                      <a:pt x="193445" y="23551"/>
                      <a:pt x="186707" y="37647"/>
                    </a:cubicBezTo>
                    <a:lnTo>
                      <a:pt x="120981" y="174904"/>
                    </a:lnTo>
                    <a:cubicBezTo>
                      <a:pt x="115008" y="187359"/>
                      <a:pt x="104591" y="196926"/>
                      <a:pt x="91656" y="201766"/>
                    </a:cubicBezTo>
                    <a:lnTo>
                      <a:pt x="33515" y="223562"/>
                    </a:lnTo>
                    <a:cubicBezTo>
                      <a:pt x="22107" y="227836"/>
                      <a:pt x="14436" y="238876"/>
                      <a:pt x="14436" y="251076"/>
                    </a:cubicBezTo>
                    <a:lnTo>
                      <a:pt x="14436" y="354195"/>
                    </a:lnTo>
                    <a:cubicBezTo>
                      <a:pt x="14436" y="370415"/>
                      <a:pt x="27627" y="383605"/>
                      <a:pt x="43846" y="383605"/>
                    </a:cubicBezTo>
                    <a:lnTo>
                      <a:pt x="92646" y="383605"/>
                    </a:lnTo>
                    <a:cubicBezTo>
                      <a:pt x="96638" y="383605"/>
                      <a:pt x="99864" y="386832"/>
                      <a:pt x="99864" y="390823"/>
                    </a:cubicBezTo>
                    <a:cubicBezTo>
                      <a:pt x="99864" y="394815"/>
                      <a:pt x="96638" y="398042"/>
                      <a:pt x="92646" y="398042"/>
                    </a:cubicBezTo>
                    <a:close/>
                  </a:path>
                </a:pathLst>
              </a:custGeom>
              <a:solidFill>
                <a:srgbClr val="262626"/>
              </a:solidFill>
              <a:ln w="2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56" name="Forma Livre: Forma 655">
                <a:extLst>
                  <a:ext uri="{FF2B5EF4-FFF2-40B4-BE49-F238E27FC236}">
                    <a16:creationId xmlns:a16="http://schemas.microsoft.com/office/drawing/2014/main" id="{F4A7C63A-D84D-EC2A-01C2-15019A292E92}"/>
                  </a:ext>
                </a:extLst>
              </p:cNvPr>
              <p:cNvSpPr/>
              <p:nvPr/>
            </p:nvSpPr>
            <p:spPr>
              <a:xfrm>
                <a:off x="8179831" y="3665260"/>
                <a:ext cx="97429" cy="14436"/>
              </a:xfrm>
              <a:custGeom>
                <a:avLst/>
                <a:gdLst>
                  <a:gd name="connsiteX0" fmla="*/ 90211 w 97429"/>
                  <a:gd name="connsiteY0" fmla="*/ 14436 h 14436"/>
                  <a:gd name="connsiteX1" fmla="*/ 7218 w 97429"/>
                  <a:gd name="connsiteY1" fmla="*/ 14436 h 14436"/>
                  <a:gd name="connsiteX2" fmla="*/ 0 w 97429"/>
                  <a:gd name="connsiteY2" fmla="*/ 7218 h 14436"/>
                  <a:gd name="connsiteX3" fmla="*/ 7218 w 97429"/>
                  <a:gd name="connsiteY3" fmla="*/ 0 h 14436"/>
                  <a:gd name="connsiteX4" fmla="*/ 90211 w 97429"/>
                  <a:gd name="connsiteY4" fmla="*/ 0 h 14436"/>
                  <a:gd name="connsiteX5" fmla="*/ 97430 w 97429"/>
                  <a:gd name="connsiteY5" fmla="*/ 7218 h 14436"/>
                  <a:gd name="connsiteX6" fmla="*/ 90211 w 97429"/>
                  <a:gd name="connsiteY6" fmla="*/ 14436 h 144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7429" h="14436">
                    <a:moveTo>
                      <a:pt x="90211" y="14436"/>
                    </a:moveTo>
                    <a:lnTo>
                      <a:pt x="7218" y="14436"/>
                    </a:lnTo>
                    <a:cubicBezTo>
                      <a:pt x="3227" y="14436"/>
                      <a:pt x="0" y="11209"/>
                      <a:pt x="0" y="7218"/>
                    </a:cubicBezTo>
                    <a:cubicBezTo>
                      <a:pt x="0" y="3227"/>
                      <a:pt x="3227" y="0"/>
                      <a:pt x="7218" y="0"/>
                    </a:cubicBezTo>
                    <a:lnTo>
                      <a:pt x="90211" y="0"/>
                    </a:lnTo>
                    <a:cubicBezTo>
                      <a:pt x="94203" y="0"/>
                      <a:pt x="97430" y="3227"/>
                      <a:pt x="97430" y="7218"/>
                    </a:cubicBezTo>
                    <a:cubicBezTo>
                      <a:pt x="97430" y="11209"/>
                      <a:pt x="94203" y="14436"/>
                      <a:pt x="90211" y="14436"/>
                    </a:cubicBezTo>
                    <a:close/>
                  </a:path>
                </a:pathLst>
              </a:custGeom>
              <a:solidFill>
                <a:srgbClr val="262626"/>
              </a:solidFill>
              <a:ln w="2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57" name="Forma Livre: Forma 656">
                <a:extLst>
                  <a:ext uri="{FF2B5EF4-FFF2-40B4-BE49-F238E27FC236}">
                    <a16:creationId xmlns:a16="http://schemas.microsoft.com/office/drawing/2014/main" id="{B3B5CA8B-4C6C-7382-099D-009721385D98}"/>
                  </a:ext>
                </a:extLst>
              </p:cNvPr>
              <p:cNvSpPr/>
              <p:nvPr/>
            </p:nvSpPr>
            <p:spPr>
              <a:xfrm>
                <a:off x="8156817" y="3795921"/>
                <a:ext cx="120475" cy="191236"/>
              </a:xfrm>
              <a:custGeom>
                <a:avLst/>
                <a:gdLst>
                  <a:gd name="connsiteX0" fmla="*/ 95675 w 120475"/>
                  <a:gd name="connsiteY0" fmla="*/ 191237 h 191236"/>
                  <a:gd name="connsiteX1" fmla="*/ 0 w 120475"/>
                  <a:gd name="connsiteY1" fmla="*/ 95618 h 191236"/>
                  <a:gd name="connsiteX2" fmla="*/ 95675 w 120475"/>
                  <a:gd name="connsiteY2" fmla="*/ 0 h 191236"/>
                  <a:gd name="connsiteX3" fmla="*/ 114697 w 120475"/>
                  <a:gd name="connsiteY3" fmla="*/ 1868 h 191236"/>
                  <a:gd name="connsiteX4" fmla="*/ 120330 w 120475"/>
                  <a:gd name="connsiteY4" fmla="*/ 10388 h 191236"/>
                  <a:gd name="connsiteX5" fmla="*/ 111809 w 120475"/>
                  <a:gd name="connsiteY5" fmla="*/ 16021 h 191236"/>
                  <a:gd name="connsiteX6" fmla="*/ 95675 w 120475"/>
                  <a:gd name="connsiteY6" fmla="*/ 14436 h 191236"/>
                  <a:gd name="connsiteX7" fmla="*/ 14436 w 120475"/>
                  <a:gd name="connsiteY7" fmla="*/ 95618 h 191236"/>
                  <a:gd name="connsiteX8" fmla="*/ 95675 w 120475"/>
                  <a:gd name="connsiteY8" fmla="*/ 176800 h 191236"/>
                  <a:gd name="connsiteX9" fmla="*/ 111809 w 120475"/>
                  <a:gd name="connsiteY9" fmla="*/ 175215 h 191236"/>
                  <a:gd name="connsiteX10" fmla="*/ 120330 w 120475"/>
                  <a:gd name="connsiteY10" fmla="*/ 180848 h 191236"/>
                  <a:gd name="connsiteX11" fmla="*/ 114697 w 120475"/>
                  <a:gd name="connsiteY11" fmla="*/ 189368 h 191236"/>
                  <a:gd name="connsiteX12" fmla="*/ 95675 w 120475"/>
                  <a:gd name="connsiteY12" fmla="*/ 191237 h 1912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0475" h="191236">
                    <a:moveTo>
                      <a:pt x="95675" y="191237"/>
                    </a:moveTo>
                    <a:cubicBezTo>
                      <a:pt x="42913" y="191237"/>
                      <a:pt x="0" y="148353"/>
                      <a:pt x="0" y="95618"/>
                    </a:cubicBezTo>
                    <a:cubicBezTo>
                      <a:pt x="0" y="42884"/>
                      <a:pt x="42913" y="0"/>
                      <a:pt x="95675" y="0"/>
                    </a:cubicBezTo>
                    <a:cubicBezTo>
                      <a:pt x="102157" y="0"/>
                      <a:pt x="108554" y="623"/>
                      <a:pt x="114697" y="1868"/>
                    </a:cubicBezTo>
                    <a:cubicBezTo>
                      <a:pt x="118603" y="2661"/>
                      <a:pt x="121122" y="6482"/>
                      <a:pt x="120330" y="10388"/>
                    </a:cubicBezTo>
                    <a:cubicBezTo>
                      <a:pt x="119537" y="14295"/>
                      <a:pt x="115716" y="16814"/>
                      <a:pt x="111809" y="16021"/>
                    </a:cubicBezTo>
                    <a:cubicBezTo>
                      <a:pt x="106630" y="14974"/>
                      <a:pt x="101195" y="14436"/>
                      <a:pt x="95675" y="14436"/>
                    </a:cubicBezTo>
                    <a:cubicBezTo>
                      <a:pt x="50894" y="14436"/>
                      <a:pt x="14436" y="50866"/>
                      <a:pt x="14436" y="95618"/>
                    </a:cubicBezTo>
                    <a:cubicBezTo>
                      <a:pt x="14436" y="140370"/>
                      <a:pt x="50866" y="176800"/>
                      <a:pt x="95675" y="176800"/>
                    </a:cubicBezTo>
                    <a:cubicBezTo>
                      <a:pt x="101195" y="176800"/>
                      <a:pt x="106630" y="176263"/>
                      <a:pt x="111809" y="175215"/>
                    </a:cubicBezTo>
                    <a:cubicBezTo>
                      <a:pt x="115716" y="174423"/>
                      <a:pt x="119537" y="176942"/>
                      <a:pt x="120330" y="180848"/>
                    </a:cubicBezTo>
                    <a:cubicBezTo>
                      <a:pt x="121122" y="184754"/>
                      <a:pt x="118603" y="188576"/>
                      <a:pt x="114697" y="189368"/>
                    </a:cubicBezTo>
                    <a:cubicBezTo>
                      <a:pt x="108583" y="190614"/>
                      <a:pt x="102186" y="191237"/>
                      <a:pt x="95675" y="191237"/>
                    </a:cubicBezTo>
                    <a:close/>
                  </a:path>
                </a:pathLst>
              </a:custGeom>
              <a:solidFill>
                <a:srgbClr val="262626"/>
              </a:solidFill>
              <a:ln w="2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sp>
          <p:nvSpPr>
            <p:cNvPr id="654" name="Forma Livre: Forma 653">
              <a:extLst>
                <a:ext uri="{FF2B5EF4-FFF2-40B4-BE49-F238E27FC236}">
                  <a16:creationId xmlns:a16="http://schemas.microsoft.com/office/drawing/2014/main" id="{D0041659-AE96-E24A-A6FE-CD05C45696B5}"/>
                </a:ext>
              </a:extLst>
            </p:cNvPr>
            <p:cNvSpPr/>
            <p:nvPr/>
          </p:nvSpPr>
          <p:spPr>
            <a:xfrm>
              <a:off x="7818245" y="3398728"/>
              <a:ext cx="287258" cy="228155"/>
            </a:xfrm>
            <a:custGeom>
              <a:avLst/>
              <a:gdLst>
                <a:gd name="connsiteX0" fmla="*/ 250852 w 287258"/>
                <a:gd name="connsiteY0" fmla="*/ 228149 h 228155"/>
                <a:gd name="connsiteX1" fmla="*/ 248701 w 287258"/>
                <a:gd name="connsiteY1" fmla="*/ 227809 h 228155"/>
                <a:gd name="connsiteX2" fmla="*/ 243974 w 287258"/>
                <a:gd name="connsiteY2" fmla="*/ 218751 h 228155"/>
                <a:gd name="connsiteX3" fmla="*/ 272535 w 287258"/>
                <a:gd name="connsiteY3" fmla="*/ 127718 h 228155"/>
                <a:gd name="connsiteX4" fmla="*/ 270921 w 287258"/>
                <a:gd name="connsiteY4" fmla="*/ 122708 h 228155"/>
                <a:gd name="connsiteX5" fmla="*/ 265487 w 287258"/>
                <a:gd name="connsiteY5" fmla="*/ 122538 h 228155"/>
                <a:gd name="connsiteX6" fmla="*/ 208364 w 287258"/>
                <a:gd name="connsiteY6" fmla="*/ 160101 h 228155"/>
                <a:gd name="connsiteX7" fmla="*/ 200694 w 287258"/>
                <a:gd name="connsiteY7" fmla="*/ 160270 h 228155"/>
                <a:gd name="connsiteX8" fmla="*/ 197184 w 287258"/>
                <a:gd name="connsiteY8" fmla="*/ 153449 h 228155"/>
                <a:gd name="connsiteX9" fmla="*/ 208648 w 287258"/>
                <a:gd name="connsiteY9" fmla="*/ 19475 h 228155"/>
                <a:gd name="connsiteX10" fmla="*/ 205590 w 287258"/>
                <a:gd name="connsiteY10" fmla="*/ 14777 h 228155"/>
                <a:gd name="connsiteX11" fmla="*/ 200128 w 287258"/>
                <a:gd name="connsiteY11" fmla="*/ 16503 h 228155"/>
                <a:gd name="connsiteX12" fmla="*/ 157668 w 287258"/>
                <a:gd name="connsiteY12" fmla="*/ 78098 h 228155"/>
                <a:gd name="connsiteX13" fmla="*/ 152658 w 287258"/>
                <a:gd name="connsiteY13" fmla="*/ 81155 h 228155"/>
                <a:gd name="connsiteX14" fmla="*/ 147025 w 287258"/>
                <a:gd name="connsiteY14" fmla="*/ 79456 h 228155"/>
                <a:gd name="connsiteX15" fmla="*/ 84100 w 287258"/>
                <a:gd name="connsiteY15" fmla="*/ 25335 h 228155"/>
                <a:gd name="connsiteX16" fmla="*/ 78864 w 287258"/>
                <a:gd name="connsiteY16" fmla="*/ 24740 h 228155"/>
                <a:gd name="connsiteX17" fmla="*/ 76401 w 287258"/>
                <a:gd name="connsiteY17" fmla="*/ 29241 h 228155"/>
                <a:gd name="connsiteX18" fmla="*/ 85940 w 287258"/>
                <a:gd name="connsiteY18" fmla="*/ 126954 h 228155"/>
                <a:gd name="connsiteX19" fmla="*/ 83987 w 287258"/>
                <a:gd name="connsiteY19" fmla="*/ 132644 h 228155"/>
                <a:gd name="connsiteX20" fmla="*/ 78383 w 287258"/>
                <a:gd name="connsiteY20" fmla="*/ 134880 h 228155"/>
                <a:gd name="connsiteX21" fmla="*/ 19364 w 287258"/>
                <a:gd name="connsiteY21" fmla="*/ 131851 h 228155"/>
                <a:gd name="connsiteX22" fmla="*/ 14949 w 287258"/>
                <a:gd name="connsiteY22" fmla="*/ 134370 h 228155"/>
                <a:gd name="connsiteX23" fmla="*/ 15458 w 287258"/>
                <a:gd name="connsiteY23" fmla="*/ 139295 h 228155"/>
                <a:gd name="connsiteX24" fmla="*/ 77307 w 287258"/>
                <a:gd name="connsiteY24" fmla="*/ 216430 h 228155"/>
                <a:gd name="connsiteX25" fmla="*/ 76203 w 287258"/>
                <a:gd name="connsiteY25" fmla="*/ 226563 h 228155"/>
                <a:gd name="connsiteX26" fmla="*/ 66069 w 287258"/>
                <a:gd name="connsiteY26" fmla="*/ 225459 h 228155"/>
                <a:gd name="connsiteX27" fmla="*/ 4221 w 287258"/>
                <a:gd name="connsiteY27" fmla="*/ 148325 h 228155"/>
                <a:gd name="connsiteX28" fmla="*/ 2126 w 287258"/>
                <a:gd name="connsiteY28" fmla="*/ 127803 h 228155"/>
                <a:gd name="connsiteX29" fmla="*/ 20128 w 287258"/>
                <a:gd name="connsiteY29" fmla="*/ 117443 h 228155"/>
                <a:gd name="connsiteX30" fmla="*/ 70797 w 287258"/>
                <a:gd name="connsiteY30" fmla="*/ 120047 h 228155"/>
                <a:gd name="connsiteX31" fmla="*/ 62078 w 287258"/>
                <a:gd name="connsiteY31" fmla="*/ 30656 h 228155"/>
                <a:gd name="connsiteX32" fmla="*/ 72269 w 287258"/>
                <a:gd name="connsiteY32" fmla="*/ 11946 h 228155"/>
                <a:gd name="connsiteX33" fmla="*/ 93583 w 287258"/>
                <a:gd name="connsiteY33" fmla="*/ 14409 h 228155"/>
                <a:gd name="connsiteX34" fmla="*/ 150422 w 287258"/>
                <a:gd name="connsiteY34" fmla="*/ 63293 h 228155"/>
                <a:gd name="connsiteX35" fmla="*/ 188324 w 287258"/>
                <a:gd name="connsiteY35" fmla="*/ 8294 h 228155"/>
                <a:gd name="connsiteX36" fmla="*/ 210544 w 287258"/>
                <a:gd name="connsiteY36" fmla="*/ 1161 h 228155"/>
                <a:gd name="connsiteX37" fmla="*/ 223112 w 287258"/>
                <a:gd name="connsiteY37" fmla="*/ 20693 h 228155"/>
                <a:gd name="connsiteX38" fmla="*/ 212922 w 287258"/>
                <a:gd name="connsiteY38" fmla="*/ 139833 h 228155"/>
                <a:gd name="connsiteX39" fmla="*/ 257618 w 287258"/>
                <a:gd name="connsiteY39" fmla="*/ 110451 h 228155"/>
                <a:gd name="connsiteX40" fmla="*/ 279668 w 287258"/>
                <a:gd name="connsiteY40" fmla="*/ 111159 h 228155"/>
                <a:gd name="connsiteX41" fmla="*/ 286348 w 287258"/>
                <a:gd name="connsiteY41" fmla="*/ 132021 h 228155"/>
                <a:gd name="connsiteX42" fmla="*/ 257788 w 287258"/>
                <a:gd name="connsiteY42" fmla="*/ 223053 h 228155"/>
                <a:gd name="connsiteX43" fmla="*/ 250909 w 287258"/>
                <a:gd name="connsiteY43" fmla="*/ 228120 h 228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87258" h="228155">
                  <a:moveTo>
                    <a:pt x="250852" y="228149"/>
                  </a:moveTo>
                  <a:cubicBezTo>
                    <a:pt x="250144" y="228149"/>
                    <a:pt x="249408" y="228035"/>
                    <a:pt x="248701" y="227809"/>
                  </a:cubicBezTo>
                  <a:cubicBezTo>
                    <a:pt x="244908" y="226620"/>
                    <a:pt x="242785" y="222572"/>
                    <a:pt x="243974" y="218751"/>
                  </a:cubicBezTo>
                  <a:lnTo>
                    <a:pt x="272535" y="127718"/>
                  </a:lnTo>
                  <a:cubicBezTo>
                    <a:pt x="273412" y="124944"/>
                    <a:pt x="271686" y="123302"/>
                    <a:pt x="270921" y="122708"/>
                  </a:cubicBezTo>
                  <a:cubicBezTo>
                    <a:pt x="270299" y="122255"/>
                    <a:pt x="268091" y="120840"/>
                    <a:pt x="265487" y="122538"/>
                  </a:cubicBezTo>
                  <a:lnTo>
                    <a:pt x="208364" y="160101"/>
                  </a:lnTo>
                  <a:cubicBezTo>
                    <a:pt x="206044" y="161629"/>
                    <a:pt x="203071" y="161686"/>
                    <a:pt x="200694" y="160270"/>
                  </a:cubicBezTo>
                  <a:cubicBezTo>
                    <a:pt x="198316" y="158855"/>
                    <a:pt x="196957" y="156194"/>
                    <a:pt x="197184" y="153449"/>
                  </a:cubicBezTo>
                  <a:lnTo>
                    <a:pt x="208648" y="19475"/>
                  </a:lnTo>
                  <a:cubicBezTo>
                    <a:pt x="208903" y="16305"/>
                    <a:pt x="206610" y="15145"/>
                    <a:pt x="205590" y="14777"/>
                  </a:cubicBezTo>
                  <a:cubicBezTo>
                    <a:pt x="204798" y="14494"/>
                    <a:pt x="202024" y="13758"/>
                    <a:pt x="200128" y="16503"/>
                  </a:cubicBezTo>
                  <a:lnTo>
                    <a:pt x="157668" y="78098"/>
                  </a:lnTo>
                  <a:cubicBezTo>
                    <a:pt x="156508" y="79796"/>
                    <a:pt x="154668" y="80900"/>
                    <a:pt x="152658" y="81155"/>
                  </a:cubicBezTo>
                  <a:cubicBezTo>
                    <a:pt x="150592" y="81438"/>
                    <a:pt x="148582" y="80815"/>
                    <a:pt x="147025" y="79456"/>
                  </a:cubicBezTo>
                  <a:lnTo>
                    <a:pt x="84100" y="25335"/>
                  </a:lnTo>
                  <a:cubicBezTo>
                    <a:pt x="81921" y="23467"/>
                    <a:pt x="79713" y="24287"/>
                    <a:pt x="78864" y="24740"/>
                  </a:cubicBezTo>
                  <a:cubicBezTo>
                    <a:pt x="78015" y="25165"/>
                    <a:pt x="76118" y="26467"/>
                    <a:pt x="76401" y="29241"/>
                  </a:cubicBezTo>
                  <a:lnTo>
                    <a:pt x="85940" y="126954"/>
                  </a:lnTo>
                  <a:cubicBezTo>
                    <a:pt x="86138" y="129049"/>
                    <a:pt x="85431" y="131115"/>
                    <a:pt x="83987" y="132644"/>
                  </a:cubicBezTo>
                  <a:cubicBezTo>
                    <a:pt x="82544" y="134172"/>
                    <a:pt x="80477" y="134965"/>
                    <a:pt x="78383" y="134880"/>
                  </a:cubicBezTo>
                  <a:lnTo>
                    <a:pt x="19364" y="131851"/>
                  </a:lnTo>
                  <a:cubicBezTo>
                    <a:pt x="16732" y="131738"/>
                    <a:pt x="15373" y="133578"/>
                    <a:pt x="14949" y="134370"/>
                  </a:cubicBezTo>
                  <a:cubicBezTo>
                    <a:pt x="14552" y="135163"/>
                    <a:pt x="13788" y="137201"/>
                    <a:pt x="15458" y="139295"/>
                  </a:cubicBezTo>
                  <a:lnTo>
                    <a:pt x="77307" y="216430"/>
                  </a:lnTo>
                  <a:cubicBezTo>
                    <a:pt x="79798" y="219544"/>
                    <a:pt x="79317" y="224073"/>
                    <a:pt x="76203" y="226563"/>
                  </a:cubicBezTo>
                  <a:cubicBezTo>
                    <a:pt x="73090" y="229054"/>
                    <a:pt x="68560" y="228573"/>
                    <a:pt x="66069" y="225459"/>
                  </a:cubicBezTo>
                  <a:lnTo>
                    <a:pt x="4221" y="148325"/>
                  </a:lnTo>
                  <a:cubicBezTo>
                    <a:pt x="-535" y="142409"/>
                    <a:pt x="-1327" y="134540"/>
                    <a:pt x="2126" y="127803"/>
                  </a:cubicBezTo>
                  <a:cubicBezTo>
                    <a:pt x="5608" y="121010"/>
                    <a:pt x="12571" y="117019"/>
                    <a:pt x="20128" y="117443"/>
                  </a:cubicBezTo>
                  <a:lnTo>
                    <a:pt x="70797" y="120047"/>
                  </a:lnTo>
                  <a:lnTo>
                    <a:pt x="62078" y="30656"/>
                  </a:lnTo>
                  <a:cubicBezTo>
                    <a:pt x="61314" y="22900"/>
                    <a:pt x="65333" y="15541"/>
                    <a:pt x="72269" y="11946"/>
                  </a:cubicBezTo>
                  <a:cubicBezTo>
                    <a:pt x="79260" y="8323"/>
                    <a:pt x="87610" y="9285"/>
                    <a:pt x="93583" y="14409"/>
                  </a:cubicBezTo>
                  <a:lnTo>
                    <a:pt x="150422" y="63293"/>
                  </a:lnTo>
                  <a:lnTo>
                    <a:pt x="188324" y="8294"/>
                  </a:lnTo>
                  <a:cubicBezTo>
                    <a:pt x="193334" y="1048"/>
                    <a:pt x="202279" y="-1811"/>
                    <a:pt x="210544" y="1161"/>
                  </a:cubicBezTo>
                  <a:cubicBezTo>
                    <a:pt x="218810" y="4133"/>
                    <a:pt x="223848" y="11974"/>
                    <a:pt x="223112" y="20693"/>
                  </a:cubicBezTo>
                  <a:lnTo>
                    <a:pt x="212922" y="139833"/>
                  </a:lnTo>
                  <a:lnTo>
                    <a:pt x="257618" y="110451"/>
                  </a:lnTo>
                  <a:cubicBezTo>
                    <a:pt x="264467" y="105951"/>
                    <a:pt x="273129" y="106234"/>
                    <a:pt x="279668" y="111159"/>
                  </a:cubicBezTo>
                  <a:cubicBezTo>
                    <a:pt x="286178" y="116056"/>
                    <a:pt x="288811" y="124265"/>
                    <a:pt x="286348" y="132021"/>
                  </a:cubicBezTo>
                  <a:lnTo>
                    <a:pt x="257788" y="223053"/>
                  </a:lnTo>
                  <a:cubicBezTo>
                    <a:pt x="256825" y="226139"/>
                    <a:pt x="253966" y="228120"/>
                    <a:pt x="250909" y="228120"/>
                  </a:cubicBezTo>
                  <a:close/>
                </a:path>
              </a:pathLst>
            </a:custGeom>
            <a:solidFill>
              <a:srgbClr val="262626"/>
            </a:solidFill>
            <a:ln w="282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663" name="Gráfico 3">
            <a:extLst>
              <a:ext uri="{FF2B5EF4-FFF2-40B4-BE49-F238E27FC236}">
                <a16:creationId xmlns:a16="http://schemas.microsoft.com/office/drawing/2014/main" id="{D41E0986-8406-C2D9-4CB2-D5B7B459513A}"/>
              </a:ext>
            </a:extLst>
          </p:cNvPr>
          <p:cNvGrpSpPr/>
          <p:nvPr/>
        </p:nvGrpSpPr>
        <p:grpSpPr>
          <a:xfrm>
            <a:off x="1770176" y="5189701"/>
            <a:ext cx="703478" cy="619656"/>
            <a:chOff x="1734943" y="5158666"/>
            <a:chExt cx="773944" cy="681726"/>
          </a:xfrm>
          <a:solidFill>
            <a:srgbClr val="262626"/>
          </a:solidFill>
        </p:grpSpPr>
        <p:grpSp>
          <p:nvGrpSpPr>
            <p:cNvPr id="664" name="Gráfico 3">
              <a:extLst>
                <a:ext uri="{FF2B5EF4-FFF2-40B4-BE49-F238E27FC236}">
                  <a16:creationId xmlns:a16="http://schemas.microsoft.com/office/drawing/2014/main" id="{D7E84A3F-1038-D14C-18E8-A5DFEF19F8F9}"/>
                </a:ext>
              </a:extLst>
            </p:cNvPr>
            <p:cNvGrpSpPr/>
            <p:nvPr/>
          </p:nvGrpSpPr>
          <p:grpSpPr>
            <a:xfrm>
              <a:off x="1734943" y="5312396"/>
              <a:ext cx="461866" cy="527995"/>
              <a:chOff x="1734943" y="5312396"/>
              <a:chExt cx="461866" cy="527995"/>
            </a:xfrm>
            <a:solidFill>
              <a:srgbClr val="262626"/>
            </a:solidFill>
          </p:grpSpPr>
          <p:sp>
            <p:nvSpPr>
              <p:cNvPr id="673" name="Forma Livre: Forma 672">
                <a:extLst>
                  <a:ext uri="{FF2B5EF4-FFF2-40B4-BE49-F238E27FC236}">
                    <a16:creationId xmlns:a16="http://schemas.microsoft.com/office/drawing/2014/main" id="{4BBF2A23-3077-3D66-D950-5354FF44F611}"/>
                  </a:ext>
                </a:extLst>
              </p:cNvPr>
              <p:cNvSpPr/>
              <p:nvPr/>
            </p:nvSpPr>
            <p:spPr>
              <a:xfrm>
                <a:off x="1734943" y="5458443"/>
                <a:ext cx="381943" cy="381948"/>
              </a:xfrm>
              <a:custGeom>
                <a:avLst/>
                <a:gdLst>
                  <a:gd name="connsiteX0" fmla="*/ 328007 w 381943"/>
                  <a:gd name="connsiteY0" fmla="*/ 381920 h 381948"/>
                  <a:gd name="connsiteX1" fmla="*/ 314108 w 381943"/>
                  <a:gd name="connsiteY1" fmla="*/ 376882 h 381948"/>
                  <a:gd name="connsiteX2" fmla="*/ 314108 w 381943"/>
                  <a:gd name="connsiteY2" fmla="*/ 376882 h 381948"/>
                  <a:gd name="connsiteX3" fmla="*/ 5061 w 381943"/>
                  <a:gd name="connsiteY3" fmla="*/ 67835 h 381948"/>
                  <a:gd name="connsiteX4" fmla="*/ 6137 w 381943"/>
                  <a:gd name="connsiteY4" fmla="*/ 38764 h 381948"/>
                  <a:gd name="connsiteX5" fmla="*/ 39142 w 381943"/>
                  <a:gd name="connsiteY5" fmla="*/ 5759 h 381948"/>
                  <a:gd name="connsiteX6" fmla="*/ 53550 w 381943"/>
                  <a:gd name="connsiteY6" fmla="*/ 13 h 381948"/>
                  <a:gd name="connsiteX7" fmla="*/ 67561 w 381943"/>
                  <a:gd name="connsiteY7" fmla="*/ 6863 h 381948"/>
                  <a:gd name="connsiteX8" fmla="*/ 375108 w 381943"/>
                  <a:gd name="connsiteY8" fmla="*/ 314382 h 381948"/>
                  <a:gd name="connsiteX9" fmla="*/ 381930 w 381943"/>
                  <a:gd name="connsiteY9" fmla="*/ 328393 h 381948"/>
                  <a:gd name="connsiteX10" fmla="*/ 376184 w 381943"/>
                  <a:gd name="connsiteY10" fmla="*/ 342801 h 381948"/>
                  <a:gd name="connsiteX11" fmla="*/ 343179 w 381943"/>
                  <a:gd name="connsiteY11" fmla="*/ 375806 h 381948"/>
                  <a:gd name="connsiteX12" fmla="*/ 328007 w 381943"/>
                  <a:gd name="connsiteY12" fmla="*/ 381949 h 381948"/>
                  <a:gd name="connsiteX13" fmla="*/ 323506 w 381943"/>
                  <a:gd name="connsiteY13" fmla="*/ 365927 h 381948"/>
                  <a:gd name="connsiteX14" fmla="*/ 332960 w 381943"/>
                  <a:gd name="connsiteY14" fmla="*/ 365559 h 381948"/>
                  <a:gd name="connsiteX15" fmla="*/ 365965 w 381943"/>
                  <a:gd name="connsiteY15" fmla="*/ 332554 h 381948"/>
                  <a:gd name="connsiteX16" fmla="*/ 367494 w 381943"/>
                  <a:gd name="connsiteY16" fmla="*/ 328874 h 381948"/>
                  <a:gd name="connsiteX17" fmla="*/ 365654 w 381943"/>
                  <a:gd name="connsiteY17" fmla="*/ 325251 h 381948"/>
                  <a:gd name="connsiteX18" fmla="*/ 56607 w 381943"/>
                  <a:gd name="connsiteY18" fmla="*/ 16204 h 381948"/>
                  <a:gd name="connsiteX19" fmla="*/ 53012 w 381943"/>
                  <a:gd name="connsiteY19" fmla="*/ 14364 h 381948"/>
                  <a:gd name="connsiteX20" fmla="*/ 49332 w 381943"/>
                  <a:gd name="connsiteY20" fmla="*/ 15893 h 381948"/>
                  <a:gd name="connsiteX21" fmla="*/ 16327 w 381943"/>
                  <a:gd name="connsiteY21" fmla="*/ 48898 h 381948"/>
                  <a:gd name="connsiteX22" fmla="*/ 15959 w 381943"/>
                  <a:gd name="connsiteY22" fmla="*/ 58352 h 381948"/>
                  <a:gd name="connsiteX23" fmla="*/ 323478 w 381943"/>
                  <a:gd name="connsiteY23" fmla="*/ 365899 h 381948"/>
                  <a:gd name="connsiteX24" fmla="*/ 323478 w 381943"/>
                  <a:gd name="connsiteY24" fmla="*/ 365899 h 3819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381943" h="381948">
                    <a:moveTo>
                      <a:pt x="328007" y="381920"/>
                    </a:moveTo>
                    <a:cubicBezTo>
                      <a:pt x="323025" y="381920"/>
                      <a:pt x="318015" y="380250"/>
                      <a:pt x="314108" y="376882"/>
                    </a:cubicBezTo>
                    <a:lnTo>
                      <a:pt x="314108" y="376882"/>
                    </a:lnTo>
                    <a:cubicBezTo>
                      <a:pt x="203969" y="281943"/>
                      <a:pt x="99972" y="177974"/>
                      <a:pt x="5061" y="67835"/>
                    </a:cubicBezTo>
                    <a:cubicBezTo>
                      <a:pt x="-2100" y="59541"/>
                      <a:pt x="-1591" y="46492"/>
                      <a:pt x="6137" y="38764"/>
                    </a:cubicBezTo>
                    <a:lnTo>
                      <a:pt x="39142" y="5759"/>
                    </a:lnTo>
                    <a:cubicBezTo>
                      <a:pt x="43048" y="1853"/>
                      <a:pt x="48172" y="-185"/>
                      <a:pt x="53550" y="13"/>
                    </a:cubicBezTo>
                    <a:cubicBezTo>
                      <a:pt x="58956" y="211"/>
                      <a:pt x="63938" y="2646"/>
                      <a:pt x="67561" y="6863"/>
                    </a:cubicBezTo>
                    <a:cubicBezTo>
                      <a:pt x="162019" y="116465"/>
                      <a:pt x="265507" y="219952"/>
                      <a:pt x="375108" y="314382"/>
                    </a:cubicBezTo>
                    <a:cubicBezTo>
                      <a:pt x="379326" y="318005"/>
                      <a:pt x="381732" y="322987"/>
                      <a:pt x="381930" y="328393"/>
                    </a:cubicBezTo>
                    <a:cubicBezTo>
                      <a:pt x="382128" y="333771"/>
                      <a:pt x="380090" y="338895"/>
                      <a:pt x="376184" y="342801"/>
                    </a:cubicBezTo>
                    <a:lnTo>
                      <a:pt x="343179" y="375806"/>
                    </a:lnTo>
                    <a:cubicBezTo>
                      <a:pt x="339103" y="379882"/>
                      <a:pt x="333555" y="381949"/>
                      <a:pt x="328007" y="381949"/>
                    </a:cubicBezTo>
                    <a:close/>
                    <a:moveTo>
                      <a:pt x="323506" y="365927"/>
                    </a:moveTo>
                    <a:cubicBezTo>
                      <a:pt x="326138" y="368220"/>
                      <a:pt x="330498" y="368050"/>
                      <a:pt x="332960" y="365559"/>
                    </a:cubicBezTo>
                    <a:lnTo>
                      <a:pt x="365965" y="332554"/>
                    </a:lnTo>
                    <a:cubicBezTo>
                      <a:pt x="367013" y="331507"/>
                      <a:pt x="367550" y="330205"/>
                      <a:pt x="367494" y="328874"/>
                    </a:cubicBezTo>
                    <a:cubicBezTo>
                      <a:pt x="367437" y="327516"/>
                      <a:pt x="366786" y="326242"/>
                      <a:pt x="365654" y="325251"/>
                    </a:cubicBezTo>
                    <a:cubicBezTo>
                      <a:pt x="255514" y="230341"/>
                      <a:pt x="151546" y="126372"/>
                      <a:pt x="56607" y="16204"/>
                    </a:cubicBezTo>
                    <a:cubicBezTo>
                      <a:pt x="55616" y="15072"/>
                      <a:pt x="54342" y="14421"/>
                      <a:pt x="53012" y="14364"/>
                    </a:cubicBezTo>
                    <a:cubicBezTo>
                      <a:pt x="51682" y="14336"/>
                      <a:pt x="50380" y="14846"/>
                      <a:pt x="49332" y="15893"/>
                    </a:cubicBezTo>
                    <a:lnTo>
                      <a:pt x="16327" y="48898"/>
                    </a:lnTo>
                    <a:cubicBezTo>
                      <a:pt x="13865" y="51361"/>
                      <a:pt x="13695" y="55691"/>
                      <a:pt x="15959" y="58352"/>
                    </a:cubicBezTo>
                    <a:cubicBezTo>
                      <a:pt x="110417" y="167954"/>
                      <a:pt x="213904" y="271413"/>
                      <a:pt x="323478" y="365899"/>
                    </a:cubicBezTo>
                    <a:lnTo>
                      <a:pt x="323478" y="365899"/>
                    </a:lnTo>
                    <a:close/>
                  </a:path>
                </a:pathLst>
              </a:custGeom>
              <a:solidFill>
                <a:srgbClr val="262626"/>
              </a:solidFill>
              <a:ln w="2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grpSp>
            <p:nvGrpSpPr>
              <p:cNvPr id="674" name="Gráfico 3">
                <a:extLst>
                  <a:ext uri="{FF2B5EF4-FFF2-40B4-BE49-F238E27FC236}">
                    <a16:creationId xmlns:a16="http://schemas.microsoft.com/office/drawing/2014/main" id="{37A30565-F28D-8BBF-9A28-2CB074F70396}"/>
                  </a:ext>
                </a:extLst>
              </p:cNvPr>
              <p:cNvGrpSpPr/>
              <p:nvPr/>
            </p:nvGrpSpPr>
            <p:grpSpPr>
              <a:xfrm>
                <a:off x="1862513" y="5312396"/>
                <a:ext cx="334295" cy="400419"/>
                <a:chOff x="1862513" y="5312396"/>
                <a:chExt cx="334295" cy="400419"/>
              </a:xfrm>
              <a:solidFill>
                <a:srgbClr val="262626"/>
              </a:solidFill>
            </p:grpSpPr>
            <p:sp>
              <p:nvSpPr>
                <p:cNvPr id="675" name="Forma Livre: Forma 674">
                  <a:extLst>
                    <a:ext uri="{FF2B5EF4-FFF2-40B4-BE49-F238E27FC236}">
                      <a16:creationId xmlns:a16="http://schemas.microsoft.com/office/drawing/2014/main" id="{542AA1A2-2635-9519-8E42-02E184D4E1FB}"/>
                    </a:ext>
                  </a:extLst>
                </p:cNvPr>
                <p:cNvSpPr/>
                <p:nvPr/>
              </p:nvSpPr>
              <p:spPr>
                <a:xfrm>
                  <a:off x="2086727" y="5603469"/>
                  <a:ext cx="109290" cy="109346"/>
                </a:xfrm>
                <a:custGeom>
                  <a:avLst/>
                  <a:gdLst>
                    <a:gd name="connsiteX0" fmla="*/ 7218 w 109290"/>
                    <a:gd name="connsiteY0" fmla="*/ 109347 h 109346"/>
                    <a:gd name="connsiteX1" fmla="*/ 2123 w 109290"/>
                    <a:gd name="connsiteY1" fmla="*/ 107224 h 109346"/>
                    <a:gd name="connsiteX2" fmla="*/ 2123 w 109290"/>
                    <a:gd name="connsiteY2" fmla="*/ 97005 h 109346"/>
                    <a:gd name="connsiteX3" fmla="*/ 96949 w 109290"/>
                    <a:gd name="connsiteY3" fmla="*/ 2123 h 109346"/>
                    <a:gd name="connsiteX4" fmla="*/ 107167 w 109290"/>
                    <a:gd name="connsiteY4" fmla="*/ 2123 h 109346"/>
                    <a:gd name="connsiteX5" fmla="*/ 107167 w 109290"/>
                    <a:gd name="connsiteY5" fmla="*/ 12342 h 109346"/>
                    <a:gd name="connsiteX6" fmla="*/ 12341 w 109290"/>
                    <a:gd name="connsiteY6" fmla="*/ 107224 h 109346"/>
                    <a:gd name="connsiteX7" fmla="*/ 7246 w 109290"/>
                    <a:gd name="connsiteY7" fmla="*/ 109347 h 10934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09290" h="109346">
                      <a:moveTo>
                        <a:pt x="7218" y="109347"/>
                      </a:moveTo>
                      <a:cubicBezTo>
                        <a:pt x="5378" y="109347"/>
                        <a:pt x="3538" y="108639"/>
                        <a:pt x="2123" y="107224"/>
                      </a:cubicBezTo>
                      <a:cubicBezTo>
                        <a:pt x="-708" y="104422"/>
                        <a:pt x="-708" y="99836"/>
                        <a:pt x="2123" y="97005"/>
                      </a:cubicBezTo>
                      <a:lnTo>
                        <a:pt x="96949" y="2123"/>
                      </a:lnTo>
                      <a:cubicBezTo>
                        <a:pt x="99779" y="-708"/>
                        <a:pt x="104337" y="-708"/>
                        <a:pt x="107167" y="2123"/>
                      </a:cubicBezTo>
                      <a:cubicBezTo>
                        <a:pt x="109998" y="4925"/>
                        <a:pt x="109998" y="9511"/>
                        <a:pt x="107167" y="12342"/>
                      </a:cubicBezTo>
                      <a:lnTo>
                        <a:pt x="12341" y="107224"/>
                      </a:lnTo>
                      <a:cubicBezTo>
                        <a:pt x="10926" y="108639"/>
                        <a:pt x="9086" y="109347"/>
                        <a:pt x="7246" y="109347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282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676" name="Forma Livre: Forma 675">
                  <a:extLst>
                    <a:ext uri="{FF2B5EF4-FFF2-40B4-BE49-F238E27FC236}">
                      <a16:creationId xmlns:a16="http://schemas.microsoft.com/office/drawing/2014/main" id="{6FBF6F9A-9D21-586C-9974-04F78357C01A}"/>
                    </a:ext>
                  </a:extLst>
                </p:cNvPr>
                <p:cNvSpPr/>
                <p:nvPr/>
              </p:nvSpPr>
              <p:spPr>
                <a:xfrm>
                  <a:off x="1862513" y="5312396"/>
                  <a:ext cx="334295" cy="176205"/>
                </a:xfrm>
                <a:custGeom>
                  <a:avLst/>
                  <a:gdLst>
                    <a:gd name="connsiteX0" fmla="*/ 7218 w 334295"/>
                    <a:gd name="connsiteY0" fmla="*/ 176178 h 176205"/>
                    <a:gd name="connsiteX1" fmla="*/ 2123 w 334295"/>
                    <a:gd name="connsiteY1" fmla="*/ 174055 h 176205"/>
                    <a:gd name="connsiteX2" fmla="*/ 2123 w 334295"/>
                    <a:gd name="connsiteY2" fmla="*/ 163836 h 176205"/>
                    <a:gd name="connsiteX3" fmla="*/ 163836 w 334295"/>
                    <a:gd name="connsiteY3" fmla="*/ 2123 h 176205"/>
                    <a:gd name="connsiteX4" fmla="*/ 168931 w 334295"/>
                    <a:gd name="connsiteY4" fmla="*/ 0 h 176205"/>
                    <a:gd name="connsiteX5" fmla="*/ 168931 w 334295"/>
                    <a:gd name="connsiteY5" fmla="*/ 0 h 176205"/>
                    <a:gd name="connsiteX6" fmla="*/ 174026 w 334295"/>
                    <a:gd name="connsiteY6" fmla="*/ 2123 h 176205"/>
                    <a:gd name="connsiteX7" fmla="*/ 332173 w 334295"/>
                    <a:gd name="connsiteY7" fmla="*/ 160326 h 176205"/>
                    <a:gd name="connsiteX8" fmla="*/ 332173 w 334295"/>
                    <a:gd name="connsiteY8" fmla="*/ 170545 h 176205"/>
                    <a:gd name="connsiteX9" fmla="*/ 321955 w 334295"/>
                    <a:gd name="connsiteY9" fmla="*/ 170545 h 176205"/>
                    <a:gd name="connsiteX10" fmla="*/ 168931 w 334295"/>
                    <a:gd name="connsiteY10" fmla="*/ 17465 h 176205"/>
                    <a:gd name="connsiteX11" fmla="*/ 12313 w 334295"/>
                    <a:gd name="connsiteY11" fmla="*/ 174083 h 176205"/>
                    <a:gd name="connsiteX12" fmla="*/ 7218 w 334295"/>
                    <a:gd name="connsiteY12" fmla="*/ 176206 h 1762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334295" h="176205">
                      <a:moveTo>
                        <a:pt x="7218" y="176178"/>
                      </a:moveTo>
                      <a:cubicBezTo>
                        <a:pt x="5378" y="176178"/>
                        <a:pt x="3538" y="175470"/>
                        <a:pt x="2123" y="174055"/>
                      </a:cubicBezTo>
                      <a:cubicBezTo>
                        <a:pt x="-708" y="171224"/>
                        <a:pt x="-708" y="166667"/>
                        <a:pt x="2123" y="163836"/>
                      </a:cubicBezTo>
                      <a:lnTo>
                        <a:pt x="163836" y="2123"/>
                      </a:lnTo>
                      <a:cubicBezTo>
                        <a:pt x="165195" y="764"/>
                        <a:pt x="167035" y="0"/>
                        <a:pt x="168931" y="0"/>
                      </a:cubicBezTo>
                      <a:lnTo>
                        <a:pt x="168931" y="0"/>
                      </a:lnTo>
                      <a:cubicBezTo>
                        <a:pt x="170856" y="0"/>
                        <a:pt x="172668" y="764"/>
                        <a:pt x="174026" y="2123"/>
                      </a:cubicBezTo>
                      <a:lnTo>
                        <a:pt x="332173" y="160326"/>
                      </a:lnTo>
                      <a:cubicBezTo>
                        <a:pt x="335004" y="163157"/>
                        <a:pt x="335004" y="167714"/>
                        <a:pt x="332173" y="170545"/>
                      </a:cubicBezTo>
                      <a:cubicBezTo>
                        <a:pt x="329342" y="173375"/>
                        <a:pt x="324785" y="173375"/>
                        <a:pt x="321955" y="170545"/>
                      </a:cubicBezTo>
                      <a:lnTo>
                        <a:pt x="168931" y="17465"/>
                      </a:lnTo>
                      <a:lnTo>
                        <a:pt x="12313" y="174083"/>
                      </a:lnTo>
                      <a:cubicBezTo>
                        <a:pt x="10898" y="175498"/>
                        <a:pt x="9058" y="176206"/>
                        <a:pt x="7218" y="176206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282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677" name="Forma Livre: Forma 676">
                  <a:extLst>
                    <a:ext uri="{FF2B5EF4-FFF2-40B4-BE49-F238E27FC236}">
                      <a16:creationId xmlns:a16="http://schemas.microsoft.com/office/drawing/2014/main" id="{B8F730F9-E90B-86C6-2DE6-FD8CD58863C3}"/>
                    </a:ext>
                  </a:extLst>
                </p:cNvPr>
                <p:cNvSpPr/>
                <p:nvPr/>
              </p:nvSpPr>
              <p:spPr>
                <a:xfrm>
                  <a:off x="1915441" y="5524950"/>
                  <a:ext cx="134868" cy="134933"/>
                </a:xfrm>
                <a:custGeom>
                  <a:avLst/>
                  <a:gdLst>
                    <a:gd name="connsiteX0" fmla="*/ 121042 w 134868"/>
                    <a:gd name="connsiteY0" fmla="*/ 134933 h 134933"/>
                    <a:gd name="connsiteX1" fmla="*/ 118154 w 134868"/>
                    <a:gd name="connsiteY1" fmla="*/ 134339 h 134933"/>
                    <a:gd name="connsiteX2" fmla="*/ 114418 w 134868"/>
                    <a:gd name="connsiteY2" fmla="*/ 124828 h 134933"/>
                    <a:gd name="connsiteX3" fmla="*/ 115579 w 134868"/>
                    <a:gd name="connsiteY3" fmla="*/ 121941 h 134933"/>
                    <a:gd name="connsiteX4" fmla="*/ 97095 w 134868"/>
                    <a:gd name="connsiteY4" fmla="*/ 37815 h 134933"/>
                    <a:gd name="connsiteX5" fmla="*/ 12940 w 134868"/>
                    <a:gd name="connsiteY5" fmla="*/ 19359 h 134933"/>
                    <a:gd name="connsiteX6" fmla="*/ 10110 w 134868"/>
                    <a:gd name="connsiteY6" fmla="*/ 20492 h 134933"/>
                    <a:gd name="connsiteX7" fmla="*/ 599 w 134868"/>
                    <a:gd name="connsiteY7" fmla="*/ 16755 h 134933"/>
                    <a:gd name="connsiteX8" fmla="*/ 4335 w 134868"/>
                    <a:gd name="connsiteY8" fmla="*/ 7244 h 134933"/>
                    <a:gd name="connsiteX9" fmla="*/ 7902 w 134868"/>
                    <a:gd name="connsiteY9" fmla="*/ 5801 h 134933"/>
                    <a:gd name="connsiteX10" fmla="*/ 107285 w 134868"/>
                    <a:gd name="connsiteY10" fmla="*/ 27596 h 134933"/>
                    <a:gd name="connsiteX11" fmla="*/ 129081 w 134868"/>
                    <a:gd name="connsiteY11" fmla="*/ 126951 h 134933"/>
                    <a:gd name="connsiteX12" fmla="*/ 127637 w 134868"/>
                    <a:gd name="connsiteY12" fmla="*/ 130574 h 134933"/>
                    <a:gd name="connsiteX13" fmla="*/ 121013 w 134868"/>
                    <a:gd name="connsiteY13" fmla="*/ 134905 h 1349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134868" h="134933">
                      <a:moveTo>
                        <a:pt x="121042" y="134933"/>
                      </a:moveTo>
                      <a:cubicBezTo>
                        <a:pt x="120079" y="134933"/>
                        <a:pt x="119088" y="134735"/>
                        <a:pt x="118154" y="134339"/>
                      </a:cubicBezTo>
                      <a:cubicBezTo>
                        <a:pt x="114503" y="132754"/>
                        <a:pt x="112833" y="128480"/>
                        <a:pt x="114418" y="124828"/>
                      </a:cubicBezTo>
                      <a:cubicBezTo>
                        <a:pt x="114843" y="123866"/>
                        <a:pt x="115211" y="122903"/>
                        <a:pt x="115579" y="121941"/>
                      </a:cubicBezTo>
                      <a:cubicBezTo>
                        <a:pt x="126306" y="92842"/>
                        <a:pt x="119060" y="59809"/>
                        <a:pt x="97095" y="37815"/>
                      </a:cubicBezTo>
                      <a:cubicBezTo>
                        <a:pt x="75129" y="15849"/>
                        <a:pt x="42096" y="8631"/>
                        <a:pt x="12940" y="19359"/>
                      </a:cubicBezTo>
                      <a:cubicBezTo>
                        <a:pt x="12034" y="19699"/>
                        <a:pt x="11044" y="20095"/>
                        <a:pt x="10110" y="20492"/>
                      </a:cubicBezTo>
                      <a:cubicBezTo>
                        <a:pt x="6458" y="22077"/>
                        <a:pt x="2212" y="20407"/>
                        <a:pt x="599" y="16755"/>
                      </a:cubicBezTo>
                      <a:cubicBezTo>
                        <a:pt x="-986" y="13104"/>
                        <a:pt x="684" y="8858"/>
                        <a:pt x="4335" y="7244"/>
                      </a:cubicBezTo>
                      <a:cubicBezTo>
                        <a:pt x="5524" y="6735"/>
                        <a:pt x="6741" y="6254"/>
                        <a:pt x="7902" y="5801"/>
                      </a:cubicBezTo>
                      <a:cubicBezTo>
                        <a:pt x="42350" y="-6909"/>
                        <a:pt x="81356" y="1668"/>
                        <a:pt x="107285" y="27596"/>
                      </a:cubicBezTo>
                      <a:cubicBezTo>
                        <a:pt x="133213" y="53525"/>
                        <a:pt x="141762" y="92531"/>
                        <a:pt x="129081" y="126951"/>
                      </a:cubicBezTo>
                      <a:cubicBezTo>
                        <a:pt x="128628" y="128168"/>
                        <a:pt x="128146" y="129386"/>
                        <a:pt x="127637" y="130574"/>
                      </a:cubicBezTo>
                      <a:cubicBezTo>
                        <a:pt x="126448" y="133292"/>
                        <a:pt x="123787" y="134905"/>
                        <a:pt x="121013" y="134905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282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678" name="Forma Livre: Forma 677">
                  <a:extLst>
                    <a:ext uri="{FF2B5EF4-FFF2-40B4-BE49-F238E27FC236}">
                      <a16:creationId xmlns:a16="http://schemas.microsoft.com/office/drawing/2014/main" id="{CF7D90FF-1627-9FC0-B20B-C9AFB44CC5B9}"/>
                    </a:ext>
                  </a:extLst>
                </p:cNvPr>
                <p:cNvSpPr/>
                <p:nvPr/>
              </p:nvSpPr>
              <p:spPr>
                <a:xfrm>
                  <a:off x="1996881" y="5406284"/>
                  <a:ext cx="69043" cy="18346"/>
                </a:xfrm>
                <a:custGeom>
                  <a:avLst/>
                  <a:gdLst>
                    <a:gd name="connsiteX0" fmla="*/ 34507 w 69043"/>
                    <a:gd name="connsiteY0" fmla="*/ 18346 h 18346"/>
                    <a:gd name="connsiteX1" fmla="*/ 5210 w 69043"/>
                    <a:gd name="connsiteY1" fmla="*/ 14185 h 18346"/>
                    <a:gd name="connsiteX2" fmla="*/ 284 w 69043"/>
                    <a:gd name="connsiteY2" fmla="*/ 5240 h 18346"/>
                    <a:gd name="connsiteX3" fmla="*/ 9229 w 69043"/>
                    <a:gd name="connsiteY3" fmla="*/ 315 h 18346"/>
                    <a:gd name="connsiteX4" fmla="*/ 59812 w 69043"/>
                    <a:gd name="connsiteY4" fmla="*/ 287 h 18346"/>
                    <a:gd name="connsiteX5" fmla="*/ 68757 w 69043"/>
                    <a:gd name="connsiteY5" fmla="*/ 5184 h 18346"/>
                    <a:gd name="connsiteX6" fmla="*/ 63860 w 69043"/>
                    <a:gd name="connsiteY6" fmla="*/ 14128 h 18346"/>
                    <a:gd name="connsiteX7" fmla="*/ 34507 w 69043"/>
                    <a:gd name="connsiteY7" fmla="*/ 18318 h 1834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69043" h="18346">
                      <a:moveTo>
                        <a:pt x="34507" y="18346"/>
                      </a:moveTo>
                      <a:cubicBezTo>
                        <a:pt x="24656" y="18346"/>
                        <a:pt x="14805" y="16959"/>
                        <a:pt x="5210" y="14185"/>
                      </a:cubicBezTo>
                      <a:cubicBezTo>
                        <a:pt x="1388" y="13081"/>
                        <a:pt x="-820" y="9090"/>
                        <a:pt x="284" y="5240"/>
                      </a:cubicBezTo>
                      <a:cubicBezTo>
                        <a:pt x="1388" y="1419"/>
                        <a:pt x="5380" y="-817"/>
                        <a:pt x="9229" y="315"/>
                      </a:cubicBezTo>
                      <a:cubicBezTo>
                        <a:pt x="25817" y="5099"/>
                        <a:pt x="43310" y="5099"/>
                        <a:pt x="59812" y="287"/>
                      </a:cubicBezTo>
                      <a:cubicBezTo>
                        <a:pt x="63634" y="-817"/>
                        <a:pt x="67653" y="1362"/>
                        <a:pt x="68757" y="5184"/>
                      </a:cubicBezTo>
                      <a:cubicBezTo>
                        <a:pt x="69861" y="9005"/>
                        <a:pt x="67681" y="13024"/>
                        <a:pt x="63860" y="14128"/>
                      </a:cubicBezTo>
                      <a:cubicBezTo>
                        <a:pt x="54264" y="16931"/>
                        <a:pt x="44385" y="18318"/>
                        <a:pt x="34507" y="18318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282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679" name="Forma Livre: Forma 678">
                  <a:extLst>
                    <a:ext uri="{FF2B5EF4-FFF2-40B4-BE49-F238E27FC236}">
                      <a16:creationId xmlns:a16="http://schemas.microsoft.com/office/drawing/2014/main" id="{8A5088FD-4FEE-D9EF-F4C0-0AC98F8CB540}"/>
                    </a:ext>
                  </a:extLst>
                </p:cNvPr>
                <p:cNvSpPr/>
                <p:nvPr/>
              </p:nvSpPr>
              <p:spPr>
                <a:xfrm>
                  <a:off x="2150670" y="5509339"/>
                  <a:ext cx="18315" cy="69106"/>
                </a:xfrm>
                <a:custGeom>
                  <a:avLst/>
                  <a:gdLst>
                    <a:gd name="connsiteX0" fmla="*/ 11096 w 18315"/>
                    <a:gd name="connsiteY0" fmla="*/ 69079 h 69106"/>
                    <a:gd name="connsiteX1" fmla="*/ 4161 w 18315"/>
                    <a:gd name="connsiteY1" fmla="*/ 63870 h 69106"/>
                    <a:gd name="connsiteX2" fmla="*/ 4161 w 18315"/>
                    <a:gd name="connsiteY2" fmla="*/ 5220 h 69106"/>
                    <a:gd name="connsiteX3" fmla="*/ 13106 w 18315"/>
                    <a:gd name="connsiteY3" fmla="*/ 295 h 69106"/>
                    <a:gd name="connsiteX4" fmla="*/ 18031 w 18315"/>
                    <a:gd name="connsiteY4" fmla="*/ 9239 h 69106"/>
                    <a:gd name="connsiteX5" fmla="*/ 18031 w 18315"/>
                    <a:gd name="connsiteY5" fmla="*/ 59879 h 69106"/>
                    <a:gd name="connsiteX6" fmla="*/ 13106 w 18315"/>
                    <a:gd name="connsiteY6" fmla="*/ 68824 h 69106"/>
                    <a:gd name="connsiteX7" fmla="*/ 11096 w 18315"/>
                    <a:gd name="connsiteY7" fmla="*/ 69107 h 691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8315" h="69106">
                      <a:moveTo>
                        <a:pt x="11096" y="69079"/>
                      </a:moveTo>
                      <a:cubicBezTo>
                        <a:pt x="7954" y="69079"/>
                        <a:pt x="5095" y="67012"/>
                        <a:pt x="4161" y="63870"/>
                      </a:cubicBezTo>
                      <a:cubicBezTo>
                        <a:pt x="-1387" y="44679"/>
                        <a:pt x="-1387" y="24383"/>
                        <a:pt x="4161" y="5220"/>
                      </a:cubicBezTo>
                      <a:cubicBezTo>
                        <a:pt x="5265" y="1398"/>
                        <a:pt x="9256" y="-838"/>
                        <a:pt x="13106" y="295"/>
                      </a:cubicBezTo>
                      <a:cubicBezTo>
                        <a:pt x="16927" y="1398"/>
                        <a:pt x="19135" y="5418"/>
                        <a:pt x="18031" y="9239"/>
                      </a:cubicBezTo>
                      <a:cubicBezTo>
                        <a:pt x="13219" y="25798"/>
                        <a:pt x="13219" y="43320"/>
                        <a:pt x="18031" y="59879"/>
                      </a:cubicBezTo>
                      <a:cubicBezTo>
                        <a:pt x="19135" y="63700"/>
                        <a:pt x="16927" y="67720"/>
                        <a:pt x="13106" y="68824"/>
                      </a:cubicBezTo>
                      <a:cubicBezTo>
                        <a:pt x="12426" y="69022"/>
                        <a:pt x="11747" y="69107"/>
                        <a:pt x="11096" y="69107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282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</p:grpSp>
        <p:grpSp>
          <p:nvGrpSpPr>
            <p:cNvPr id="665" name="Gráfico 3">
              <a:extLst>
                <a:ext uri="{FF2B5EF4-FFF2-40B4-BE49-F238E27FC236}">
                  <a16:creationId xmlns:a16="http://schemas.microsoft.com/office/drawing/2014/main" id="{6D502641-5AF5-6706-F7C2-D473A3C46D31}"/>
                </a:ext>
              </a:extLst>
            </p:cNvPr>
            <p:cNvGrpSpPr/>
            <p:nvPr/>
          </p:nvGrpSpPr>
          <p:grpSpPr>
            <a:xfrm>
              <a:off x="2170624" y="5357940"/>
              <a:ext cx="338262" cy="298659"/>
              <a:chOff x="2170624" y="5357940"/>
              <a:chExt cx="338262" cy="298659"/>
            </a:xfrm>
            <a:solidFill>
              <a:srgbClr val="262626"/>
            </a:solidFill>
          </p:grpSpPr>
          <p:sp>
            <p:nvSpPr>
              <p:cNvPr id="670" name="Forma Livre: Forma 669">
                <a:extLst>
                  <a:ext uri="{FF2B5EF4-FFF2-40B4-BE49-F238E27FC236}">
                    <a16:creationId xmlns:a16="http://schemas.microsoft.com/office/drawing/2014/main" id="{A6C8C780-FC9F-A744-481C-9C00F2EE22D4}"/>
                  </a:ext>
                </a:extLst>
              </p:cNvPr>
              <p:cNvSpPr/>
              <p:nvPr/>
            </p:nvSpPr>
            <p:spPr>
              <a:xfrm>
                <a:off x="2170624" y="5357940"/>
                <a:ext cx="338262" cy="114867"/>
              </a:xfrm>
              <a:custGeom>
                <a:avLst/>
                <a:gdLst>
                  <a:gd name="connsiteX0" fmla="*/ 331014 w 338262"/>
                  <a:gd name="connsiteY0" fmla="*/ 114868 h 114867"/>
                  <a:gd name="connsiteX1" fmla="*/ 325495 w 338262"/>
                  <a:gd name="connsiteY1" fmla="*/ 112292 h 114867"/>
                  <a:gd name="connsiteX2" fmla="*/ 294952 w 338262"/>
                  <a:gd name="connsiteY2" fmla="*/ 75919 h 114867"/>
                  <a:gd name="connsiteX3" fmla="*/ 212694 w 338262"/>
                  <a:gd name="connsiteY3" fmla="*/ 29355 h 114867"/>
                  <a:gd name="connsiteX4" fmla="*/ 129757 w 338262"/>
                  <a:gd name="connsiteY4" fmla="*/ 16136 h 114867"/>
                  <a:gd name="connsiteX5" fmla="*/ 46933 w 338262"/>
                  <a:gd name="connsiteY5" fmla="*/ 29327 h 114867"/>
                  <a:gd name="connsiteX6" fmla="*/ 10503 w 338262"/>
                  <a:gd name="connsiteY6" fmla="*/ 47980 h 114867"/>
                  <a:gd name="connsiteX7" fmla="*/ 794 w 338262"/>
                  <a:gd name="connsiteY7" fmla="*/ 44838 h 114867"/>
                  <a:gd name="connsiteX8" fmla="*/ 3936 w 338262"/>
                  <a:gd name="connsiteY8" fmla="*/ 35129 h 114867"/>
                  <a:gd name="connsiteX9" fmla="*/ 40366 w 338262"/>
                  <a:gd name="connsiteY9" fmla="*/ 16476 h 114867"/>
                  <a:gd name="connsiteX10" fmla="*/ 132050 w 338262"/>
                  <a:gd name="connsiteY10" fmla="*/ 1898 h 114867"/>
                  <a:gd name="connsiteX11" fmla="*/ 214987 w 338262"/>
                  <a:gd name="connsiteY11" fmla="*/ 15117 h 114867"/>
                  <a:gd name="connsiteX12" fmla="*/ 306020 w 338262"/>
                  <a:gd name="connsiteY12" fmla="*/ 66634 h 114867"/>
                  <a:gd name="connsiteX13" fmla="*/ 336562 w 338262"/>
                  <a:gd name="connsiteY13" fmla="*/ 103008 h 114867"/>
                  <a:gd name="connsiteX14" fmla="*/ 335685 w 338262"/>
                  <a:gd name="connsiteY14" fmla="*/ 113169 h 114867"/>
                  <a:gd name="connsiteX15" fmla="*/ 331043 w 338262"/>
                  <a:gd name="connsiteY15" fmla="*/ 114868 h 1148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38262" h="114867">
                    <a:moveTo>
                      <a:pt x="331014" y="114868"/>
                    </a:moveTo>
                    <a:cubicBezTo>
                      <a:pt x="328948" y="114868"/>
                      <a:pt x="326910" y="113990"/>
                      <a:pt x="325495" y="112292"/>
                    </a:cubicBezTo>
                    <a:lnTo>
                      <a:pt x="294952" y="75919"/>
                    </a:lnTo>
                    <a:cubicBezTo>
                      <a:pt x="274006" y="50981"/>
                      <a:pt x="244794" y="34450"/>
                      <a:pt x="212694" y="29355"/>
                    </a:cubicBezTo>
                    <a:lnTo>
                      <a:pt x="129757" y="16136"/>
                    </a:lnTo>
                    <a:cubicBezTo>
                      <a:pt x="101281" y="11607"/>
                      <a:pt x="72635" y="16136"/>
                      <a:pt x="46933" y="29327"/>
                    </a:cubicBezTo>
                    <a:lnTo>
                      <a:pt x="10503" y="47980"/>
                    </a:lnTo>
                    <a:cubicBezTo>
                      <a:pt x="6965" y="49792"/>
                      <a:pt x="2606" y="48405"/>
                      <a:pt x="794" y="44838"/>
                    </a:cubicBezTo>
                    <a:cubicBezTo>
                      <a:pt x="-1017" y="41300"/>
                      <a:pt x="370" y="36941"/>
                      <a:pt x="3936" y="35129"/>
                    </a:cubicBezTo>
                    <a:lnTo>
                      <a:pt x="40366" y="16476"/>
                    </a:lnTo>
                    <a:cubicBezTo>
                      <a:pt x="68814" y="1898"/>
                      <a:pt x="100517" y="-3141"/>
                      <a:pt x="132050" y="1898"/>
                    </a:cubicBezTo>
                    <a:lnTo>
                      <a:pt x="214987" y="15117"/>
                    </a:lnTo>
                    <a:cubicBezTo>
                      <a:pt x="250511" y="20750"/>
                      <a:pt x="282837" y="39064"/>
                      <a:pt x="306020" y="66634"/>
                    </a:cubicBezTo>
                    <a:lnTo>
                      <a:pt x="336562" y="103008"/>
                    </a:lnTo>
                    <a:cubicBezTo>
                      <a:pt x="339138" y="106065"/>
                      <a:pt x="338742" y="110622"/>
                      <a:pt x="335685" y="113169"/>
                    </a:cubicBezTo>
                    <a:cubicBezTo>
                      <a:pt x="334326" y="114302"/>
                      <a:pt x="332684" y="114868"/>
                      <a:pt x="331043" y="114868"/>
                    </a:cubicBezTo>
                    <a:close/>
                  </a:path>
                </a:pathLst>
              </a:custGeom>
              <a:solidFill>
                <a:srgbClr val="262626"/>
              </a:solidFill>
              <a:ln w="2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71" name="Forma Livre: Forma 670">
                <a:extLst>
                  <a:ext uri="{FF2B5EF4-FFF2-40B4-BE49-F238E27FC236}">
                    <a16:creationId xmlns:a16="http://schemas.microsoft.com/office/drawing/2014/main" id="{BAB9994C-2933-A014-1919-642E5DCF1B1E}"/>
                  </a:ext>
                </a:extLst>
              </p:cNvPr>
              <p:cNvSpPr/>
              <p:nvPr/>
            </p:nvSpPr>
            <p:spPr>
              <a:xfrm>
                <a:off x="2195053" y="5458397"/>
                <a:ext cx="216117" cy="128285"/>
              </a:xfrm>
              <a:custGeom>
                <a:avLst/>
                <a:gdLst>
                  <a:gd name="connsiteX0" fmla="*/ 42093 w 216117"/>
                  <a:gd name="connsiteY0" fmla="*/ 128286 h 128285"/>
                  <a:gd name="connsiteX1" fmla="*/ 2295 w 216117"/>
                  <a:gd name="connsiteY1" fmla="*/ 99838 h 128285"/>
                  <a:gd name="connsiteX2" fmla="*/ 26610 w 216117"/>
                  <a:gd name="connsiteY2" fmla="*/ 47019 h 128285"/>
                  <a:gd name="connsiteX3" fmla="*/ 143910 w 216117"/>
                  <a:gd name="connsiteY3" fmla="*/ 512 h 128285"/>
                  <a:gd name="connsiteX4" fmla="*/ 153280 w 216117"/>
                  <a:gd name="connsiteY4" fmla="*/ 4560 h 128285"/>
                  <a:gd name="connsiteX5" fmla="*/ 149232 w 216117"/>
                  <a:gd name="connsiteY5" fmla="*/ 13929 h 128285"/>
                  <a:gd name="connsiteX6" fmla="*/ 31931 w 216117"/>
                  <a:gd name="connsiteY6" fmla="*/ 60436 h 128285"/>
                  <a:gd name="connsiteX7" fmla="*/ 15938 w 216117"/>
                  <a:gd name="connsiteY7" fmla="*/ 95139 h 128285"/>
                  <a:gd name="connsiteX8" fmla="*/ 48009 w 216117"/>
                  <a:gd name="connsiteY8" fmla="*/ 113199 h 128285"/>
                  <a:gd name="connsiteX9" fmla="*/ 207373 w 216117"/>
                  <a:gd name="connsiteY9" fmla="*/ 78410 h 128285"/>
                  <a:gd name="connsiteX10" fmla="*/ 215950 w 216117"/>
                  <a:gd name="connsiteY10" fmla="*/ 83930 h 128285"/>
                  <a:gd name="connsiteX11" fmla="*/ 210430 w 216117"/>
                  <a:gd name="connsiteY11" fmla="*/ 92535 h 128285"/>
                  <a:gd name="connsiteX12" fmla="*/ 51066 w 216117"/>
                  <a:gd name="connsiteY12" fmla="*/ 127323 h 128285"/>
                  <a:gd name="connsiteX13" fmla="*/ 42065 w 216117"/>
                  <a:gd name="connsiteY13" fmla="*/ 128286 h 1282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16117" h="128285">
                    <a:moveTo>
                      <a:pt x="42093" y="128286"/>
                    </a:moveTo>
                    <a:cubicBezTo>
                      <a:pt x="24430" y="128286"/>
                      <a:pt x="8211" y="117133"/>
                      <a:pt x="2295" y="99838"/>
                    </a:cubicBezTo>
                    <a:cubicBezTo>
                      <a:pt x="-5008" y="78523"/>
                      <a:pt x="5663" y="55341"/>
                      <a:pt x="26610" y="47019"/>
                    </a:cubicBezTo>
                    <a:lnTo>
                      <a:pt x="143910" y="512"/>
                    </a:lnTo>
                    <a:cubicBezTo>
                      <a:pt x="147619" y="-960"/>
                      <a:pt x="151808" y="851"/>
                      <a:pt x="153280" y="4560"/>
                    </a:cubicBezTo>
                    <a:cubicBezTo>
                      <a:pt x="154752" y="8268"/>
                      <a:pt x="152940" y="12457"/>
                      <a:pt x="149232" y="13929"/>
                    </a:cubicBezTo>
                    <a:lnTo>
                      <a:pt x="31931" y="60436"/>
                    </a:lnTo>
                    <a:cubicBezTo>
                      <a:pt x="18174" y="65899"/>
                      <a:pt x="11154" y="81128"/>
                      <a:pt x="15938" y="95139"/>
                    </a:cubicBezTo>
                    <a:cubicBezTo>
                      <a:pt x="20495" y="108415"/>
                      <a:pt x="34281" y="116199"/>
                      <a:pt x="48009" y="113199"/>
                    </a:cubicBezTo>
                    <a:lnTo>
                      <a:pt x="207373" y="78410"/>
                    </a:lnTo>
                    <a:cubicBezTo>
                      <a:pt x="211279" y="77561"/>
                      <a:pt x="215129" y="80024"/>
                      <a:pt x="215950" y="83930"/>
                    </a:cubicBezTo>
                    <a:cubicBezTo>
                      <a:pt x="216799" y="87836"/>
                      <a:pt x="214336" y="91686"/>
                      <a:pt x="210430" y="92535"/>
                    </a:cubicBezTo>
                    <a:lnTo>
                      <a:pt x="51066" y="127323"/>
                    </a:lnTo>
                    <a:cubicBezTo>
                      <a:pt x="48066" y="127974"/>
                      <a:pt x="45037" y="128286"/>
                      <a:pt x="42065" y="128286"/>
                    </a:cubicBezTo>
                    <a:close/>
                  </a:path>
                </a:pathLst>
              </a:custGeom>
              <a:solidFill>
                <a:srgbClr val="262626"/>
              </a:solidFill>
              <a:ln w="2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72" name="Forma Livre: Forma 671">
                <a:extLst>
                  <a:ext uri="{FF2B5EF4-FFF2-40B4-BE49-F238E27FC236}">
                    <a16:creationId xmlns:a16="http://schemas.microsoft.com/office/drawing/2014/main" id="{07B2B0D2-A06A-9BCC-95A9-0B06B712A2E0}"/>
                  </a:ext>
                </a:extLst>
              </p:cNvPr>
              <p:cNvSpPr/>
              <p:nvPr/>
            </p:nvSpPr>
            <p:spPr>
              <a:xfrm>
                <a:off x="2275593" y="5611221"/>
                <a:ext cx="199916" cy="45378"/>
              </a:xfrm>
              <a:custGeom>
                <a:avLst/>
                <a:gdLst>
                  <a:gd name="connsiteX0" fmla="*/ 114604 w 199916"/>
                  <a:gd name="connsiteY0" fmla="*/ 45378 h 45378"/>
                  <a:gd name="connsiteX1" fmla="*/ 60935 w 199916"/>
                  <a:gd name="connsiteY1" fmla="*/ 35528 h 45378"/>
                  <a:gd name="connsiteX2" fmla="*/ 4634 w 199916"/>
                  <a:gd name="connsiteY2" fmla="*/ 13958 h 45378"/>
                  <a:gd name="connsiteX3" fmla="*/ 473 w 199916"/>
                  <a:gd name="connsiteY3" fmla="*/ 4646 h 45378"/>
                  <a:gd name="connsiteX4" fmla="*/ 9786 w 199916"/>
                  <a:gd name="connsiteY4" fmla="*/ 485 h 45378"/>
                  <a:gd name="connsiteX5" fmla="*/ 66087 w 199916"/>
                  <a:gd name="connsiteY5" fmla="*/ 22054 h 45378"/>
                  <a:gd name="connsiteX6" fmla="*/ 125615 w 199916"/>
                  <a:gd name="connsiteY6" fmla="*/ 30489 h 45378"/>
                  <a:gd name="connsiteX7" fmla="*/ 192106 w 199916"/>
                  <a:gd name="connsiteY7" fmla="*/ 24941 h 45378"/>
                  <a:gd name="connsiteX8" fmla="*/ 199890 w 199916"/>
                  <a:gd name="connsiteY8" fmla="*/ 31536 h 45378"/>
                  <a:gd name="connsiteX9" fmla="*/ 193295 w 199916"/>
                  <a:gd name="connsiteY9" fmla="*/ 39321 h 45378"/>
                  <a:gd name="connsiteX10" fmla="*/ 126804 w 199916"/>
                  <a:gd name="connsiteY10" fmla="*/ 44869 h 45378"/>
                  <a:gd name="connsiteX11" fmla="*/ 114604 w 199916"/>
                  <a:gd name="connsiteY11" fmla="*/ 45378 h 453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99916" h="45378">
                    <a:moveTo>
                      <a:pt x="114604" y="45378"/>
                    </a:moveTo>
                    <a:cubicBezTo>
                      <a:pt x="96290" y="45378"/>
                      <a:pt x="77947" y="42038"/>
                      <a:pt x="60935" y="35528"/>
                    </a:cubicBezTo>
                    <a:lnTo>
                      <a:pt x="4634" y="13958"/>
                    </a:lnTo>
                    <a:cubicBezTo>
                      <a:pt x="926" y="12543"/>
                      <a:pt x="-942" y="8354"/>
                      <a:pt x="473" y="4646"/>
                    </a:cubicBezTo>
                    <a:cubicBezTo>
                      <a:pt x="1888" y="937"/>
                      <a:pt x="6078" y="-959"/>
                      <a:pt x="9786" y="485"/>
                    </a:cubicBezTo>
                    <a:lnTo>
                      <a:pt x="66087" y="22054"/>
                    </a:lnTo>
                    <a:cubicBezTo>
                      <a:pt x="84854" y="29215"/>
                      <a:pt x="105433" y="32131"/>
                      <a:pt x="125615" y="30489"/>
                    </a:cubicBezTo>
                    <a:lnTo>
                      <a:pt x="192106" y="24941"/>
                    </a:lnTo>
                    <a:cubicBezTo>
                      <a:pt x="196069" y="24658"/>
                      <a:pt x="199579" y="27545"/>
                      <a:pt x="199890" y="31536"/>
                    </a:cubicBezTo>
                    <a:cubicBezTo>
                      <a:pt x="200230" y="35499"/>
                      <a:pt x="197258" y="39009"/>
                      <a:pt x="193295" y="39321"/>
                    </a:cubicBezTo>
                    <a:lnTo>
                      <a:pt x="126804" y="44869"/>
                    </a:lnTo>
                    <a:cubicBezTo>
                      <a:pt x="122756" y="45208"/>
                      <a:pt x="118680" y="45378"/>
                      <a:pt x="114604" y="45378"/>
                    </a:cubicBezTo>
                    <a:close/>
                  </a:path>
                </a:pathLst>
              </a:custGeom>
              <a:solidFill>
                <a:srgbClr val="262626"/>
              </a:solidFill>
              <a:ln w="2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666" name="Gráfico 3">
              <a:extLst>
                <a:ext uri="{FF2B5EF4-FFF2-40B4-BE49-F238E27FC236}">
                  <a16:creationId xmlns:a16="http://schemas.microsoft.com/office/drawing/2014/main" id="{4BCD38F6-72F5-B25F-2A5D-7B464F22959F}"/>
                </a:ext>
              </a:extLst>
            </p:cNvPr>
            <p:cNvGrpSpPr/>
            <p:nvPr/>
          </p:nvGrpSpPr>
          <p:grpSpPr>
            <a:xfrm>
              <a:off x="2058534" y="5158666"/>
              <a:ext cx="238592" cy="115092"/>
              <a:chOff x="2058534" y="5158666"/>
              <a:chExt cx="238592" cy="115092"/>
            </a:xfrm>
            <a:solidFill>
              <a:srgbClr val="262626"/>
            </a:solidFill>
          </p:grpSpPr>
          <p:sp>
            <p:nvSpPr>
              <p:cNvPr id="667" name="Forma Livre: Forma 666">
                <a:extLst>
                  <a:ext uri="{FF2B5EF4-FFF2-40B4-BE49-F238E27FC236}">
                    <a16:creationId xmlns:a16="http://schemas.microsoft.com/office/drawing/2014/main" id="{150873BE-2DAD-AFDF-A420-CBD8B7EC4962}"/>
                  </a:ext>
                </a:extLst>
              </p:cNvPr>
              <p:cNvSpPr/>
              <p:nvPr/>
            </p:nvSpPr>
            <p:spPr>
              <a:xfrm>
                <a:off x="2170598" y="5158666"/>
                <a:ext cx="14436" cy="91202"/>
              </a:xfrm>
              <a:custGeom>
                <a:avLst/>
                <a:gdLst>
                  <a:gd name="connsiteX0" fmla="*/ 7218 w 14436"/>
                  <a:gd name="connsiteY0" fmla="*/ 91202 h 91202"/>
                  <a:gd name="connsiteX1" fmla="*/ 0 w 14436"/>
                  <a:gd name="connsiteY1" fmla="*/ 83984 h 91202"/>
                  <a:gd name="connsiteX2" fmla="*/ 0 w 14436"/>
                  <a:gd name="connsiteY2" fmla="*/ 7218 h 91202"/>
                  <a:gd name="connsiteX3" fmla="*/ 7218 w 14436"/>
                  <a:gd name="connsiteY3" fmla="*/ 0 h 91202"/>
                  <a:gd name="connsiteX4" fmla="*/ 14436 w 14436"/>
                  <a:gd name="connsiteY4" fmla="*/ 7218 h 91202"/>
                  <a:gd name="connsiteX5" fmla="*/ 14436 w 14436"/>
                  <a:gd name="connsiteY5" fmla="*/ 83984 h 91202"/>
                  <a:gd name="connsiteX6" fmla="*/ 7218 w 14436"/>
                  <a:gd name="connsiteY6" fmla="*/ 91202 h 912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4436" h="91202">
                    <a:moveTo>
                      <a:pt x="7218" y="91202"/>
                    </a:moveTo>
                    <a:cubicBezTo>
                      <a:pt x="3227" y="91202"/>
                      <a:pt x="0" y="87975"/>
                      <a:pt x="0" y="83984"/>
                    </a:cubicBezTo>
                    <a:lnTo>
                      <a:pt x="0" y="7218"/>
                    </a:lnTo>
                    <a:cubicBezTo>
                      <a:pt x="0" y="3227"/>
                      <a:pt x="3227" y="0"/>
                      <a:pt x="7218" y="0"/>
                    </a:cubicBezTo>
                    <a:cubicBezTo>
                      <a:pt x="11209" y="0"/>
                      <a:pt x="14436" y="3227"/>
                      <a:pt x="14436" y="7218"/>
                    </a:cubicBezTo>
                    <a:lnTo>
                      <a:pt x="14436" y="83984"/>
                    </a:lnTo>
                    <a:cubicBezTo>
                      <a:pt x="14436" y="87975"/>
                      <a:pt x="11209" y="91202"/>
                      <a:pt x="7218" y="91202"/>
                    </a:cubicBezTo>
                    <a:close/>
                  </a:path>
                </a:pathLst>
              </a:custGeom>
              <a:solidFill>
                <a:srgbClr val="262626"/>
              </a:solidFill>
              <a:ln w="2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68" name="Forma Livre: Forma 667">
                <a:extLst>
                  <a:ext uri="{FF2B5EF4-FFF2-40B4-BE49-F238E27FC236}">
                    <a16:creationId xmlns:a16="http://schemas.microsoft.com/office/drawing/2014/main" id="{7F815C74-ACCF-F116-5D54-9EAA4F9571B4}"/>
                  </a:ext>
                </a:extLst>
              </p:cNvPr>
              <p:cNvSpPr/>
              <p:nvPr/>
            </p:nvSpPr>
            <p:spPr>
              <a:xfrm>
                <a:off x="2058534" y="5205031"/>
                <a:ext cx="68727" cy="68727"/>
              </a:xfrm>
              <a:custGeom>
                <a:avLst/>
                <a:gdLst>
                  <a:gd name="connsiteX0" fmla="*/ 61481 w 68727"/>
                  <a:gd name="connsiteY0" fmla="*/ 68727 h 68727"/>
                  <a:gd name="connsiteX1" fmla="*/ 56386 w 68727"/>
                  <a:gd name="connsiteY1" fmla="*/ 66605 h 68727"/>
                  <a:gd name="connsiteX2" fmla="*/ 2123 w 68727"/>
                  <a:gd name="connsiteY2" fmla="*/ 12342 h 68727"/>
                  <a:gd name="connsiteX3" fmla="*/ 2123 w 68727"/>
                  <a:gd name="connsiteY3" fmla="*/ 2123 h 68727"/>
                  <a:gd name="connsiteX4" fmla="*/ 12341 w 68727"/>
                  <a:gd name="connsiteY4" fmla="*/ 2123 h 68727"/>
                  <a:gd name="connsiteX5" fmla="*/ 66604 w 68727"/>
                  <a:gd name="connsiteY5" fmla="*/ 56386 h 68727"/>
                  <a:gd name="connsiteX6" fmla="*/ 66604 w 68727"/>
                  <a:gd name="connsiteY6" fmla="*/ 66605 h 68727"/>
                  <a:gd name="connsiteX7" fmla="*/ 61509 w 68727"/>
                  <a:gd name="connsiteY7" fmla="*/ 68727 h 68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8727" h="68727">
                    <a:moveTo>
                      <a:pt x="61481" y="68727"/>
                    </a:moveTo>
                    <a:cubicBezTo>
                      <a:pt x="59641" y="68727"/>
                      <a:pt x="57801" y="68020"/>
                      <a:pt x="56386" y="66605"/>
                    </a:cubicBezTo>
                    <a:lnTo>
                      <a:pt x="2123" y="12342"/>
                    </a:lnTo>
                    <a:cubicBezTo>
                      <a:pt x="-708" y="9511"/>
                      <a:pt x="-708" y="4954"/>
                      <a:pt x="2123" y="2123"/>
                    </a:cubicBezTo>
                    <a:cubicBezTo>
                      <a:pt x="4954" y="-708"/>
                      <a:pt x="9511" y="-708"/>
                      <a:pt x="12341" y="2123"/>
                    </a:cubicBezTo>
                    <a:lnTo>
                      <a:pt x="66604" y="56386"/>
                    </a:lnTo>
                    <a:cubicBezTo>
                      <a:pt x="69435" y="59217"/>
                      <a:pt x="69435" y="63774"/>
                      <a:pt x="66604" y="66605"/>
                    </a:cubicBezTo>
                    <a:cubicBezTo>
                      <a:pt x="65189" y="68020"/>
                      <a:pt x="63349" y="68727"/>
                      <a:pt x="61509" y="68727"/>
                    </a:cubicBezTo>
                    <a:close/>
                  </a:path>
                </a:pathLst>
              </a:custGeom>
              <a:solidFill>
                <a:srgbClr val="262626"/>
              </a:solidFill>
              <a:ln w="2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69" name="Forma Livre: Forma 668">
                <a:extLst>
                  <a:ext uri="{FF2B5EF4-FFF2-40B4-BE49-F238E27FC236}">
                    <a16:creationId xmlns:a16="http://schemas.microsoft.com/office/drawing/2014/main" id="{B4FC1ECE-3BB2-BDBD-73F5-1C459CC4D015}"/>
                  </a:ext>
                </a:extLst>
              </p:cNvPr>
              <p:cNvSpPr/>
              <p:nvPr/>
            </p:nvSpPr>
            <p:spPr>
              <a:xfrm>
                <a:off x="2228399" y="5205031"/>
                <a:ext cx="68727" cy="68727"/>
              </a:xfrm>
              <a:custGeom>
                <a:avLst/>
                <a:gdLst>
                  <a:gd name="connsiteX0" fmla="*/ 7218 w 68727"/>
                  <a:gd name="connsiteY0" fmla="*/ 68727 h 68727"/>
                  <a:gd name="connsiteX1" fmla="*/ 2123 w 68727"/>
                  <a:gd name="connsiteY1" fmla="*/ 66605 h 68727"/>
                  <a:gd name="connsiteX2" fmla="*/ 2123 w 68727"/>
                  <a:gd name="connsiteY2" fmla="*/ 56386 h 68727"/>
                  <a:gd name="connsiteX3" fmla="*/ 56386 w 68727"/>
                  <a:gd name="connsiteY3" fmla="*/ 2123 h 68727"/>
                  <a:gd name="connsiteX4" fmla="*/ 66604 w 68727"/>
                  <a:gd name="connsiteY4" fmla="*/ 2123 h 68727"/>
                  <a:gd name="connsiteX5" fmla="*/ 66604 w 68727"/>
                  <a:gd name="connsiteY5" fmla="*/ 12342 h 68727"/>
                  <a:gd name="connsiteX6" fmla="*/ 12342 w 68727"/>
                  <a:gd name="connsiteY6" fmla="*/ 66605 h 68727"/>
                  <a:gd name="connsiteX7" fmla="*/ 7246 w 68727"/>
                  <a:gd name="connsiteY7" fmla="*/ 68727 h 68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8727" h="68727">
                    <a:moveTo>
                      <a:pt x="7218" y="68727"/>
                    </a:moveTo>
                    <a:cubicBezTo>
                      <a:pt x="5378" y="68727"/>
                      <a:pt x="3538" y="68020"/>
                      <a:pt x="2123" y="66605"/>
                    </a:cubicBezTo>
                    <a:cubicBezTo>
                      <a:pt x="-708" y="63774"/>
                      <a:pt x="-708" y="59217"/>
                      <a:pt x="2123" y="56386"/>
                    </a:cubicBezTo>
                    <a:lnTo>
                      <a:pt x="56386" y="2123"/>
                    </a:lnTo>
                    <a:cubicBezTo>
                      <a:pt x="59217" y="-708"/>
                      <a:pt x="63774" y="-708"/>
                      <a:pt x="66604" y="2123"/>
                    </a:cubicBezTo>
                    <a:cubicBezTo>
                      <a:pt x="69435" y="4954"/>
                      <a:pt x="69435" y="9511"/>
                      <a:pt x="66604" y="12342"/>
                    </a:cubicBezTo>
                    <a:lnTo>
                      <a:pt x="12342" y="66605"/>
                    </a:lnTo>
                    <a:cubicBezTo>
                      <a:pt x="10926" y="68020"/>
                      <a:pt x="9086" y="68727"/>
                      <a:pt x="7246" y="68727"/>
                    </a:cubicBezTo>
                    <a:close/>
                  </a:path>
                </a:pathLst>
              </a:custGeom>
              <a:solidFill>
                <a:srgbClr val="262626"/>
              </a:solidFill>
              <a:ln w="28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sp>
        <p:nvSpPr>
          <p:cNvPr id="684" name="Espaço Reservado para Texto 1">
            <a:extLst>
              <a:ext uri="{FF2B5EF4-FFF2-40B4-BE49-F238E27FC236}">
                <a16:creationId xmlns:a16="http://schemas.microsoft.com/office/drawing/2014/main" id="{BA61670B-42D2-8B22-2E83-33394A5FAB5C}"/>
              </a:ext>
            </a:extLst>
          </p:cNvPr>
          <p:cNvSpPr txBox="1">
            <a:spLocks/>
          </p:cNvSpPr>
          <p:nvPr/>
        </p:nvSpPr>
        <p:spPr>
          <a:xfrm>
            <a:off x="518419" y="448304"/>
            <a:ext cx="7905750" cy="114603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/>
              <a:t>PACK DE ÍCONES</a:t>
            </a:r>
          </a:p>
          <a:p>
            <a:pPr>
              <a:lnSpc>
                <a:spcPct val="50000"/>
              </a:lnSpc>
            </a:pPr>
            <a:r>
              <a:rPr lang="pt-BR" b="0"/>
              <a:t>Copie e cole para utilizar</a:t>
            </a:r>
          </a:p>
        </p:txBody>
      </p:sp>
    </p:spTree>
    <p:extLst>
      <p:ext uri="{BB962C8B-B14F-4D97-AF65-F5344CB8AC3E}">
        <p14:creationId xmlns:p14="http://schemas.microsoft.com/office/powerpoint/2010/main" val="16602923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áfico 2">
            <a:extLst>
              <a:ext uri="{FF2B5EF4-FFF2-40B4-BE49-F238E27FC236}">
                <a16:creationId xmlns:a16="http://schemas.microsoft.com/office/drawing/2014/main" id="{998497E4-6B5E-E0BF-9D43-C00709EE18A0}"/>
              </a:ext>
            </a:extLst>
          </p:cNvPr>
          <p:cNvGrpSpPr/>
          <p:nvPr/>
        </p:nvGrpSpPr>
        <p:grpSpPr>
          <a:xfrm>
            <a:off x="1964882" y="4346220"/>
            <a:ext cx="501184" cy="576206"/>
            <a:chOff x="1931963" y="4308375"/>
            <a:chExt cx="567021" cy="651896"/>
          </a:xfrm>
          <a:solidFill>
            <a:srgbClr val="262626"/>
          </a:solidFill>
        </p:grpSpPr>
        <p:grpSp>
          <p:nvGrpSpPr>
            <p:cNvPr id="4" name="Gráfico 2">
              <a:extLst>
                <a:ext uri="{FF2B5EF4-FFF2-40B4-BE49-F238E27FC236}">
                  <a16:creationId xmlns:a16="http://schemas.microsoft.com/office/drawing/2014/main" id="{38E41C6A-EE87-5C44-83C4-57A3D964A813}"/>
                </a:ext>
              </a:extLst>
            </p:cNvPr>
            <p:cNvGrpSpPr/>
            <p:nvPr/>
          </p:nvGrpSpPr>
          <p:grpSpPr>
            <a:xfrm>
              <a:off x="1931963" y="4308375"/>
              <a:ext cx="522771" cy="568339"/>
              <a:chOff x="1931963" y="4308375"/>
              <a:chExt cx="522771" cy="568339"/>
            </a:xfrm>
            <a:solidFill>
              <a:srgbClr val="262626"/>
            </a:solidFill>
          </p:grpSpPr>
          <p:sp>
            <p:nvSpPr>
              <p:cNvPr id="11" name="Forma Livre: Forma 10">
                <a:extLst>
                  <a:ext uri="{FF2B5EF4-FFF2-40B4-BE49-F238E27FC236}">
                    <a16:creationId xmlns:a16="http://schemas.microsoft.com/office/drawing/2014/main" id="{139E408B-F51E-0D81-604A-5F5E976ED5E0}"/>
                  </a:ext>
                </a:extLst>
              </p:cNvPr>
              <p:cNvSpPr/>
              <p:nvPr/>
            </p:nvSpPr>
            <p:spPr>
              <a:xfrm>
                <a:off x="1931963" y="4308375"/>
                <a:ext cx="522771" cy="568339"/>
              </a:xfrm>
              <a:custGeom>
                <a:avLst/>
                <a:gdLst>
                  <a:gd name="connsiteX0" fmla="*/ 99102 w 522771"/>
                  <a:gd name="connsiteY0" fmla="*/ 568312 h 568339"/>
                  <a:gd name="connsiteX1" fmla="*/ 95105 w 522771"/>
                  <a:gd name="connsiteY1" fmla="*/ 567063 h 568339"/>
                  <a:gd name="connsiteX2" fmla="*/ 0 w 522771"/>
                  <a:gd name="connsiteY2" fmla="*/ 379851 h 568339"/>
                  <a:gd name="connsiteX3" fmla="*/ 0 w 522771"/>
                  <a:gd name="connsiteY3" fmla="*/ 67859 h 568339"/>
                  <a:gd name="connsiteX4" fmla="*/ 7079 w 522771"/>
                  <a:gd name="connsiteY4" fmla="*/ 60780 h 568339"/>
                  <a:gd name="connsiteX5" fmla="*/ 257444 w 522771"/>
                  <a:gd name="connsiteY5" fmla="*/ 1208 h 568339"/>
                  <a:gd name="connsiteX6" fmla="*/ 265383 w 522771"/>
                  <a:gd name="connsiteY6" fmla="*/ 1208 h 568339"/>
                  <a:gd name="connsiteX7" fmla="*/ 515693 w 522771"/>
                  <a:gd name="connsiteY7" fmla="*/ 60780 h 568339"/>
                  <a:gd name="connsiteX8" fmla="*/ 522772 w 522771"/>
                  <a:gd name="connsiteY8" fmla="*/ 67859 h 568339"/>
                  <a:gd name="connsiteX9" fmla="*/ 522772 w 522771"/>
                  <a:gd name="connsiteY9" fmla="*/ 273115 h 568339"/>
                  <a:gd name="connsiteX10" fmla="*/ 515693 w 522771"/>
                  <a:gd name="connsiteY10" fmla="*/ 280193 h 568339"/>
                  <a:gd name="connsiteX11" fmla="*/ 508614 w 522771"/>
                  <a:gd name="connsiteY11" fmla="*/ 273115 h 568339"/>
                  <a:gd name="connsiteX12" fmla="*/ 508614 w 522771"/>
                  <a:gd name="connsiteY12" fmla="*/ 74910 h 568339"/>
                  <a:gd name="connsiteX13" fmla="*/ 261414 w 522771"/>
                  <a:gd name="connsiteY13" fmla="*/ 15559 h 568339"/>
                  <a:gd name="connsiteX14" fmla="*/ 14157 w 522771"/>
                  <a:gd name="connsiteY14" fmla="*/ 74910 h 568339"/>
                  <a:gd name="connsiteX15" fmla="*/ 14157 w 522771"/>
                  <a:gd name="connsiteY15" fmla="*/ 379879 h 568339"/>
                  <a:gd name="connsiteX16" fmla="*/ 103128 w 522771"/>
                  <a:gd name="connsiteY16" fmla="*/ 555432 h 568339"/>
                  <a:gd name="connsiteX17" fmla="*/ 104932 w 522771"/>
                  <a:gd name="connsiteY17" fmla="*/ 565286 h 568339"/>
                  <a:gd name="connsiteX18" fmla="*/ 99102 w 522771"/>
                  <a:gd name="connsiteY18" fmla="*/ 568340 h 5683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522771" h="568339">
                    <a:moveTo>
                      <a:pt x="99102" y="568312"/>
                    </a:moveTo>
                    <a:cubicBezTo>
                      <a:pt x="97714" y="568312"/>
                      <a:pt x="96326" y="567896"/>
                      <a:pt x="95105" y="567063"/>
                    </a:cubicBezTo>
                    <a:cubicBezTo>
                      <a:pt x="32895" y="524202"/>
                      <a:pt x="0" y="459466"/>
                      <a:pt x="0" y="379851"/>
                    </a:cubicBezTo>
                    <a:lnTo>
                      <a:pt x="0" y="67859"/>
                    </a:lnTo>
                    <a:cubicBezTo>
                      <a:pt x="0" y="63945"/>
                      <a:pt x="3165" y="60780"/>
                      <a:pt x="7079" y="60780"/>
                    </a:cubicBezTo>
                    <a:cubicBezTo>
                      <a:pt x="108652" y="60780"/>
                      <a:pt x="202258" y="38517"/>
                      <a:pt x="257444" y="1208"/>
                    </a:cubicBezTo>
                    <a:cubicBezTo>
                      <a:pt x="259831" y="-403"/>
                      <a:pt x="262968" y="-403"/>
                      <a:pt x="265383" y="1208"/>
                    </a:cubicBezTo>
                    <a:cubicBezTo>
                      <a:pt x="320487" y="38517"/>
                      <a:pt x="414065" y="60780"/>
                      <a:pt x="515693" y="60780"/>
                    </a:cubicBezTo>
                    <a:cubicBezTo>
                      <a:pt x="519607" y="60780"/>
                      <a:pt x="522772" y="63945"/>
                      <a:pt x="522772" y="67859"/>
                    </a:cubicBezTo>
                    <a:lnTo>
                      <a:pt x="522772" y="273115"/>
                    </a:lnTo>
                    <a:cubicBezTo>
                      <a:pt x="522772" y="277029"/>
                      <a:pt x="519607" y="280193"/>
                      <a:pt x="515693" y="280193"/>
                    </a:cubicBezTo>
                    <a:cubicBezTo>
                      <a:pt x="511779" y="280193"/>
                      <a:pt x="508614" y="277029"/>
                      <a:pt x="508614" y="273115"/>
                    </a:cubicBezTo>
                    <a:lnTo>
                      <a:pt x="508614" y="74910"/>
                    </a:lnTo>
                    <a:cubicBezTo>
                      <a:pt x="409346" y="73910"/>
                      <a:pt x="317849" y="51952"/>
                      <a:pt x="261414" y="15559"/>
                    </a:cubicBezTo>
                    <a:cubicBezTo>
                      <a:pt x="204895" y="51952"/>
                      <a:pt x="113399" y="73910"/>
                      <a:pt x="14157" y="74910"/>
                    </a:cubicBezTo>
                    <a:lnTo>
                      <a:pt x="14157" y="379879"/>
                    </a:lnTo>
                    <a:cubicBezTo>
                      <a:pt x="14157" y="455691"/>
                      <a:pt x="44083" y="514763"/>
                      <a:pt x="103128" y="555432"/>
                    </a:cubicBezTo>
                    <a:cubicBezTo>
                      <a:pt x="106348" y="557652"/>
                      <a:pt x="107153" y="562066"/>
                      <a:pt x="104932" y="565286"/>
                    </a:cubicBezTo>
                    <a:cubicBezTo>
                      <a:pt x="103572" y="567285"/>
                      <a:pt x="101351" y="568340"/>
                      <a:pt x="99102" y="568340"/>
                    </a:cubicBezTo>
                    <a:close/>
                  </a:path>
                </a:pathLst>
              </a:custGeom>
              <a:solidFill>
                <a:srgbClr val="262626"/>
              </a:solidFill>
              <a:ln w="27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2" name="Forma Livre: Forma 11">
                <a:extLst>
                  <a:ext uri="{FF2B5EF4-FFF2-40B4-BE49-F238E27FC236}">
                    <a16:creationId xmlns:a16="http://schemas.microsoft.com/office/drawing/2014/main" id="{9C8DBACA-EC23-A57A-4F1A-733D32FE1EB8}"/>
                  </a:ext>
                </a:extLst>
              </p:cNvPr>
              <p:cNvSpPr/>
              <p:nvPr/>
            </p:nvSpPr>
            <p:spPr>
              <a:xfrm>
                <a:off x="1980542" y="4385627"/>
                <a:ext cx="170962" cy="227841"/>
              </a:xfrm>
              <a:custGeom>
                <a:avLst/>
                <a:gdLst>
                  <a:gd name="connsiteX0" fmla="*/ 7079 w 170962"/>
                  <a:gd name="connsiteY0" fmla="*/ 227842 h 227841"/>
                  <a:gd name="connsiteX1" fmla="*/ 0 w 170962"/>
                  <a:gd name="connsiteY1" fmla="*/ 220763 h 227841"/>
                  <a:gd name="connsiteX2" fmla="*/ 0 w 170962"/>
                  <a:gd name="connsiteY2" fmla="*/ 37549 h 227841"/>
                  <a:gd name="connsiteX3" fmla="*/ 6607 w 170962"/>
                  <a:gd name="connsiteY3" fmla="*/ 30498 h 227841"/>
                  <a:gd name="connsiteX4" fmla="*/ 161534 w 170962"/>
                  <a:gd name="connsiteY4" fmla="*/ 406 h 227841"/>
                  <a:gd name="connsiteX5" fmla="*/ 170556 w 170962"/>
                  <a:gd name="connsiteY5" fmla="*/ 4737 h 227841"/>
                  <a:gd name="connsiteX6" fmla="*/ 166226 w 170962"/>
                  <a:gd name="connsiteY6" fmla="*/ 13759 h 227841"/>
                  <a:gd name="connsiteX7" fmla="*/ 14157 w 170962"/>
                  <a:gd name="connsiteY7" fmla="*/ 44128 h 227841"/>
                  <a:gd name="connsiteX8" fmla="*/ 14157 w 170962"/>
                  <a:gd name="connsiteY8" fmla="*/ 220763 h 227841"/>
                  <a:gd name="connsiteX9" fmla="*/ 7079 w 170962"/>
                  <a:gd name="connsiteY9" fmla="*/ 227842 h 2278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70962" h="227841">
                    <a:moveTo>
                      <a:pt x="7079" y="227842"/>
                    </a:moveTo>
                    <a:cubicBezTo>
                      <a:pt x="3165" y="227842"/>
                      <a:pt x="0" y="224677"/>
                      <a:pt x="0" y="220763"/>
                    </a:cubicBezTo>
                    <a:lnTo>
                      <a:pt x="0" y="37549"/>
                    </a:lnTo>
                    <a:cubicBezTo>
                      <a:pt x="0" y="33829"/>
                      <a:pt x="2887" y="30748"/>
                      <a:pt x="6607" y="30498"/>
                    </a:cubicBezTo>
                    <a:cubicBezTo>
                      <a:pt x="62654" y="26722"/>
                      <a:pt x="116230" y="16340"/>
                      <a:pt x="161534" y="406"/>
                    </a:cubicBezTo>
                    <a:cubicBezTo>
                      <a:pt x="165226" y="-899"/>
                      <a:pt x="169251" y="1045"/>
                      <a:pt x="170556" y="4737"/>
                    </a:cubicBezTo>
                    <a:cubicBezTo>
                      <a:pt x="171861" y="8429"/>
                      <a:pt x="169918" y="12454"/>
                      <a:pt x="166226" y="13759"/>
                    </a:cubicBezTo>
                    <a:cubicBezTo>
                      <a:pt x="121504" y="29471"/>
                      <a:pt x="69066" y="39936"/>
                      <a:pt x="14157" y="44128"/>
                    </a:cubicBezTo>
                    <a:lnTo>
                      <a:pt x="14157" y="220763"/>
                    </a:lnTo>
                    <a:cubicBezTo>
                      <a:pt x="14157" y="224677"/>
                      <a:pt x="10993" y="227842"/>
                      <a:pt x="7079" y="227842"/>
                    </a:cubicBezTo>
                    <a:close/>
                  </a:path>
                </a:pathLst>
              </a:custGeom>
              <a:solidFill>
                <a:srgbClr val="262626"/>
              </a:solidFill>
              <a:ln w="27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5" name="Gráfico 2">
              <a:extLst>
                <a:ext uri="{FF2B5EF4-FFF2-40B4-BE49-F238E27FC236}">
                  <a16:creationId xmlns:a16="http://schemas.microsoft.com/office/drawing/2014/main" id="{FFA3FBCE-1D55-1D53-6474-0F9C20FCC50A}"/>
                </a:ext>
              </a:extLst>
            </p:cNvPr>
            <p:cNvGrpSpPr/>
            <p:nvPr/>
          </p:nvGrpSpPr>
          <p:grpSpPr>
            <a:xfrm>
              <a:off x="2054716" y="4836185"/>
              <a:ext cx="287091" cy="124086"/>
              <a:chOff x="2054716" y="4836185"/>
              <a:chExt cx="287091" cy="124086"/>
            </a:xfrm>
            <a:solidFill>
              <a:srgbClr val="262626"/>
            </a:solidFill>
          </p:grpSpPr>
          <p:sp>
            <p:nvSpPr>
              <p:cNvPr id="9" name="Forma Livre: Forma 8">
                <a:extLst>
                  <a:ext uri="{FF2B5EF4-FFF2-40B4-BE49-F238E27FC236}">
                    <a16:creationId xmlns:a16="http://schemas.microsoft.com/office/drawing/2014/main" id="{87689200-2396-9CBE-E007-3C00CE56912C}"/>
                  </a:ext>
                </a:extLst>
              </p:cNvPr>
              <p:cNvSpPr/>
              <p:nvPr/>
            </p:nvSpPr>
            <p:spPr>
              <a:xfrm>
                <a:off x="2080172" y="4836185"/>
                <a:ext cx="236180" cy="69121"/>
              </a:xfrm>
              <a:custGeom>
                <a:avLst/>
                <a:gdLst>
                  <a:gd name="connsiteX0" fmla="*/ 229101 w 236180"/>
                  <a:gd name="connsiteY0" fmla="*/ 69122 h 69121"/>
                  <a:gd name="connsiteX1" fmla="*/ 222023 w 236180"/>
                  <a:gd name="connsiteY1" fmla="*/ 62043 h 69121"/>
                  <a:gd name="connsiteX2" fmla="*/ 222023 w 236180"/>
                  <a:gd name="connsiteY2" fmla="*/ 22874 h 69121"/>
                  <a:gd name="connsiteX3" fmla="*/ 213306 w 236180"/>
                  <a:gd name="connsiteY3" fmla="*/ 14157 h 69121"/>
                  <a:gd name="connsiteX4" fmla="*/ 22874 w 236180"/>
                  <a:gd name="connsiteY4" fmla="*/ 14157 h 69121"/>
                  <a:gd name="connsiteX5" fmla="*/ 14157 w 236180"/>
                  <a:gd name="connsiteY5" fmla="*/ 22874 h 69121"/>
                  <a:gd name="connsiteX6" fmla="*/ 14157 w 236180"/>
                  <a:gd name="connsiteY6" fmla="*/ 62043 h 69121"/>
                  <a:gd name="connsiteX7" fmla="*/ 7079 w 236180"/>
                  <a:gd name="connsiteY7" fmla="*/ 69122 h 69121"/>
                  <a:gd name="connsiteX8" fmla="*/ 0 w 236180"/>
                  <a:gd name="connsiteY8" fmla="*/ 62043 h 69121"/>
                  <a:gd name="connsiteX9" fmla="*/ 0 w 236180"/>
                  <a:gd name="connsiteY9" fmla="*/ 22874 h 69121"/>
                  <a:gd name="connsiteX10" fmla="*/ 22874 w 236180"/>
                  <a:gd name="connsiteY10" fmla="*/ 0 h 69121"/>
                  <a:gd name="connsiteX11" fmla="*/ 213306 w 236180"/>
                  <a:gd name="connsiteY11" fmla="*/ 0 h 69121"/>
                  <a:gd name="connsiteX12" fmla="*/ 236180 w 236180"/>
                  <a:gd name="connsiteY12" fmla="*/ 22874 h 69121"/>
                  <a:gd name="connsiteX13" fmla="*/ 236180 w 236180"/>
                  <a:gd name="connsiteY13" fmla="*/ 62043 h 69121"/>
                  <a:gd name="connsiteX14" fmla="*/ 229101 w 236180"/>
                  <a:gd name="connsiteY14" fmla="*/ 69122 h 691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36180" h="69121">
                    <a:moveTo>
                      <a:pt x="229101" y="69122"/>
                    </a:moveTo>
                    <a:cubicBezTo>
                      <a:pt x="225187" y="69122"/>
                      <a:pt x="222023" y="65957"/>
                      <a:pt x="222023" y="62043"/>
                    </a:cubicBezTo>
                    <a:lnTo>
                      <a:pt x="222023" y="22874"/>
                    </a:lnTo>
                    <a:cubicBezTo>
                      <a:pt x="222023" y="18072"/>
                      <a:pt x="218108" y="14157"/>
                      <a:pt x="213306" y="14157"/>
                    </a:cubicBezTo>
                    <a:lnTo>
                      <a:pt x="22874" y="14157"/>
                    </a:lnTo>
                    <a:cubicBezTo>
                      <a:pt x="18072" y="14157"/>
                      <a:pt x="14157" y="18072"/>
                      <a:pt x="14157" y="22874"/>
                    </a:cubicBezTo>
                    <a:lnTo>
                      <a:pt x="14157" y="62043"/>
                    </a:lnTo>
                    <a:cubicBezTo>
                      <a:pt x="14157" y="65957"/>
                      <a:pt x="10993" y="69122"/>
                      <a:pt x="7079" y="69122"/>
                    </a:cubicBezTo>
                    <a:cubicBezTo>
                      <a:pt x="3165" y="69122"/>
                      <a:pt x="0" y="65957"/>
                      <a:pt x="0" y="62043"/>
                    </a:cubicBezTo>
                    <a:lnTo>
                      <a:pt x="0" y="22874"/>
                    </a:lnTo>
                    <a:cubicBezTo>
                      <a:pt x="0" y="10271"/>
                      <a:pt x="10271" y="0"/>
                      <a:pt x="22874" y="0"/>
                    </a:cubicBezTo>
                    <a:lnTo>
                      <a:pt x="213306" y="0"/>
                    </a:lnTo>
                    <a:cubicBezTo>
                      <a:pt x="225909" y="0"/>
                      <a:pt x="236180" y="10271"/>
                      <a:pt x="236180" y="22874"/>
                    </a:cubicBezTo>
                    <a:lnTo>
                      <a:pt x="236180" y="62043"/>
                    </a:lnTo>
                    <a:cubicBezTo>
                      <a:pt x="236180" y="65957"/>
                      <a:pt x="233015" y="69122"/>
                      <a:pt x="229101" y="69122"/>
                    </a:cubicBezTo>
                    <a:close/>
                  </a:path>
                </a:pathLst>
              </a:custGeom>
              <a:solidFill>
                <a:srgbClr val="262626"/>
              </a:solidFill>
              <a:ln w="27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0" name="Forma Livre: Forma 9">
                <a:extLst>
                  <a:ext uri="{FF2B5EF4-FFF2-40B4-BE49-F238E27FC236}">
                    <a16:creationId xmlns:a16="http://schemas.microsoft.com/office/drawing/2014/main" id="{F0B35CAE-6A17-4863-6F5B-81F93993FF0F}"/>
                  </a:ext>
                </a:extLst>
              </p:cNvPr>
              <p:cNvSpPr/>
              <p:nvPr/>
            </p:nvSpPr>
            <p:spPr>
              <a:xfrm>
                <a:off x="2054716" y="4891150"/>
                <a:ext cx="287091" cy="69121"/>
              </a:xfrm>
              <a:custGeom>
                <a:avLst/>
                <a:gdLst>
                  <a:gd name="connsiteX0" fmla="*/ 264217 w 287091"/>
                  <a:gd name="connsiteY0" fmla="*/ 69122 h 69121"/>
                  <a:gd name="connsiteX1" fmla="*/ 22874 w 287091"/>
                  <a:gd name="connsiteY1" fmla="*/ 69122 h 69121"/>
                  <a:gd name="connsiteX2" fmla="*/ 0 w 287091"/>
                  <a:gd name="connsiteY2" fmla="*/ 46248 h 69121"/>
                  <a:gd name="connsiteX3" fmla="*/ 0 w 287091"/>
                  <a:gd name="connsiteY3" fmla="*/ 22874 h 69121"/>
                  <a:gd name="connsiteX4" fmla="*/ 22874 w 287091"/>
                  <a:gd name="connsiteY4" fmla="*/ 0 h 69121"/>
                  <a:gd name="connsiteX5" fmla="*/ 166364 w 287091"/>
                  <a:gd name="connsiteY5" fmla="*/ 0 h 69121"/>
                  <a:gd name="connsiteX6" fmla="*/ 173443 w 287091"/>
                  <a:gd name="connsiteY6" fmla="*/ 7079 h 69121"/>
                  <a:gd name="connsiteX7" fmla="*/ 166364 w 287091"/>
                  <a:gd name="connsiteY7" fmla="*/ 14157 h 69121"/>
                  <a:gd name="connsiteX8" fmla="*/ 22874 w 287091"/>
                  <a:gd name="connsiteY8" fmla="*/ 14157 h 69121"/>
                  <a:gd name="connsiteX9" fmla="*/ 14157 w 287091"/>
                  <a:gd name="connsiteY9" fmla="*/ 22874 h 69121"/>
                  <a:gd name="connsiteX10" fmla="*/ 14157 w 287091"/>
                  <a:gd name="connsiteY10" fmla="*/ 46248 h 69121"/>
                  <a:gd name="connsiteX11" fmla="*/ 22874 w 287091"/>
                  <a:gd name="connsiteY11" fmla="*/ 54964 h 69121"/>
                  <a:gd name="connsiteX12" fmla="*/ 264217 w 287091"/>
                  <a:gd name="connsiteY12" fmla="*/ 54964 h 69121"/>
                  <a:gd name="connsiteX13" fmla="*/ 272934 w 287091"/>
                  <a:gd name="connsiteY13" fmla="*/ 46248 h 69121"/>
                  <a:gd name="connsiteX14" fmla="*/ 272934 w 287091"/>
                  <a:gd name="connsiteY14" fmla="*/ 22874 h 69121"/>
                  <a:gd name="connsiteX15" fmla="*/ 264217 w 287091"/>
                  <a:gd name="connsiteY15" fmla="*/ 14157 h 69121"/>
                  <a:gd name="connsiteX16" fmla="*/ 220440 w 287091"/>
                  <a:gd name="connsiteY16" fmla="*/ 14157 h 69121"/>
                  <a:gd name="connsiteX17" fmla="*/ 213362 w 287091"/>
                  <a:gd name="connsiteY17" fmla="*/ 7079 h 69121"/>
                  <a:gd name="connsiteX18" fmla="*/ 220440 w 287091"/>
                  <a:gd name="connsiteY18" fmla="*/ 0 h 69121"/>
                  <a:gd name="connsiteX19" fmla="*/ 264217 w 287091"/>
                  <a:gd name="connsiteY19" fmla="*/ 0 h 69121"/>
                  <a:gd name="connsiteX20" fmla="*/ 287091 w 287091"/>
                  <a:gd name="connsiteY20" fmla="*/ 22874 h 69121"/>
                  <a:gd name="connsiteX21" fmla="*/ 287091 w 287091"/>
                  <a:gd name="connsiteY21" fmla="*/ 46248 h 69121"/>
                  <a:gd name="connsiteX22" fmla="*/ 264217 w 287091"/>
                  <a:gd name="connsiteY22" fmla="*/ 69122 h 691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287091" h="69121">
                    <a:moveTo>
                      <a:pt x="264217" y="69122"/>
                    </a:moveTo>
                    <a:lnTo>
                      <a:pt x="22874" y="69122"/>
                    </a:lnTo>
                    <a:cubicBezTo>
                      <a:pt x="10271" y="69122"/>
                      <a:pt x="0" y="58851"/>
                      <a:pt x="0" y="46248"/>
                    </a:cubicBezTo>
                    <a:lnTo>
                      <a:pt x="0" y="22874"/>
                    </a:lnTo>
                    <a:cubicBezTo>
                      <a:pt x="0" y="10271"/>
                      <a:pt x="10271" y="0"/>
                      <a:pt x="22874" y="0"/>
                    </a:cubicBezTo>
                    <a:lnTo>
                      <a:pt x="166364" y="0"/>
                    </a:lnTo>
                    <a:cubicBezTo>
                      <a:pt x="170278" y="0"/>
                      <a:pt x="173443" y="3165"/>
                      <a:pt x="173443" y="7079"/>
                    </a:cubicBezTo>
                    <a:cubicBezTo>
                      <a:pt x="173443" y="10993"/>
                      <a:pt x="170278" y="14157"/>
                      <a:pt x="166364" y="14157"/>
                    </a:cubicBezTo>
                    <a:lnTo>
                      <a:pt x="22874" y="14157"/>
                    </a:lnTo>
                    <a:cubicBezTo>
                      <a:pt x="18072" y="14157"/>
                      <a:pt x="14157" y="18072"/>
                      <a:pt x="14157" y="22874"/>
                    </a:cubicBezTo>
                    <a:lnTo>
                      <a:pt x="14157" y="46248"/>
                    </a:lnTo>
                    <a:cubicBezTo>
                      <a:pt x="14157" y="51050"/>
                      <a:pt x="18072" y="54964"/>
                      <a:pt x="22874" y="54964"/>
                    </a:cubicBezTo>
                    <a:lnTo>
                      <a:pt x="264217" y="54964"/>
                    </a:lnTo>
                    <a:cubicBezTo>
                      <a:pt x="269020" y="54964"/>
                      <a:pt x="272934" y="51050"/>
                      <a:pt x="272934" y="46248"/>
                    </a:cubicBezTo>
                    <a:lnTo>
                      <a:pt x="272934" y="22874"/>
                    </a:lnTo>
                    <a:cubicBezTo>
                      <a:pt x="272934" y="18072"/>
                      <a:pt x="269020" y="14157"/>
                      <a:pt x="264217" y="14157"/>
                    </a:cubicBezTo>
                    <a:lnTo>
                      <a:pt x="220440" y="14157"/>
                    </a:lnTo>
                    <a:cubicBezTo>
                      <a:pt x="216526" y="14157"/>
                      <a:pt x="213362" y="10993"/>
                      <a:pt x="213362" y="7079"/>
                    </a:cubicBezTo>
                    <a:cubicBezTo>
                      <a:pt x="213362" y="3165"/>
                      <a:pt x="216526" y="0"/>
                      <a:pt x="220440" y="0"/>
                    </a:cubicBezTo>
                    <a:lnTo>
                      <a:pt x="264217" y="0"/>
                    </a:lnTo>
                    <a:cubicBezTo>
                      <a:pt x="276820" y="0"/>
                      <a:pt x="287091" y="10271"/>
                      <a:pt x="287091" y="22874"/>
                    </a:cubicBezTo>
                    <a:lnTo>
                      <a:pt x="287091" y="46248"/>
                    </a:lnTo>
                    <a:cubicBezTo>
                      <a:pt x="287091" y="58851"/>
                      <a:pt x="276820" y="69122"/>
                      <a:pt x="264217" y="69122"/>
                    </a:cubicBezTo>
                    <a:close/>
                  </a:path>
                </a:pathLst>
              </a:custGeom>
              <a:solidFill>
                <a:srgbClr val="262626"/>
              </a:solidFill>
              <a:ln w="27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6" name="Gráfico 2">
              <a:extLst>
                <a:ext uri="{FF2B5EF4-FFF2-40B4-BE49-F238E27FC236}">
                  <a16:creationId xmlns:a16="http://schemas.microsoft.com/office/drawing/2014/main" id="{7902C1D4-35F5-46F6-6E59-A64474B702B7}"/>
                </a:ext>
              </a:extLst>
            </p:cNvPr>
            <p:cNvGrpSpPr/>
            <p:nvPr/>
          </p:nvGrpSpPr>
          <p:grpSpPr>
            <a:xfrm>
              <a:off x="2148929" y="4552726"/>
              <a:ext cx="350056" cy="407545"/>
              <a:chOff x="2148929" y="4552726"/>
              <a:chExt cx="350056" cy="407545"/>
            </a:xfrm>
            <a:solidFill>
              <a:srgbClr val="262626"/>
            </a:solidFill>
          </p:grpSpPr>
          <p:sp>
            <p:nvSpPr>
              <p:cNvPr id="7" name="Forma Livre: Forma 6">
                <a:extLst>
                  <a:ext uri="{FF2B5EF4-FFF2-40B4-BE49-F238E27FC236}">
                    <a16:creationId xmlns:a16="http://schemas.microsoft.com/office/drawing/2014/main" id="{EF3F0B89-89EC-0CD1-D385-9E9322DA30C7}"/>
                  </a:ext>
                </a:extLst>
              </p:cNvPr>
              <p:cNvSpPr/>
              <p:nvPr/>
            </p:nvSpPr>
            <p:spPr>
              <a:xfrm>
                <a:off x="2315859" y="4731172"/>
                <a:ext cx="183126" cy="229099"/>
              </a:xfrm>
              <a:custGeom>
                <a:avLst/>
                <a:gdLst>
                  <a:gd name="connsiteX0" fmla="*/ 131353 w 183126"/>
                  <a:gd name="connsiteY0" fmla="*/ 229099 h 229099"/>
                  <a:gd name="connsiteX1" fmla="*/ 126412 w 183126"/>
                  <a:gd name="connsiteY1" fmla="*/ 228599 h 229099"/>
                  <a:gd name="connsiteX2" fmla="*/ 112754 w 183126"/>
                  <a:gd name="connsiteY2" fmla="*/ 219439 h 229099"/>
                  <a:gd name="connsiteX3" fmla="*/ 3297 w 183126"/>
                  <a:gd name="connsiteY3" fmla="*/ 49133 h 229099"/>
                  <a:gd name="connsiteX4" fmla="*/ 12042 w 183126"/>
                  <a:gd name="connsiteY4" fmla="*/ 16598 h 229099"/>
                  <a:gd name="connsiteX5" fmla="*/ 29530 w 183126"/>
                  <a:gd name="connsiteY5" fmla="*/ 4828 h 229099"/>
                  <a:gd name="connsiteX6" fmla="*/ 62953 w 183126"/>
                  <a:gd name="connsiteY6" fmla="*/ 9020 h 229099"/>
                  <a:gd name="connsiteX7" fmla="*/ 179405 w 183126"/>
                  <a:gd name="connsiteY7" fmla="*/ 174634 h 229099"/>
                  <a:gd name="connsiteX8" fmla="*/ 182736 w 183126"/>
                  <a:gd name="connsiteY8" fmla="*/ 190735 h 229099"/>
                  <a:gd name="connsiteX9" fmla="*/ 171133 w 183126"/>
                  <a:gd name="connsiteY9" fmla="*/ 207863 h 229099"/>
                  <a:gd name="connsiteX10" fmla="*/ 146649 w 183126"/>
                  <a:gd name="connsiteY10" fmla="*/ 224325 h 229099"/>
                  <a:gd name="connsiteX11" fmla="*/ 131353 w 183126"/>
                  <a:gd name="connsiteY11" fmla="*/ 229099 h 229099"/>
                  <a:gd name="connsiteX12" fmla="*/ 44854 w 183126"/>
                  <a:gd name="connsiteY12" fmla="*/ 14239 h 229099"/>
                  <a:gd name="connsiteX13" fmla="*/ 37442 w 183126"/>
                  <a:gd name="connsiteY13" fmla="*/ 16598 h 229099"/>
                  <a:gd name="connsiteX14" fmla="*/ 19953 w 183126"/>
                  <a:gd name="connsiteY14" fmla="*/ 28368 h 229099"/>
                  <a:gd name="connsiteX15" fmla="*/ 15234 w 183126"/>
                  <a:gd name="connsiteY15" fmla="*/ 41499 h 229099"/>
                  <a:gd name="connsiteX16" fmla="*/ 124691 w 183126"/>
                  <a:gd name="connsiteY16" fmla="*/ 211805 h 229099"/>
                  <a:gd name="connsiteX17" fmla="*/ 129299 w 183126"/>
                  <a:gd name="connsiteY17" fmla="*/ 214747 h 229099"/>
                  <a:gd name="connsiteX18" fmla="*/ 138765 w 183126"/>
                  <a:gd name="connsiteY18" fmla="*/ 212582 h 229099"/>
                  <a:gd name="connsiteX19" fmla="*/ 163249 w 183126"/>
                  <a:gd name="connsiteY19" fmla="*/ 196121 h 229099"/>
                  <a:gd name="connsiteX20" fmla="*/ 163249 w 183126"/>
                  <a:gd name="connsiteY20" fmla="*/ 196121 h 229099"/>
                  <a:gd name="connsiteX21" fmla="*/ 168829 w 183126"/>
                  <a:gd name="connsiteY21" fmla="*/ 188154 h 229099"/>
                  <a:gd name="connsiteX22" fmla="*/ 167829 w 183126"/>
                  <a:gd name="connsiteY22" fmla="*/ 182768 h 229099"/>
                  <a:gd name="connsiteX23" fmla="*/ 51377 w 183126"/>
                  <a:gd name="connsiteY23" fmla="*/ 17153 h 229099"/>
                  <a:gd name="connsiteX24" fmla="*/ 44854 w 183126"/>
                  <a:gd name="connsiteY24" fmla="*/ 14239 h 229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83126" h="229099">
                    <a:moveTo>
                      <a:pt x="131353" y="229099"/>
                    </a:moveTo>
                    <a:cubicBezTo>
                      <a:pt x="129687" y="229099"/>
                      <a:pt x="128050" y="228933"/>
                      <a:pt x="126412" y="228599"/>
                    </a:cubicBezTo>
                    <a:cubicBezTo>
                      <a:pt x="120638" y="227406"/>
                      <a:pt x="115808" y="224158"/>
                      <a:pt x="112754" y="219439"/>
                    </a:cubicBezTo>
                    <a:lnTo>
                      <a:pt x="3297" y="49133"/>
                    </a:lnTo>
                    <a:cubicBezTo>
                      <a:pt x="-3421" y="38695"/>
                      <a:pt x="438" y="24399"/>
                      <a:pt x="12042" y="16598"/>
                    </a:cubicBezTo>
                    <a:lnTo>
                      <a:pt x="29530" y="4828"/>
                    </a:lnTo>
                    <a:cubicBezTo>
                      <a:pt x="41134" y="-2972"/>
                      <a:pt x="55819" y="-1140"/>
                      <a:pt x="62953" y="9020"/>
                    </a:cubicBezTo>
                    <a:lnTo>
                      <a:pt x="179405" y="174634"/>
                    </a:lnTo>
                    <a:cubicBezTo>
                      <a:pt x="182625" y="179215"/>
                      <a:pt x="183819" y="184933"/>
                      <a:pt x="182736" y="190735"/>
                    </a:cubicBezTo>
                    <a:cubicBezTo>
                      <a:pt x="181487" y="197509"/>
                      <a:pt x="177240" y="203755"/>
                      <a:pt x="171133" y="207863"/>
                    </a:cubicBezTo>
                    <a:lnTo>
                      <a:pt x="146649" y="224325"/>
                    </a:lnTo>
                    <a:cubicBezTo>
                      <a:pt x="142013" y="227461"/>
                      <a:pt x="136627" y="229099"/>
                      <a:pt x="131353" y="229099"/>
                    </a:cubicBezTo>
                    <a:close/>
                    <a:moveTo>
                      <a:pt x="44854" y="14239"/>
                    </a:moveTo>
                    <a:cubicBezTo>
                      <a:pt x="42438" y="14239"/>
                      <a:pt x="39774" y="15016"/>
                      <a:pt x="37442" y="16598"/>
                    </a:cubicBezTo>
                    <a:lnTo>
                      <a:pt x="19953" y="28368"/>
                    </a:lnTo>
                    <a:cubicBezTo>
                      <a:pt x="14984" y="31727"/>
                      <a:pt x="12819" y="37723"/>
                      <a:pt x="15234" y="41499"/>
                    </a:cubicBezTo>
                    <a:lnTo>
                      <a:pt x="124691" y="211805"/>
                    </a:lnTo>
                    <a:cubicBezTo>
                      <a:pt x="125912" y="213720"/>
                      <a:pt x="127855" y="214470"/>
                      <a:pt x="129299" y="214747"/>
                    </a:cubicBezTo>
                    <a:cubicBezTo>
                      <a:pt x="132325" y="215358"/>
                      <a:pt x="135795" y="214581"/>
                      <a:pt x="138765" y="212582"/>
                    </a:cubicBezTo>
                    <a:lnTo>
                      <a:pt x="163249" y="196121"/>
                    </a:lnTo>
                    <a:lnTo>
                      <a:pt x="163249" y="196121"/>
                    </a:lnTo>
                    <a:cubicBezTo>
                      <a:pt x="166219" y="194122"/>
                      <a:pt x="168274" y="191207"/>
                      <a:pt x="168829" y="188154"/>
                    </a:cubicBezTo>
                    <a:cubicBezTo>
                      <a:pt x="169106" y="186738"/>
                      <a:pt x="169134" y="184628"/>
                      <a:pt x="167829" y="182768"/>
                    </a:cubicBezTo>
                    <a:lnTo>
                      <a:pt x="51377" y="17153"/>
                    </a:lnTo>
                    <a:cubicBezTo>
                      <a:pt x="50017" y="15210"/>
                      <a:pt x="47574" y="14239"/>
                      <a:pt x="44854" y="14239"/>
                    </a:cubicBezTo>
                    <a:close/>
                  </a:path>
                </a:pathLst>
              </a:custGeom>
              <a:solidFill>
                <a:srgbClr val="262626"/>
              </a:solidFill>
              <a:ln w="27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" name="Forma Livre: Forma 7">
                <a:extLst>
                  <a:ext uri="{FF2B5EF4-FFF2-40B4-BE49-F238E27FC236}">
                    <a16:creationId xmlns:a16="http://schemas.microsoft.com/office/drawing/2014/main" id="{081C2855-B2B1-A03C-151A-F60B1C767285}"/>
                  </a:ext>
                </a:extLst>
              </p:cNvPr>
              <p:cNvSpPr/>
              <p:nvPr/>
            </p:nvSpPr>
            <p:spPr>
              <a:xfrm>
                <a:off x="2148929" y="4552726"/>
                <a:ext cx="290055" cy="251285"/>
              </a:xfrm>
              <a:custGeom>
                <a:avLst/>
                <a:gdLst>
                  <a:gd name="connsiteX0" fmla="*/ 73873 w 290055"/>
                  <a:gd name="connsiteY0" fmla="*/ 251286 h 251285"/>
                  <a:gd name="connsiteX1" fmla="*/ 69071 w 290055"/>
                  <a:gd name="connsiteY1" fmla="*/ 250814 h 251285"/>
                  <a:gd name="connsiteX2" fmla="*/ 53331 w 290055"/>
                  <a:gd name="connsiteY2" fmla="*/ 240348 h 251285"/>
                  <a:gd name="connsiteX3" fmla="*/ 4196 w 290055"/>
                  <a:gd name="connsiteY3" fmla="*/ 167257 h 251285"/>
                  <a:gd name="connsiteX4" fmla="*/ 10914 w 290055"/>
                  <a:gd name="connsiteY4" fmla="*/ 132974 h 251285"/>
                  <a:gd name="connsiteX5" fmla="*/ 44864 w 290055"/>
                  <a:gd name="connsiteY5" fmla="*/ 110155 h 251285"/>
                  <a:gd name="connsiteX6" fmla="*/ 63380 w 290055"/>
                  <a:gd name="connsiteY6" fmla="*/ 106408 h 251285"/>
                  <a:gd name="connsiteX7" fmla="*/ 79120 w 290055"/>
                  <a:gd name="connsiteY7" fmla="*/ 116873 h 251285"/>
                  <a:gd name="connsiteX8" fmla="*/ 80452 w 290055"/>
                  <a:gd name="connsiteY8" fmla="*/ 118872 h 251285"/>
                  <a:gd name="connsiteX9" fmla="*/ 163121 w 290055"/>
                  <a:gd name="connsiteY9" fmla="*/ 63269 h 251285"/>
                  <a:gd name="connsiteX10" fmla="*/ 161788 w 290055"/>
                  <a:gd name="connsiteY10" fmla="*/ 61270 h 251285"/>
                  <a:gd name="connsiteX11" fmla="*/ 158041 w 290055"/>
                  <a:gd name="connsiteY11" fmla="*/ 42754 h 251285"/>
                  <a:gd name="connsiteX12" fmla="*/ 168506 w 290055"/>
                  <a:gd name="connsiteY12" fmla="*/ 27015 h 251285"/>
                  <a:gd name="connsiteX13" fmla="*/ 202456 w 290055"/>
                  <a:gd name="connsiteY13" fmla="*/ 4196 h 251285"/>
                  <a:gd name="connsiteX14" fmla="*/ 236712 w 290055"/>
                  <a:gd name="connsiteY14" fmla="*/ 10914 h 251285"/>
                  <a:gd name="connsiteX15" fmla="*/ 285847 w 290055"/>
                  <a:gd name="connsiteY15" fmla="*/ 84005 h 251285"/>
                  <a:gd name="connsiteX16" fmla="*/ 289594 w 290055"/>
                  <a:gd name="connsiteY16" fmla="*/ 102521 h 251285"/>
                  <a:gd name="connsiteX17" fmla="*/ 279129 w 290055"/>
                  <a:gd name="connsiteY17" fmla="*/ 118261 h 251285"/>
                  <a:gd name="connsiteX18" fmla="*/ 245179 w 290055"/>
                  <a:gd name="connsiteY18" fmla="*/ 141080 h 251285"/>
                  <a:gd name="connsiteX19" fmla="*/ 226663 w 290055"/>
                  <a:gd name="connsiteY19" fmla="*/ 144827 h 251285"/>
                  <a:gd name="connsiteX20" fmla="*/ 210923 w 290055"/>
                  <a:gd name="connsiteY20" fmla="*/ 134362 h 251285"/>
                  <a:gd name="connsiteX21" fmla="*/ 209591 w 290055"/>
                  <a:gd name="connsiteY21" fmla="*/ 132363 h 251285"/>
                  <a:gd name="connsiteX22" fmla="*/ 126922 w 290055"/>
                  <a:gd name="connsiteY22" fmla="*/ 187966 h 251285"/>
                  <a:gd name="connsiteX23" fmla="*/ 128255 w 290055"/>
                  <a:gd name="connsiteY23" fmla="*/ 189964 h 251285"/>
                  <a:gd name="connsiteX24" fmla="*/ 121537 w 290055"/>
                  <a:gd name="connsiteY24" fmla="*/ 224248 h 251285"/>
                  <a:gd name="connsiteX25" fmla="*/ 87586 w 290055"/>
                  <a:gd name="connsiteY25" fmla="*/ 247066 h 251285"/>
                  <a:gd name="connsiteX26" fmla="*/ 73873 w 290055"/>
                  <a:gd name="connsiteY26" fmla="*/ 251286 h 251285"/>
                  <a:gd name="connsiteX27" fmla="*/ 58578 w 290055"/>
                  <a:gd name="connsiteY27" fmla="*/ 120149 h 251285"/>
                  <a:gd name="connsiteX28" fmla="*/ 52720 w 290055"/>
                  <a:gd name="connsiteY28" fmla="*/ 121953 h 251285"/>
                  <a:gd name="connsiteX29" fmla="*/ 18770 w 290055"/>
                  <a:gd name="connsiteY29" fmla="*/ 144772 h 251285"/>
                  <a:gd name="connsiteX30" fmla="*/ 15911 w 290055"/>
                  <a:gd name="connsiteY30" fmla="*/ 159401 h 251285"/>
                  <a:gd name="connsiteX31" fmla="*/ 65046 w 290055"/>
                  <a:gd name="connsiteY31" fmla="*/ 232492 h 251285"/>
                  <a:gd name="connsiteX32" fmla="*/ 71763 w 290055"/>
                  <a:gd name="connsiteY32" fmla="*/ 236962 h 251285"/>
                  <a:gd name="connsiteX33" fmla="*/ 79675 w 290055"/>
                  <a:gd name="connsiteY33" fmla="*/ 235352 h 251285"/>
                  <a:gd name="connsiteX34" fmla="*/ 113625 w 290055"/>
                  <a:gd name="connsiteY34" fmla="*/ 212533 h 251285"/>
                  <a:gd name="connsiteX35" fmla="*/ 116484 w 290055"/>
                  <a:gd name="connsiteY35" fmla="*/ 197904 h 251285"/>
                  <a:gd name="connsiteX36" fmla="*/ 111182 w 290055"/>
                  <a:gd name="connsiteY36" fmla="*/ 190020 h 251285"/>
                  <a:gd name="connsiteX37" fmla="*/ 113098 w 290055"/>
                  <a:gd name="connsiteY37" fmla="*/ 180193 h 251285"/>
                  <a:gd name="connsiteX38" fmla="*/ 207509 w 290055"/>
                  <a:gd name="connsiteY38" fmla="*/ 116706 h 251285"/>
                  <a:gd name="connsiteX39" fmla="*/ 212811 w 290055"/>
                  <a:gd name="connsiteY39" fmla="*/ 115624 h 251285"/>
                  <a:gd name="connsiteX40" fmla="*/ 217336 w 290055"/>
                  <a:gd name="connsiteY40" fmla="*/ 118622 h 251285"/>
                  <a:gd name="connsiteX41" fmla="*/ 222638 w 290055"/>
                  <a:gd name="connsiteY41" fmla="*/ 126506 h 251285"/>
                  <a:gd name="connsiteX42" fmla="*/ 229356 w 290055"/>
                  <a:gd name="connsiteY42" fmla="*/ 130975 h 251285"/>
                  <a:gd name="connsiteX43" fmla="*/ 237267 w 290055"/>
                  <a:gd name="connsiteY43" fmla="*/ 129365 h 251285"/>
                  <a:gd name="connsiteX44" fmla="*/ 271217 w 290055"/>
                  <a:gd name="connsiteY44" fmla="*/ 106546 h 251285"/>
                  <a:gd name="connsiteX45" fmla="*/ 275687 w 290055"/>
                  <a:gd name="connsiteY45" fmla="*/ 99828 h 251285"/>
                  <a:gd name="connsiteX46" fmla="*/ 274077 w 290055"/>
                  <a:gd name="connsiteY46" fmla="*/ 91917 h 251285"/>
                  <a:gd name="connsiteX47" fmla="*/ 224942 w 290055"/>
                  <a:gd name="connsiteY47" fmla="*/ 18826 h 251285"/>
                  <a:gd name="connsiteX48" fmla="*/ 210312 w 290055"/>
                  <a:gd name="connsiteY48" fmla="*/ 15966 h 251285"/>
                  <a:gd name="connsiteX49" fmla="*/ 176362 w 290055"/>
                  <a:gd name="connsiteY49" fmla="*/ 38785 h 251285"/>
                  <a:gd name="connsiteX50" fmla="*/ 171893 w 290055"/>
                  <a:gd name="connsiteY50" fmla="*/ 45503 h 251285"/>
                  <a:gd name="connsiteX51" fmla="*/ 173503 w 290055"/>
                  <a:gd name="connsiteY51" fmla="*/ 53414 h 251285"/>
                  <a:gd name="connsiteX52" fmla="*/ 173503 w 290055"/>
                  <a:gd name="connsiteY52" fmla="*/ 53414 h 251285"/>
                  <a:gd name="connsiteX53" fmla="*/ 178805 w 290055"/>
                  <a:gd name="connsiteY53" fmla="*/ 61298 h 251285"/>
                  <a:gd name="connsiteX54" fmla="*/ 176890 w 290055"/>
                  <a:gd name="connsiteY54" fmla="*/ 71125 h 251285"/>
                  <a:gd name="connsiteX55" fmla="*/ 82479 w 290055"/>
                  <a:gd name="connsiteY55" fmla="*/ 134611 h 251285"/>
                  <a:gd name="connsiteX56" fmla="*/ 77177 w 290055"/>
                  <a:gd name="connsiteY56" fmla="*/ 135694 h 251285"/>
                  <a:gd name="connsiteX57" fmla="*/ 72652 w 290055"/>
                  <a:gd name="connsiteY57" fmla="*/ 132696 h 251285"/>
                  <a:gd name="connsiteX58" fmla="*/ 67350 w 290055"/>
                  <a:gd name="connsiteY58" fmla="*/ 124812 h 251285"/>
                  <a:gd name="connsiteX59" fmla="*/ 60632 w 290055"/>
                  <a:gd name="connsiteY59" fmla="*/ 120343 h 251285"/>
                  <a:gd name="connsiteX60" fmla="*/ 58578 w 290055"/>
                  <a:gd name="connsiteY60" fmla="*/ 120149 h 2512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</a:cxnLst>
                <a:rect l="l" t="t" r="r" b="b"/>
                <a:pathLst>
                  <a:path w="290055" h="251285">
                    <a:moveTo>
                      <a:pt x="73873" y="251286"/>
                    </a:moveTo>
                    <a:cubicBezTo>
                      <a:pt x="72291" y="251286"/>
                      <a:pt x="70681" y="251147"/>
                      <a:pt x="69071" y="250814"/>
                    </a:cubicBezTo>
                    <a:cubicBezTo>
                      <a:pt x="62603" y="249537"/>
                      <a:pt x="56995" y="245845"/>
                      <a:pt x="53331" y="240348"/>
                    </a:cubicBezTo>
                    <a:lnTo>
                      <a:pt x="4196" y="167257"/>
                    </a:lnTo>
                    <a:cubicBezTo>
                      <a:pt x="-3410" y="155959"/>
                      <a:pt x="-384" y="140580"/>
                      <a:pt x="10914" y="132974"/>
                    </a:cubicBezTo>
                    <a:lnTo>
                      <a:pt x="44864" y="110155"/>
                    </a:lnTo>
                    <a:cubicBezTo>
                      <a:pt x="50333" y="106463"/>
                      <a:pt x="56912" y="105131"/>
                      <a:pt x="63380" y="106408"/>
                    </a:cubicBezTo>
                    <a:cubicBezTo>
                      <a:pt x="69848" y="107685"/>
                      <a:pt x="75455" y="111377"/>
                      <a:pt x="79120" y="116873"/>
                    </a:cubicBezTo>
                    <a:lnTo>
                      <a:pt x="80452" y="118872"/>
                    </a:lnTo>
                    <a:lnTo>
                      <a:pt x="163121" y="63269"/>
                    </a:lnTo>
                    <a:lnTo>
                      <a:pt x="161788" y="61270"/>
                    </a:lnTo>
                    <a:cubicBezTo>
                      <a:pt x="158096" y="55802"/>
                      <a:pt x="156792" y="49222"/>
                      <a:pt x="158041" y="42754"/>
                    </a:cubicBezTo>
                    <a:cubicBezTo>
                      <a:pt x="159318" y="36286"/>
                      <a:pt x="163010" y="30679"/>
                      <a:pt x="168506" y="27015"/>
                    </a:cubicBezTo>
                    <a:lnTo>
                      <a:pt x="202456" y="4196"/>
                    </a:lnTo>
                    <a:cubicBezTo>
                      <a:pt x="213755" y="-3410"/>
                      <a:pt x="229133" y="-384"/>
                      <a:pt x="236712" y="10914"/>
                    </a:cubicBezTo>
                    <a:lnTo>
                      <a:pt x="285847" y="84005"/>
                    </a:lnTo>
                    <a:cubicBezTo>
                      <a:pt x="289539" y="89474"/>
                      <a:pt x="290844" y="96053"/>
                      <a:pt x="289594" y="102521"/>
                    </a:cubicBezTo>
                    <a:cubicBezTo>
                      <a:pt x="288317" y="108989"/>
                      <a:pt x="284625" y="114597"/>
                      <a:pt x="279129" y="118261"/>
                    </a:cubicBezTo>
                    <a:lnTo>
                      <a:pt x="245179" y="141080"/>
                    </a:lnTo>
                    <a:cubicBezTo>
                      <a:pt x="239710" y="144744"/>
                      <a:pt x="233131" y="146076"/>
                      <a:pt x="226663" y="144827"/>
                    </a:cubicBezTo>
                    <a:cubicBezTo>
                      <a:pt x="220195" y="143550"/>
                      <a:pt x="214587" y="139858"/>
                      <a:pt x="210923" y="134362"/>
                    </a:cubicBezTo>
                    <a:lnTo>
                      <a:pt x="209591" y="132363"/>
                    </a:lnTo>
                    <a:lnTo>
                      <a:pt x="126922" y="187966"/>
                    </a:lnTo>
                    <a:lnTo>
                      <a:pt x="128255" y="189964"/>
                    </a:lnTo>
                    <a:cubicBezTo>
                      <a:pt x="135861" y="201263"/>
                      <a:pt x="132835" y="216642"/>
                      <a:pt x="121537" y="224248"/>
                    </a:cubicBezTo>
                    <a:lnTo>
                      <a:pt x="87586" y="247066"/>
                    </a:lnTo>
                    <a:cubicBezTo>
                      <a:pt x="83478" y="249842"/>
                      <a:pt x="78731" y="251286"/>
                      <a:pt x="73873" y="251286"/>
                    </a:cubicBezTo>
                    <a:close/>
                    <a:moveTo>
                      <a:pt x="58578" y="120149"/>
                    </a:moveTo>
                    <a:cubicBezTo>
                      <a:pt x="56496" y="120149"/>
                      <a:pt x="54469" y="120759"/>
                      <a:pt x="52720" y="121953"/>
                    </a:cubicBezTo>
                    <a:lnTo>
                      <a:pt x="18770" y="144772"/>
                    </a:lnTo>
                    <a:cubicBezTo>
                      <a:pt x="13940" y="148020"/>
                      <a:pt x="12663" y="154571"/>
                      <a:pt x="15911" y="159401"/>
                    </a:cubicBezTo>
                    <a:lnTo>
                      <a:pt x="65046" y="232492"/>
                    </a:lnTo>
                    <a:cubicBezTo>
                      <a:pt x="66628" y="234824"/>
                      <a:pt x="69015" y="236407"/>
                      <a:pt x="71763" y="236962"/>
                    </a:cubicBezTo>
                    <a:cubicBezTo>
                      <a:pt x="74539" y="237489"/>
                      <a:pt x="77343" y="236934"/>
                      <a:pt x="79675" y="235352"/>
                    </a:cubicBezTo>
                    <a:lnTo>
                      <a:pt x="113625" y="212533"/>
                    </a:lnTo>
                    <a:cubicBezTo>
                      <a:pt x="118455" y="209285"/>
                      <a:pt x="119732" y="202734"/>
                      <a:pt x="116484" y="197904"/>
                    </a:cubicBezTo>
                    <a:lnTo>
                      <a:pt x="111182" y="190020"/>
                    </a:lnTo>
                    <a:cubicBezTo>
                      <a:pt x="108989" y="186772"/>
                      <a:pt x="109850" y="182386"/>
                      <a:pt x="113098" y="180193"/>
                    </a:cubicBezTo>
                    <a:lnTo>
                      <a:pt x="207509" y="116706"/>
                    </a:lnTo>
                    <a:cubicBezTo>
                      <a:pt x="209063" y="115652"/>
                      <a:pt x="210979" y="115263"/>
                      <a:pt x="212811" y="115624"/>
                    </a:cubicBezTo>
                    <a:cubicBezTo>
                      <a:pt x="214643" y="115985"/>
                      <a:pt x="216281" y="117067"/>
                      <a:pt x="217336" y="118622"/>
                    </a:cubicBezTo>
                    <a:lnTo>
                      <a:pt x="222638" y="126506"/>
                    </a:lnTo>
                    <a:cubicBezTo>
                      <a:pt x="224220" y="128837"/>
                      <a:pt x="226607" y="130420"/>
                      <a:pt x="229356" y="130975"/>
                    </a:cubicBezTo>
                    <a:cubicBezTo>
                      <a:pt x="232104" y="131530"/>
                      <a:pt x="234935" y="130975"/>
                      <a:pt x="237267" y="129365"/>
                    </a:cubicBezTo>
                    <a:lnTo>
                      <a:pt x="271217" y="106546"/>
                    </a:lnTo>
                    <a:cubicBezTo>
                      <a:pt x="273549" y="104992"/>
                      <a:pt x="275131" y="102604"/>
                      <a:pt x="275687" y="99828"/>
                    </a:cubicBezTo>
                    <a:cubicBezTo>
                      <a:pt x="276214" y="97053"/>
                      <a:pt x="275687" y="94249"/>
                      <a:pt x="274077" y="91917"/>
                    </a:cubicBezTo>
                    <a:lnTo>
                      <a:pt x="224942" y="18826"/>
                    </a:lnTo>
                    <a:cubicBezTo>
                      <a:pt x="221694" y="14023"/>
                      <a:pt x="215143" y="12718"/>
                      <a:pt x="210312" y="15966"/>
                    </a:cubicBezTo>
                    <a:lnTo>
                      <a:pt x="176362" y="38785"/>
                    </a:lnTo>
                    <a:cubicBezTo>
                      <a:pt x="174030" y="40367"/>
                      <a:pt x="172448" y="42754"/>
                      <a:pt x="171893" y="45503"/>
                    </a:cubicBezTo>
                    <a:cubicBezTo>
                      <a:pt x="171338" y="48251"/>
                      <a:pt x="171893" y="51082"/>
                      <a:pt x="173503" y="53414"/>
                    </a:cubicBezTo>
                    <a:lnTo>
                      <a:pt x="173503" y="53414"/>
                    </a:lnTo>
                    <a:lnTo>
                      <a:pt x="178805" y="61298"/>
                    </a:lnTo>
                    <a:cubicBezTo>
                      <a:pt x="180998" y="64546"/>
                      <a:pt x="180138" y="68932"/>
                      <a:pt x="176890" y="71125"/>
                    </a:cubicBezTo>
                    <a:lnTo>
                      <a:pt x="82479" y="134611"/>
                    </a:lnTo>
                    <a:cubicBezTo>
                      <a:pt x="80924" y="135666"/>
                      <a:pt x="79009" y="136055"/>
                      <a:pt x="77177" y="135694"/>
                    </a:cubicBezTo>
                    <a:cubicBezTo>
                      <a:pt x="75344" y="135333"/>
                      <a:pt x="73707" y="134251"/>
                      <a:pt x="72652" y="132696"/>
                    </a:cubicBezTo>
                    <a:lnTo>
                      <a:pt x="67350" y="124812"/>
                    </a:lnTo>
                    <a:cubicBezTo>
                      <a:pt x="65767" y="122480"/>
                      <a:pt x="63380" y="120898"/>
                      <a:pt x="60632" y="120343"/>
                    </a:cubicBezTo>
                    <a:cubicBezTo>
                      <a:pt x="59938" y="120204"/>
                      <a:pt x="59272" y="120149"/>
                      <a:pt x="58578" y="120149"/>
                    </a:cubicBezTo>
                    <a:close/>
                  </a:path>
                </a:pathLst>
              </a:custGeom>
              <a:solidFill>
                <a:srgbClr val="262626"/>
              </a:solidFill>
              <a:ln w="27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grpSp>
        <p:nvGrpSpPr>
          <p:cNvPr id="13" name="Gráfico 2">
            <a:extLst>
              <a:ext uri="{FF2B5EF4-FFF2-40B4-BE49-F238E27FC236}">
                <a16:creationId xmlns:a16="http://schemas.microsoft.com/office/drawing/2014/main" id="{151CE1F7-2856-0F05-4026-6E0FC5506CC1}"/>
              </a:ext>
            </a:extLst>
          </p:cNvPr>
          <p:cNvGrpSpPr/>
          <p:nvPr/>
        </p:nvGrpSpPr>
        <p:grpSpPr>
          <a:xfrm>
            <a:off x="4785140" y="5272187"/>
            <a:ext cx="562892" cy="610580"/>
            <a:chOff x="4748170" y="5232084"/>
            <a:chExt cx="636832" cy="690785"/>
          </a:xfrm>
          <a:solidFill>
            <a:srgbClr val="262626"/>
          </a:solidFill>
        </p:grpSpPr>
        <p:sp>
          <p:nvSpPr>
            <p:cNvPr id="14" name="Forma Livre: Forma 13">
              <a:extLst>
                <a:ext uri="{FF2B5EF4-FFF2-40B4-BE49-F238E27FC236}">
                  <a16:creationId xmlns:a16="http://schemas.microsoft.com/office/drawing/2014/main" id="{32E07500-35CF-5649-DFC6-03CF8D981A07}"/>
                </a:ext>
              </a:extLst>
            </p:cNvPr>
            <p:cNvSpPr/>
            <p:nvPr/>
          </p:nvSpPr>
          <p:spPr>
            <a:xfrm>
              <a:off x="5161060" y="5232084"/>
              <a:ext cx="218412" cy="268892"/>
            </a:xfrm>
            <a:custGeom>
              <a:avLst/>
              <a:gdLst>
                <a:gd name="connsiteX0" fmla="*/ 129696 w 218412"/>
                <a:gd name="connsiteY0" fmla="*/ 268893 h 268892"/>
                <a:gd name="connsiteX1" fmla="*/ 125504 w 218412"/>
                <a:gd name="connsiteY1" fmla="*/ 267532 h 268892"/>
                <a:gd name="connsiteX2" fmla="*/ 24292 w 218412"/>
                <a:gd name="connsiteY2" fmla="*/ 193414 h 268892"/>
                <a:gd name="connsiteX3" fmla="*/ 21683 w 218412"/>
                <a:gd name="connsiteY3" fmla="*/ 185724 h 268892"/>
                <a:gd name="connsiteX4" fmla="*/ 35674 w 218412"/>
                <a:gd name="connsiteY4" fmla="*/ 137978 h 268892"/>
                <a:gd name="connsiteX5" fmla="*/ 1613 w 218412"/>
                <a:gd name="connsiteY5" fmla="*/ 96532 h 268892"/>
                <a:gd name="connsiteX6" fmla="*/ 169 w 218412"/>
                <a:gd name="connsiteY6" fmla="*/ 90480 h 268892"/>
                <a:gd name="connsiteX7" fmla="*/ 19268 w 218412"/>
                <a:gd name="connsiteY7" fmla="*/ 5536 h 268892"/>
                <a:gd name="connsiteX8" fmla="*/ 23154 w 218412"/>
                <a:gd name="connsiteY8" fmla="*/ 678 h 268892"/>
                <a:gd name="connsiteX9" fmla="*/ 29372 w 218412"/>
                <a:gd name="connsiteY9" fmla="*/ 761 h 268892"/>
                <a:gd name="connsiteX10" fmla="*/ 214530 w 218412"/>
                <a:gd name="connsiteY10" fmla="*/ 94894 h 268892"/>
                <a:gd name="connsiteX11" fmla="*/ 217639 w 218412"/>
                <a:gd name="connsiteY11" fmla="*/ 104416 h 268892"/>
                <a:gd name="connsiteX12" fmla="*/ 135998 w 218412"/>
                <a:gd name="connsiteY12" fmla="*/ 265006 h 268892"/>
                <a:gd name="connsiteX13" fmla="*/ 131334 w 218412"/>
                <a:gd name="connsiteY13" fmla="*/ 268670 h 268892"/>
                <a:gd name="connsiteX14" fmla="*/ 129696 w 218412"/>
                <a:gd name="connsiteY14" fmla="*/ 268865 h 268892"/>
                <a:gd name="connsiteX15" fmla="*/ 36673 w 218412"/>
                <a:gd name="connsiteY15" fmla="*/ 184919 h 268892"/>
                <a:gd name="connsiteX16" fmla="*/ 127142 w 218412"/>
                <a:gd name="connsiteY16" fmla="*/ 251182 h 268892"/>
                <a:gd name="connsiteX17" fmla="*/ 201816 w 218412"/>
                <a:gd name="connsiteY17" fmla="*/ 104333 h 268892"/>
                <a:gd name="connsiteX18" fmla="*/ 31066 w 218412"/>
                <a:gd name="connsiteY18" fmla="*/ 17528 h 268892"/>
                <a:gd name="connsiteX19" fmla="*/ 14743 w 218412"/>
                <a:gd name="connsiteY19" fmla="*/ 90203 h 268892"/>
                <a:gd name="connsiteX20" fmla="*/ 48998 w 218412"/>
                <a:gd name="connsiteY20" fmla="*/ 131870 h 268892"/>
                <a:gd name="connsiteX21" fmla="*/ 50331 w 218412"/>
                <a:gd name="connsiteY21" fmla="*/ 138366 h 268892"/>
                <a:gd name="connsiteX22" fmla="*/ 36673 w 218412"/>
                <a:gd name="connsiteY22" fmla="*/ 184947 h 2688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18412" h="268892">
                  <a:moveTo>
                    <a:pt x="129696" y="268893"/>
                  </a:moveTo>
                  <a:cubicBezTo>
                    <a:pt x="128197" y="268893"/>
                    <a:pt x="126726" y="268421"/>
                    <a:pt x="125504" y="267532"/>
                  </a:cubicBezTo>
                  <a:lnTo>
                    <a:pt x="24292" y="193414"/>
                  </a:lnTo>
                  <a:cubicBezTo>
                    <a:pt x="21877" y="191665"/>
                    <a:pt x="20850" y="188584"/>
                    <a:pt x="21683" y="185724"/>
                  </a:cubicBezTo>
                  <a:lnTo>
                    <a:pt x="35674" y="137978"/>
                  </a:lnTo>
                  <a:lnTo>
                    <a:pt x="1613" y="96532"/>
                  </a:lnTo>
                  <a:cubicBezTo>
                    <a:pt x="225" y="94839"/>
                    <a:pt x="-303" y="92618"/>
                    <a:pt x="169" y="90480"/>
                  </a:cubicBezTo>
                  <a:lnTo>
                    <a:pt x="19268" y="5536"/>
                  </a:lnTo>
                  <a:cubicBezTo>
                    <a:pt x="19740" y="3398"/>
                    <a:pt x="21183" y="1622"/>
                    <a:pt x="23154" y="678"/>
                  </a:cubicBezTo>
                  <a:cubicBezTo>
                    <a:pt x="25125" y="-266"/>
                    <a:pt x="27429" y="-211"/>
                    <a:pt x="29372" y="761"/>
                  </a:cubicBezTo>
                  <a:lnTo>
                    <a:pt x="214530" y="94894"/>
                  </a:lnTo>
                  <a:cubicBezTo>
                    <a:pt x="218028" y="96671"/>
                    <a:pt x="219416" y="100918"/>
                    <a:pt x="217639" y="104416"/>
                  </a:cubicBezTo>
                  <a:lnTo>
                    <a:pt x="135998" y="265006"/>
                  </a:lnTo>
                  <a:cubicBezTo>
                    <a:pt x="135054" y="266866"/>
                    <a:pt x="133360" y="268199"/>
                    <a:pt x="131334" y="268670"/>
                  </a:cubicBezTo>
                  <a:cubicBezTo>
                    <a:pt x="130779" y="268809"/>
                    <a:pt x="130251" y="268865"/>
                    <a:pt x="129696" y="268865"/>
                  </a:cubicBezTo>
                  <a:close/>
                  <a:moveTo>
                    <a:pt x="36673" y="184919"/>
                  </a:moveTo>
                  <a:lnTo>
                    <a:pt x="127142" y="251182"/>
                  </a:lnTo>
                  <a:lnTo>
                    <a:pt x="201816" y="104333"/>
                  </a:lnTo>
                  <a:lnTo>
                    <a:pt x="31066" y="17528"/>
                  </a:lnTo>
                  <a:lnTo>
                    <a:pt x="14743" y="90203"/>
                  </a:lnTo>
                  <a:lnTo>
                    <a:pt x="48998" y="131870"/>
                  </a:lnTo>
                  <a:cubicBezTo>
                    <a:pt x="50498" y="133675"/>
                    <a:pt x="50970" y="136117"/>
                    <a:pt x="50331" y="138366"/>
                  </a:cubicBezTo>
                  <a:lnTo>
                    <a:pt x="36673" y="184947"/>
                  </a:lnTo>
                  <a:close/>
                </a:path>
              </a:pathLst>
            </a:custGeom>
            <a:solidFill>
              <a:srgbClr val="262626"/>
            </a:solidFill>
            <a:ln w="27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grpSp>
          <p:nvGrpSpPr>
            <p:cNvPr id="15" name="Gráfico 2">
              <a:extLst>
                <a:ext uri="{FF2B5EF4-FFF2-40B4-BE49-F238E27FC236}">
                  <a16:creationId xmlns:a16="http://schemas.microsoft.com/office/drawing/2014/main" id="{6AFF36B0-F0FD-6CB3-6CD7-4C14B93FF627}"/>
                </a:ext>
              </a:extLst>
            </p:cNvPr>
            <p:cNvGrpSpPr/>
            <p:nvPr/>
          </p:nvGrpSpPr>
          <p:grpSpPr>
            <a:xfrm>
              <a:off x="4748170" y="5244504"/>
              <a:ext cx="384465" cy="535680"/>
              <a:chOff x="4748170" y="5244504"/>
              <a:chExt cx="384465" cy="535680"/>
            </a:xfrm>
            <a:solidFill>
              <a:srgbClr val="262626"/>
            </a:solidFill>
          </p:grpSpPr>
          <p:grpSp>
            <p:nvGrpSpPr>
              <p:cNvPr id="19" name="Gráfico 2">
                <a:extLst>
                  <a:ext uri="{FF2B5EF4-FFF2-40B4-BE49-F238E27FC236}">
                    <a16:creationId xmlns:a16="http://schemas.microsoft.com/office/drawing/2014/main" id="{6CE4A5E8-0A01-C780-36A1-9CDC2283C3FE}"/>
                  </a:ext>
                </a:extLst>
              </p:cNvPr>
              <p:cNvGrpSpPr/>
              <p:nvPr/>
            </p:nvGrpSpPr>
            <p:grpSpPr>
              <a:xfrm>
                <a:off x="4748170" y="5244504"/>
                <a:ext cx="384465" cy="535680"/>
                <a:chOff x="4748170" y="5244504"/>
                <a:chExt cx="384465" cy="535680"/>
              </a:xfrm>
              <a:solidFill>
                <a:srgbClr val="262626"/>
              </a:solidFill>
            </p:grpSpPr>
            <p:sp>
              <p:nvSpPr>
                <p:cNvPr id="22" name="Forma Livre: Forma 21">
                  <a:extLst>
                    <a:ext uri="{FF2B5EF4-FFF2-40B4-BE49-F238E27FC236}">
                      <a16:creationId xmlns:a16="http://schemas.microsoft.com/office/drawing/2014/main" id="{3F780CBF-00CE-7E7C-E458-1B13C9049F88}"/>
                    </a:ext>
                  </a:extLst>
                </p:cNvPr>
                <p:cNvSpPr/>
                <p:nvPr/>
              </p:nvSpPr>
              <p:spPr>
                <a:xfrm>
                  <a:off x="4748191" y="5244504"/>
                  <a:ext cx="384444" cy="535680"/>
                </a:xfrm>
                <a:custGeom>
                  <a:avLst/>
                  <a:gdLst>
                    <a:gd name="connsiteX0" fmla="*/ 210891 w 384444"/>
                    <a:gd name="connsiteY0" fmla="*/ 535680 h 535680"/>
                    <a:gd name="connsiteX1" fmla="*/ 7079 w 384444"/>
                    <a:gd name="connsiteY1" fmla="*/ 535680 h 535680"/>
                    <a:gd name="connsiteX2" fmla="*/ 0 w 384444"/>
                    <a:gd name="connsiteY2" fmla="*/ 528602 h 535680"/>
                    <a:gd name="connsiteX3" fmla="*/ 0 w 384444"/>
                    <a:gd name="connsiteY3" fmla="*/ 128417 h 535680"/>
                    <a:gd name="connsiteX4" fmla="*/ 2082 w 384444"/>
                    <a:gd name="connsiteY4" fmla="*/ 123420 h 535680"/>
                    <a:gd name="connsiteX5" fmla="*/ 123420 w 384444"/>
                    <a:gd name="connsiteY5" fmla="*/ 2082 h 535680"/>
                    <a:gd name="connsiteX6" fmla="*/ 128417 w 384444"/>
                    <a:gd name="connsiteY6" fmla="*/ 0 h 535680"/>
                    <a:gd name="connsiteX7" fmla="*/ 293504 w 384444"/>
                    <a:gd name="connsiteY7" fmla="*/ 0 h 535680"/>
                    <a:gd name="connsiteX8" fmla="*/ 300361 w 384444"/>
                    <a:gd name="connsiteY8" fmla="*/ 5330 h 535680"/>
                    <a:gd name="connsiteX9" fmla="*/ 320958 w 384444"/>
                    <a:gd name="connsiteY9" fmla="*/ 86333 h 535680"/>
                    <a:gd name="connsiteX10" fmla="*/ 370343 w 384444"/>
                    <a:gd name="connsiteY10" fmla="*/ 107930 h 535680"/>
                    <a:gd name="connsiteX11" fmla="*/ 374452 w 384444"/>
                    <a:gd name="connsiteY11" fmla="*/ 113121 h 535680"/>
                    <a:gd name="connsiteX12" fmla="*/ 384334 w 384444"/>
                    <a:gd name="connsiteY12" fmla="*/ 165726 h 535680"/>
                    <a:gd name="connsiteX13" fmla="*/ 384445 w 384444"/>
                    <a:gd name="connsiteY13" fmla="*/ 167031 h 535680"/>
                    <a:gd name="connsiteX14" fmla="*/ 384445 w 384444"/>
                    <a:gd name="connsiteY14" fmla="*/ 279458 h 535680"/>
                    <a:gd name="connsiteX15" fmla="*/ 381142 w 384444"/>
                    <a:gd name="connsiteY15" fmla="*/ 285454 h 535680"/>
                    <a:gd name="connsiteX16" fmla="*/ 316378 w 384444"/>
                    <a:gd name="connsiteY16" fmla="*/ 326205 h 535680"/>
                    <a:gd name="connsiteX17" fmla="*/ 290895 w 384444"/>
                    <a:gd name="connsiteY17" fmla="*/ 396243 h 535680"/>
                    <a:gd name="connsiteX18" fmla="*/ 288535 w 384444"/>
                    <a:gd name="connsiteY18" fmla="*/ 399463 h 535680"/>
                    <a:gd name="connsiteX19" fmla="*/ 227408 w 384444"/>
                    <a:gd name="connsiteY19" fmla="*/ 445850 h 535680"/>
                    <a:gd name="connsiteX20" fmla="*/ 217914 w 384444"/>
                    <a:gd name="connsiteY20" fmla="*/ 529379 h 535680"/>
                    <a:gd name="connsiteX21" fmla="*/ 210891 w 384444"/>
                    <a:gd name="connsiteY21" fmla="*/ 535653 h 535680"/>
                    <a:gd name="connsiteX22" fmla="*/ 14157 w 384444"/>
                    <a:gd name="connsiteY22" fmla="*/ 521523 h 535680"/>
                    <a:gd name="connsiteX23" fmla="*/ 204562 w 384444"/>
                    <a:gd name="connsiteY23" fmla="*/ 521523 h 535680"/>
                    <a:gd name="connsiteX24" fmla="*/ 213667 w 384444"/>
                    <a:gd name="connsiteY24" fmla="*/ 441269 h 535680"/>
                    <a:gd name="connsiteX25" fmla="*/ 216415 w 384444"/>
                    <a:gd name="connsiteY25" fmla="*/ 436439 h 535680"/>
                    <a:gd name="connsiteX26" fmla="*/ 278292 w 384444"/>
                    <a:gd name="connsiteY26" fmla="*/ 389470 h 535680"/>
                    <a:gd name="connsiteX27" fmla="*/ 303886 w 384444"/>
                    <a:gd name="connsiteY27" fmla="*/ 319099 h 535680"/>
                    <a:gd name="connsiteX28" fmla="*/ 306773 w 384444"/>
                    <a:gd name="connsiteY28" fmla="*/ 315518 h 535680"/>
                    <a:gd name="connsiteX29" fmla="*/ 370288 w 384444"/>
                    <a:gd name="connsiteY29" fmla="*/ 275544 h 535680"/>
                    <a:gd name="connsiteX30" fmla="*/ 370288 w 384444"/>
                    <a:gd name="connsiteY30" fmla="*/ 167697 h 535680"/>
                    <a:gd name="connsiteX31" fmla="*/ 361238 w 384444"/>
                    <a:gd name="connsiteY31" fmla="*/ 119423 h 535680"/>
                    <a:gd name="connsiteX32" fmla="*/ 312103 w 384444"/>
                    <a:gd name="connsiteY32" fmla="*/ 97937 h 535680"/>
                    <a:gd name="connsiteX33" fmla="*/ 308078 w 384444"/>
                    <a:gd name="connsiteY33" fmla="*/ 93190 h 535680"/>
                    <a:gd name="connsiteX34" fmla="*/ 287980 w 384444"/>
                    <a:gd name="connsiteY34" fmla="*/ 14158 h 535680"/>
                    <a:gd name="connsiteX35" fmla="*/ 131332 w 384444"/>
                    <a:gd name="connsiteY35" fmla="*/ 14158 h 535680"/>
                    <a:gd name="connsiteX36" fmla="*/ 14157 w 384444"/>
                    <a:gd name="connsiteY36" fmla="*/ 131331 h 535680"/>
                    <a:gd name="connsiteX37" fmla="*/ 14157 w 384444"/>
                    <a:gd name="connsiteY37" fmla="*/ 521495 h 5356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</a:cxnLst>
                  <a:rect l="l" t="t" r="r" b="b"/>
                  <a:pathLst>
                    <a:path w="384444" h="535680">
                      <a:moveTo>
                        <a:pt x="210891" y="535680"/>
                      </a:moveTo>
                      <a:lnTo>
                        <a:pt x="7079" y="535680"/>
                      </a:lnTo>
                      <a:cubicBezTo>
                        <a:pt x="3165" y="535680"/>
                        <a:pt x="0" y="532516"/>
                        <a:pt x="0" y="528602"/>
                      </a:cubicBezTo>
                      <a:lnTo>
                        <a:pt x="0" y="128417"/>
                      </a:lnTo>
                      <a:cubicBezTo>
                        <a:pt x="0" y="126529"/>
                        <a:pt x="750" y="124752"/>
                        <a:pt x="2082" y="123420"/>
                      </a:cubicBezTo>
                      <a:lnTo>
                        <a:pt x="123420" y="2082"/>
                      </a:lnTo>
                      <a:cubicBezTo>
                        <a:pt x="124753" y="750"/>
                        <a:pt x="126557" y="0"/>
                        <a:pt x="128417" y="0"/>
                      </a:cubicBezTo>
                      <a:lnTo>
                        <a:pt x="293504" y="0"/>
                      </a:lnTo>
                      <a:cubicBezTo>
                        <a:pt x="296752" y="0"/>
                        <a:pt x="299556" y="2193"/>
                        <a:pt x="300361" y="5330"/>
                      </a:cubicBezTo>
                      <a:lnTo>
                        <a:pt x="320958" y="86333"/>
                      </a:lnTo>
                      <a:lnTo>
                        <a:pt x="370343" y="107930"/>
                      </a:lnTo>
                      <a:cubicBezTo>
                        <a:pt x="372481" y="108874"/>
                        <a:pt x="374035" y="110817"/>
                        <a:pt x="374452" y="113121"/>
                      </a:cubicBezTo>
                      <a:lnTo>
                        <a:pt x="384334" y="165726"/>
                      </a:lnTo>
                      <a:cubicBezTo>
                        <a:pt x="384417" y="166170"/>
                        <a:pt x="384445" y="166586"/>
                        <a:pt x="384445" y="167031"/>
                      </a:cubicBezTo>
                      <a:lnTo>
                        <a:pt x="384445" y="279458"/>
                      </a:lnTo>
                      <a:cubicBezTo>
                        <a:pt x="384445" y="281901"/>
                        <a:pt x="383196" y="284149"/>
                        <a:pt x="381142" y="285454"/>
                      </a:cubicBezTo>
                      <a:lnTo>
                        <a:pt x="316378" y="326205"/>
                      </a:lnTo>
                      <a:lnTo>
                        <a:pt x="290895" y="396243"/>
                      </a:lnTo>
                      <a:cubicBezTo>
                        <a:pt x="290423" y="397520"/>
                        <a:pt x="289618" y="398630"/>
                        <a:pt x="288535" y="399463"/>
                      </a:cubicBezTo>
                      <a:lnTo>
                        <a:pt x="227408" y="445850"/>
                      </a:lnTo>
                      <a:lnTo>
                        <a:pt x="217914" y="529379"/>
                      </a:lnTo>
                      <a:cubicBezTo>
                        <a:pt x="217498" y="532960"/>
                        <a:pt x="214472" y="535653"/>
                        <a:pt x="210891" y="535653"/>
                      </a:cubicBezTo>
                      <a:close/>
                      <a:moveTo>
                        <a:pt x="14157" y="521523"/>
                      </a:moveTo>
                      <a:lnTo>
                        <a:pt x="204562" y="521523"/>
                      </a:lnTo>
                      <a:lnTo>
                        <a:pt x="213667" y="441269"/>
                      </a:lnTo>
                      <a:cubicBezTo>
                        <a:pt x="213889" y="439354"/>
                        <a:pt x="214888" y="437605"/>
                        <a:pt x="216415" y="436439"/>
                      </a:cubicBezTo>
                      <a:lnTo>
                        <a:pt x="278292" y="389470"/>
                      </a:lnTo>
                      <a:lnTo>
                        <a:pt x="303886" y="319099"/>
                      </a:lnTo>
                      <a:cubicBezTo>
                        <a:pt x="304414" y="317627"/>
                        <a:pt x="305441" y="316350"/>
                        <a:pt x="306773" y="315518"/>
                      </a:cubicBezTo>
                      <a:lnTo>
                        <a:pt x="370288" y="275544"/>
                      </a:lnTo>
                      <a:lnTo>
                        <a:pt x="370288" y="167697"/>
                      </a:lnTo>
                      <a:lnTo>
                        <a:pt x="361238" y="119423"/>
                      </a:lnTo>
                      <a:lnTo>
                        <a:pt x="312103" y="97937"/>
                      </a:lnTo>
                      <a:cubicBezTo>
                        <a:pt x="310105" y="97048"/>
                        <a:pt x="308605" y="95299"/>
                        <a:pt x="308078" y="93190"/>
                      </a:cubicBezTo>
                      <a:lnTo>
                        <a:pt x="287980" y="14158"/>
                      </a:lnTo>
                      <a:lnTo>
                        <a:pt x="131332" y="14158"/>
                      </a:lnTo>
                      <a:lnTo>
                        <a:pt x="14157" y="131331"/>
                      </a:lnTo>
                      <a:lnTo>
                        <a:pt x="14157" y="521495"/>
                      </a:lnTo>
                      <a:close/>
                    </a:path>
                  </a:pathLst>
                </a:custGeom>
                <a:solidFill>
                  <a:srgbClr val="262626"/>
                </a:solidFill>
                <a:ln w="277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3" name="Forma Livre: Forma 22">
                  <a:extLst>
                    <a:ext uri="{FF2B5EF4-FFF2-40B4-BE49-F238E27FC236}">
                      <a16:creationId xmlns:a16="http://schemas.microsoft.com/office/drawing/2014/main" id="{D4AD5A39-F3B3-054A-C4F9-CCC467C267F4}"/>
                    </a:ext>
                  </a:extLst>
                </p:cNvPr>
                <p:cNvSpPr/>
                <p:nvPr/>
              </p:nvSpPr>
              <p:spPr>
                <a:xfrm>
                  <a:off x="4748170" y="5244511"/>
                  <a:ext cx="135488" cy="135515"/>
                </a:xfrm>
                <a:custGeom>
                  <a:avLst/>
                  <a:gdLst>
                    <a:gd name="connsiteX0" fmla="*/ 128437 w 135488"/>
                    <a:gd name="connsiteY0" fmla="*/ 135488 h 135515"/>
                    <a:gd name="connsiteX1" fmla="*/ 7099 w 135488"/>
                    <a:gd name="connsiteY1" fmla="*/ 135488 h 135515"/>
                    <a:gd name="connsiteX2" fmla="*/ 548 w 135488"/>
                    <a:gd name="connsiteY2" fmla="*/ 131130 h 135515"/>
                    <a:gd name="connsiteX3" fmla="*/ 2075 w 135488"/>
                    <a:gd name="connsiteY3" fmla="*/ 123413 h 135515"/>
                    <a:gd name="connsiteX4" fmla="*/ 123413 w 135488"/>
                    <a:gd name="connsiteY4" fmla="*/ 2075 h 135515"/>
                    <a:gd name="connsiteX5" fmla="*/ 131130 w 135488"/>
                    <a:gd name="connsiteY5" fmla="*/ 548 h 135515"/>
                    <a:gd name="connsiteX6" fmla="*/ 135488 w 135488"/>
                    <a:gd name="connsiteY6" fmla="*/ 7099 h 135515"/>
                    <a:gd name="connsiteX7" fmla="*/ 135488 w 135488"/>
                    <a:gd name="connsiteY7" fmla="*/ 128437 h 135515"/>
                    <a:gd name="connsiteX8" fmla="*/ 128409 w 135488"/>
                    <a:gd name="connsiteY8" fmla="*/ 135516 h 135515"/>
                    <a:gd name="connsiteX9" fmla="*/ 24199 w 135488"/>
                    <a:gd name="connsiteY9" fmla="*/ 121331 h 135515"/>
                    <a:gd name="connsiteX10" fmla="*/ 121359 w 135488"/>
                    <a:gd name="connsiteY10" fmla="*/ 121331 h 135515"/>
                    <a:gd name="connsiteX11" fmla="*/ 121359 w 135488"/>
                    <a:gd name="connsiteY11" fmla="*/ 24172 h 135515"/>
                    <a:gd name="connsiteX12" fmla="*/ 24199 w 135488"/>
                    <a:gd name="connsiteY12" fmla="*/ 121331 h 1355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35488" h="135515">
                      <a:moveTo>
                        <a:pt x="128437" y="135488"/>
                      </a:moveTo>
                      <a:lnTo>
                        <a:pt x="7099" y="135488"/>
                      </a:lnTo>
                      <a:cubicBezTo>
                        <a:pt x="4240" y="135488"/>
                        <a:pt x="1659" y="133767"/>
                        <a:pt x="548" y="131130"/>
                      </a:cubicBezTo>
                      <a:cubicBezTo>
                        <a:pt x="-562" y="128493"/>
                        <a:pt x="48" y="125439"/>
                        <a:pt x="2075" y="123413"/>
                      </a:cubicBezTo>
                      <a:lnTo>
                        <a:pt x="123413" y="2075"/>
                      </a:lnTo>
                      <a:cubicBezTo>
                        <a:pt x="125439" y="48"/>
                        <a:pt x="128465" y="-562"/>
                        <a:pt x="131130" y="548"/>
                      </a:cubicBezTo>
                      <a:cubicBezTo>
                        <a:pt x="133767" y="1631"/>
                        <a:pt x="135488" y="4212"/>
                        <a:pt x="135488" y="7099"/>
                      </a:cubicBezTo>
                      <a:lnTo>
                        <a:pt x="135488" y="128437"/>
                      </a:lnTo>
                      <a:cubicBezTo>
                        <a:pt x="135488" y="132351"/>
                        <a:pt x="132324" y="135516"/>
                        <a:pt x="128409" y="135516"/>
                      </a:cubicBezTo>
                      <a:close/>
                      <a:moveTo>
                        <a:pt x="24199" y="121331"/>
                      </a:moveTo>
                      <a:lnTo>
                        <a:pt x="121359" y="121331"/>
                      </a:lnTo>
                      <a:lnTo>
                        <a:pt x="121359" y="24172"/>
                      </a:lnTo>
                      <a:lnTo>
                        <a:pt x="24199" y="121331"/>
                      </a:lnTo>
                      <a:close/>
                    </a:path>
                  </a:pathLst>
                </a:custGeom>
                <a:solidFill>
                  <a:srgbClr val="262626"/>
                </a:solidFill>
                <a:ln w="277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  <p:sp>
            <p:nvSpPr>
              <p:cNvPr id="20" name="Forma Livre: Forma 19">
                <a:extLst>
                  <a:ext uri="{FF2B5EF4-FFF2-40B4-BE49-F238E27FC236}">
                    <a16:creationId xmlns:a16="http://schemas.microsoft.com/office/drawing/2014/main" id="{6BA7EEA6-E984-4735-8196-E652DAC015A9}"/>
                  </a:ext>
                </a:extLst>
              </p:cNvPr>
              <p:cNvSpPr/>
              <p:nvPr/>
            </p:nvSpPr>
            <p:spPr>
              <a:xfrm>
                <a:off x="4839965" y="5464555"/>
                <a:ext cx="241954" cy="14157"/>
              </a:xfrm>
              <a:custGeom>
                <a:avLst/>
                <a:gdLst>
                  <a:gd name="connsiteX0" fmla="*/ 234875 w 241954"/>
                  <a:gd name="connsiteY0" fmla="*/ 14157 h 14157"/>
                  <a:gd name="connsiteX1" fmla="*/ 7079 w 241954"/>
                  <a:gd name="connsiteY1" fmla="*/ 14157 h 14157"/>
                  <a:gd name="connsiteX2" fmla="*/ 0 w 241954"/>
                  <a:gd name="connsiteY2" fmla="*/ 7079 h 14157"/>
                  <a:gd name="connsiteX3" fmla="*/ 7079 w 241954"/>
                  <a:gd name="connsiteY3" fmla="*/ 0 h 14157"/>
                  <a:gd name="connsiteX4" fmla="*/ 234875 w 241954"/>
                  <a:gd name="connsiteY4" fmla="*/ 0 h 14157"/>
                  <a:gd name="connsiteX5" fmla="*/ 241954 w 241954"/>
                  <a:gd name="connsiteY5" fmla="*/ 7079 h 14157"/>
                  <a:gd name="connsiteX6" fmla="*/ 234875 w 241954"/>
                  <a:gd name="connsiteY6" fmla="*/ 14157 h 14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41954" h="14157">
                    <a:moveTo>
                      <a:pt x="234875" y="14157"/>
                    </a:moveTo>
                    <a:lnTo>
                      <a:pt x="7079" y="14157"/>
                    </a:lnTo>
                    <a:cubicBezTo>
                      <a:pt x="3165" y="14157"/>
                      <a:pt x="0" y="10993"/>
                      <a:pt x="0" y="7079"/>
                    </a:cubicBezTo>
                    <a:cubicBezTo>
                      <a:pt x="0" y="3165"/>
                      <a:pt x="3165" y="0"/>
                      <a:pt x="7079" y="0"/>
                    </a:cubicBezTo>
                    <a:lnTo>
                      <a:pt x="234875" y="0"/>
                    </a:lnTo>
                    <a:cubicBezTo>
                      <a:pt x="238790" y="0"/>
                      <a:pt x="241954" y="3165"/>
                      <a:pt x="241954" y="7079"/>
                    </a:cubicBezTo>
                    <a:cubicBezTo>
                      <a:pt x="241954" y="10993"/>
                      <a:pt x="238790" y="14157"/>
                      <a:pt x="234875" y="14157"/>
                    </a:cubicBezTo>
                    <a:close/>
                  </a:path>
                </a:pathLst>
              </a:custGeom>
              <a:solidFill>
                <a:srgbClr val="262626"/>
              </a:solidFill>
              <a:ln w="27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1" name="Forma Livre: Forma 20">
                <a:extLst>
                  <a:ext uri="{FF2B5EF4-FFF2-40B4-BE49-F238E27FC236}">
                    <a16:creationId xmlns:a16="http://schemas.microsoft.com/office/drawing/2014/main" id="{A0BB518A-7473-9124-57EB-F6E5E1E2A785}"/>
                  </a:ext>
                </a:extLst>
              </p:cNvPr>
              <p:cNvSpPr/>
              <p:nvPr/>
            </p:nvSpPr>
            <p:spPr>
              <a:xfrm>
                <a:off x="4839965" y="5596553"/>
                <a:ext cx="149680" cy="14157"/>
              </a:xfrm>
              <a:custGeom>
                <a:avLst/>
                <a:gdLst>
                  <a:gd name="connsiteX0" fmla="*/ 142602 w 149680"/>
                  <a:gd name="connsiteY0" fmla="*/ 14158 h 14157"/>
                  <a:gd name="connsiteX1" fmla="*/ 7079 w 149680"/>
                  <a:gd name="connsiteY1" fmla="*/ 14158 h 14157"/>
                  <a:gd name="connsiteX2" fmla="*/ 0 w 149680"/>
                  <a:gd name="connsiteY2" fmla="*/ 7079 h 14157"/>
                  <a:gd name="connsiteX3" fmla="*/ 7079 w 149680"/>
                  <a:gd name="connsiteY3" fmla="*/ 0 h 14157"/>
                  <a:gd name="connsiteX4" fmla="*/ 142602 w 149680"/>
                  <a:gd name="connsiteY4" fmla="*/ 0 h 14157"/>
                  <a:gd name="connsiteX5" fmla="*/ 149680 w 149680"/>
                  <a:gd name="connsiteY5" fmla="*/ 7079 h 14157"/>
                  <a:gd name="connsiteX6" fmla="*/ 142602 w 149680"/>
                  <a:gd name="connsiteY6" fmla="*/ 14158 h 14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49680" h="14157">
                    <a:moveTo>
                      <a:pt x="142602" y="14158"/>
                    </a:moveTo>
                    <a:lnTo>
                      <a:pt x="7079" y="14158"/>
                    </a:lnTo>
                    <a:cubicBezTo>
                      <a:pt x="3165" y="14158"/>
                      <a:pt x="0" y="10993"/>
                      <a:pt x="0" y="7079"/>
                    </a:cubicBezTo>
                    <a:cubicBezTo>
                      <a:pt x="0" y="3165"/>
                      <a:pt x="3165" y="0"/>
                      <a:pt x="7079" y="0"/>
                    </a:cubicBezTo>
                    <a:lnTo>
                      <a:pt x="142602" y="0"/>
                    </a:lnTo>
                    <a:cubicBezTo>
                      <a:pt x="146516" y="0"/>
                      <a:pt x="149680" y="3165"/>
                      <a:pt x="149680" y="7079"/>
                    </a:cubicBezTo>
                    <a:cubicBezTo>
                      <a:pt x="149680" y="10993"/>
                      <a:pt x="146516" y="14158"/>
                      <a:pt x="142602" y="14158"/>
                    </a:cubicBezTo>
                    <a:close/>
                  </a:path>
                </a:pathLst>
              </a:custGeom>
              <a:solidFill>
                <a:srgbClr val="262626"/>
              </a:solidFill>
              <a:ln w="27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16" name="Gráfico 2">
              <a:extLst>
                <a:ext uri="{FF2B5EF4-FFF2-40B4-BE49-F238E27FC236}">
                  <a16:creationId xmlns:a16="http://schemas.microsoft.com/office/drawing/2014/main" id="{4AF58384-5B38-499E-3788-109AD1A7323D}"/>
                </a:ext>
              </a:extLst>
            </p:cNvPr>
            <p:cNvGrpSpPr/>
            <p:nvPr/>
          </p:nvGrpSpPr>
          <p:grpSpPr>
            <a:xfrm>
              <a:off x="4990392" y="5526632"/>
              <a:ext cx="394611" cy="396237"/>
              <a:chOff x="4990392" y="5526632"/>
              <a:chExt cx="394611" cy="396237"/>
            </a:xfrm>
            <a:solidFill>
              <a:srgbClr val="262626"/>
            </a:solidFill>
          </p:grpSpPr>
          <p:sp>
            <p:nvSpPr>
              <p:cNvPr id="17" name="Forma Livre: Forma 16">
                <a:extLst>
                  <a:ext uri="{FF2B5EF4-FFF2-40B4-BE49-F238E27FC236}">
                    <a16:creationId xmlns:a16="http://schemas.microsoft.com/office/drawing/2014/main" id="{7EFF1D6E-2202-E93A-9C66-273B635E8308}"/>
                  </a:ext>
                </a:extLst>
              </p:cNvPr>
              <p:cNvSpPr/>
              <p:nvPr/>
            </p:nvSpPr>
            <p:spPr>
              <a:xfrm>
                <a:off x="4990392" y="5526632"/>
                <a:ext cx="394611" cy="396237"/>
              </a:xfrm>
              <a:custGeom>
                <a:avLst/>
                <a:gdLst>
                  <a:gd name="connsiteX0" fmla="*/ 283625 w 394611"/>
                  <a:gd name="connsiteY0" fmla="*/ 396237 h 396237"/>
                  <a:gd name="connsiteX1" fmla="*/ 281460 w 394611"/>
                  <a:gd name="connsiteY1" fmla="*/ 395904 h 396237"/>
                  <a:gd name="connsiteX2" fmla="*/ 4917 w 394611"/>
                  <a:gd name="connsiteY2" fmla="*/ 307517 h 396237"/>
                  <a:gd name="connsiteX3" fmla="*/ 614 w 394611"/>
                  <a:gd name="connsiteY3" fmla="*/ 303659 h 396237"/>
                  <a:gd name="connsiteX4" fmla="*/ 614 w 394611"/>
                  <a:gd name="connsiteY4" fmla="*/ 297885 h 396237"/>
                  <a:gd name="connsiteX5" fmla="*/ 36341 w 394611"/>
                  <a:gd name="connsiteY5" fmla="*/ 218436 h 396237"/>
                  <a:gd name="connsiteX6" fmla="*/ 40450 w 394611"/>
                  <a:gd name="connsiteY6" fmla="*/ 214661 h 396237"/>
                  <a:gd name="connsiteX7" fmla="*/ 113680 w 394611"/>
                  <a:gd name="connsiteY7" fmla="*/ 188789 h 396237"/>
                  <a:gd name="connsiteX8" fmla="*/ 159456 w 394611"/>
                  <a:gd name="connsiteY8" fmla="*/ 129577 h 396237"/>
                  <a:gd name="connsiteX9" fmla="*/ 163286 w 394611"/>
                  <a:gd name="connsiteY9" fmla="*/ 127051 h 396237"/>
                  <a:gd name="connsiteX10" fmla="*/ 235961 w 394611"/>
                  <a:gd name="connsiteY10" fmla="*/ 108285 h 396237"/>
                  <a:gd name="connsiteX11" fmla="*/ 268996 w 394611"/>
                  <a:gd name="connsiteY11" fmla="*/ 4936 h 396237"/>
                  <a:gd name="connsiteX12" fmla="*/ 273021 w 394611"/>
                  <a:gd name="connsiteY12" fmla="*/ 550 h 396237"/>
                  <a:gd name="connsiteX13" fmla="*/ 278961 w 394611"/>
                  <a:gd name="connsiteY13" fmla="*/ 772 h 396237"/>
                  <a:gd name="connsiteX14" fmla="*/ 390750 w 394611"/>
                  <a:gd name="connsiteY14" fmla="*/ 57707 h 396237"/>
                  <a:gd name="connsiteX15" fmla="*/ 394275 w 394611"/>
                  <a:gd name="connsiteY15" fmla="*/ 66174 h 396237"/>
                  <a:gd name="connsiteX16" fmla="*/ 290370 w 394611"/>
                  <a:gd name="connsiteY16" fmla="*/ 391324 h 396237"/>
                  <a:gd name="connsiteX17" fmla="*/ 283625 w 394611"/>
                  <a:gd name="connsiteY17" fmla="*/ 396237 h 396237"/>
                  <a:gd name="connsiteX18" fmla="*/ 16770 w 394611"/>
                  <a:gd name="connsiteY18" fmla="*/ 296441 h 396237"/>
                  <a:gd name="connsiteX19" fmla="*/ 279017 w 394611"/>
                  <a:gd name="connsiteY19" fmla="*/ 380248 h 396237"/>
                  <a:gd name="connsiteX20" fmla="*/ 378952 w 394611"/>
                  <a:gd name="connsiteY20" fmla="*/ 67590 h 396237"/>
                  <a:gd name="connsiteX21" fmla="*/ 279961 w 394611"/>
                  <a:gd name="connsiteY21" fmla="*/ 17178 h 396237"/>
                  <a:gd name="connsiteX22" fmla="*/ 248287 w 394611"/>
                  <a:gd name="connsiteY22" fmla="*/ 116308 h 396237"/>
                  <a:gd name="connsiteX23" fmla="*/ 243318 w 394611"/>
                  <a:gd name="connsiteY23" fmla="*/ 120999 h 396237"/>
                  <a:gd name="connsiteX24" fmla="*/ 169199 w 394611"/>
                  <a:gd name="connsiteY24" fmla="*/ 140126 h 396237"/>
                  <a:gd name="connsiteX25" fmla="*/ 123618 w 394611"/>
                  <a:gd name="connsiteY25" fmla="*/ 199088 h 396237"/>
                  <a:gd name="connsiteX26" fmla="*/ 120370 w 394611"/>
                  <a:gd name="connsiteY26" fmla="*/ 201419 h 396237"/>
                  <a:gd name="connsiteX27" fmla="*/ 48028 w 394611"/>
                  <a:gd name="connsiteY27" fmla="*/ 226986 h 396237"/>
                  <a:gd name="connsiteX28" fmla="*/ 16798 w 394611"/>
                  <a:gd name="connsiteY28" fmla="*/ 296441 h 3962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394611" h="396237">
                    <a:moveTo>
                      <a:pt x="283625" y="396237"/>
                    </a:moveTo>
                    <a:cubicBezTo>
                      <a:pt x="282903" y="396237"/>
                      <a:pt x="282181" y="396127"/>
                      <a:pt x="281460" y="395904"/>
                    </a:cubicBezTo>
                    <a:lnTo>
                      <a:pt x="4917" y="307517"/>
                    </a:lnTo>
                    <a:cubicBezTo>
                      <a:pt x="3002" y="306907"/>
                      <a:pt x="1419" y="305491"/>
                      <a:pt x="614" y="303659"/>
                    </a:cubicBezTo>
                    <a:cubicBezTo>
                      <a:pt x="-219" y="301827"/>
                      <a:pt x="-191" y="299717"/>
                      <a:pt x="614" y="297885"/>
                    </a:cubicBezTo>
                    <a:lnTo>
                      <a:pt x="36341" y="218436"/>
                    </a:lnTo>
                    <a:cubicBezTo>
                      <a:pt x="37146" y="216660"/>
                      <a:pt x="38617" y="215299"/>
                      <a:pt x="40450" y="214661"/>
                    </a:cubicBezTo>
                    <a:lnTo>
                      <a:pt x="113680" y="188789"/>
                    </a:lnTo>
                    <a:lnTo>
                      <a:pt x="159456" y="129577"/>
                    </a:lnTo>
                    <a:cubicBezTo>
                      <a:pt x="160427" y="128328"/>
                      <a:pt x="161760" y="127440"/>
                      <a:pt x="163286" y="127051"/>
                    </a:cubicBezTo>
                    <a:lnTo>
                      <a:pt x="235961" y="108285"/>
                    </a:lnTo>
                    <a:lnTo>
                      <a:pt x="268996" y="4936"/>
                    </a:lnTo>
                    <a:cubicBezTo>
                      <a:pt x="269634" y="2965"/>
                      <a:pt x="271105" y="1355"/>
                      <a:pt x="273021" y="550"/>
                    </a:cubicBezTo>
                    <a:cubicBezTo>
                      <a:pt x="274936" y="-255"/>
                      <a:pt x="277102" y="-172"/>
                      <a:pt x="278961" y="772"/>
                    </a:cubicBezTo>
                    <a:lnTo>
                      <a:pt x="390750" y="57707"/>
                    </a:lnTo>
                    <a:cubicBezTo>
                      <a:pt x="393831" y="59289"/>
                      <a:pt x="395330" y="62870"/>
                      <a:pt x="394275" y="66174"/>
                    </a:cubicBezTo>
                    <a:lnTo>
                      <a:pt x="290370" y="391324"/>
                    </a:lnTo>
                    <a:cubicBezTo>
                      <a:pt x="289399" y="394322"/>
                      <a:pt x="286623" y="396237"/>
                      <a:pt x="283625" y="396237"/>
                    </a:cubicBezTo>
                    <a:close/>
                    <a:moveTo>
                      <a:pt x="16770" y="296441"/>
                    </a:moveTo>
                    <a:lnTo>
                      <a:pt x="279017" y="380248"/>
                    </a:lnTo>
                    <a:lnTo>
                      <a:pt x="378952" y="67590"/>
                    </a:lnTo>
                    <a:lnTo>
                      <a:pt x="279961" y="17178"/>
                    </a:lnTo>
                    <a:lnTo>
                      <a:pt x="248287" y="116308"/>
                    </a:lnTo>
                    <a:cubicBezTo>
                      <a:pt x="247537" y="118640"/>
                      <a:pt x="245677" y="120389"/>
                      <a:pt x="243318" y="120999"/>
                    </a:cubicBezTo>
                    <a:lnTo>
                      <a:pt x="169199" y="140126"/>
                    </a:lnTo>
                    <a:lnTo>
                      <a:pt x="123618" y="199088"/>
                    </a:lnTo>
                    <a:cubicBezTo>
                      <a:pt x="122785" y="200170"/>
                      <a:pt x="121675" y="200975"/>
                      <a:pt x="120370" y="201419"/>
                    </a:cubicBezTo>
                    <a:lnTo>
                      <a:pt x="48028" y="226986"/>
                    </a:lnTo>
                    <a:lnTo>
                      <a:pt x="16798" y="296441"/>
                    </a:lnTo>
                    <a:close/>
                  </a:path>
                </a:pathLst>
              </a:custGeom>
              <a:solidFill>
                <a:srgbClr val="262626"/>
              </a:solidFill>
              <a:ln w="27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8" name="Forma Livre: Forma 17">
                <a:extLst>
                  <a:ext uri="{FF2B5EF4-FFF2-40B4-BE49-F238E27FC236}">
                    <a16:creationId xmlns:a16="http://schemas.microsoft.com/office/drawing/2014/main" id="{6EED0D77-23ED-C141-F957-8D29654B60EF}"/>
                  </a:ext>
                </a:extLst>
              </p:cNvPr>
              <p:cNvSpPr/>
              <p:nvPr/>
            </p:nvSpPr>
            <p:spPr>
              <a:xfrm>
                <a:off x="5141378" y="5742595"/>
                <a:ext cx="106434" cy="37588"/>
              </a:xfrm>
              <a:custGeom>
                <a:avLst/>
                <a:gdLst>
                  <a:gd name="connsiteX0" fmla="*/ 99354 w 106434"/>
                  <a:gd name="connsiteY0" fmla="*/ 37589 h 37588"/>
                  <a:gd name="connsiteX1" fmla="*/ 97605 w 106434"/>
                  <a:gd name="connsiteY1" fmla="*/ 37367 h 37588"/>
                  <a:gd name="connsiteX2" fmla="*/ 5332 w 106434"/>
                  <a:gd name="connsiteY2" fmla="*/ 13937 h 37588"/>
                  <a:gd name="connsiteX3" fmla="*/ 224 w 106434"/>
                  <a:gd name="connsiteY3" fmla="*/ 5332 h 37588"/>
                  <a:gd name="connsiteX4" fmla="*/ 8830 w 106434"/>
                  <a:gd name="connsiteY4" fmla="*/ 224 h 37588"/>
                  <a:gd name="connsiteX5" fmla="*/ 101103 w 106434"/>
                  <a:gd name="connsiteY5" fmla="*/ 23653 h 37588"/>
                  <a:gd name="connsiteX6" fmla="*/ 106211 w 106434"/>
                  <a:gd name="connsiteY6" fmla="*/ 32259 h 37588"/>
                  <a:gd name="connsiteX7" fmla="*/ 99354 w 106434"/>
                  <a:gd name="connsiteY7" fmla="*/ 37589 h 375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06434" h="37588">
                    <a:moveTo>
                      <a:pt x="99354" y="37589"/>
                    </a:moveTo>
                    <a:cubicBezTo>
                      <a:pt x="98771" y="37589"/>
                      <a:pt x="98188" y="37505"/>
                      <a:pt x="97605" y="37367"/>
                    </a:cubicBezTo>
                    <a:lnTo>
                      <a:pt x="5332" y="13937"/>
                    </a:lnTo>
                    <a:cubicBezTo>
                      <a:pt x="1529" y="12966"/>
                      <a:pt x="-748" y="9135"/>
                      <a:pt x="224" y="5332"/>
                    </a:cubicBezTo>
                    <a:cubicBezTo>
                      <a:pt x="1196" y="1529"/>
                      <a:pt x="5027" y="-747"/>
                      <a:pt x="8830" y="224"/>
                    </a:cubicBezTo>
                    <a:lnTo>
                      <a:pt x="101103" y="23653"/>
                    </a:lnTo>
                    <a:cubicBezTo>
                      <a:pt x="104906" y="24625"/>
                      <a:pt x="107182" y="28456"/>
                      <a:pt x="106211" y="32259"/>
                    </a:cubicBezTo>
                    <a:cubicBezTo>
                      <a:pt x="105406" y="35451"/>
                      <a:pt x="102519" y="37589"/>
                      <a:pt x="99354" y="37589"/>
                    </a:cubicBezTo>
                    <a:close/>
                  </a:path>
                </a:pathLst>
              </a:custGeom>
              <a:solidFill>
                <a:srgbClr val="262626"/>
              </a:solidFill>
              <a:ln w="27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grpSp>
        <p:nvGrpSpPr>
          <p:cNvPr id="24" name="Gráfico 2">
            <a:extLst>
              <a:ext uri="{FF2B5EF4-FFF2-40B4-BE49-F238E27FC236}">
                <a16:creationId xmlns:a16="http://schemas.microsoft.com/office/drawing/2014/main" id="{7BB8C2EF-9FFE-9395-C7B2-25A1AA2E1BC8}"/>
              </a:ext>
            </a:extLst>
          </p:cNvPr>
          <p:cNvGrpSpPr/>
          <p:nvPr/>
        </p:nvGrpSpPr>
        <p:grpSpPr>
          <a:xfrm>
            <a:off x="2866329" y="5316508"/>
            <a:ext cx="575634" cy="578420"/>
            <a:chOff x="2828522" y="5278517"/>
            <a:chExt cx="651248" cy="654401"/>
          </a:xfrm>
          <a:solidFill>
            <a:srgbClr val="262626"/>
          </a:solidFill>
        </p:grpSpPr>
        <p:grpSp>
          <p:nvGrpSpPr>
            <p:cNvPr id="25" name="Gráfico 2">
              <a:extLst>
                <a:ext uri="{FF2B5EF4-FFF2-40B4-BE49-F238E27FC236}">
                  <a16:creationId xmlns:a16="http://schemas.microsoft.com/office/drawing/2014/main" id="{AD4AB512-C509-7651-097E-A5EFB1C43CA5}"/>
                </a:ext>
              </a:extLst>
            </p:cNvPr>
            <p:cNvGrpSpPr/>
            <p:nvPr/>
          </p:nvGrpSpPr>
          <p:grpSpPr>
            <a:xfrm>
              <a:off x="2828522" y="5278517"/>
              <a:ext cx="651248" cy="601574"/>
              <a:chOff x="2828522" y="5278517"/>
              <a:chExt cx="651248" cy="601574"/>
            </a:xfrm>
            <a:solidFill>
              <a:srgbClr val="262626"/>
            </a:solidFill>
          </p:grpSpPr>
          <p:sp>
            <p:nvSpPr>
              <p:cNvPr id="29" name="Forma Livre: Forma 28">
                <a:extLst>
                  <a:ext uri="{FF2B5EF4-FFF2-40B4-BE49-F238E27FC236}">
                    <a16:creationId xmlns:a16="http://schemas.microsoft.com/office/drawing/2014/main" id="{5C4328DC-DB61-5854-A87E-0677F098794A}"/>
                  </a:ext>
                </a:extLst>
              </p:cNvPr>
              <p:cNvSpPr/>
              <p:nvPr/>
            </p:nvSpPr>
            <p:spPr>
              <a:xfrm>
                <a:off x="2867553" y="5609576"/>
                <a:ext cx="301075" cy="270515"/>
              </a:xfrm>
              <a:custGeom>
                <a:avLst/>
                <a:gdLst>
                  <a:gd name="connsiteX0" fmla="*/ 286589 w 301075"/>
                  <a:gd name="connsiteY0" fmla="*/ 270516 h 270515"/>
                  <a:gd name="connsiteX1" fmla="*/ 283230 w 301075"/>
                  <a:gd name="connsiteY1" fmla="*/ 269655 h 270515"/>
                  <a:gd name="connsiteX2" fmla="*/ 913 w 301075"/>
                  <a:gd name="connsiteY2" fmla="*/ 10545 h 270515"/>
                  <a:gd name="connsiteX3" fmla="*/ 3606 w 301075"/>
                  <a:gd name="connsiteY3" fmla="*/ 913 h 270515"/>
                  <a:gd name="connsiteX4" fmla="*/ 13238 w 301075"/>
                  <a:gd name="connsiteY4" fmla="*/ 3606 h 270515"/>
                  <a:gd name="connsiteX5" fmla="*/ 286616 w 301075"/>
                  <a:gd name="connsiteY5" fmla="*/ 255331 h 270515"/>
                  <a:gd name="connsiteX6" fmla="*/ 290475 w 301075"/>
                  <a:gd name="connsiteY6" fmla="*/ 253138 h 270515"/>
                  <a:gd name="connsiteX7" fmla="*/ 300135 w 301075"/>
                  <a:gd name="connsiteY7" fmla="*/ 255748 h 270515"/>
                  <a:gd name="connsiteX8" fmla="*/ 297526 w 301075"/>
                  <a:gd name="connsiteY8" fmla="*/ 265408 h 270515"/>
                  <a:gd name="connsiteX9" fmla="*/ 289920 w 301075"/>
                  <a:gd name="connsiteY9" fmla="*/ 269655 h 270515"/>
                  <a:gd name="connsiteX10" fmla="*/ 286589 w 301075"/>
                  <a:gd name="connsiteY10" fmla="*/ 270488 h 2705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01075" h="270515">
                    <a:moveTo>
                      <a:pt x="286589" y="270516"/>
                    </a:moveTo>
                    <a:cubicBezTo>
                      <a:pt x="285423" y="270516"/>
                      <a:pt x="284257" y="270238"/>
                      <a:pt x="283230" y="269655"/>
                    </a:cubicBezTo>
                    <a:cubicBezTo>
                      <a:pt x="281259" y="268600"/>
                      <a:pt x="85969" y="161642"/>
                      <a:pt x="913" y="10545"/>
                    </a:cubicBezTo>
                    <a:cubicBezTo>
                      <a:pt x="-1003" y="7131"/>
                      <a:pt x="191" y="2828"/>
                      <a:pt x="3606" y="913"/>
                    </a:cubicBezTo>
                    <a:cubicBezTo>
                      <a:pt x="7020" y="-1003"/>
                      <a:pt x="11323" y="191"/>
                      <a:pt x="13238" y="3606"/>
                    </a:cubicBezTo>
                    <a:cubicBezTo>
                      <a:pt x="90188" y="140322"/>
                      <a:pt x="260578" y="240563"/>
                      <a:pt x="286616" y="255331"/>
                    </a:cubicBezTo>
                    <a:cubicBezTo>
                      <a:pt x="287671" y="254748"/>
                      <a:pt x="288976" y="253999"/>
                      <a:pt x="290475" y="253138"/>
                    </a:cubicBezTo>
                    <a:cubicBezTo>
                      <a:pt x="293862" y="251195"/>
                      <a:pt x="298192" y="252361"/>
                      <a:pt x="300135" y="255748"/>
                    </a:cubicBezTo>
                    <a:cubicBezTo>
                      <a:pt x="302079" y="259134"/>
                      <a:pt x="300913" y="263465"/>
                      <a:pt x="297526" y="265408"/>
                    </a:cubicBezTo>
                    <a:cubicBezTo>
                      <a:pt x="292640" y="268212"/>
                      <a:pt x="289920" y="269655"/>
                      <a:pt x="289920" y="269655"/>
                    </a:cubicBezTo>
                    <a:cubicBezTo>
                      <a:pt x="288865" y="270210"/>
                      <a:pt x="287727" y="270488"/>
                      <a:pt x="286589" y="270488"/>
                    </a:cubicBezTo>
                    <a:close/>
                  </a:path>
                </a:pathLst>
              </a:custGeom>
              <a:solidFill>
                <a:srgbClr val="262626"/>
              </a:solidFill>
              <a:ln w="27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0" name="Forma Livre: Forma 29">
                <a:extLst>
                  <a:ext uri="{FF2B5EF4-FFF2-40B4-BE49-F238E27FC236}">
                    <a16:creationId xmlns:a16="http://schemas.microsoft.com/office/drawing/2014/main" id="{A56E5034-222F-3690-B694-5CD8989FE7C6}"/>
                  </a:ext>
                </a:extLst>
              </p:cNvPr>
              <p:cNvSpPr/>
              <p:nvPr/>
            </p:nvSpPr>
            <p:spPr>
              <a:xfrm>
                <a:off x="2828522" y="5278517"/>
                <a:ext cx="651248" cy="382855"/>
              </a:xfrm>
              <a:custGeom>
                <a:avLst/>
                <a:gdLst>
                  <a:gd name="connsiteX0" fmla="*/ 217552 w 651248"/>
                  <a:gd name="connsiteY0" fmla="*/ 382828 h 382855"/>
                  <a:gd name="connsiteX1" fmla="*/ 211278 w 651248"/>
                  <a:gd name="connsiteY1" fmla="*/ 379025 h 382855"/>
                  <a:gd name="connsiteX2" fmla="*/ 168500 w 651248"/>
                  <a:gd name="connsiteY2" fmla="*/ 297411 h 382855"/>
                  <a:gd name="connsiteX3" fmla="*/ 168306 w 651248"/>
                  <a:gd name="connsiteY3" fmla="*/ 297050 h 382855"/>
                  <a:gd name="connsiteX4" fmla="*/ 133828 w 651248"/>
                  <a:gd name="connsiteY4" fmla="*/ 231287 h 382855"/>
                  <a:gd name="connsiteX5" fmla="*/ 69176 w 651248"/>
                  <a:gd name="connsiteY5" fmla="*/ 295940 h 382855"/>
                  <a:gd name="connsiteX6" fmla="*/ 64179 w 651248"/>
                  <a:gd name="connsiteY6" fmla="*/ 298022 h 382855"/>
                  <a:gd name="connsiteX7" fmla="*/ 23983 w 651248"/>
                  <a:gd name="connsiteY7" fmla="*/ 298022 h 382855"/>
                  <a:gd name="connsiteX8" fmla="*/ 17348 w 651248"/>
                  <a:gd name="connsiteY8" fmla="*/ 293441 h 382855"/>
                  <a:gd name="connsiteX9" fmla="*/ 7049 w 651248"/>
                  <a:gd name="connsiteY9" fmla="*/ 144788 h 382855"/>
                  <a:gd name="connsiteX10" fmla="*/ 145293 w 651248"/>
                  <a:gd name="connsiteY10" fmla="*/ 3130 h 382855"/>
                  <a:gd name="connsiteX11" fmla="*/ 316959 w 651248"/>
                  <a:gd name="connsiteY11" fmla="*/ 58399 h 382855"/>
                  <a:gd name="connsiteX12" fmla="*/ 325620 w 651248"/>
                  <a:gd name="connsiteY12" fmla="*/ 67699 h 382855"/>
                  <a:gd name="connsiteX13" fmla="*/ 327924 w 651248"/>
                  <a:gd name="connsiteY13" fmla="*/ 65173 h 382855"/>
                  <a:gd name="connsiteX14" fmla="*/ 506309 w 651248"/>
                  <a:gd name="connsiteY14" fmla="*/ 3213 h 382855"/>
                  <a:gd name="connsiteX15" fmla="*/ 644247 w 651248"/>
                  <a:gd name="connsiteY15" fmla="*/ 145065 h 382855"/>
                  <a:gd name="connsiteX16" fmla="*/ 624538 w 651248"/>
                  <a:gd name="connsiteY16" fmla="*/ 315760 h 382855"/>
                  <a:gd name="connsiteX17" fmla="*/ 615127 w 651248"/>
                  <a:gd name="connsiteY17" fmla="*/ 319202 h 382855"/>
                  <a:gd name="connsiteX18" fmla="*/ 611685 w 651248"/>
                  <a:gd name="connsiteY18" fmla="*/ 309792 h 382855"/>
                  <a:gd name="connsiteX19" fmla="*/ 630450 w 651248"/>
                  <a:gd name="connsiteY19" fmla="*/ 148230 h 382855"/>
                  <a:gd name="connsiteX20" fmla="*/ 503394 w 651248"/>
                  <a:gd name="connsiteY20" fmla="*/ 17037 h 382855"/>
                  <a:gd name="connsiteX21" fmla="*/ 338307 w 651248"/>
                  <a:gd name="connsiteY21" fmla="*/ 74722 h 382855"/>
                  <a:gd name="connsiteX22" fmla="*/ 331061 w 651248"/>
                  <a:gd name="connsiteY22" fmla="*/ 83050 h 382855"/>
                  <a:gd name="connsiteX23" fmla="*/ 325565 w 651248"/>
                  <a:gd name="connsiteY23" fmla="*/ 85659 h 382855"/>
                  <a:gd name="connsiteX24" fmla="*/ 325565 w 651248"/>
                  <a:gd name="connsiteY24" fmla="*/ 85659 h 382855"/>
                  <a:gd name="connsiteX25" fmla="*/ 320096 w 651248"/>
                  <a:gd name="connsiteY25" fmla="*/ 83078 h 382855"/>
                  <a:gd name="connsiteX26" fmla="*/ 306855 w 651248"/>
                  <a:gd name="connsiteY26" fmla="*/ 68337 h 382855"/>
                  <a:gd name="connsiteX27" fmla="*/ 148152 w 651248"/>
                  <a:gd name="connsiteY27" fmla="*/ 16954 h 382855"/>
                  <a:gd name="connsiteX28" fmla="*/ 20790 w 651248"/>
                  <a:gd name="connsiteY28" fmla="*/ 147952 h 382855"/>
                  <a:gd name="connsiteX29" fmla="*/ 28869 w 651248"/>
                  <a:gd name="connsiteY29" fmla="*/ 283864 h 382855"/>
                  <a:gd name="connsiteX30" fmla="*/ 61181 w 651248"/>
                  <a:gd name="connsiteY30" fmla="*/ 283864 h 382855"/>
                  <a:gd name="connsiteX31" fmla="*/ 130553 w 651248"/>
                  <a:gd name="connsiteY31" fmla="*/ 214492 h 382855"/>
                  <a:gd name="connsiteX32" fmla="*/ 136632 w 651248"/>
                  <a:gd name="connsiteY32" fmla="*/ 212494 h 382855"/>
                  <a:gd name="connsiteX33" fmla="*/ 141823 w 651248"/>
                  <a:gd name="connsiteY33" fmla="*/ 216214 h 382855"/>
                  <a:gd name="connsiteX34" fmla="*/ 180659 w 651248"/>
                  <a:gd name="connsiteY34" fmla="*/ 290277 h 382855"/>
                  <a:gd name="connsiteX35" fmla="*/ 180853 w 651248"/>
                  <a:gd name="connsiteY35" fmla="*/ 290638 h 382855"/>
                  <a:gd name="connsiteX36" fmla="*/ 217135 w 651248"/>
                  <a:gd name="connsiteY36" fmla="*/ 359815 h 382855"/>
                  <a:gd name="connsiteX37" fmla="*/ 308992 w 651248"/>
                  <a:gd name="connsiteY37" fmla="*/ 163914 h 382855"/>
                  <a:gd name="connsiteX38" fmla="*/ 315821 w 651248"/>
                  <a:gd name="connsiteY38" fmla="*/ 159861 h 382855"/>
                  <a:gd name="connsiteX39" fmla="*/ 322123 w 651248"/>
                  <a:gd name="connsiteY39" fmla="*/ 164719 h 382855"/>
                  <a:gd name="connsiteX40" fmla="*/ 365206 w 651248"/>
                  <a:gd name="connsiteY40" fmla="*/ 295051 h 382855"/>
                  <a:gd name="connsiteX41" fmla="*/ 365345 w 651248"/>
                  <a:gd name="connsiteY41" fmla="*/ 295495 h 382855"/>
                  <a:gd name="connsiteX42" fmla="*/ 370314 w 651248"/>
                  <a:gd name="connsiteY42" fmla="*/ 310541 h 382855"/>
                  <a:gd name="connsiteX43" fmla="*/ 365817 w 651248"/>
                  <a:gd name="connsiteY43" fmla="*/ 319480 h 382855"/>
                  <a:gd name="connsiteX44" fmla="*/ 356878 w 651248"/>
                  <a:gd name="connsiteY44" fmla="*/ 314983 h 382855"/>
                  <a:gd name="connsiteX45" fmla="*/ 351798 w 651248"/>
                  <a:gd name="connsiteY45" fmla="*/ 299548 h 382855"/>
                  <a:gd name="connsiteX46" fmla="*/ 351659 w 651248"/>
                  <a:gd name="connsiteY46" fmla="*/ 299104 h 382855"/>
                  <a:gd name="connsiteX47" fmla="*/ 314267 w 651248"/>
                  <a:gd name="connsiteY47" fmla="*/ 186039 h 382855"/>
                  <a:gd name="connsiteX48" fmla="*/ 223909 w 651248"/>
                  <a:gd name="connsiteY48" fmla="*/ 378775 h 382855"/>
                  <a:gd name="connsiteX49" fmla="*/ 217663 w 651248"/>
                  <a:gd name="connsiteY49" fmla="*/ 382856 h 382855"/>
                  <a:gd name="connsiteX50" fmla="*/ 217496 w 651248"/>
                  <a:gd name="connsiteY50" fmla="*/ 382856 h 3828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</a:cxnLst>
                <a:rect l="l" t="t" r="r" b="b"/>
                <a:pathLst>
                  <a:path w="651248" h="382855">
                    <a:moveTo>
                      <a:pt x="217552" y="382828"/>
                    </a:moveTo>
                    <a:cubicBezTo>
                      <a:pt x="214914" y="382828"/>
                      <a:pt x="212499" y="381356"/>
                      <a:pt x="211278" y="379025"/>
                    </a:cubicBezTo>
                    <a:lnTo>
                      <a:pt x="168500" y="297411"/>
                    </a:lnTo>
                    <a:cubicBezTo>
                      <a:pt x="168500" y="297411"/>
                      <a:pt x="168334" y="297161"/>
                      <a:pt x="168306" y="297050"/>
                    </a:cubicBezTo>
                    <a:lnTo>
                      <a:pt x="133828" y="231287"/>
                    </a:lnTo>
                    <a:lnTo>
                      <a:pt x="69176" y="295940"/>
                    </a:lnTo>
                    <a:cubicBezTo>
                      <a:pt x="67843" y="297272"/>
                      <a:pt x="66039" y="298022"/>
                      <a:pt x="64179" y="298022"/>
                    </a:cubicBezTo>
                    <a:lnTo>
                      <a:pt x="23983" y="298022"/>
                    </a:lnTo>
                    <a:cubicBezTo>
                      <a:pt x="21040" y="298022"/>
                      <a:pt x="18403" y="296189"/>
                      <a:pt x="17348" y="293441"/>
                    </a:cubicBezTo>
                    <a:cubicBezTo>
                      <a:pt x="-1584" y="243030"/>
                      <a:pt x="-5026" y="193006"/>
                      <a:pt x="7049" y="144788"/>
                    </a:cubicBezTo>
                    <a:cubicBezTo>
                      <a:pt x="19847" y="84632"/>
                      <a:pt x="67593" y="17315"/>
                      <a:pt x="145293" y="3130"/>
                    </a:cubicBezTo>
                    <a:cubicBezTo>
                      <a:pt x="148818" y="2297"/>
                      <a:pt x="240842" y="-18329"/>
                      <a:pt x="316959" y="58399"/>
                    </a:cubicBezTo>
                    <a:cubicBezTo>
                      <a:pt x="319874" y="61342"/>
                      <a:pt x="322761" y="64451"/>
                      <a:pt x="325620" y="67699"/>
                    </a:cubicBezTo>
                    <a:cubicBezTo>
                      <a:pt x="326398" y="66838"/>
                      <a:pt x="327147" y="66005"/>
                      <a:pt x="327924" y="65173"/>
                    </a:cubicBezTo>
                    <a:cubicBezTo>
                      <a:pt x="404930" y="-19522"/>
                      <a:pt x="502228" y="2269"/>
                      <a:pt x="506309" y="3213"/>
                    </a:cubicBezTo>
                    <a:cubicBezTo>
                      <a:pt x="583592" y="17343"/>
                      <a:pt x="631366" y="84660"/>
                      <a:pt x="644247" y="145065"/>
                    </a:cubicBezTo>
                    <a:cubicBezTo>
                      <a:pt x="658044" y="200169"/>
                      <a:pt x="651437" y="257659"/>
                      <a:pt x="624538" y="315760"/>
                    </a:cubicBezTo>
                    <a:cubicBezTo>
                      <a:pt x="622900" y="319313"/>
                      <a:pt x="618708" y="320868"/>
                      <a:pt x="615127" y="319202"/>
                    </a:cubicBezTo>
                    <a:cubicBezTo>
                      <a:pt x="611574" y="317565"/>
                      <a:pt x="610047" y="313345"/>
                      <a:pt x="611685" y="309792"/>
                    </a:cubicBezTo>
                    <a:cubicBezTo>
                      <a:pt x="637196" y="254689"/>
                      <a:pt x="643497" y="200335"/>
                      <a:pt x="630450" y="148230"/>
                    </a:cubicBezTo>
                    <a:cubicBezTo>
                      <a:pt x="618486" y="92211"/>
                      <a:pt x="574570" y="30084"/>
                      <a:pt x="503394" y="17037"/>
                    </a:cubicBezTo>
                    <a:cubicBezTo>
                      <a:pt x="502145" y="16760"/>
                      <a:pt x="409594" y="-3672"/>
                      <a:pt x="338307" y="74722"/>
                    </a:cubicBezTo>
                    <a:cubicBezTo>
                      <a:pt x="335808" y="77415"/>
                      <a:pt x="333393" y="80191"/>
                      <a:pt x="331061" y="83050"/>
                    </a:cubicBezTo>
                    <a:cubicBezTo>
                      <a:pt x="329729" y="84716"/>
                      <a:pt x="327702" y="85659"/>
                      <a:pt x="325565" y="85659"/>
                    </a:cubicBezTo>
                    <a:lnTo>
                      <a:pt x="325565" y="85659"/>
                    </a:lnTo>
                    <a:cubicBezTo>
                      <a:pt x="323455" y="85659"/>
                      <a:pt x="321429" y="84716"/>
                      <a:pt x="320096" y="83078"/>
                    </a:cubicBezTo>
                    <a:cubicBezTo>
                      <a:pt x="315766" y="77803"/>
                      <a:pt x="311296" y="72834"/>
                      <a:pt x="306855" y="68337"/>
                    </a:cubicBezTo>
                    <a:cubicBezTo>
                      <a:pt x="236484" y="-2617"/>
                      <a:pt x="149013" y="16760"/>
                      <a:pt x="148152" y="16954"/>
                    </a:cubicBezTo>
                    <a:cubicBezTo>
                      <a:pt x="76560" y="30057"/>
                      <a:pt x="32672" y="92183"/>
                      <a:pt x="20790" y="147952"/>
                    </a:cubicBezTo>
                    <a:cubicBezTo>
                      <a:pt x="9714" y="192118"/>
                      <a:pt x="12462" y="237727"/>
                      <a:pt x="28869" y="283864"/>
                    </a:cubicBezTo>
                    <a:lnTo>
                      <a:pt x="61181" y="283864"/>
                    </a:lnTo>
                    <a:lnTo>
                      <a:pt x="130553" y="214492"/>
                    </a:lnTo>
                    <a:cubicBezTo>
                      <a:pt x="132135" y="212910"/>
                      <a:pt x="134383" y="212188"/>
                      <a:pt x="136632" y="212494"/>
                    </a:cubicBezTo>
                    <a:cubicBezTo>
                      <a:pt x="138853" y="212827"/>
                      <a:pt x="140796" y="214215"/>
                      <a:pt x="141823" y="216214"/>
                    </a:cubicBezTo>
                    <a:lnTo>
                      <a:pt x="180659" y="290277"/>
                    </a:lnTo>
                    <a:cubicBezTo>
                      <a:pt x="180659" y="290277"/>
                      <a:pt x="180798" y="290527"/>
                      <a:pt x="180853" y="290638"/>
                    </a:cubicBezTo>
                    <a:lnTo>
                      <a:pt x="217135" y="359815"/>
                    </a:lnTo>
                    <a:lnTo>
                      <a:pt x="308992" y="163914"/>
                    </a:lnTo>
                    <a:cubicBezTo>
                      <a:pt x="310214" y="161305"/>
                      <a:pt x="312934" y="159723"/>
                      <a:pt x="315821" y="159861"/>
                    </a:cubicBezTo>
                    <a:cubicBezTo>
                      <a:pt x="318708" y="160028"/>
                      <a:pt x="321207" y="161943"/>
                      <a:pt x="322123" y="164719"/>
                    </a:cubicBezTo>
                    <a:lnTo>
                      <a:pt x="365206" y="295051"/>
                    </a:lnTo>
                    <a:cubicBezTo>
                      <a:pt x="365261" y="295190"/>
                      <a:pt x="365289" y="295329"/>
                      <a:pt x="365345" y="295495"/>
                    </a:cubicBezTo>
                    <a:lnTo>
                      <a:pt x="370314" y="310541"/>
                    </a:lnTo>
                    <a:cubicBezTo>
                      <a:pt x="371535" y="314261"/>
                      <a:pt x="369509" y="318259"/>
                      <a:pt x="365817" y="319480"/>
                    </a:cubicBezTo>
                    <a:cubicBezTo>
                      <a:pt x="362097" y="320701"/>
                      <a:pt x="358099" y="318675"/>
                      <a:pt x="356878" y="314983"/>
                    </a:cubicBezTo>
                    <a:lnTo>
                      <a:pt x="351798" y="299548"/>
                    </a:lnTo>
                    <a:cubicBezTo>
                      <a:pt x="351742" y="299410"/>
                      <a:pt x="351715" y="299271"/>
                      <a:pt x="351659" y="299104"/>
                    </a:cubicBezTo>
                    <a:lnTo>
                      <a:pt x="314267" y="186039"/>
                    </a:lnTo>
                    <a:lnTo>
                      <a:pt x="223909" y="378775"/>
                    </a:lnTo>
                    <a:cubicBezTo>
                      <a:pt x="222770" y="381218"/>
                      <a:pt x="220355" y="382800"/>
                      <a:pt x="217663" y="382856"/>
                    </a:cubicBezTo>
                    <a:cubicBezTo>
                      <a:pt x="217607" y="382856"/>
                      <a:pt x="217552" y="382856"/>
                      <a:pt x="217496" y="382856"/>
                    </a:cubicBezTo>
                    <a:close/>
                  </a:path>
                </a:pathLst>
              </a:custGeom>
              <a:solidFill>
                <a:srgbClr val="262626"/>
              </a:solidFill>
              <a:ln w="27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26" name="Gráfico 2">
              <a:extLst>
                <a:ext uri="{FF2B5EF4-FFF2-40B4-BE49-F238E27FC236}">
                  <a16:creationId xmlns:a16="http://schemas.microsoft.com/office/drawing/2014/main" id="{A1E37FD3-1B7F-7D2D-C2C1-74712CC7504F}"/>
                </a:ext>
              </a:extLst>
            </p:cNvPr>
            <p:cNvGrpSpPr/>
            <p:nvPr/>
          </p:nvGrpSpPr>
          <p:grpSpPr>
            <a:xfrm>
              <a:off x="3185066" y="5601231"/>
              <a:ext cx="266854" cy="331687"/>
              <a:chOff x="3185066" y="5601231"/>
              <a:chExt cx="266854" cy="331687"/>
            </a:xfrm>
            <a:solidFill>
              <a:srgbClr val="262626"/>
            </a:solidFill>
          </p:grpSpPr>
          <p:sp>
            <p:nvSpPr>
              <p:cNvPr id="27" name="Forma Livre: Forma 26">
                <a:extLst>
                  <a:ext uri="{FF2B5EF4-FFF2-40B4-BE49-F238E27FC236}">
                    <a16:creationId xmlns:a16="http://schemas.microsoft.com/office/drawing/2014/main" id="{BE9CC99E-16E7-F86C-F53A-D04736960E62}"/>
                  </a:ext>
                </a:extLst>
              </p:cNvPr>
              <p:cNvSpPr/>
              <p:nvPr/>
            </p:nvSpPr>
            <p:spPr>
              <a:xfrm>
                <a:off x="3185066" y="5601231"/>
                <a:ext cx="266854" cy="331687"/>
              </a:xfrm>
              <a:custGeom>
                <a:avLst/>
                <a:gdLst>
                  <a:gd name="connsiteX0" fmla="*/ 133413 w 266854"/>
                  <a:gd name="connsiteY0" fmla="*/ 331688 h 331687"/>
                  <a:gd name="connsiteX1" fmla="*/ 132692 w 266854"/>
                  <a:gd name="connsiteY1" fmla="*/ 331660 h 331687"/>
                  <a:gd name="connsiteX2" fmla="*/ 0 w 266854"/>
                  <a:gd name="connsiteY2" fmla="*/ 192278 h 331687"/>
                  <a:gd name="connsiteX3" fmla="*/ 0 w 266854"/>
                  <a:gd name="connsiteY3" fmla="*/ 37267 h 331687"/>
                  <a:gd name="connsiteX4" fmla="*/ 7079 w 266854"/>
                  <a:gd name="connsiteY4" fmla="*/ 30189 h 331687"/>
                  <a:gd name="connsiteX5" fmla="*/ 129472 w 266854"/>
                  <a:gd name="connsiteY5" fmla="*/ 1207 h 331687"/>
                  <a:gd name="connsiteX6" fmla="*/ 137411 w 266854"/>
                  <a:gd name="connsiteY6" fmla="*/ 1207 h 331687"/>
                  <a:gd name="connsiteX7" fmla="*/ 259776 w 266854"/>
                  <a:gd name="connsiteY7" fmla="*/ 30189 h 331687"/>
                  <a:gd name="connsiteX8" fmla="*/ 266855 w 266854"/>
                  <a:gd name="connsiteY8" fmla="*/ 37267 h 331687"/>
                  <a:gd name="connsiteX9" fmla="*/ 266855 w 266854"/>
                  <a:gd name="connsiteY9" fmla="*/ 192278 h 331687"/>
                  <a:gd name="connsiteX10" fmla="*/ 134135 w 266854"/>
                  <a:gd name="connsiteY10" fmla="*/ 331660 h 331687"/>
                  <a:gd name="connsiteX11" fmla="*/ 133413 w 266854"/>
                  <a:gd name="connsiteY11" fmla="*/ 331688 h 331687"/>
                  <a:gd name="connsiteX12" fmla="*/ 14157 w 266854"/>
                  <a:gd name="connsiteY12" fmla="*/ 44263 h 331687"/>
                  <a:gd name="connsiteX13" fmla="*/ 14157 w 266854"/>
                  <a:gd name="connsiteY13" fmla="*/ 192278 h 331687"/>
                  <a:gd name="connsiteX14" fmla="*/ 133413 w 266854"/>
                  <a:gd name="connsiteY14" fmla="*/ 317502 h 331687"/>
                  <a:gd name="connsiteX15" fmla="*/ 252697 w 266854"/>
                  <a:gd name="connsiteY15" fmla="*/ 192278 h 331687"/>
                  <a:gd name="connsiteX16" fmla="*/ 252697 w 266854"/>
                  <a:gd name="connsiteY16" fmla="*/ 44263 h 331687"/>
                  <a:gd name="connsiteX17" fmla="*/ 133441 w 266854"/>
                  <a:gd name="connsiteY17" fmla="*/ 15476 h 331687"/>
                  <a:gd name="connsiteX18" fmla="*/ 14157 w 266854"/>
                  <a:gd name="connsiteY18" fmla="*/ 44263 h 3316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266854" h="331687">
                    <a:moveTo>
                      <a:pt x="133413" y="331688"/>
                    </a:moveTo>
                    <a:cubicBezTo>
                      <a:pt x="133164" y="331688"/>
                      <a:pt x="132942" y="331688"/>
                      <a:pt x="132692" y="331660"/>
                    </a:cubicBezTo>
                    <a:cubicBezTo>
                      <a:pt x="54576" y="323720"/>
                      <a:pt x="0" y="266397"/>
                      <a:pt x="0" y="192278"/>
                    </a:cubicBezTo>
                    <a:lnTo>
                      <a:pt x="0" y="37267"/>
                    </a:lnTo>
                    <a:cubicBezTo>
                      <a:pt x="0" y="33353"/>
                      <a:pt x="3165" y="30189"/>
                      <a:pt x="7079" y="30189"/>
                    </a:cubicBezTo>
                    <a:cubicBezTo>
                      <a:pt x="56852" y="30189"/>
                      <a:pt x="102600" y="19362"/>
                      <a:pt x="129472" y="1207"/>
                    </a:cubicBezTo>
                    <a:cubicBezTo>
                      <a:pt x="131859" y="-402"/>
                      <a:pt x="134996" y="-402"/>
                      <a:pt x="137411" y="1207"/>
                    </a:cubicBezTo>
                    <a:cubicBezTo>
                      <a:pt x="164227" y="19362"/>
                      <a:pt x="209975" y="30189"/>
                      <a:pt x="259776" y="30189"/>
                    </a:cubicBezTo>
                    <a:cubicBezTo>
                      <a:pt x="263690" y="30189"/>
                      <a:pt x="266855" y="33353"/>
                      <a:pt x="266855" y="37267"/>
                    </a:cubicBezTo>
                    <a:lnTo>
                      <a:pt x="266855" y="192278"/>
                    </a:lnTo>
                    <a:cubicBezTo>
                      <a:pt x="266855" y="266397"/>
                      <a:pt x="212279" y="323720"/>
                      <a:pt x="134135" y="331660"/>
                    </a:cubicBezTo>
                    <a:cubicBezTo>
                      <a:pt x="133913" y="331660"/>
                      <a:pt x="133663" y="331688"/>
                      <a:pt x="133413" y="331688"/>
                    </a:cubicBezTo>
                    <a:close/>
                    <a:moveTo>
                      <a:pt x="14157" y="44263"/>
                    </a:moveTo>
                    <a:lnTo>
                      <a:pt x="14157" y="192278"/>
                    </a:lnTo>
                    <a:cubicBezTo>
                      <a:pt x="14157" y="258652"/>
                      <a:pt x="63153" y="310035"/>
                      <a:pt x="133413" y="317502"/>
                    </a:cubicBezTo>
                    <a:cubicBezTo>
                      <a:pt x="203673" y="310035"/>
                      <a:pt x="252697" y="258652"/>
                      <a:pt x="252697" y="192278"/>
                    </a:cubicBezTo>
                    <a:lnTo>
                      <a:pt x="252697" y="44263"/>
                    </a:lnTo>
                    <a:cubicBezTo>
                      <a:pt x="205200" y="43319"/>
                      <a:pt x="161479" y="32743"/>
                      <a:pt x="133441" y="15476"/>
                    </a:cubicBezTo>
                    <a:cubicBezTo>
                      <a:pt x="105376" y="32743"/>
                      <a:pt x="61627" y="43291"/>
                      <a:pt x="14157" y="44263"/>
                    </a:cubicBezTo>
                    <a:close/>
                  </a:path>
                </a:pathLst>
              </a:custGeom>
              <a:solidFill>
                <a:srgbClr val="262626"/>
              </a:solidFill>
              <a:ln w="27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8" name="Forma Livre: Forma 27">
                <a:extLst>
                  <a:ext uri="{FF2B5EF4-FFF2-40B4-BE49-F238E27FC236}">
                    <a16:creationId xmlns:a16="http://schemas.microsoft.com/office/drawing/2014/main" id="{2D1F3D13-AAE8-7197-1712-0DA5DFD80DBD}"/>
                  </a:ext>
                </a:extLst>
              </p:cNvPr>
              <p:cNvSpPr/>
              <p:nvPr/>
            </p:nvSpPr>
            <p:spPr>
              <a:xfrm>
                <a:off x="3232258" y="5786402"/>
                <a:ext cx="93289" cy="98963"/>
              </a:xfrm>
              <a:custGeom>
                <a:avLst/>
                <a:gdLst>
                  <a:gd name="connsiteX0" fmla="*/ 86222 w 93289"/>
                  <a:gd name="connsiteY0" fmla="*/ 98964 h 98963"/>
                  <a:gd name="connsiteX1" fmla="*/ 85195 w 93289"/>
                  <a:gd name="connsiteY1" fmla="*/ 98880 h 98963"/>
                  <a:gd name="connsiteX2" fmla="*/ 0 w 93289"/>
                  <a:gd name="connsiteY2" fmla="*/ 7079 h 98963"/>
                  <a:gd name="connsiteX3" fmla="*/ 7079 w 93289"/>
                  <a:gd name="connsiteY3" fmla="*/ 0 h 98963"/>
                  <a:gd name="connsiteX4" fmla="*/ 14157 w 93289"/>
                  <a:gd name="connsiteY4" fmla="*/ 7079 h 98963"/>
                  <a:gd name="connsiteX5" fmla="*/ 87221 w 93289"/>
                  <a:gd name="connsiteY5" fmla="*/ 84889 h 98963"/>
                  <a:gd name="connsiteX6" fmla="*/ 93217 w 93289"/>
                  <a:gd name="connsiteY6" fmla="*/ 92912 h 98963"/>
                  <a:gd name="connsiteX7" fmla="*/ 86222 w 93289"/>
                  <a:gd name="connsiteY7" fmla="*/ 98964 h 989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3289" h="98963">
                    <a:moveTo>
                      <a:pt x="86222" y="98964"/>
                    </a:moveTo>
                    <a:cubicBezTo>
                      <a:pt x="85889" y="98964"/>
                      <a:pt x="85528" y="98964"/>
                      <a:pt x="85195" y="98880"/>
                    </a:cubicBezTo>
                    <a:cubicBezTo>
                      <a:pt x="22319" y="89747"/>
                      <a:pt x="0" y="43722"/>
                      <a:pt x="0" y="7079"/>
                    </a:cubicBezTo>
                    <a:cubicBezTo>
                      <a:pt x="0" y="3165"/>
                      <a:pt x="3165" y="0"/>
                      <a:pt x="7079" y="0"/>
                    </a:cubicBezTo>
                    <a:cubicBezTo>
                      <a:pt x="10993" y="0"/>
                      <a:pt x="14157" y="3165"/>
                      <a:pt x="14157" y="7079"/>
                    </a:cubicBezTo>
                    <a:cubicBezTo>
                      <a:pt x="14157" y="56658"/>
                      <a:pt x="53521" y="79976"/>
                      <a:pt x="87221" y="84889"/>
                    </a:cubicBezTo>
                    <a:cubicBezTo>
                      <a:pt x="91080" y="85444"/>
                      <a:pt x="93773" y="89053"/>
                      <a:pt x="93217" y="92912"/>
                    </a:cubicBezTo>
                    <a:cubicBezTo>
                      <a:pt x="92718" y="96437"/>
                      <a:pt x="89692" y="98964"/>
                      <a:pt x="86222" y="98964"/>
                    </a:cubicBezTo>
                    <a:close/>
                  </a:path>
                </a:pathLst>
              </a:custGeom>
              <a:solidFill>
                <a:srgbClr val="262626"/>
              </a:solidFill>
              <a:ln w="27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grpSp>
        <p:nvGrpSpPr>
          <p:cNvPr id="31" name="Gráfico 2">
            <a:extLst>
              <a:ext uri="{FF2B5EF4-FFF2-40B4-BE49-F238E27FC236}">
                <a16:creationId xmlns:a16="http://schemas.microsoft.com/office/drawing/2014/main" id="{112E5293-794B-11C3-9DFB-F53C8E6C8E65}"/>
              </a:ext>
            </a:extLst>
          </p:cNvPr>
          <p:cNvGrpSpPr/>
          <p:nvPr/>
        </p:nvGrpSpPr>
        <p:grpSpPr>
          <a:xfrm>
            <a:off x="5790212" y="5258538"/>
            <a:ext cx="586774" cy="598302"/>
            <a:chOff x="5751673" y="5219242"/>
            <a:chExt cx="663852" cy="676894"/>
          </a:xfrm>
          <a:solidFill>
            <a:srgbClr val="262626"/>
          </a:solidFill>
        </p:grpSpPr>
        <p:grpSp>
          <p:nvGrpSpPr>
            <p:cNvPr id="32" name="Gráfico 2">
              <a:extLst>
                <a:ext uri="{FF2B5EF4-FFF2-40B4-BE49-F238E27FC236}">
                  <a16:creationId xmlns:a16="http://schemas.microsoft.com/office/drawing/2014/main" id="{C58F41C8-A316-F281-BE08-A283F4E336C8}"/>
                </a:ext>
              </a:extLst>
            </p:cNvPr>
            <p:cNvGrpSpPr/>
            <p:nvPr/>
          </p:nvGrpSpPr>
          <p:grpSpPr>
            <a:xfrm>
              <a:off x="5751673" y="5219242"/>
              <a:ext cx="567392" cy="605773"/>
              <a:chOff x="5751673" y="5219242"/>
              <a:chExt cx="567392" cy="605773"/>
            </a:xfrm>
            <a:solidFill>
              <a:srgbClr val="262626"/>
            </a:solidFill>
          </p:grpSpPr>
          <p:sp>
            <p:nvSpPr>
              <p:cNvPr id="36" name="Forma Livre: Forma 35">
                <a:extLst>
                  <a:ext uri="{FF2B5EF4-FFF2-40B4-BE49-F238E27FC236}">
                    <a16:creationId xmlns:a16="http://schemas.microsoft.com/office/drawing/2014/main" id="{2CC058A3-4D4B-84C4-D793-5073E3428BDE}"/>
                  </a:ext>
                </a:extLst>
              </p:cNvPr>
              <p:cNvSpPr/>
              <p:nvPr/>
            </p:nvSpPr>
            <p:spPr>
              <a:xfrm>
                <a:off x="5751736" y="5689632"/>
                <a:ext cx="333809" cy="135384"/>
              </a:xfrm>
              <a:custGeom>
                <a:avLst/>
                <a:gdLst>
                  <a:gd name="connsiteX0" fmla="*/ 326703 w 333809"/>
                  <a:gd name="connsiteY0" fmla="*/ 135384 h 135384"/>
                  <a:gd name="connsiteX1" fmla="*/ 36335 w 333809"/>
                  <a:gd name="connsiteY1" fmla="*/ 135384 h 135384"/>
                  <a:gd name="connsiteX2" fmla="*/ 6993 w 333809"/>
                  <a:gd name="connsiteY2" fmla="*/ 120450 h 135384"/>
                  <a:gd name="connsiteX3" fmla="*/ 1775 w 333809"/>
                  <a:gd name="connsiteY3" fmla="*/ 87971 h 135384"/>
                  <a:gd name="connsiteX4" fmla="*/ 21845 w 333809"/>
                  <a:gd name="connsiteY4" fmla="*/ 25234 h 135384"/>
                  <a:gd name="connsiteX5" fmla="*/ 56434 w 333809"/>
                  <a:gd name="connsiteY5" fmla="*/ 0 h 135384"/>
                  <a:gd name="connsiteX6" fmla="*/ 315682 w 333809"/>
                  <a:gd name="connsiteY6" fmla="*/ 0 h 135384"/>
                  <a:gd name="connsiteX7" fmla="*/ 322761 w 333809"/>
                  <a:gd name="connsiteY7" fmla="*/ 7079 h 135384"/>
                  <a:gd name="connsiteX8" fmla="*/ 315682 w 333809"/>
                  <a:gd name="connsiteY8" fmla="*/ 14157 h 135384"/>
                  <a:gd name="connsiteX9" fmla="*/ 56434 w 333809"/>
                  <a:gd name="connsiteY9" fmla="*/ 14157 h 135384"/>
                  <a:gd name="connsiteX10" fmla="*/ 35336 w 333809"/>
                  <a:gd name="connsiteY10" fmla="*/ 29564 h 135384"/>
                  <a:gd name="connsiteX11" fmla="*/ 15266 w 333809"/>
                  <a:gd name="connsiteY11" fmla="*/ 92301 h 135384"/>
                  <a:gd name="connsiteX12" fmla="*/ 18458 w 333809"/>
                  <a:gd name="connsiteY12" fmla="*/ 112122 h 135384"/>
                  <a:gd name="connsiteX13" fmla="*/ 36363 w 333809"/>
                  <a:gd name="connsiteY13" fmla="*/ 121227 h 135384"/>
                  <a:gd name="connsiteX14" fmla="*/ 326731 w 333809"/>
                  <a:gd name="connsiteY14" fmla="*/ 121227 h 135384"/>
                  <a:gd name="connsiteX15" fmla="*/ 333809 w 333809"/>
                  <a:gd name="connsiteY15" fmla="*/ 128306 h 135384"/>
                  <a:gd name="connsiteX16" fmla="*/ 326731 w 333809"/>
                  <a:gd name="connsiteY16" fmla="*/ 135384 h 135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333809" h="135384">
                    <a:moveTo>
                      <a:pt x="326703" y="135384"/>
                    </a:moveTo>
                    <a:lnTo>
                      <a:pt x="36335" y="135384"/>
                    </a:lnTo>
                    <a:cubicBezTo>
                      <a:pt x="24593" y="135384"/>
                      <a:pt x="13906" y="129943"/>
                      <a:pt x="6993" y="120450"/>
                    </a:cubicBezTo>
                    <a:cubicBezTo>
                      <a:pt x="81" y="110984"/>
                      <a:pt x="-1806" y="99130"/>
                      <a:pt x="1775" y="87971"/>
                    </a:cubicBezTo>
                    <a:lnTo>
                      <a:pt x="21845" y="25234"/>
                    </a:lnTo>
                    <a:cubicBezTo>
                      <a:pt x="26675" y="10132"/>
                      <a:pt x="40583" y="0"/>
                      <a:pt x="56434" y="0"/>
                    </a:cubicBezTo>
                    <a:lnTo>
                      <a:pt x="315682" y="0"/>
                    </a:lnTo>
                    <a:cubicBezTo>
                      <a:pt x="319596" y="0"/>
                      <a:pt x="322761" y="3164"/>
                      <a:pt x="322761" y="7079"/>
                    </a:cubicBezTo>
                    <a:cubicBezTo>
                      <a:pt x="322761" y="10993"/>
                      <a:pt x="319596" y="14157"/>
                      <a:pt x="315682" y="14157"/>
                    </a:cubicBezTo>
                    <a:lnTo>
                      <a:pt x="56434" y="14157"/>
                    </a:lnTo>
                    <a:cubicBezTo>
                      <a:pt x="46773" y="14157"/>
                      <a:pt x="38279" y="20348"/>
                      <a:pt x="35336" y="29564"/>
                    </a:cubicBezTo>
                    <a:lnTo>
                      <a:pt x="15266" y="92301"/>
                    </a:lnTo>
                    <a:cubicBezTo>
                      <a:pt x="13073" y="99130"/>
                      <a:pt x="14239" y="106348"/>
                      <a:pt x="18458" y="112122"/>
                    </a:cubicBezTo>
                    <a:cubicBezTo>
                      <a:pt x="22678" y="117896"/>
                      <a:pt x="29201" y="121227"/>
                      <a:pt x="36363" y="121227"/>
                    </a:cubicBezTo>
                    <a:lnTo>
                      <a:pt x="326731" y="121227"/>
                    </a:lnTo>
                    <a:cubicBezTo>
                      <a:pt x="330645" y="121227"/>
                      <a:pt x="333809" y="124392"/>
                      <a:pt x="333809" y="128306"/>
                    </a:cubicBezTo>
                    <a:cubicBezTo>
                      <a:pt x="333809" y="132220"/>
                      <a:pt x="330645" y="135384"/>
                      <a:pt x="326731" y="135384"/>
                    </a:cubicBezTo>
                    <a:close/>
                  </a:path>
                </a:pathLst>
              </a:custGeom>
              <a:solidFill>
                <a:srgbClr val="262626"/>
              </a:solidFill>
              <a:ln w="27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7" name="Forma Livre: Forma 36">
                <a:extLst>
                  <a:ext uri="{FF2B5EF4-FFF2-40B4-BE49-F238E27FC236}">
                    <a16:creationId xmlns:a16="http://schemas.microsoft.com/office/drawing/2014/main" id="{F468C6EE-5ED5-2BF9-C3BF-7FD5607BFA16}"/>
                  </a:ext>
                </a:extLst>
              </p:cNvPr>
              <p:cNvSpPr/>
              <p:nvPr/>
            </p:nvSpPr>
            <p:spPr>
              <a:xfrm>
                <a:off x="5751673" y="5381693"/>
                <a:ext cx="567392" cy="89330"/>
              </a:xfrm>
              <a:custGeom>
                <a:avLst/>
                <a:gdLst>
                  <a:gd name="connsiteX0" fmla="*/ 510979 w 567392"/>
                  <a:gd name="connsiteY0" fmla="*/ 89331 h 89330"/>
                  <a:gd name="connsiteX1" fmla="*/ 56441 w 567392"/>
                  <a:gd name="connsiteY1" fmla="*/ 89331 h 89330"/>
                  <a:gd name="connsiteX2" fmla="*/ 22296 w 567392"/>
                  <a:gd name="connsiteY2" fmla="*/ 72897 h 89330"/>
                  <a:gd name="connsiteX3" fmla="*/ 2226 w 567392"/>
                  <a:gd name="connsiteY3" fmla="*/ 33978 h 89330"/>
                  <a:gd name="connsiteX4" fmla="*/ 2920 w 567392"/>
                  <a:gd name="connsiteY4" fmla="*/ 15157 h 89330"/>
                  <a:gd name="connsiteX5" fmla="*/ 36343 w 567392"/>
                  <a:gd name="connsiteY5" fmla="*/ 0 h 89330"/>
                  <a:gd name="connsiteX6" fmla="*/ 531050 w 567392"/>
                  <a:gd name="connsiteY6" fmla="*/ 0 h 89330"/>
                  <a:gd name="connsiteX7" fmla="*/ 564473 w 567392"/>
                  <a:gd name="connsiteY7" fmla="*/ 15157 h 89330"/>
                  <a:gd name="connsiteX8" fmla="*/ 565167 w 567392"/>
                  <a:gd name="connsiteY8" fmla="*/ 33978 h 89330"/>
                  <a:gd name="connsiteX9" fmla="*/ 545096 w 567392"/>
                  <a:gd name="connsiteY9" fmla="*/ 72897 h 89330"/>
                  <a:gd name="connsiteX10" fmla="*/ 510952 w 567392"/>
                  <a:gd name="connsiteY10" fmla="*/ 89331 h 89330"/>
                  <a:gd name="connsiteX11" fmla="*/ 36371 w 567392"/>
                  <a:gd name="connsiteY11" fmla="*/ 14157 h 89330"/>
                  <a:gd name="connsiteX12" fmla="*/ 15023 w 567392"/>
                  <a:gd name="connsiteY12" fmla="*/ 22513 h 89330"/>
                  <a:gd name="connsiteX13" fmla="*/ 14801 w 567392"/>
                  <a:gd name="connsiteY13" fmla="*/ 27454 h 89330"/>
                  <a:gd name="connsiteX14" fmla="*/ 34872 w 567392"/>
                  <a:gd name="connsiteY14" fmla="*/ 66374 h 89330"/>
                  <a:gd name="connsiteX15" fmla="*/ 56413 w 567392"/>
                  <a:gd name="connsiteY15" fmla="*/ 75146 h 89330"/>
                  <a:gd name="connsiteX16" fmla="*/ 510952 w 567392"/>
                  <a:gd name="connsiteY16" fmla="*/ 75146 h 89330"/>
                  <a:gd name="connsiteX17" fmla="*/ 532493 w 567392"/>
                  <a:gd name="connsiteY17" fmla="*/ 66374 h 89330"/>
                  <a:gd name="connsiteX18" fmla="*/ 552564 w 567392"/>
                  <a:gd name="connsiteY18" fmla="*/ 27454 h 89330"/>
                  <a:gd name="connsiteX19" fmla="*/ 552342 w 567392"/>
                  <a:gd name="connsiteY19" fmla="*/ 22485 h 89330"/>
                  <a:gd name="connsiteX20" fmla="*/ 530994 w 567392"/>
                  <a:gd name="connsiteY20" fmla="*/ 14130 h 89330"/>
                  <a:gd name="connsiteX21" fmla="*/ 36287 w 567392"/>
                  <a:gd name="connsiteY21" fmla="*/ 14130 h 893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567392" h="89330">
                    <a:moveTo>
                      <a:pt x="510979" y="89331"/>
                    </a:moveTo>
                    <a:lnTo>
                      <a:pt x="56441" y="89331"/>
                    </a:lnTo>
                    <a:cubicBezTo>
                      <a:pt x="40868" y="89331"/>
                      <a:pt x="27460" y="82891"/>
                      <a:pt x="22296" y="72897"/>
                    </a:cubicBezTo>
                    <a:lnTo>
                      <a:pt x="2226" y="33978"/>
                    </a:lnTo>
                    <a:cubicBezTo>
                      <a:pt x="-966" y="27815"/>
                      <a:pt x="-717" y="21125"/>
                      <a:pt x="2920" y="15157"/>
                    </a:cubicBezTo>
                    <a:cubicBezTo>
                      <a:pt x="8528" y="5940"/>
                      <a:pt x="21658" y="0"/>
                      <a:pt x="36343" y="0"/>
                    </a:cubicBezTo>
                    <a:lnTo>
                      <a:pt x="531050" y="0"/>
                    </a:lnTo>
                    <a:cubicBezTo>
                      <a:pt x="545735" y="0"/>
                      <a:pt x="558865" y="5940"/>
                      <a:pt x="564473" y="15157"/>
                    </a:cubicBezTo>
                    <a:cubicBezTo>
                      <a:pt x="568109" y="21125"/>
                      <a:pt x="568359" y="27815"/>
                      <a:pt x="565167" y="33978"/>
                    </a:cubicBezTo>
                    <a:lnTo>
                      <a:pt x="545096" y="72897"/>
                    </a:lnTo>
                    <a:cubicBezTo>
                      <a:pt x="539933" y="82891"/>
                      <a:pt x="526553" y="89331"/>
                      <a:pt x="510952" y="89331"/>
                    </a:cubicBezTo>
                    <a:close/>
                    <a:moveTo>
                      <a:pt x="36371" y="14157"/>
                    </a:moveTo>
                    <a:cubicBezTo>
                      <a:pt x="25211" y="14157"/>
                      <a:pt x="17494" y="18488"/>
                      <a:pt x="15023" y="22513"/>
                    </a:cubicBezTo>
                    <a:cubicBezTo>
                      <a:pt x="13996" y="24206"/>
                      <a:pt x="13913" y="25733"/>
                      <a:pt x="14801" y="27454"/>
                    </a:cubicBezTo>
                    <a:lnTo>
                      <a:pt x="34872" y="66374"/>
                    </a:lnTo>
                    <a:cubicBezTo>
                      <a:pt x="37120" y="70732"/>
                      <a:pt x="45254" y="75146"/>
                      <a:pt x="56413" y="75146"/>
                    </a:cubicBezTo>
                    <a:lnTo>
                      <a:pt x="510952" y="75146"/>
                    </a:lnTo>
                    <a:cubicBezTo>
                      <a:pt x="522139" y="75146"/>
                      <a:pt x="530245" y="70732"/>
                      <a:pt x="532493" y="66374"/>
                    </a:cubicBezTo>
                    <a:lnTo>
                      <a:pt x="552564" y="27454"/>
                    </a:lnTo>
                    <a:cubicBezTo>
                      <a:pt x="553452" y="25733"/>
                      <a:pt x="553396" y="24206"/>
                      <a:pt x="552342" y="22485"/>
                    </a:cubicBezTo>
                    <a:cubicBezTo>
                      <a:pt x="549899" y="18460"/>
                      <a:pt x="542154" y="14130"/>
                      <a:pt x="530994" y="14130"/>
                    </a:cubicBezTo>
                    <a:lnTo>
                      <a:pt x="36287" y="14130"/>
                    </a:lnTo>
                    <a:close/>
                  </a:path>
                </a:pathLst>
              </a:custGeom>
              <a:solidFill>
                <a:srgbClr val="262626"/>
              </a:solidFill>
              <a:ln w="27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8" name="Forma Livre: Forma 37">
                <a:extLst>
                  <a:ext uri="{FF2B5EF4-FFF2-40B4-BE49-F238E27FC236}">
                    <a16:creationId xmlns:a16="http://schemas.microsoft.com/office/drawing/2014/main" id="{477DED43-789A-9836-79C6-00E3CED9B6DB}"/>
                  </a:ext>
                </a:extLst>
              </p:cNvPr>
              <p:cNvSpPr/>
              <p:nvPr/>
            </p:nvSpPr>
            <p:spPr>
              <a:xfrm>
                <a:off x="5812399" y="5219242"/>
                <a:ext cx="445913" cy="128111"/>
              </a:xfrm>
              <a:custGeom>
                <a:avLst/>
                <a:gdLst>
                  <a:gd name="connsiteX0" fmla="*/ 438845 w 445913"/>
                  <a:gd name="connsiteY0" fmla="*/ 128111 h 128111"/>
                  <a:gd name="connsiteX1" fmla="*/ 435541 w 445913"/>
                  <a:gd name="connsiteY1" fmla="*/ 127278 h 128111"/>
                  <a:gd name="connsiteX2" fmla="*/ 222957 w 445913"/>
                  <a:gd name="connsiteY2" fmla="*/ 15073 h 128111"/>
                  <a:gd name="connsiteX3" fmla="*/ 10372 w 445913"/>
                  <a:gd name="connsiteY3" fmla="*/ 127278 h 128111"/>
                  <a:gd name="connsiteX4" fmla="*/ 823 w 445913"/>
                  <a:gd name="connsiteY4" fmla="*/ 124336 h 128111"/>
                  <a:gd name="connsiteX5" fmla="*/ 3766 w 445913"/>
                  <a:gd name="connsiteY5" fmla="*/ 114787 h 128111"/>
                  <a:gd name="connsiteX6" fmla="*/ 219653 w 445913"/>
                  <a:gd name="connsiteY6" fmla="*/ 833 h 128111"/>
                  <a:gd name="connsiteX7" fmla="*/ 226260 w 445913"/>
                  <a:gd name="connsiteY7" fmla="*/ 833 h 128111"/>
                  <a:gd name="connsiteX8" fmla="*/ 442148 w 445913"/>
                  <a:gd name="connsiteY8" fmla="*/ 114787 h 128111"/>
                  <a:gd name="connsiteX9" fmla="*/ 445091 w 445913"/>
                  <a:gd name="connsiteY9" fmla="*/ 124336 h 128111"/>
                  <a:gd name="connsiteX10" fmla="*/ 438817 w 445913"/>
                  <a:gd name="connsiteY10" fmla="*/ 128111 h 128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45913" h="128111">
                    <a:moveTo>
                      <a:pt x="438845" y="128111"/>
                    </a:moveTo>
                    <a:cubicBezTo>
                      <a:pt x="437734" y="128111"/>
                      <a:pt x="436596" y="127861"/>
                      <a:pt x="435541" y="127278"/>
                    </a:cubicBezTo>
                    <a:lnTo>
                      <a:pt x="222957" y="15073"/>
                    </a:lnTo>
                    <a:lnTo>
                      <a:pt x="10372" y="127278"/>
                    </a:lnTo>
                    <a:cubicBezTo>
                      <a:pt x="6902" y="129111"/>
                      <a:pt x="2628" y="127778"/>
                      <a:pt x="823" y="124336"/>
                    </a:cubicBezTo>
                    <a:cubicBezTo>
                      <a:pt x="-1009" y="120866"/>
                      <a:pt x="323" y="116591"/>
                      <a:pt x="3766" y="114787"/>
                    </a:cubicBezTo>
                    <a:lnTo>
                      <a:pt x="219653" y="833"/>
                    </a:lnTo>
                    <a:cubicBezTo>
                      <a:pt x="221708" y="-278"/>
                      <a:pt x="224206" y="-278"/>
                      <a:pt x="226260" y="833"/>
                    </a:cubicBezTo>
                    <a:lnTo>
                      <a:pt x="442148" y="114787"/>
                    </a:lnTo>
                    <a:cubicBezTo>
                      <a:pt x="445590" y="116619"/>
                      <a:pt x="446923" y="120894"/>
                      <a:pt x="445091" y="124336"/>
                    </a:cubicBezTo>
                    <a:cubicBezTo>
                      <a:pt x="443813" y="126751"/>
                      <a:pt x="441371" y="128111"/>
                      <a:pt x="438817" y="128111"/>
                    </a:cubicBezTo>
                    <a:close/>
                  </a:path>
                </a:pathLst>
              </a:custGeom>
              <a:solidFill>
                <a:srgbClr val="262626"/>
              </a:solidFill>
              <a:ln w="27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9" name="Forma Livre: Forma 38">
                <a:extLst>
                  <a:ext uri="{FF2B5EF4-FFF2-40B4-BE49-F238E27FC236}">
                    <a16:creationId xmlns:a16="http://schemas.microsoft.com/office/drawing/2014/main" id="{5230CBD5-8F2C-D171-0368-C82EAA87A9A8}"/>
                  </a:ext>
                </a:extLst>
              </p:cNvPr>
              <p:cNvSpPr/>
              <p:nvPr/>
            </p:nvSpPr>
            <p:spPr>
              <a:xfrm>
                <a:off x="5833209" y="5456866"/>
                <a:ext cx="79615" cy="246923"/>
              </a:xfrm>
              <a:custGeom>
                <a:avLst/>
                <a:gdLst>
                  <a:gd name="connsiteX0" fmla="*/ 72536 w 79615"/>
                  <a:gd name="connsiteY0" fmla="*/ 246923 h 246923"/>
                  <a:gd name="connsiteX1" fmla="*/ 7079 w 79615"/>
                  <a:gd name="connsiteY1" fmla="*/ 246923 h 246923"/>
                  <a:gd name="connsiteX2" fmla="*/ 0 w 79615"/>
                  <a:gd name="connsiteY2" fmla="*/ 239844 h 246923"/>
                  <a:gd name="connsiteX3" fmla="*/ 0 w 79615"/>
                  <a:gd name="connsiteY3" fmla="*/ 7079 h 246923"/>
                  <a:gd name="connsiteX4" fmla="*/ 7079 w 79615"/>
                  <a:gd name="connsiteY4" fmla="*/ 0 h 246923"/>
                  <a:gd name="connsiteX5" fmla="*/ 72536 w 79615"/>
                  <a:gd name="connsiteY5" fmla="*/ 0 h 246923"/>
                  <a:gd name="connsiteX6" fmla="*/ 79615 w 79615"/>
                  <a:gd name="connsiteY6" fmla="*/ 7079 h 246923"/>
                  <a:gd name="connsiteX7" fmla="*/ 79615 w 79615"/>
                  <a:gd name="connsiteY7" fmla="*/ 239844 h 246923"/>
                  <a:gd name="connsiteX8" fmla="*/ 72536 w 79615"/>
                  <a:gd name="connsiteY8" fmla="*/ 246923 h 246923"/>
                  <a:gd name="connsiteX9" fmla="*/ 14158 w 79615"/>
                  <a:gd name="connsiteY9" fmla="*/ 232766 h 246923"/>
                  <a:gd name="connsiteX10" fmla="*/ 65458 w 79615"/>
                  <a:gd name="connsiteY10" fmla="*/ 232766 h 246923"/>
                  <a:gd name="connsiteX11" fmla="*/ 65458 w 79615"/>
                  <a:gd name="connsiteY11" fmla="*/ 14158 h 246923"/>
                  <a:gd name="connsiteX12" fmla="*/ 14158 w 79615"/>
                  <a:gd name="connsiteY12" fmla="*/ 14158 h 246923"/>
                  <a:gd name="connsiteX13" fmla="*/ 14158 w 79615"/>
                  <a:gd name="connsiteY13" fmla="*/ 232766 h 246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79615" h="246923">
                    <a:moveTo>
                      <a:pt x="72536" y="246923"/>
                    </a:moveTo>
                    <a:lnTo>
                      <a:pt x="7079" y="246923"/>
                    </a:lnTo>
                    <a:cubicBezTo>
                      <a:pt x="3165" y="246923"/>
                      <a:pt x="0" y="243759"/>
                      <a:pt x="0" y="239844"/>
                    </a:cubicBezTo>
                    <a:lnTo>
                      <a:pt x="0" y="7079"/>
                    </a:lnTo>
                    <a:cubicBezTo>
                      <a:pt x="0" y="3165"/>
                      <a:pt x="3165" y="0"/>
                      <a:pt x="7079" y="0"/>
                    </a:cubicBezTo>
                    <a:lnTo>
                      <a:pt x="72536" y="0"/>
                    </a:lnTo>
                    <a:cubicBezTo>
                      <a:pt x="76451" y="0"/>
                      <a:pt x="79615" y="3165"/>
                      <a:pt x="79615" y="7079"/>
                    </a:cubicBezTo>
                    <a:lnTo>
                      <a:pt x="79615" y="239844"/>
                    </a:lnTo>
                    <a:cubicBezTo>
                      <a:pt x="79615" y="243759"/>
                      <a:pt x="76451" y="246923"/>
                      <a:pt x="72536" y="246923"/>
                    </a:cubicBezTo>
                    <a:close/>
                    <a:moveTo>
                      <a:pt x="14158" y="232766"/>
                    </a:moveTo>
                    <a:lnTo>
                      <a:pt x="65458" y="232766"/>
                    </a:lnTo>
                    <a:lnTo>
                      <a:pt x="65458" y="14158"/>
                    </a:lnTo>
                    <a:lnTo>
                      <a:pt x="14158" y="14158"/>
                    </a:lnTo>
                    <a:lnTo>
                      <a:pt x="14158" y="232766"/>
                    </a:lnTo>
                    <a:close/>
                  </a:path>
                </a:pathLst>
              </a:custGeom>
              <a:solidFill>
                <a:srgbClr val="262626"/>
              </a:solidFill>
              <a:ln w="27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0" name="Forma Livre: Forma 39">
                <a:extLst>
                  <a:ext uri="{FF2B5EF4-FFF2-40B4-BE49-F238E27FC236}">
                    <a16:creationId xmlns:a16="http://schemas.microsoft.com/office/drawing/2014/main" id="{9FCF21E7-123A-4667-A8DF-DB84C01A9D1D}"/>
                  </a:ext>
                </a:extLst>
              </p:cNvPr>
              <p:cNvSpPr/>
              <p:nvPr/>
            </p:nvSpPr>
            <p:spPr>
              <a:xfrm>
                <a:off x="6157915" y="5456866"/>
                <a:ext cx="79614" cy="117645"/>
              </a:xfrm>
              <a:custGeom>
                <a:avLst/>
                <a:gdLst>
                  <a:gd name="connsiteX0" fmla="*/ 7079 w 79614"/>
                  <a:gd name="connsiteY0" fmla="*/ 117646 h 117645"/>
                  <a:gd name="connsiteX1" fmla="*/ 0 w 79614"/>
                  <a:gd name="connsiteY1" fmla="*/ 110567 h 117645"/>
                  <a:gd name="connsiteX2" fmla="*/ 0 w 79614"/>
                  <a:gd name="connsiteY2" fmla="*/ 7079 h 117645"/>
                  <a:gd name="connsiteX3" fmla="*/ 7079 w 79614"/>
                  <a:gd name="connsiteY3" fmla="*/ 0 h 117645"/>
                  <a:gd name="connsiteX4" fmla="*/ 72536 w 79614"/>
                  <a:gd name="connsiteY4" fmla="*/ 0 h 117645"/>
                  <a:gd name="connsiteX5" fmla="*/ 79615 w 79614"/>
                  <a:gd name="connsiteY5" fmla="*/ 7079 h 117645"/>
                  <a:gd name="connsiteX6" fmla="*/ 79615 w 79614"/>
                  <a:gd name="connsiteY6" fmla="*/ 88443 h 117645"/>
                  <a:gd name="connsiteX7" fmla="*/ 72536 w 79614"/>
                  <a:gd name="connsiteY7" fmla="*/ 95521 h 117645"/>
                  <a:gd name="connsiteX8" fmla="*/ 65457 w 79614"/>
                  <a:gd name="connsiteY8" fmla="*/ 88443 h 117645"/>
                  <a:gd name="connsiteX9" fmla="*/ 65457 w 79614"/>
                  <a:gd name="connsiteY9" fmla="*/ 14158 h 117645"/>
                  <a:gd name="connsiteX10" fmla="*/ 14157 w 79614"/>
                  <a:gd name="connsiteY10" fmla="*/ 14158 h 117645"/>
                  <a:gd name="connsiteX11" fmla="*/ 14157 w 79614"/>
                  <a:gd name="connsiteY11" fmla="*/ 110567 h 117645"/>
                  <a:gd name="connsiteX12" fmla="*/ 7079 w 79614"/>
                  <a:gd name="connsiteY12" fmla="*/ 117646 h 1176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9614" h="117645">
                    <a:moveTo>
                      <a:pt x="7079" y="117646"/>
                    </a:moveTo>
                    <a:cubicBezTo>
                      <a:pt x="3165" y="117646"/>
                      <a:pt x="0" y="114481"/>
                      <a:pt x="0" y="110567"/>
                    </a:cubicBezTo>
                    <a:lnTo>
                      <a:pt x="0" y="7079"/>
                    </a:lnTo>
                    <a:cubicBezTo>
                      <a:pt x="0" y="3165"/>
                      <a:pt x="3165" y="0"/>
                      <a:pt x="7079" y="0"/>
                    </a:cubicBezTo>
                    <a:lnTo>
                      <a:pt x="72536" y="0"/>
                    </a:lnTo>
                    <a:cubicBezTo>
                      <a:pt x="76450" y="0"/>
                      <a:pt x="79615" y="3165"/>
                      <a:pt x="79615" y="7079"/>
                    </a:cubicBezTo>
                    <a:lnTo>
                      <a:pt x="79615" y="88443"/>
                    </a:lnTo>
                    <a:cubicBezTo>
                      <a:pt x="79615" y="92357"/>
                      <a:pt x="76450" y="95521"/>
                      <a:pt x="72536" y="95521"/>
                    </a:cubicBezTo>
                    <a:cubicBezTo>
                      <a:pt x="68622" y="95521"/>
                      <a:pt x="65457" y="92357"/>
                      <a:pt x="65457" y="88443"/>
                    </a:cubicBezTo>
                    <a:lnTo>
                      <a:pt x="65457" y="14158"/>
                    </a:lnTo>
                    <a:lnTo>
                      <a:pt x="14157" y="14158"/>
                    </a:lnTo>
                    <a:lnTo>
                      <a:pt x="14157" y="110567"/>
                    </a:lnTo>
                    <a:cubicBezTo>
                      <a:pt x="14157" y="114481"/>
                      <a:pt x="10993" y="117646"/>
                      <a:pt x="7079" y="117646"/>
                    </a:cubicBezTo>
                    <a:close/>
                  </a:path>
                </a:pathLst>
              </a:custGeom>
              <a:solidFill>
                <a:srgbClr val="262626"/>
              </a:solidFill>
              <a:ln w="27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1" name="Forma Livre: Forma 40">
                <a:extLst>
                  <a:ext uri="{FF2B5EF4-FFF2-40B4-BE49-F238E27FC236}">
                    <a16:creationId xmlns:a16="http://schemas.microsoft.com/office/drawing/2014/main" id="{37CFEFB3-0922-2342-5334-4B3A853F7EB3}"/>
                  </a:ext>
                </a:extLst>
              </p:cNvPr>
              <p:cNvSpPr/>
              <p:nvPr/>
            </p:nvSpPr>
            <p:spPr>
              <a:xfrm>
                <a:off x="5995105" y="5512123"/>
                <a:ext cx="80530" cy="136340"/>
              </a:xfrm>
              <a:custGeom>
                <a:avLst/>
                <a:gdLst>
                  <a:gd name="connsiteX0" fmla="*/ 38030 w 80530"/>
                  <a:gd name="connsiteY0" fmla="*/ 136341 h 136340"/>
                  <a:gd name="connsiteX1" fmla="*/ 29147 w 80530"/>
                  <a:gd name="connsiteY1" fmla="*/ 135619 h 136340"/>
                  <a:gd name="connsiteX2" fmla="*/ 5663 w 80530"/>
                  <a:gd name="connsiteY2" fmla="*/ 125570 h 136340"/>
                  <a:gd name="connsiteX3" fmla="*/ 4386 w 80530"/>
                  <a:gd name="connsiteY3" fmla="*/ 115632 h 136340"/>
                  <a:gd name="connsiteX4" fmla="*/ 14324 w 80530"/>
                  <a:gd name="connsiteY4" fmla="*/ 114355 h 136340"/>
                  <a:gd name="connsiteX5" fmla="*/ 31451 w 80530"/>
                  <a:gd name="connsiteY5" fmla="*/ 121628 h 136340"/>
                  <a:gd name="connsiteX6" fmla="*/ 66151 w 80530"/>
                  <a:gd name="connsiteY6" fmla="*/ 103473 h 136340"/>
                  <a:gd name="connsiteX7" fmla="*/ 39113 w 80530"/>
                  <a:gd name="connsiteY7" fmla="*/ 75158 h 136340"/>
                  <a:gd name="connsiteX8" fmla="*/ 416 w 80530"/>
                  <a:gd name="connsiteY8" fmla="*/ 30548 h 136340"/>
                  <a:gd name="connsiteX9" fmla="*/ 18543 w 80530"/>
                  <a:gd name="connsiteY9" fmla="*/ 5981 h 136340"/>
                  <a:gd name="connsiteX10" fmla="*/ 51383 w 80530"/>
                  <a:gd name="connsiteY10" fmla="*/ 734 h 136340"/>
                  <a:gd name="connsiteX11" fmla="*/ 74868 w 80530"/>
                  <a:gd name="connsiteY11" fmla="*/ 10756 h 136340"/>
                  <a:gd name="connsiteX12" fmla="*/ 76144 w 80530"/>
                  <a:gd name="connsiteY12" fmla="*/ 20694 h 136340"/>
                  <a:gd name="connsiteX13" fmla="*/ 66207 w 80530"/>
                  <a:gd name="connsiteY13" fmla="*/ 21971 h 136340"/>
                  <a:gd name="connsiteX14" fmla="*/ 49079 w 80530"/>
                  <a:gd name="connsiteY14" fmla="*/ 14697 h 136340"/>
                  <a:gd name="connsiteX15" fmla="*/ 25455 w 80530"/>
                  <a:gd name="connsiteY15" fmla="*/ 18334 h 136340"/>
                  <a:gd name="connsiteX16" fmla="*/ 14379 w 80530"/>
                  <a:gd name="connsiteY16" fmla="*/ 32852 h 136340"/>
                  <a:gd name="connsiteX17" fmla="*/ 41417 w 80530"/>
                  <a:gd name="connsiteY17" fmla="*/ 61167 h 136340"/>
                  <a:gd name="connsiteX18" fmla="*/ 80114 w 80530"/>
                  <a:gd name="connsiteY18" fmla="*/ 105777 h 136340"/>
                  <a:gd name="connsiteX19" fmla="*/ 38030 w 80530"/>
                  <a:gd name="connsiteY19" fmla="*/ 136313 h 1363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80530" h="136340">
                    <a:moveTo>
                      <a:pt x="38030" y="136341"/>
                    </a:moveTo>
                    <a:cubicBezTo>
                      <a:pt x="35116" y="136341"/>
                      <a:pt x="32145" y="136119"/>
                      <a:pt x="29147" y="135619"/>
                    </a:cubicBezTo>
                    <a:cubicBezTo>
                      <a:pt x="20403" y="134175"/>
                      <a:pt x="12297" y="130705"/>
                      <a:pt x="5663" y="125570"/>
                    </a:cubicBezTo>
                    <a:cubicBezTo>
                      <a:pt x="2581" y="123183"/>
                      <a:pt x="1998" y="118741"/>
                      <a:pt x="4386" y="115632"/>
                    </a:cubicBezTo>
                    <a:cubicBezTo>
                      <a:pt x="6773" y="112551"/>
                      <a:pt x="11215" y="111968"/>
                      <a:pt x="14324" y="114355"/>
                    </a:cubicBezTo>
                    <a:cubicBezTo>
                      <a:pt x="19098" y="118047"/>
                      <a:pt x="25011" y="120545"/>
                      <a:pt x="31451" y="121628"/>
                    </a:cubicBezTo>
                    <a:cubicBezTo>
                      <a:pt x="48496" y="124432"/>
                      <a:pt x="64041" y="116298"/>
                      <a:pt x="66151" y="103473"/>
                    </a:cubicBezTo>
                    <a:cubicBezTo>
                      <a:pt x="68261" y="90648"/>
                      <a:pt x="56130" y="77962"/>
                      <a:pt x="39113" y="75158"/>
                    </a:cubicBezTo>
                    <a:cubicBezTo>
                      <a:pt x="14407" y="71078"/>
                      <a:pt x="-2943" y="51063"/>
                      <a:pt x="416" y="30548"/>
                    </a:cubicBezTo>
                    <a:cubicBezTo>
                      <a:pt x="2109" y="20305"/>
                      <a:pt x="8550" y="11588"/>
                      <a:pt x="18543" y="5981"/>
                    </a:cubicBezTo>
                    <a:cubicBezTo>
                      <a:pt x="28037" y="679"/>
                      <a:pt x="39696" y="-1181"/>
                      <a:pt x="51383" y="734"/>
                    </a:cubicBezTo>
                    <a:cubicBezTo>
                      <a:pt x="60100" y="2178"/>
                      <a:pt x="68233" y="5648"/>
                      <a:pt x="74868" y="10756"/>
                    </a:cubicBezTo>
                    <a:cubicBezTo>
                      <a:pt x="77977" y="13143"/>
                      <a:pt x="78532" y="17584"/>
                      <a:pt x="76144" y="20694"/>
                    </a:cubicBezTo>
                    <a:cubicBezTo>
                      <a:pt x="73757" y="23803"/>
                      <a:pt x="69288" y="24358"/>
                      <a:pt x="66207" y="21971"/>
                    </a:cubicBezTo>
                    <a:cubicBezTo>
                      <a:pt x="61432" y="18278"/>
                      <a:pt x="55491" y="15752"/>
                      <a:pt x="49079" y="14697"/>
                    </a:cubicBezTo>
                    <a:cubicBezTo>
                      <a:pt x="40557" y="13282"/>
                      <a:pt x="32173" y="14586"/>
                      <a:pt x="25455" y="18334"/>
                    </a:cubicBezTo>
                    <a:cubicBezTo>
                      <a:pt x="19293" y="21804"/>
                      <a:pt x="15351" y="26940"/>
                      <a:pt x="14379" y="32852"/>
                    </a:cubicBezTo>
                    <a:cubicBezTo>
                      <a:pt x="12269" y="45677"/>
                      <a:pt x="24401" y="58364"/>
                      <a:pt x="41417" y="61167"/>
                    </a:cubicBezTo>
                    <a:cubicBezTo>
                      <a:pt x="66123" y="65248"/>
                      <a:pt x="83473" y="85263"/>
                      <a:pt x="80114" y="105777"/>
                    </a:cubicBezTo>
                    <a:cubicBezTo>
                      <a:pt x="77144" y="123793"/>
                      <a:pt x="59100" y="136313"/>
                      <a:pt x="38030" y="136313"/>
                    </a:cubicBezTo>
                    <a:close/>
                  </a:path>
                </a:pathLst>
              </a:custGeom>
              <a:solidFill>
                <a:srgbClr val="262626"/>
              </a:solidFill>
              <a:ln w="27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33" name="Gráfico 2">
              <a:extLst>
                <a:ext uri="{FF2B5EF4-FFF2-40B4-BE49-F238E27FC236}">
                  <a16:creationId xmlns:a16="http://schemas.microsoft.com/office/drawing/2014/main" id="{728DC67E-30E1-9FB4-84CD-E7C93733ADDC}"/>
                </a:ext>
              </a:extLst>
            </p:cNvPr>
            <p:cNvGrpSpPr/>
            <p:nvPr/>
          </p:nvGrpSpPr>
          <p:grpSpPr>
            <a:xfrm>
              <a:off x="6103950" y="5584561"/>
              <a:ext cx="311575" cy="311575"/>
              <a:chOff x="6103950" y="5584561"/>
              <a:chExt cx="311575" cy="311575"/>
            </a:xfrm>
            <a:solidFill>
              <a:srgbClr val="262626"/>
            </a:solidFill>
          </p:grpSpPr>
          <p:sp>
            <p:nvSpPr>
              <p:cNvPr id="34" name="Forma Livre: Forma 33">
                <a:extLst>
                  <a:ext uri="{FF2B5EF4-FFF2-40B4-BE49-F238E27FC236}">
                    <a16:creationId xmlns:a16="http://schemas.microsoft.com/office/drawing/2014/main" id="{EE958137-7AC6-2BDD-CAF6-D34447BE5352}"/>
                  </a:ext>
                </a:extLst>
              </p:cNvPr>
              <p:cNvSpPr/>
              <p:nvPr/>
            </p:nvSpPr>
            <p:spPr>
              <a:xfrm>
                <a:off x="6103950" y="5584561"/>
                <a:ext cx="311575" cy="311575"/>
              </a:xfrm>
              <a:custGeom>
                <a:avLst/>
                <a:gdLst>
                  <a:gd name="connsiteX0" fmla="*/ 155788 w 311575"/>
                  <a:gd name="connsiteY0" fmla="*/ 311576 h 311575"/>
                  <a:gd name="connsiteX1" fmla="*/ 0 w 311575"/>
                  <a:gd name="connsiteY1" fmla="*/ 155788 h 311575"/>
                  <a:gd name="connsiteX2" fmla="*/ 155788 w 311575"/>
                  <a:gd name="connsiteY2" fmla="*/ 0 h 311575"/>
                  <a:gd name="connsiteX3" fmla="*/ 311576 w 311575"/>
                  <a:gd name="connsiteY3" fmla="*/ 155788 h 311575"/>
                  <a:gd name="connsiteX4" fmla="*/ 155788 w 311575"/>
                  <a:gd name="connsiteY4" fmla="*/ 311576 h 311575"/>
                  <a:gd name="connsiteX5" fmla="*/ 155788 w 311575"/>
                  <a:gd name="connsiteY5" fmla="*/ 14158 h 311575"/>
                  <a:gd name="connsiteX6" fmla="*/ 14157 w 311575"/>
                  <a:gd name="connsiteY6" fmla="*/ 155788 h 311575"/>
                  <a:gd name="connsiteX7" fmla="*/ 155788 w 311575"/>
                  <a:gd name="connsiteY7" fmla="*/ 297418 h 311575"/>
                  <a:gd name="connsiteX8" fmla="*/ 297418 w 311575"/>
                  <a:gd name="connsiteY8" fmla="*/ 155788 h 311575"/>
                  <a:gd name="connsiteX9" fmla="*/ 155788 w 311575"/>
                  <a:gd name="connsiteY9" fmla="*/ 14158 h 311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11575" h="311575">
                    <a:moveTo>
                      <a:pt x="155788" y="311576"/>
                    </a:moveTo>
                    <a:cubicBezTo>
                      <a:pt x="69871" y="311576"/>
                      <a:pt x="0" y="241677"/>
                      <a:pt x="0" y="155788"/>
                    </a:cubicBezTo>
                    <a:cubicBezTo>
                      <a:pt x="0" y="69899"/>
                      <a:pt x="69899" y="0"/>
                      <a:pt x="155788" y="0"/>
                    </a:cubicBezTo>
                    <a:cubicBezTo>
                      <a:pt x="241677" y="0"/>
                      <a:pt x="311576" y="69899"/>
                      <a:pt x="311576" y="155788"/>
                    </a:cubicBezTo>
                    <a:cubicBezTo>
                      <a:pt x="311576" y="241677"/>
                      <a:pt x="241704" y="311576"/>
                      <a:pt x="155788" y="311576"/>
                    </a:cubicBezTo>
                    <a:close/>
                    <a:moveTo>
                      <a:pt x="155788" y="14158"/>
                    </a:moveTo>
                    <a:cubicBezTo>
                      <a:pt x="77700" y="14158"/>
                      <a:pt x="14157" y="77700"/>
                      <a:pt x="14157" y="155788"/>
                    </a:cubicBezTo>
                    <a:cubicBezTo>
                      <a:pt x="14157" y="233876"/>
                      <a:pt x="77700" y="297418"/>
                      <a:pt x="155788" y="297418"/>
                    </a:cubicBezTo>
                    <a:cubicBezTo>
                      <a:pt x="233876" y="297418"/>
                      <a:pt x="297418" y="233876"/>
                      <a:pt x="297418" y="155788"/>
                    </a:cubicBezTo>
                    <a:cubicBezTo>
                      <a:pt x="297418" y="77700"/>
                      <a:pt x="233876" y="14158"/>
                      <a:pt x="155788" y="14158"/>
                    </a:cubicBezTo>
                    <a:close/>
                  </a:path>
                </a:pathLst>
              </a:custGeom>
              <a:solidFill>
                <a:srgbClr val="262626"/>
              </a:solidFill>
              <a:ln w="27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5" name="Forma Livre: Forma 34">
                <a:extLst>
                  <a:ext uri="{FF2B5EF4-FFF2-40B4-BE49-F238E27FC236}">
                    <a16:creationId xmlns:a16="http://schemas.microsoft.com/office/drawing/2014/main" id="{B07996D9-BF76-91C8-A230-603B36D22732}"/>
                  </a:ext>
                </a:extLst>
              </p:cNvPr>
              <p:cNvSpPr/>
              <p:nvPr/>
            </p:nvSpPr>
            <p:spPr>
              <a:xfrm>
                <a:off x="6172128" y="5680304"/>
                <a:ext cx="175302" cy="120061"/>
              </a:xfrm>
              <a:custGeom>
                <a:avLst/>
                <a:gdLst>
                  <a:gd name="connsiteX0" fmla="*/ 62293 w 175302"/>
                  <a:gd name="connsiteY0" fmla="*/ 120061 h 120061"/>
                  <a:gd name="connsiteX1" fmla="*/ 57296 w 175302"/>
                  <a:gd name="connsiteY1" fmla="*/ 117979 h 120061"/>
                  <a:gd name="connsiteX2" fmla="*/ 2082 w 175302"/>
                  <a:gd name="connsiteY2" fmla="*/ 62765 h 120061"/>
                  <a:gd name="connsiteX3" fmla="*/ 2082 w 175302"/>
                  <a:gd name="connsiteY3" fmla="*/ 52744 h 120061"/>
                  <a:gd name="connsiteX4" fmla="*/ 12103 w 175302"/>
                  <a:gd name="connsiteY4" fmla="*/ 52744 h 120061"/>
                  <a:gd name="connsiteX5" fmla="*/ 62321 w 175302"/>
                  <a:gd name="connsiteY5" fmla="*/ 102961 h 120061"/>
                  <a:gd name="connsiteX6" fmla="*/ 163199 w 175302"/>
                  <a:gd name="connsiteY6" fmla="*/ 2082 h 120061"/>
                  <a:gd name="connsiteX7" fmla="*/ 173221 w 175302"/>
                  <a:gd name="connsiteY7" fmla="*/ 2082 h 120061"/>
                  <a:gd name="connsiteX8" fmla="*/ 173221 w 175302"/>
                  <a:gd name="connsiteY8" fmla="*/ 12103 h 120061"/>
                  <a:gd name="connsiteX9" fmla="*/ 67345 w 175302"/>
                  <a:gd name="connsiteY9" fmla="*/ 117979 h 120061"/>
                  <a:gd name="connsiteX10" fmla="*/ 62348 w 175302"/>
                  <a:gd name="connsiteY10" fmla="*/ 120061 h 1200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75302" h="120061">
                    <a:moveTo>
                      <a:pt x="62293" y="120061"/>
                    </a:moveTo>
                    <a:cubicBezTo>
                      <a:pt x="60488" y="120061"/>
                      <a:pt x="58684" y="119367"/>
                      <a:pt x="57296" y="117979"/>
                    </a:cubicBezTo>
                    <a:lnTo>
                      <a:pt x="2082" y="62765"/>
                    </a:lnTo>
                    <a:cubicBezTo>
                      <a:pt x="-694" y="59989"/>
                      <a:pt x="-694" y="55520"/>
                      <a:pt x="2082" y="52744"/>
                    </a:cubicBezTo>
                    <a:cubicBezTo>
                      <a:pt x="4858" y="49968"/>
                      <a:pt x="9327" y="49968"/>
                      <a:pt x="12103" y="52744"/>
                    </a:cubicBezTo>
                    <a:lnTo>
                      <a:pt x="62321" y="102961"/>
                    </a:lnTo>
                    <a:lnTo>
                      <a:pt x="163199" y="2082"/>
                    </a:lnTo>
                    <a:cubicBezTo>
                      <a:pt x="165975" y="-694"/>
                      <a:pt x="170445" y="-694"/>
                      <a:pt x="173221" y="2082"/>
                    </a:cubicBezTo>
                    <a:cubicBezTo>
                      <a:pt x="175997" y="4858"/>
                      <a:pt x="175997" y="9327"/>
                      <a:pt x="173221" y="12103"/>
                    </a:cubicBezTo>
                    <a:lnTo>
                      <a:pt x="67345" y="117979"/>
                    </a:lnTo>
                    <a:cubicBezTo>
                      <a:pt x="65957" y="119367"/>
                      <a:pt x="64153" y="120061"/>
                      <a:pt x="62348" y="120061"/>
                    </a:cubicBezTo>
                    <a:close/>
                  </a:path>
                </a:pathLst>
              </a:custGeom>
              <a:solidFill>
                <a:srgbClr val="262626"/>
              </a:solidFill>
              <a:ln w="27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grpSp>
        <p:nvGrpSpPr>
          <p:cNvPr id="42" name="Gráfico 2">
            <a:extLst>
              <a:ext uri="{FF2B5EF4-FFF2-40B4-BE49-F238E27FC236}">
                <a16:creationId xmlns:a16="http://schemas.microsoft.com/office/drawing/2014/main" id="{77628AA4-AE33-FC0B-C975-5A64B8532234}"/>
              </a:ext>
            </a:extLst>
          </p:cNvPr>
          <p:cNvGrpSpPr/>
          <p:nvPr/>
        </p:nvGrpSpPr>
        <p:grpSpPr>
          <a:xfrm>
            <a:off x="964423" y="4331915"/>
            <a:ext cx="597538" cy="569208"/>
            <a:chOff x="925177" y="4294530"/>
            <a:chExt cx="676030" cy="643978"/>
          </a:xfrm>
          <a:solidFill>
            <a:srgbClr val="262626"/>
          </a:solidFill>
        </p:grpSpPr>
        <p:sp>
          <p:nvSpPr>
            <p:cNvPr id="43" name="Forma Livre: Forma 42">
              <a:extLst>
                <a:ext uri="{FF2B5EF4-FFF2-40B4-BE49-F238E27FC236}">
                  <a16:creationId xmlns:a16="http://schemas.microsoft.com/office/drawing/2014/main" id="{E1BC3DE8-30E6-DDD8-A5A7-66A881608F08}"/>
                </a:ext>
              </a:extLst>
            </p:cNvPr>
            <p:cNvSpPr/>
            <p:nvPr/>
          </p:nvSpPr>
          <p:spPr>
            <a:xfrm>
              <a:off x="1095256" y="4537379"/>
              <a:ext cx="335948" cy="14157"/>
            </a:xfrm>
            <a:custGeom>
              <a:avLst/>
              <a:gdLst>
                <a:gd name="connsiteX0" fmla="*/ 328870 w 335948"/>
                <a:gd name="connsiteY0" fmla="*/ 14158 h 14157"/>
                <a:gd name="connsiteX1" fmla="*/ 7079 w 335948"/>
                <a:gd name="connsiteY1" fmla="*/ 14158 h 14157"/>
                <a:gd name="connsiteX2" fmla="*/ 0 w 335948"/>
                <a:gd name="connsiteY2" fmla="*/ 7079 h 14157"/>
                <a:gd name="connsiteX3" fmla="*/ 7079 w 335948"/>
                <a:gd name="connsiteY3" fmla="*/ 0 h 14157"/>
                <a:gd name="connsiteX4" fmla="*/ 328870 w 335948"/>
                <a:gd name="connsiteY4" fmla="*/ 0 h 14157"/>
                <a:gd name="connsiteX5" fmla="*/ 335949 w 335948"/>
                <a:gd name="connsiteY5" fmla="*/ 7079 h 14157"/>
                <a:gd name="connsiteX6" fmla="*/ 328870 w 335948"/>
                <a:gd name="connsiteY6" fmla="*/ 14158 h 14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5948" h="14157">
                  <a:moveTo>
                    <a:pt x="328870" y="14158"/>
                  </a:moveTo>
                  <a:lnTo>
                    <a:pt x="7079" y="14158"/>
                  </a:lnTo>
                  <a:cubicBezTo>
                    <a:pt x="3165" y="14158"/>
                    <a:pt x="0" y="10993"/>
                    <a:pt x="0" y="7079"/>
                  </a:cubicBezTo>
                  <a:cubicBezTo>
                    <a:pt x="0" y="3165"/>
                    <a:pt x="3165" y="0"/>
                    <a:pt x="7079" y="0"/>
                  </a:cubicBezTo>
                  <a:lnTo>
                    <a:pt x="328870" y="0"/>
                  </a:lnTo>
                  <a:cubicBezTo>
                    <a:pt x="332784" y="0"/>
                    <a:pt x="335949" y="3165"/>
                    <a:pt x="335949" y="7079"/>
                  </a:cubicBezTo>
                  <a:cubicBezTo>
                    <a:pt x="335949" y="10993"/>
                    <a:pt x="332784" y="14158"/>
                    <a:pt x="328870" y="14158"/>
                  </a:cubicBezTo>
                  <a:close/>
                </a:path>
              </a:pathLst>
            </a:custGeom>
            <a:solidFill>
              <a:srgbClr val="262626"/>
            </a:solidFill>
            <a:ln w="27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4" name="Forma Livre: Forma 43">
              <a:extLst>
                <a:ext uri="{FF2B5EF4-FFF2-40B4-BE49-F238E27FC236}">
                  <a16:creationId xmlns:a16="http://schemas.microsoft.com/office/drawing/2014/main" id="{8973A8D7-CD96-6C72-5E46-8425028637DF}"/>
                </a:ext>
              </a:extLst>
            </p:cNvPr>
            <p:cNvSpPr/>
            <p:nvPr/>
          </p:nvSpPr>
          <p:spPr>
            <a:xfrm>
              <a:off x="1009506" y="4597979"/>
              <a:ext cx="507448" cy="340529"/>
            </a:xfrm>
            <a:custGeom>
              <a:avLst/>
              <a:gdLst>
                <a:gd name="connsiteX0" fmla="*/ 500370 w 507448"/>
                <a:gd name="connsiteY0" fmla="*/ 340529 h 340529"/>
                <a:gd name="connsiteX1" fmla="*/ 7079 w 507448"/>
                <a:gd name="connsiteY1" fmla="*/ 340529 h 340529"/>
                <a:gd name="connsiteX2" fmla="*/ 0 w 507448"/>
                <a:gd name="connsiteY2" fmla="*/ 333450 h 340529"/>
                <a:gd name="connsiteX3" fmla="*/ 0 w 507448"/>
                <a:gd name="connsiteY3" fmla="*/ 7079 h 340529"/>
                <a:gd name="connsiteX4" fmla="*/ 7079 w 507448"/>
                <a:gd name="connsiteY4" fmla="*/ 0 h 340529"/>
                <a:gd name="connsiteX5" fmla="*/ 14157 w 507448"/>
                <a:gd name="connsiteY5" fmla="*/ 7079 h 340529"/>
                <a:gd name="connsiteX6" fmla="*/ 14157 w 507448"/>
                <a:gd name="connsiteY6" fmla="*/ 326372 h 340529"/>
                <a:gd name="connsiteX7" fmla="*/ 493291 w 507448"/>
                <a:gd name="connsiteY7" fmla="*/ 326372 h 340529"/>
                <a:gd name="connsiteX8" fmla="*/ 493291 w 507448"/>
                <a:gd name="connsiteY8" fmla="*/ 7079 h 340529"/>
                <a:gd name="connsiteX9" fmla="*/ 500370 w 507448"/>
                <a:gd name="connsiteY9" fmla="*/ 0 h 340529"/>
                <a:gd name="connsiteX10" fmla="*/ 507449 w 507448"/>
                <a:gd name="connsiteY10" fmla="*/ 7079 h 340529"/>
                <a:gd name="connsiteX11" fmla="*/ 507449 w 507448"/>
                <a:gd name="connsiteY11" fmla="*/ 333450 h 340529"/>
                <a:gd name="connsiteX12" fmla="*/ 500370 w 507448"/>
                <a:gd name="connsiteY12" fmla="*/ 340529 h 340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07448" h="340529">
                  <a:moveTo>
                    <a:pt x="500370" y="340529"/>
                  </a:moveTo>
                  <a:lnTo>
                    <a:pt x="7079" y="340529"/>
                  </a:lnTo>
                  <a:cubicBezTo>
                    <a:pt x="3165" y="340529"/>
                    <a:pt x="0" y="337365"/>
                    <a:pt x="0" y="333450"/>
                  </a:cubicBezTo>
                  <a:lnTo>
                    <a:pt x="0" y="7079"/>
                  </a:lnTo>
                  <a:cubicBezTo>
                    <a:pt x="0" y="3165"/>
                    <a:pt x="3165" y="0"/>
                    <a:pt x="7079" y="0"/>
                  </a:cubicBezTo>
                  <a:cubicBezTo>
                    <a:pt x="10993" y="0"/>
                    <a:pt x="14157" y="3165"/>
                    <a:pt x="14157" y="7079"/>
                  </a:cubicBezTo>
                  <a:lnTo>
                    <a:pt x="14157" y="326372"/>
                  </a:lnTo>
                  <a:lnTo>
                    <a:pt x="493291" y="326372"/>
                  </a:lnTo>
                  <a:lnTo>
                    <a:pt x="493291" y="7079"/>
                  </a:lnTo>
                  <a:cubicBezTo>
                    <a:pt x="493291" y="3165"/>
                    <a:pt x="496456" y="0"/>
                    <a:pt x="500370" y="0"/>
                  </a:cubicBezTo>
                  <a:cubicBezTo>
                    <a:pt x="504284" y="0"/>
                    <a:pt x="507449" y="3165"/>
                    <a:pt x="507449" y="7079"/>
                  </a:cubicBezTo>
                  <a:lnTo>
                    <a:pt x="507449" y="333450"/>
                  </a:lnTo>
                  <a:cubicBezTo>
                    <a:pt x="507449" y="337365"/>
                    <a:pt x="504284" y="340529"/>
                    <a:pt x="500370" y="340529"/>
                  </a:cubicBezTo>
                  <a:close/>
                </a:path>
              </a:pathLst>
            </a:custGeom>
            <a:solidFill>
              <a:srgbClr val="262626"/>
            </a:solidFill>
            <a:ln w="27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5" name="Forma Livre: Forma 44">
              <a:extLst>
                <a:ext uri="{FF2B5EF4-FFF2-40B4-BE49-F238E27FC236}">
                  <a16:creationId xmlns:a16="http://schemas.microsoft.com/office/drawing/2014/main" id="{181AED68-FA4F-58B4-959F-440C5CB8088B}"/>
                </a:ext>
              </a:extLst>
            </p:cNvPr>
            <p:cNvSpPr/>
            <p:nvPr/>
          </p:nvSpPr>
          <p:spPr>
            <a:xfrm>
              <a:off x="925177" y="4294530"/>
              <a:ext cx="676030" cy="291234"/>
            </a:xfrm>
            <a:custGeom>
              <a:avLst/>
              <a:gdLst>
                <a:gd name="connsiteX0" fmla="*/ 41079 w 676030"/>
                <a:gd name="connsiteY0" fmla="*/ 291235 h 291234"/>
                <a:gd name="connsiteX1" fmla="*/ 36693 w 676030"/>
                <a:gd name="connsiteY1" fmla="*/ 290874 h 291234"/>
                <a:gd name="connsiteX2" fmla="*/ 20176 w 676030"/>
                <a:gd name="connsiteY2" fmla="*/ 280464 h 291234"/>
                <a:gd name="connsiteX3" fmla="*/ 4658 w 676030"/>
                <a:gd name="connsiteY3" fmla="*/ 258506 h 291234"/>
                <a:gd name="connsiteX4" fmla="*/ 10765 w 676030"/>
                <a:gd name="connsiteY4" fmla="*/ 222973 h 291234"/>
                <a:gd name="connsiteX5" fmla="*/ 122165 w 676030"/>
                <a:gd name="connsiteY5" fmla="*/ 144274 h 291234"/>
                <a:gd name="connsiteX6" fmla="*/ 122165 w 676030"/>
                <a:gd name="connsiteY6" fmla="*/ 37566 h 291234"/>
                <a:gd name="connsiteX7" fmla="*/ 129244 w 676030"/>
                <a:gd name="connsiteY7" fmla="*/ 30487 h 291234"/>
                <a:gd name="connsiteX8" fmla="*/ 209470 w 676030"/>
                <a:gd name="connsiteY8" fmla="*/ 30487 h 291234"/>
                <a:gd name="connsiteX9" fmla="*/ 216548 w 676030"/>
                <a:gd name="connsiteY9" fmla="*/ 37566 h 291234"/>
                <a:gd name="connsiteX10" fmla="*/ 216548 w 676030"/>
                <a:gd name="connsiteY10" fmla="*/ 77596 h 291234"/>
                <a:gd name="connsiteX11" fmla="*/ 317011 w 676030"/>
                <a:gd name="connsiteY11" fmla="*/ 6642 h 291234"/>
                <a:gd name="connsiteX12" fmla="*/ 359039 w 676030"/>
                <a:gd name="connsiteY12" fmla="*/ 6642 h 291234"/>
                <a:gd name="connsiteX13" fmla="*/ 665257 w 676030"/>
                <a:gd name="connsiteY13" fmla="*/ 222946 h 291234"/>
                <a:gd name="connsiteX14" fmla="*/ 671364 w 676030"/>
                <a:gd name="connsiteY14" fmla="*/ 258478 h 291234"/>
                <a:gd name="connsiteX15" fmla="*/ 655847 w 676030"/>
                <a:gd name="connsiteY15" fmla="*/ 280436 h 291234"/>
                <a:gd name="connsiteX16" fmla="*/ 639357 w 676030"/>
                <a:gd name="connsiteY16" fmla="*/ 290846 h 291234"/>
                <a:gd name="connsiteX17" fmla="*/ 620314 w 676030"/>
                <a:gd name="connsiteY17" fmla="*/ 286543 h 291234"/>
                <a:gd name="connsiteX18" fmla="*/ 338025 w 676030"/>
                <a:gd name="connsiteY18" fmla="*/ 87117 h 291234"/>
                <a:gd name="connsiteX19" fmla="*/ 55680 w 676030"/>
                <a:gd name="connsiteY19" fmla="*/ 286543 h 291234"/>
                <a:gd name="connsiteX20" fmla="*/ 41023 w 676030"/>
                <a:gd name="connsiteY20" fmla="*/ 291235 h 291234"/>
                <a:gd name="connsiteX21" fmla="*/ 136378 w 676030"/>
                <a:gd name="connsiteY21" fmla="*/ 44645 h 291234"/>
                <a:gd name="connsiteX22" fmla="*/ 136378 w 676030"/>
                <a:gd name="connsiteY22" fmla="*/ 147939 h 291234"/>
                <a:gd name="connsiteX23" fmla="*/ 133380 w 676030"/>
                <a:gd name="connsiteY23" fmla="*/ 153713 h 291234"/>
                <a:gd name="connsiteX24" fmla="*/ 18982 w 676030"/>
                <a:gd name="connsiteY24" fmla="*/ 234521 h 291234"/>
                <a:gd name="connsiteX25" fmla="*/ 16262 w 676030"/>
                <a:gd name="connsiteY25" fmla="*/ 250317 h 291234"/>
                <a:gd name="connsiteX26" fmla="*/ 31779 w 676030"/>
                <a:gd name="connsiteY26" fmla="*/ 272275 h 291234"/>
                <a:gd name="connsiteX27" fmla="*/ 39108 w 676030"/>
                <a:gd name="connsiteY27" fmla="*/ 276911 h 291234"/>
                <a:gd name="connsiteX28" fmla="*/ 47575 w 676030"/>
                <a:gd name="connsiteY28" fmla="*/ 274995 h 291234"/>
                <a:gd name="connsiteX29" fmla="*/ 334000 w 676030"/>
                <a:gd name="connsiteY29" fmla="*/ 72682 h 291234"/>
                <a:gd name="connsiteX30" fmla="*/ 342161 w 676030"/>
                <a:gd name="connsiteY30" fmla="*/ 72682 h 291234"/>
                <a:gd name="connsiteX31" fmla="*/ 628531 w 676030"/>
                <a:gd name="connsiteY31" fmla="*/ 274995 h 291234"/>
                <a:gd name="connsiteX32" fmla="*/ 636998 w 676030"/>
                <a:gd name="connsiteY32" fmla="*/ 276911 h 291234"/>
                <a:gd name="connsiteX33" fmla="*/ 644326 w 676030"/>
                <a:gd name="connsiteY33" fmla="*/ 272275 h 291234"/>
                <a:gd name="connsiteX34" fmla="*/ 659844 w 676030"/>
                <a:gd name="connsiteY34" fmla="*/ 250317 h 291234"/>
                <a:gd name="connsiteX35" fmla="*/ 657124 w 676030"/>
                <a:gd name="connsiteY35" fmla="*/ 234521 h 291234"/>
                <a:gd name="connsiteX36" fmla="*/ 657124 w 676030"/>
                <a:gd name="connsiteY36" fmla="*/ 234521 h 291234"/>
                <a:gd name="connsiteX37" fmla="*/ 350906 w 676030"/>
                <a:gd name="connsiteY37" fmla="*/ 18217 h 291234"/>
                <a:gd name="connsiteX38" fmla="*/ 325228 w 676030"/>
                <a:gd name="connsiteY38" fmla="*/ 18217 h 291234"/>
                <a:gd name="connsiteX39" fmla="*/ 213606 w 676030"/>
                <a:gd name="connsiteY39" fmla="*/ 97055 h 291234"/>
                <a:gd name="connsiteX40" fmla="*/ 206277 w 676030"/>
                <a:gd name="connsiteY40" fmla="*/ 97555 h 291234"/>
                <a:gd name="connsiteX41" fmla="*/ 202446 w 676030"/>
                <a:gd name="connsiteY41" fmla="*/ 91281 h 291234"/>
                <a:gd name="connsiteX42" fmla="*/ 202446 w 676030"/>
                <a:gd name="connsiteY42" fmla="*/ 44645 h 291234"/>
                <a:gd name="connsiteX43" fmla="*/ 136378 w 676030"/>
                <a:gd name="connsiteY43" fmla="*/ 44645 h 291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76030" h="291234">
                  <a:moveTo>
                    <a:pt x="41079" y="291235"/>
                  </a:moveTo>
                  <a:cubicBezTo>
                    <a:pt x="39635" y="291235"/>
                    <a:pt x="38164" y="291124"/>
                    <a:pt x="36693" y="290874"/>
                  </a:cubicBezTo>
                  <a:cubicBezTo>
                    <a:pt x="29975" y="289708"/>
                    <a:pt x="24118" y="286016"/>
                    <a:pt x="20176" y="280464"/>
                  </a:cubicBezTo>
                  <a:lnTo>
                    <a:pt x="4658" y="258506"/>
                  </a:lnTo>
                  <a:cubicBezTo>
                    <a:pt x="-3448" y="247013"/>
                    <a:pt x="-700" y="231079"/>
                    <a:pt x="10765" y="222973"/>
                  </a:cubicBezTo>
                  <a:lnTo>
                    <a:pt x="122165" y="144274"/>
                  </a:lnTo>
                  <a:lnTo>
                    <a:pt x="122165" y="37566"/>
                  </a:lnTo>
                  <a:cubicBezTo>
                    <a:pt x="122165" y="33652"/>
                    <a:pt x="125330" y="30487"/>
                    <a:pt x="129244" y="30487"/>
                  </a:cubicBezTo>
                  <a:lnTo>
                    <a:pt x="209470" y="30487"/>
                  </a:lnTo>
                  <a:cubicBezTo>
                    <a:pt x="213384" y="30487"/>
                    <a:pt x="216548" y="33652"/>
                    <a:pt x="216548" y="37566"/>
                  </a:cubicBezTo>
                  <a:lnTo>
                    <a:pt x="216548" y="77596"/>
                  </a:lnTo>
                  <a:lnTo>
                    <a:pt x="317011" y="6642"/>
                  </a:lnTo>
                  <a:cubicBezTo>
                    <a:pt x="329586" y="-2214"/>
                    <a:pt x="346464" y="-2214"/>
                    <a:pt x="359039" y="6642"/>
                  </a:cubicBezTo>
                  <a:lnTo>
                    <a:pt x="665257" y="222946"/>
                  </a:lnTo>
                  <a:cubicBezTo>
                    <a:pt x="676750" y="231052"/>
                    <a:pt x="679470" y="246986"/>
                    <a:pt x="671364" y="258478"/>
                  </a:cubicBezTo>
                  <a:lnTo>
                    <a:pt x="655847" y="280436"/>
                  </a:lnTo>
                  <a:cubicBezTo>
                    <a:pt x="651933" y="286016"/>
                    <a:pt x="646047" y="289708"/>
                    <a:pt x="639357" y="290846"/>
                  </a:cubicBezTo>
                  <a:cubicBezTo>
                    <a:pt x="632639" y="292012"/>
                    <a:pt x="625894" y="290485"/>
                    <a:pt x="620314" y="286543"/>
                  </a:cubicBezTo>
                  <a:lnTo>
                    <a:pt x="338025" y="87117"/>
                  </a:lnTo>
                  <a:lnTo>
                    <a:pt x="55680" y="286543"/>
                  </a:lnTo>
                  <a:cubicBezTo>
                    <a:pt x="51322" y="289625"/>
                    <a:pt x="46242" y="291235"/>
                    <a:pt x="41023" y="291235"/>
                  </a:cubicBezTo>
                  <a:close/>
                  <a:moveTo>
                    <a:pt x="136378" y="44645"/>
                  </a:moveTo>
                  <a:lnTo>
                    <a:pt x="136378" y="147939"/>
                  </a:lnTo>
                  <a:cubicBezTo>
                    <a:pt x="136378" y="150243"/>
                    <a:pt x="135268" y="152408"/>
                    <a:pt x="133380" y="153713"/>
                  </a:cubicBezTo>
                  <a:lnTo>
                    <a:pt x="18982" y="234521"/>
                  </a:lnTo>
                  <a:cubicBezTo>
                    <a:pt x="13874" y="238130"/>
                    <a:pt x="12653" y="245209"/>
                    <a:pt x="16262" y="250317"/>
                  </a:cubicBezTo>
                  <a:lnTo>
                    <a:pt x="31779" y="272275"/>
                  </a:lnTo>
                  <a:cubicBezTo>
                    <a:pt x="33528" y="274745"/>
                    <a:pt x="36138" y="276383"/>
                    <a:pt x="39108" y="276911"/>
                  </a:cubicBezTo>
                  <a:cubicBezTo>
                    <a:pt x="42106" y="277410"/>
                    <a:pt x="45104" y="276744"/>
                    <a:pt x="47575" y="274995"/>
                  </a:cubicBezTo>
                  <a:lnTo>
                    <a:pt x="334000" y="72682"/>
                  </a:lnTo>
                  <a:cubicBezTo>
                    <a:pt x="336443" y="70961"/>
                    <a:pt x="339718" y="70961"/>
                    <a:pt x="342161" y="72682"/>
                  </a:cubicBezTo>
                  <a:lnTo>
                    <a:pt x="628531" y="274995"/>
                  </a:lnTo>
                  <a:cubicBezTo>
                    <a:pt x="631002" y="276744"/>
                    <a:pt x="634000" y="277410"/>
                    <a:pt x="636998" y="276911"/>
                  </a:cubicBezTo>
                  <a:cubicBezTo>
                    <a:pt x="639996" y="276411"/>
                    <a:pt x="642577" y="274745"/>
                    <a:pt x="644326" y="272275"/>
                  </a:cubicBezTo>
                  <a:lnTo>
                    <a:pt x="659844" y="250317"/>
                  </a:lnTo>
                  <a:cubicBezTo>
                    <a:pt x="663453" y="245209"/>
                    <a:pt x="662231" y="238130"/>
                    <a:pt x="657124" y="234521"/>
                  </a:cubicBezTo>
                  <a:lnTo>
                    <a:pt x="657124" y="234521"/>
                  </a:lnTo>
                  <a:lnTo>
                    <a:pt x="350906" y="18217"/>
                  </a:lnTo>
                  <a:cubicBezTo>
                    <a:pt x="343244" y="12804"/>
                    <a:pt x="332917" y="12804"/>
                    <a:pt x="325228" y="18217"/>
                  </a:cubicBezTo>
                  <a:lnTo>
                    <a:pt x="213606" y="97055"/>
                  </a:lnTo>
                  <a:cubicBezTo>
                    <a:pt x="211441" y="98582"/>
                    <a:pt x="208609" y="98776"/>
                    <a:pt x="206277" y="97555"/>
                  </a:cubicBezTo>
                  <a:cubicBezTo>
                    <a:pt x="203918" y="96333"/>
                    <a:pt x="202446" y="93918"/>
                    <a:pt x="202446" y="91281"/>
                  </a:cubicBezTo>
                  <a:lnTo>
                    <a:pt x="202446" y="44645"/>
                  </a:lnTo>
                  <a:lnTo>
                    <a:pt x="136378" y="44645"/>
                  </a:lnTo>
                  <a:close/>
                </a:path>
              </a:pathLst>
            </a:custGeom>
            <a:solidFill>
              <a:srgbClr val="262626"/>
            </a:solidFill>
            <a:ln w="27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grpSp>
          <p:nvGrpSpPr>
            <p:cNvPr id="46" name="Gráfico 2">
              <a:extLst>
                <a:ext uri="{FF2B5EF4-FFF2-40B4-BE49-F238E27FC236}">
                  <a16:creationId xmlns:a16="http://schemas.microsoft.com/office/drawing/2014/main" id="{34D14B6E-D337-45E8-6E0D-6CB0B9A21CD1}"/>
                </a:ext>
              </a:extLst>
            </p:cNvPr>
            <p:cNvGrpSpPr/>
            <p:nvPr/>
          </p:nvGrpSpPr>
          <p:grpSpPr>
            <a:xfrm>
              <a:off x="1166820" y="4614052"/>
              <a:ext cx="192847" cy="256416"/>
              <a:chOff x="1166820" y="4614052"/>
              <a:chExt cx="192847" cy="256416"/>
            </a:xfrm>
            <a:solidFill>
              <a:srgbClr val="262626"/>
            </a:solidFill>
          </p:grpSpPr>
          <p:sp>
            <p:nvSpPr>
              <p:cNvPr id="47" name="Forma Livre: Forma 46">
                <a:extLst>
                  <a:ext uri="{FF2B5EF4-FFF2-40B4-BE49-F238E27FC236}">
                    <a16:creationId xmlns:a16="http://schemas.microsoft.com/office/drawing/2014/main" id="{B4F76204-E518-7DE4-5B47-9124831C9B4B}"/>
                  </a:ext>
                </a:extLst>
              </p:cNvPr>
              <p:cNvSpPr/>
              <p:nvPr/>
            </p:nvSpPr>
            <p:spPr>
              <a:xfrm>
                <a:off x="1166820" y="4716291"/>
                <a:ext cx="192847" cy="154177"/>
              </a:xfrm>
              <a:custGeom>
                <a:avLst/>
                <a:gdLst>
                  <a:gd name="connsiteX0" fmla="*/ 113787 w 192847"/>
                  <a:gd name="connsiteY0" fmla="*/ 154178 h 154177"/>
                  <a:gd name="connsiteX1" fmla="*/ 79032 w 192847"/>
                  <a:gd name="connsiteY1" fmla="*/ 154178 h 154177"/>
                  <a:gd name="connsiteX2" fmla="*/ 0 w 192847"/>
                  <a:gd name="connsiteY2" fmla="*/ 75118 h 154177"/>
                  <a:gd name="connsiteX3" fmla="*/ 0 w 192847"/>
                  <a:gd name="connsiteY3" fmla="*/ 7079 h 154177"/>
                  <a:gd name="connsiteX4" fmla="*/ 7079 w 192847"/>
                  <a:gd name="connsiteY4" fmla="*/ 0 h 154177"/>
                  <a:gd name="connsiteX5" fmla="*/ 185768 w 192847"/>
                  <a:gd name="connsiteY5" fmla="*/ 0 h 154177"/>
                  <a:gd name="connsiteX6" fmla="*/ 192847 w 192847"/>
                  <a:gd name="connsiteY6" fmla="*/ 7079 h 154177"/>
                  <a:gd name="connsiteX7" fmla="*/ 192847 w 192847"/>
                  <a:gd name="connsiteY7" fmla="*/ 75118 h 154177"/>
                  <a:gd name="connsiteX8" fmla="*/ 113787 w 192847"/>
                  <a:gd name="connsiteY8" fmla="*/ 154178 h 154177"/>
                  <a:gd name="connsiteX9" fmla="*/ 14130 w 192847"/>
                  <a:gd name="connsiteY9" fmla="*/ 14185 h 154177"/>
                  <a:gd name="connsiteX10" fmla="*/ 14130 w 192847"/>
                  <a:gd name="connsiteY10" fmla="*/ 75146 h 154177"/>
                  <a:gd name="connsiteX11" fmla="*/ 79004 w 192847"/>
                  <a:gd name="connsiteY11" fmla="*/ 140048 h 154177"/>
                  <a:gd name="connsiteX12" fmla="*/ 113760 w 192847"/>
                  <a:gd name="connsiteY12" fmla="*/ 140048 h 154177"/>
                  <a:gd name="connsiteX13" fmla="*/ 178662 w 192847"/>
                  <a:gd name="connsiteY13" fmla="*/ 75146 h 154177"/>
                  <a:gd name="connsiteX14" fmla="*/ 178662 w 192847"/>
                  <a:gd name="connsiteY14" fmla="*/ 14185 h 154177"/>
                  <a:gd name="connsiteX15" fmla="*/ 14130 w 192847"/>
                  <a:gd name="connsiteY15" fmla="*/ 14185 h 1541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92847" h="154177">
                    <a:moveTo>
                      <a:pt x="113787" y="154178"/>
                    </a:moveTo>
                    <a:lnTo>
                      <a:pt x="79032" y="154178"/>
                    </a:lnTo>
                    <a:cubicBezTo>
                      <a:pt x="35449" y="154178"/>
                      <a:pt x="0" y="118728"/>
                      <a:pt x="0" y="75118"/>
                    </a:cubicBezTo>
                    <a:lnTo>
                      <a:pt x="0" y="7079"/>
                    </a:lnTo>
                    <a:cubicBezTo>
                      <a:pt x="0" y="3165"/>
                      <a:pt x="3165" y="0"/>
                      <a:pt x="7079" y="0"/>
                    </a:cubicBezTo>
                    <a:lnTo>
                      <a:pt x="185768" y="0"/>
                    </a:lnTo>
                    <a:cubicBezTo>
                      <a:pt x="189682" y="0"/>
                      <a:pt x="192847" y="3165"/>
                      <a:pt x="192847" y="7079"/>
                    </a:cubicBezTo>
                    <a:lnTo>
                      <a:pt x="192847" y="75118"/>
                    </a:lnTo>
                    <a:cubicBezTo>
                      <a:pt x="192847" y="118701"/>
                      <a:pt x="157398" y="154178"/>
                      <a:pt x="113787" y="154178"/>
                    </a:cubicBezTo>
                    <a:close/>
                    <a:moveTo>
                      <a:pt x="14130" y="14185"/>
                    </a:moveTo>
                    <a:lnTo>
                      <a:pt x="14130" y="75146"/>
                    </a:lnTo>
                    <a:cubicBezTo>
                      <a:pt x="14130" y="110928"/>
                      <a:pt x="43250" y="140048"/>
                      <a:pt x="79004" y="140048"/>
                    </a:cubicBezTo>
                    <a:lnTo>
                      <a:pt x="113760" y="140048"/>
                    </a:lnTo>
                    <a:cubicBezTo>
                      <a:pt x="149542" y="140048"/>
                      <a:pt x="178662" y="110928"/>
                      <a:pt x="178662" y="75146"/>
                    </a:cubicBezTo>
                    <a:lnTo>
                      <a:pt x="178662" y="14185"/>
                    </a:lnTo>
                    <a:lnTo>
                      <a:pt x="14130" y="14185"/>
                    </a:lnTo>
                    <a:close/>
                  </a:path>
                </a:pathLst>
              </a:custGeom>
              <a:solidFill>
                <a:srgbClr val="262626"/>
              </a:solidFill>
              <a:ln w="27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8" name="Forma Livre: Forma 47">
                <a:extLst>
                  <a:ext uri="{FF2B5EF4-FFF2-40B4-BE49-F238E27FC236}">
                    <a16:creationId xmlns:a16="http://schemas.microsoft.com/office/drawing/2014/main" id="{5BE3807D-4E5D-3F2A-1C43-99B365A57797}"/>
                  </a:ext>
                </a:extLst>
              </p:cNvPr>
              <p:cNvSpPr/>
              <p:nvPr/>
            </p:nvSpPr>
            <p:spPr>
              <a:xfrm>
                <a:off x="1199130" y="4614052"/>
                <a:ext cx="128200" cy="69232"/>
              </a:xfrm>
              <a:custGeom>
                <a:avLst/>
                <a:gdLst>
                  <a:gd name="connsiteX0" fmla="*/ 121119 w 128200"/>
                  <a:gd name="connsiteY0" fmla="*/ 69233 h 69232"/>
                  <a:gd name="connsiteX1" fmla="*/ 114040 w 128200"/>
                  <a:gd name="connsiteY1" fmla="*/ 62348 h 69232"/>
                  <a:gd name="connsiteX2" fmla="*/ 64544 w 128200"/>
                  <a:gd name="connsiteY2" fmla="*/ 14158 h 69232"/>
                  <a:gd name="connsiteX3" fmla="*/ 63656 w 128200"/>
                  <a:gd name="connsiteY3" fmla="*/ 14158 h 69232"/>
                  <a:gd name="connsiteX4" fmla="*/ 14160 w 128200"/>
                  <a:gd name="connsiteY4" fmla="*/ 62348 h 69232"/>
                  <a:gd name="connsiteX5" fmla="*/ 7082 w 128200"/>
                  <a:gd name="connsiteY5" fmla="*/ 69233 h 69232"/>
                  <a:gd name="connsiteX6" fmla="*/ 6887 w 128200"/>
                  <a:gd name="connsiteY6" fmla="*/ 69233 h 69232"/>
                  <a:gd name="connsiteX7" fmla="*/ 3 w 128200"/>
                  <a:gd name="connsiteY7" fmla="*/ 61960 h 69232"/>
                  <a:gd name="connsiteX8" fmla="*/ 63656 w 128200"/>
                  <a:gd name="connsiteY8" fmla="*/ 0 h 69232"/>
                  <a:gd name="connsiteX9" fmla="*/ 64544 w 128200"/>
                  <a:gd name="connsiteY9" fmla="*/ 0 h 69232"/>
                  <a:gd name="connsiteX10" fmla="*/ 128198 w 128200"/>
                  <a:gd name="connsiteY10" fmla="*/ 61960 h 69232"/>
                  <a:gd name="connsiteX11" fmla="*/ 121313 w 128200"/>
                  <a:gd name="connsiteY11" fmla="*/ 69233 h 69232"/>
                  <a:gd name="connsiteX12" fmla="*/ 121119 w 128200"/>
                  <a:gd name="connsiteY12" fmla="*/ 69233 h 692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8200" h="69232">
                    <a:moveTo>
                      <a:pt x="121119" y="69233"/>
                    </a:moveTo>
                    <a:cubicBezTo>
                      <a:pt x="117288" y="69233"/>
                      <a:pt x="114151" y="66179"/>
                      <a:pt x="114040" y="62348"/>
                    </a:cubicBezTo>
                    <a:cubicBezTo>
                      <a:pt x="113346" y="35782"/>
                      <a:pt x="91138" y="14158"/>
                      <a:pt x="64544" y="14158"/>
                    </a:cubicBezTo>
                    <a:lnTo>
                      <a:pt x="63656" y="14158"/>
                    </a:lnTo>
                    <a:cubicBezTo>
                      <a:pt x="37062" y="14158"/>
                      <a:pt x="14854" y="35782"/>
                      <a:pt x="14160" y="62348"/>
                    </a:cubicBezTo>
                    <a:cubicBezTo>
                      <a:pt x="14049" y="66179"/>
                      <a:pt x="10912" y="69233"/>
                      <a:pt x="7082" y="69233"/>
                    </a:cubicBezTo>
                    <a:cubicBezTo>
                      <a:pt x="7026" y="69233"/>
                      <a:pt x="6943" y="69233"/>
                      <a:pt x="6887" y="69233"/>
                    </a:cubicBezTo>
                    <a:cubicBezTo>
                      <a:pt x="2973" y="69122"/>
                      <a:pt x="-108" y="65874"/>
                      <a:pt x="3" y="61960"/>
                    </a:cubicBezTo>
                    <a:cubicBezTo>
                      <a:pt x="919" y="27788"/>
                      <a:pt x="29456" y="0"/>
                      <a:pt x="63656" y="0"/>
                    </a:cubicBezTo>
                    <a:lnTo>
                      <a:pt x="64544" y="0"/>
                    </a:lnTo>
                    <a:cubicBezTo>
                      <a:pt x="98744" y="0"/>
                      <a:pt x="127309" y="27788"/>
                      <a:pt x="128198" y="61960"/>
                    </a:cubicBezTo>
                    <a:cubicBezTo>
                      <a:pt x="128309" y="65874"/>
                      <a:pt x="125227" y="69122"/>
                      <a:pt x="121313" y="69233"/>
                    </a:cubicBezTo>
                    <a:cubicBezTo>
                      <a:pt x="121258" y="69233"/>
                      <a:pt x="121174" y="69233"/>
                      <a:pt x="121119" y="69233"/>
                    </a:cubicBezTo>
                    <a:close/>
                  </a:path>
                </a:pathLst>
              </a:custGeom>
              <a:solidFill>
                <a:srgbClr val="262626"/>
              </a:solidFill>
              <a:ln w="27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49" name="Forma Livre: Forma 48">
                <a:extLst>
                  <a:ext uri="{FF2B5EF4-FFF2-40B4-BE49-F238E27FC236}">
                    <a16:creationId xmlns:a16="http://schemas.microsoft.com/office/drawing/2014/main" id="{ADB41F35-B798-410A-1F2B-F47CBD6D413B}"/>
                  </a:ext>
                </a:extLst>
              </p:cNvPr>
              <p:cNvSpPr/>
              <p:nvPr/>
            </p:nvSpPr>
            <p:spPr>
              <a:xfrm>
                <a:off x="1256151" y="4758791"/>
                <a:ext cx="14157" cy="26343"/>
              </a:xfrm>
              <a:custGeom>
                <a:avLst/>
                <a:gdLst>
                  <a:gd name="connsiteX0" fmla="*/ 7079 w 14157"/>
                  <a:gd name="connsiteY0" fmla="*/ 26344 h 26343"/>
                  <a:gd name="connsiteX1" fmla="*/ 0 w 14157"/>
                  <a:gd name="connsiteY1" fmla="*/ 19265 h 26343"/>
                  <a:gd name="connsiteX2" fmla="*/ 0 w 14157"/>
                  <a:gd name="connsiteY2" fmla="*/ 7079 h 26343"/>
                  <a:gd name="connsiteX3" fmla="*/ 7079 w 14157"/>
                  <a:gd name="connsiteY3" fmla="*/ 0 h 26343"/>
                  <a:gd name="connsiteX4" fmla="*/ 14157 w 14157"/>
                  <a:gd name="connsiteY4" fmla="*/ 7079 h 26343"/>
                  <a:gd name="connsiteX5" fmla="*/ 14157 w 14157"/>
                  <a:gd name="connsiteY5" fmla="*/ 19265 h 26343"/>
                  <a:gd name="connsiteX6" fmla="*/ 7079 w 14157"/>
                  <a:gd name="connsiteY6" fmla="*/ 26344 h 263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4157" h="26343">
                    <a:moveTo>
                      <a:pt x="7079" y="26344"/>
                    </a:moveTo>
                    <a:cubicBezTo>
                      <a:pt x="3165" y="26344"/>
                      <a:pt x="0" y="23179"/>
                      <a:pt x="0" y="19265"/>
                    </a:cubicBezTo>
                    <a:lnTo>
                      <a:pt x="0" y="7079"/>
                    </a:lnTo>
                    <a:cubicBezTo>
                      <a:pt x="0" y="3165"/>
                      <a:pt x="3165" y="0"/>
                      <a:pt x="7079" y="0"/>
                    </a:cubicBezTo>
                    <a:cubicBezTo>
                      <a:pt x="10993" y="0"/>
                      <a:pt x="14157" y="3165"/>
                      <a:pt x="14157" y="7079"/>
                    </a:cubicBezTo>
                    <a:lnTo>
                      <a:pt x="14157" y="19265"/>
                    </a:lnTo>
                    <a:cubicBezTo>
                      <a:pt x="14157" y="23179"/>
                      <a:pt x="10993" y="26344"/>
                      <a:pt x="7079" y="26344"/>
                    </a:cubicBezTo>
                    <a:close/>
                  </a:path>
                </a:pathLst>
              </a:custGeom>
              <a:solidFill>
                <a:srgbClr val="262626"/>
              </a:solidFill>
              <a:ln w="27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grpSp>
        <p:nvGrpSpPr>
          <p:cNvPr id="50" name="Gráfico 2">
            <a:extLst>
              <a:ext uri="{FF2B5EF4-FFF2-40B4-BE49-F238E27FC236}">
                <a16:creationId xmlns:a16="http://schemas.microsoft.com/office/drawing/2014/main" id="{5C86D036-933E-7B2B-1F06-216F19A10BFD}"/>
              </a:ext>
            </a:extLst>
          </p:cNvPr>
          <p:cNvGrpSpPr/>
          <p:nvPr/>
        </p:nvGrpSpPr>
        <p:grpSpPr>
          <a:xfrm>
            <a:off x="10493216" y="3442106"/>
            <a:ext cx="584974" cy="612732"/>
            <a:chOff x="10454794" y="3401862"/>
            <a:chExt cx="661817" cy="693220"/>
          </a:xfrm>
          <a:solidFill>
            <a:srgbClr val="262626"/>
          </a:solidFill>
        </p:grpSpPr>
        <p:sp>
          <p:nvSpPr>
            <p:cNvPr id="51" name="Forma Livre: Forma 50">
              <a:extLst>
                <a:ext uri="{FF2B5EF4-FFF2-40B4-BE49-F238E27FC236}">
                  <a16:creationId xmlns:a16="http://schemas.microsoft.com/office/drawing/2014/main" id="{96277E7D-67CE-511B-8AF5-78333C9BE679}"/>
                </a:ext>
              </a:extLst>
            </p:cNvPr>
            <p:cNvSpPr/>
            <p:nvPr/>
          </p:nvSpPr>
          <p:spPr>
            <a:xfrm>
              <a:off x="10454794" y="3401862"/>
              <a:ext cx="506754" cy="693220"/>
            </a:xfrm>
            <a:custGeom>
              <a:avLst/>
              <a:gdLst>
                <a:gd name="connsiteX0" fmla="*/ 253363 w 506754"/>
                <a:gd name="connsiteY0" fmla="*/ 693221 h 693220"/>
                <a:gd name="connsiteX1" fmla="*/ 252586 w 506754"/>
                <a:gd name="connsiteY1" fmla="*/ 693193 h 693220"/>
                <a:gd name="connsiteX2" fmla="*/ 0 w 506754"/>
                <a:gd name="connsiteY2" fmla="*/ 396885 h 693220"/>
                <a:gd name="connsiteX3" fmla="*/ 0 w 506754"/>
                <a:gd name="connsiteY3" fmla="*/ 70624 h 693220"/>
                <a:gd name="connsiteX4" fmla="*/ 7079 w 506754"/>
                <a:gd name="connsiteY4" fmla="*/ 63546 h 693220"/>
                <a:gd name="connsiteX5" fmla="*/ 249227 w 506754"/>
                <a:gd name="connsiteY5" fmla="*/ 1364 h 693220"/>
                <a:gd name="connsiteX6" fmla="*/ 257583 w 506754"/>
                <a:gd name="connsiteY6" fmla="*/ 1364 h 693220"/>
                <a:gd name="connsiteX7" fmla="*/ 499676 w 506754"/>
                <a:gd name="connsiteY7" fmla="*/ 63546 h 693220"/>
                <a:gd name="connsiteX8" fmla="*/ 506755 w 506754"/>
                <a:gd name="connsiteY8" fmla="*/ 70624 h 693220"/>
                <a:gd name="connsiteX9" fmla="*/ 506755 w 506754"/>
                <a:gd name="connsiteY9" fmla="*/ 112264 h 693220"/>
                <a:gd name="connsiteX10" fmla="*/ 499676 w 506754"/>
                <a:gd name="connsiteY10" fmla="*/ 119343 h 693220"/>
                <a:gd name="connsiteX11" fmla="*/ 492597 w 506754"/>
                <a:gd name="connsiteY11" fmla="*/ 112264 h 693220"/>
                <a:gd name="connsiteX12" fmla="*/ 492597 w 506754"/>
                <a:gd name="connsiteY12" fmla="*/ 77648 h 693220"/>
                <a:gd name="connsiteX13" fmla="*/ 253391 w 506754"/>
                <a:gd name="connsiteY13" fmla="*/ 15743 h 693220"/>
                <a:gd name="connsiteX14" fmla="*/ 14157 w 506754"/>
                <a:gd name="connsiteY14" fmla="*/ 77648 h 693220"/>
                <a:gd name="connsiteX15" fmla="*/ 14157 w 506754"/>
                <a:gd name="connsiteY15" fmla="*/ 396857 h 693220"/>
                <a:gd name="connsiteX16" fmla="*/ 253336 w 506754"/>
                <a:gd name="connsiteY16" fmla="*/ 679008 h 693220"/>
                <a:gd name="connsiteX17" fmla="*/ 396687 w 506754"/>
                <a:gd name="connsiteY17" fmla="*/ 615271 h 693220"/>
                <a:gd name="connsiteX18" fmla="*/ 406681 w 506754"/>
                <a:gd name="connsiteY18" fmla="*/ 615910 h 693220"/>
                <a:gd name="connsiteX19" fmla="*/ 406042 w 506754"/>
                <a:gd name="connsiteY19" fmla="*/ 625903 h 693220"/>
                <a:gd name="connsiteX20" fmla="*/ 254141 w 506754"/>
                <a:gd name="connsiteY20" fmla="*/ 693165 h 693220"/>
                <a:gd name="connsiteX21" fmla="*/ 253363 w 506754"/>
                <a:gd name="connsiteY21" fmla="*/ 693193 h 693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06754" h="693220">
                  <a:moveTo>
                    <a:pt x="253363" y="693221"/>
                  </a:moveTo>
                  <a:cubicBezTo>
                    <a:pt x="253113" y="693221"/>
                    <a:pt x="252836" y="693221"/>
                    <a:pt x="252586" y="693193"/>
                  </a:cubicBezTo>
                  <a:cubicBezTo>
                    <a:pt x="108596" y="677397"/>
                    <a:pt x="0" y="550008"/>
                    <a:pt x="0" y="396885"/>
                  </a:cubicBezTo>
                  <a:lnTo>
                    <a:pt x="0" y="70624"/>
                  </a:lnTo>
                  <a:cubicBezTo>
                    <a:pt x="0" y="66710"/>
                    <a:pt x="3164" y="63546"/>
                    <a:pt x="7079" y="63546"/>
                  </a:cubicBezTo>
                  <a:cubicBezTo>
                    <a:pt x="105320" y="63546"/>
                    <a:pt x="195845" y="40311"/>
                    <a:pt x="249227" y="1364"/>
                  </a:cubicBezTo>
                  <a:cubicBezTo>
                    <a:pt x="251725" y="-468"/>
                    <a:pt x="255084" y="-441"/>
                    <a:pt x="257583" y="1364"/>
                  </a:cubicBezTo>
                  <a:cubicBezTo>
                    <a:pt x="310909" y="40283"/>
                    <a:pt x="401406" y="63546"/>
                    <a:pt x="499676" y="63546"/>
                  </a:cubicBezTo>
                  <a:cubicBezTo>
                    <a:pt x="503590" y="63546"/>
                    <a:pt x="506755" y="66710"/>
                    <a:pt x="506755" y="70624"/>
                  </a:cubicBezTo>
                  <a:lnTo>
                    <a:pt x="506755" y="112264"/>
                  </a:lnTo>
                  <a:cubicBezTo>
                    <a:pt x="506755" y="116178"/>
                    <a:pt x="503590" y="119343"/>
                    <a:pt x="499676" y="119343"/>
                  </a:cubicBezTo>
                  <a:cubicBezTo>
                    <a:pt x="495761" y="119343"/>
                    <a:pt x="492597" y="116178"/>
                    <a:pt x="492597" y="112264"/>
                  </a:cubicBezTo>
                  <a:lnTo>
                    <a:pt x="492597" y="77648"/>
                  </a:lnTo>
                  <a:cubicBezTo>
                    <a:pt x="396631" y="76565"/>
                    <a:pt x="308161" y="53663"/>
                    <a:pt x="253391" y="15743"/>
                  </a:cubicBezTo>
                  <a:cubicBezTo>
                    <a:pt x="198593" y="53663"/>
                    <a:pt x="110095" y="76565"/>
                    <a:pt x="14157" y="77648"/>
                  </a:cubicBezTo>
                  <a:lnTo>
                    <a:pt x="14157" y="396857"/>
                  </a:lnTo>
                  <a:cubicBezTo>
                    <a:pt x="14157" y="542485"/>
                    <a:pt x="116924" y="663656"/>
                    <a:pt x="253336" y="679008"/>
                  </a:cubicBezTo>
                  <a:cubicBezTo>
                    <a:pt x="306440" y="673011"/>
                    <a:pt x="355991" y="650998"/>
                    <a:pt x="396687" y="615271"/>
                  </a:cubicBezTo>
                  <a:cubicBezTo>
                    <a:pt x="399630" y="612689"/>
                    <a:pt x="404099" y="612995"/>
                    <a:pt x="406681" y="615910"/>
                  </a:cubicBezTo>
                  <a:cubicBezTo>
                    <a:pt x="409262" y="618852"/>
                    <a:pt x="408984" y="623321"/>
                    <a:pt x="406042" y="625903"/>
                  </a:cubicBezTo>
                  <a:cubicBezTo>
                    <a:pt x="362987" y="663740"/>
                    <a:pt x="310437" y="687002"/>
                    <a:pt x="254141" y="693165"/>
                  </a:cubicBezTo>
                  <a:cubicBezTo>
                    <a:pt x="253891" y="693165"/>
                    <a:pt x="253613" y="693193"/>
                    <a:pt x="253363" y="693193"/>
                  </a:cubicBezTo>
                  <a:close/>
                </a:path>
              </a:pathLst>
            </a:custGeom>
            <a:solidFill>
              <a:srgbClr val="262626"/>
            </a:solidFill>
            <a:ln w="27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2" name="Forma Livre: Forma 51">
              <a:extLst>
                <a:ext uri="{FF2B5EF4-FFF2-40B4-BE49-F238E27FC236}">
                  <a16:creationId xmlns:a16="http://schemas.microsoft.com/office/drawing/2014/main" id="{4955CBC6-8336-578E-FF18-C729CE7C7EFF}"/>
                </a:ext>
              </a:extLst>
            </p:cNvPr>
            <p:cNvSpPr/>
            <p:nvPr/>
          </p:nvSpPr>
          <p:spPr>
            <a:xfrm>
              <a:off x="10501986" y="3564649"/>
              <a:ext cx="14157" cy="123170"/>
            </a:xfrm>
            <a:custGeom>
              <a:avLst/>
              <a:gdLst>
                <a:gd name="connsiteX0" fmla="*/ 7079 w 14157"/>
                <a:gd name="connsiteY0" fmla="*/ 123170 h 123170"/>
                <a:gd name="connsiteX1" fmla="*/ 0 w 14157"/>
                <a:gd name="connsiteY1" fmla="*/ 116091 h 123170"/>
                <a:gd name="connsiteX2" fmla="*/ 0 w 14157"/>
                <a:gd name="connsiteY2" fmla="*/ 7079 h 123170"/>
                <a:gd name="connsiteX3" fmla="*/ 7079 w 14157"/>
                <a:gd name="connsiteY3" fmla="*/ 0 h 123170"/>
                <a:gd name="connsiteX4" fmla="*/ 14157 w 14157"/>
                <a:gd name="connsiteY4" fmla="*/ 7079 h 123170"/>
                <a:gd name="connsiteX5" fmla="*/ 14157 w 14157"/>
                <a:gd name="connsiteY5" fmla="*/ 116091 h 123170"/>
                <a:gd name="connsiteX6" fmla="*/ 7079 w 14157"/>
                <a:gd name="connsiteY6" fmla="*/ 123170 h 123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157" h="123170">
                  <a:moveTo>
                    <a:pt x="7079" y="123170"/>
                  </a:moveTo>
                  <a:cubicBezTo>
                    <a:pt x="3164" y="123170"/>
                    <a:pt x="0" y="120005"/>
                    <a:pt x="0" y="116091"/>
                  </a:cubicBezTo>
                  <a:lnTo>
                    <a:pt x="0" y="7079"/>
                  </a:lnTo>
                  <a:cubicBezTo>
                    <a:pt x="0" y="3165"/>
                    <a:pt x="3164" y="0"/>
                    <a:pt x="7079" y="0"/>
                  </a:cubicBezTo>
                  <a:cubicBezTo>
                    <a:pt x="10993" y="0"/>
                    <a:pt x="14157" y="3165"/>
                    <a:pt x="14157" y="7079"/>
                  </a:cubicBezTo>
                  <a:lnTo>
                    <a:pt x="14157" y="116091"/>
                  </a:lnTo>
                  <a:cubicBezTo>
                    <a:pt x="14157" y="120005"/>
                    <a:pt x="10993" y="123170"/>
                    <a:pt x="7079" y="123170"/>
                  </a:cubicBezTo>
                  <a:close/>
                </a:path>
              </a:pathLst>
            </a:custGeom>
            <a:solidFill>
              <a:srgbClr val="262626"/>
            </a:solidFill>
            <a:ln w="27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grpSp>
          <p:nvGrpSpPr>
            <p:cNvPr id="53" name="Gráfico 2">
              <a:extLst>
                <a:ext uri="{FF2B5EF4-FFF2-40B4-BE49-F238E27FC236}">
                  <a16:creationId xmlns:a16="http://schemas.microsoft.com/office/drawing/2014/main" id="{47B9E794-E2BF-E90E-5C0E-789D1A48D5B9}"/>
                </a:ext>
              </a:extLst>
            </p:cNvPr>
            <p:cNvGrpSpPr/>
            <p:nvPr/>
          </p:nvGrpSpPr>
          <p:grpSpPr>
            <a:xfrm>
              <a:off x="10584074" y="3536829"/>
              <a:ext cx="532537" cy="365045"/>
              <a:chOff x="10584074" y="3536829"/>
              <a:chExt cx="532537" cy="365045"/>
            </a:xfrm>
            <a:solidFill>
              <a:srgbClr val="262626"/>
            </a:solidFill>
          </p:grpSpPr>
          <p:sp>
            <p:nvSpPr>
              <p:cNvPr id="55" name="Forma Livre: Forma 54">
                <a:extLst>
                  <a:ext uri="{FF2B5EF4-FFF2-40B4-BE49-F238E27FC236}">
                    <a16:creationId xmlns:a16="http://schemas.microsoft.com/office/drawing/2014/main" id="{A131706D-C5D6-A47A-0C6C-8FEBC6C9245F}"/>
                  </a:ext>
                </a:extLst>
              </p:cNvPr>
              <p:cNvSpPr/>
              <p:nvPr/>
            </p:nvSpPr>
            <p:spPr>
              <a:xfrm>
                <a:off x="10584074" y="3536829"/>
                <a:ext cx="532537" cy="365045"/>
              </a:xfrm>
              <a:custGeom>
                <a:avLst/>
                <a:gdLst>
                  <a:gd name="connsiteX0" fmla="*/ 76364 w 532537"/>
                  <a:gd name="connsiteY0" fmla="*/ 365045 h 365045"/>
                  <a:gd name="connsiteX1" fmla="*/ 59847 w 532537"/>
                  <a:gd name="connsiteY1" fmla="*/ 360160 h 365045"/>
                  <a:gd name="connsiteX2" fmla="*/ 46522 w 532537"/>
                  <a:gd name="connsiteY2" fmla="*/ 340922 h 365045"/>
                  <a:gd name="connsiteX3" fmla="*/ 691 w 532537"/>
                  <a:gd name="connsiteY3" fmla="*/ 129087 h 365045"/>
                  <a:gd name="connsiteX4" fmla="*/ 24120 w 532537"/>
                  <a:gd name="connsiteY4" fmla="*/ 92722 h 365045"/>
                  <a:gd name="connsiteX5" fmla="*/ 304855 w 532537"/>
                  <a:gd name="connsiteY5" fmla="*/ 32011 h 365045"/>
                  <a:gd name="connsiteX6" fmla="*/ 338055 w 532537"/>
                  <a:gd name="connsiteY6" fmla="*/ 38424 h 365045"/>
                  <a:gd name="connsiteX7" fmla="*/ 357265 w 532537"/>
                  <a:gd name="connsiteY7" fmla="*/ 51415 h 365045"/>
                  <a:gd name="connsiteX8" fmla="*/ 369396 w 532537"/>
                  <a:gd name="connsiteY8" fmla="*/ 31651 h 365045"/>
                  <a:gd name="connsiteX9" fmla="*/ 369396 w 532537"/>
                  <a:gd name="connsiteY9" fmla="*/ 31651 h 365045"/>
                  <a:gd name="connsiteX10" fmla="*/ 396989 w 532537"/>
                  <a:gd name="connsiteY10" fmla="*/ 12080 h 365045"/>
                  <a:gd name="connsiteX11" fmla="*/ 449650 w 532537"/>
                  <a:gd name="connsiteY11" fmla="*/ 698 h 365045"/>
                  <a:gd name="connsiteX12" fmla="*/ 486015 w 532537"/>
                  <a:gd name="connsiteY12" fmla="*/ 24128 h 365045"/>
                  <a:gd name="connsiteX13" fmla="*/ 531846 w 532537"/>
                  <a:gd name="connsiteY13" fmla="*/ 235962 h 365045"/>
                  <a:gd name="connsiteX14" fmla="*/ 508417 w 532537"/>
                  <a:gd name="connsiteY14" fmla="*/ 272328 h 365045"/>
                  <a:gd name="connsiteX15" fmla="*/ 455757 w 532537"/>
                  <a:gd name="connsiteY15" fmla="*/ 283709 h 365045"/>
                  <a:gd name="connsiteX16" fmla="*/ 422557 w 532537"/>
                  <a:gd name="connsiteY16" fmla="*/ 277297 h 365045"/>
                  <a:gd name="connsiteX17" fmla="*/ 403346 w 532537"/>
                  <a:gd name="connsiteY17" fmla="*/ 264305 h 365045"/>
                  <a:gd name="connsiteX18" fmla="*/ 391216 w 532537"/>
                  <a:gd name="connsiteY18" fmla="*/ 284070 h 365045"/>
                  <a:gd name="connsiteX19" fmla="*/ 363623 w 532537"/>
                  <a:gd name="connsiteY19" fmla="*/ 303641 h 365045"/>
                  <a:gd name="connsiteX20" fmla="*/ 82888 w 532537"/>
                  <a:gd name="connsiteY20" fmla="*/ 364351 h 365045"/>
                  <a:gd name="connsiteX21" fmla="*/ 76364 w 532537"/>
                  <a:gd name="connsiteY21" fmla="*/ 365045 h 365045"/>
                  <a:gd name="connsiteX22" fmla="*/ 313932 w 532537"/>
                  <a:gd name="connsiteY22" fmla="*/ 45170 h 365045"/>
                  <a:gd name="connsiteX23" fmla="*/ 307881 w 532537"/>
                  <a:gd name="connsiteY23" fmla="*/ 45808 h 365045"/>
                  <a:gd name="connsiteX24" fmla="*/ 27146 w 532537"/>
                  <a:gd name="connsiteY24" fmla="*/ 106519 h 365045"/>
                  <a:gd name="connsiteX25" fmla="*/ 14544 w 532537"/>
                  <a:gd name="connsiteY25" fmla="*/ 126062 h 365045"/>
                  <a:gd name="connsiteX26" fmla="*/ 60375 w 532537"/>
                  <a:gd name="connsiteY26" fmla="*/ 337896 h 365045"/>
                  <a:gd name="connsiteX27" fmla="*/ 67536 w 532537"/>
                  <a:gd name="connsiteY27" fmla="*/ 348251 h 365045"/>
                  <a:gd name="connsiteX28" fmla="*/ 79917 w 532537"/>
                  <a:gd name="connsiteY28" fmla="*/ 350499 h 365045"/>
                  <a:gd name="connsiteX29" fmla="*/ 360652 w 532537"/>
                  <a:gd name="connsiteY29" fmla="*/ 289789 h 365045"/>
                  <a:gd name="connsiteX30" fmla="*/ 379168 w 532537"/>
                  <a:gd name="connsiteY30" fmla="*/ 276658 h 365045"/>
                  <a:gd name="connsiteX31" fmla="*/ 395157 w 532537"/>
                  <a:gd name="connsiteY31" fmla="*/ 250592 h 365045"/>
                  <a:gd name="connsiteX32" fmla="*/ 399710 w 532537"/>
                  <a:gd name="connsiteY32" fmla="*/ 247372 h 365045"/>
                  <a:gd name="connsiteX33" fmla="*/ 405179 w 532537"/>
                  <a:gd name="connsiteY33" fmla="*/ 248427 h 365045"/>
                  <a:gd name="connsiteX34" fmla="*/ 430523 w 532537"/>
                  <a:gd name="connsiteY34" fmla="*/ 265554 h 365045"/>
                  <a:gd name="connsiteX35" fmla="*/ 452814 w 532537"/>
                  <a:gd name="connsiteY35" fmla="*/ 269857 h 365045"/>
                  <a:gd name="connsiteX36" fmla="*/ 505475 w 532537"/>
                  <a:gd name="connsiteY36" fmla="*/ 258476 h 365045"/>
                  <a:gd name="connsiteX37" fmla="*/ 518078 w 532537"/>
                  <a:gd name="connsiteY37" fmla="*/ 238933 h 365045"/>
                  <a:gd name="connsiteX38" fmla="*/ 472246 w 532537"/>
                  <a:gd name="connsiteY38" fmla="*/ 27098 h 365045"/>
                  <a:gd name="connsiteX39" fmla="*/ 452703 w 532537"/>
                  <a:gd name="connsiteY39" fmla="*/ 14495 h 365045"/>
                  <a:gd name="connsiteX40" fmla="*/ 400043 w 532537"/>
                  <a:gd name="connsiteY40" fmla="*/ 25877 h 365045"/>
                  <a:gd name="connsiteX41" fmla="*/ 381527 w 532537"/>
                  <a:gd name="connsiteY41" fmla="*/ 39007 h 365045"/>
                  <a:gd name="connsiteX42" fmla="*/ 365538 w 532537"/>
                  <a:gd name="connsiteY42" fmla="*/ 65073 h 365045"/>
                  <a:gd name="connsiteX43" fmla="*/ 360985 w 532537"/>
                  <a:gd name="connsiteY43" fmla="*/ 68293 h 365045"/>
                  <a:gd name="connsiteX44" fmla="*/ 355516 w 532537"/>
                  <a:gd name="connsiteY44" fmla="*/ 67239 h 365045"/>
                  <a:gd name="connsiteX45" fmla="*/ 330172 w 532537"/>
                  <a:gd name="connsiteY45" fmla="*/ 50111 h 365045"/>
                  <a:gd name="connsiteX46" fmla="*/ 313960 w 532537"/>
                  <a:gd name="connsiteY46" fmla="*/ 45170 h 3650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</a:cxnLst>
                <a:rect l="l" t="t" r="r" b="b"/>
                <a:pathLst>
                  <a:path w="532537" h="365045">
                    <a:moveTo>
                      <a:pt x="76364" y="365045"/>
                    </a:moveTo>
                    <a:cubicBezTo>
                      <a:pt x="70563" y="365045"/>
                      <a:pt x="64844" y="363380"/>
                      <a:pt x="59847" y="360160"/>
                    </a:cubicBezTo>
                    <a:cubicBezTo>
                      <a:pt x="52990" y="355746"/>
                      <a:pt x="48244" y="348889"/>
                      <a:pt x="46522" y="340922"/>
                    </a:cubicBezTo>
                    <a:lnTo>
                      <a:pt x="691" y="129087"/>
                    </a:lnTo>
                    <a:cubicBezTo>
                      <a:pt x="-2862" y="112598"/>
                      <a:pt x="7631" y="96275"/>
                      <a:pt x="24120" y="92722"/>
                    </a:cubicBezTo>
                    <a:lnTo>
                      <a:pt x="304855" y="32011"/>
                    </a:lnTo>
                    <a:cubicBezTo>
                      <a:pt x="316264" y="29513"/>
                      <a:pt x="328367" y="31873"/>
                      <a:pt x="338055" y="38424"/>
                    </a:cubicBezTo>
                    <a:lnTo>
                      <a:pt x="357265" y="51415"/>
                    </a:lnTo>
                    <a:lnTo>
                      <a:pt x="369396" y="31651"/>
                    </a:lnTo>
                    <a:lnTo>
                      <a:pt x="369396" y="31651"/>
                    </a:lnTo>
                    <a:cubicBezTo>
                      <a:pt x="375503" y="21685"/>
                      <a:pt x="385553" y="14551"/>
                      <a:pt x="396989" y="12080"/>
                    </a:cubicBezTo>
                    <a:lnTo>
                      <a:pt x="449650" y="698"/>
                    </a:lnTo>
                    <a:cubicBezTo>
                      <a:pt x="466139" y="-2883"/>
                      <a:pt x="482462" y="7666"/>
                      <a:pt x="486015" y="24128"/>
                    </a:cubicBezTo>
                    <a:lnTo>
                      <a:pt x="531846" y="235962"/>
                    </a:lnTo>
                    <a:cubicBezTo>
                      <a:pt x="535400" y="252452"/>
                      <a:pt x="524906" y="268775"/>
                      <a:pt x="508417" y="272328"/>
                    </a:cubicBezTo>
                    <a:lnTo>
                      <a:pt x="455757" y="283709"/>
                    </a:lnTo>
                    <a:cubicBezTo>
                      <a:pt x="444320" y="286180"/>
                      <a:pt x="432217" y="283848"/>
                      <a:pt x="422557" y="277297"/>
                    </a:cubicBezTo>
                    <a:lnTo>
                      <a:pt x="403346" y="264305"/>
                    </a:lnTo>
                    <a:lnTo>
                      <a:pt x="391216" y="284070"/>
                    </a:lnTo>
                    <a:cubicBezTo>
                      <a:pt x="385109" y="294036"/>
                      <a:pt x="375059" y="301170"/>
                      <a:pt x="363623" y="303641"/>
                    </a:cubicBezTo>
                    <a:lnTo>
                      <a:pt x="82888" y="364351"/>
                    </a:lnTo>
                    <a:cubicBezTo>
                      <a:pt x="80722" y="364823"/>
                      <a:pt x="78529" y="365045"/>
                      <a:pt x="76364" y="365045"/>
                    </a:cubicBezTo>
                    <a:close/>
                    <a:moveTo>
                      <a:pt x="313932" y="45170"/>
                    </a:moveTo>
                    <a:cubicBezTo>
                      <a:pt x="311906" y="45170"/>
                      <a:pt x="309879" y="45392"/>
                      <a:pt x="307881" y="45808"/>
                    </a:cubicBezTo>
                    <a:lnTo>
                      <a:pt x="27146" y="106519"/>
                    </a:lnTo>
                    <a:cubicBezTo>
                      <a:pt x="18291" y="108434"/>
                      <a:pt x="12628" y="117206"/>
                      <a:pt x="14544" y="126062"/>
                    </a:cubicBezTo>
                    <a:lnTo>
                      <a:pt x="60375" y="337896"/>
                    </a:lnTo>
                    <a:cubicBezTo>
                      <a:pt x="61291" y="342199"/>
                      <a:pt x="63845" y="345863"/>
                      <a:pt x="67536" y="348251"/>
                    </a:cubicBezTo>
                    <a:cubicBezTo>
                      <a:pt x="71229" y="350638"/>
                      <a:pt x="75643" y="351443"/>
                      <a:pt x="79917" y="350499"/>
                    </a:cubicBezTo>
                    <a:lnTo>
                      <a:pt x="360652" y="289789"/>
                    </a:lnTo>
                    <a:cubicBezTo>
                      <a:pt x="368314" y="288123"/>
                      <a:pt x="375059" y="283348"/>
                      <a:pt x="379168" y="276658"/>
                    </a:cubicBezTo>
                    <a:lnTo>
                      <a:pt x="395157" y="250592"/>
                    </a:lnTo>
                    <a:cubicBezTo>
                      <a:pt x="396157" y="248954"/>
                      <a:pt x="397794" y="247788"/>
                      <a:pt x="399710" y="247372"/>
                    </a:cubicBezTo>
                    <a:cubicBezTo>
                      <a:pt x="401598" y="246955"/>
                      <a:pt x="403569" y="247372"/>
                      <a:pt x="405179" y="248427"/>
                    </a:cubicBezTo>
                    <a:lnTo>
                      <a:pt x="430523" y="265554"/>
                    </a:lnTo>
                    <a:cubicBezTo>
                      <a:pt x="437019" y="269940"/>
                      <a:pt x="445125" y="271495"/>
                      <a:pt x="452814" y="269857"/>
                    </a:cubicBezTo>
                    <a:lnTo>
                      <a:pt x="505475" y="258476"/>
                    </a:lnTo>
                    <a:cubicBezTo>
                      <a:pt x="514330" y="256560"/>
                      <a:pt x="519993" y="247788"/>
                      <a:pt x="518078" y="238933"/>
                    </a:cubicBezTo>
                    <a:lnTo>
                      <a:pt x="472246" y="27098"/>
                    </a:lnTo>
                    <a:cubicBezTo>
                      <a:pt x="470331" y="18243"/>
                      <a:pt x="461531" y="12607"/>
                      <a:pt x="452703" y="14495"/>
                    </a:cubicBezTo>
                    <a:lnTo>
                      <a:pt x="400043" y="25877"/>
                    </a:lnTo>
                    <a:cubicBezTo>
                      <a:pt x="392381" y="27542"/>
                      <a:pt x="385636" y="32317"/>
                      <a:pt x="381527" y="39007"/>
                    </a:cubicBezTo>
                    <a:lnTo>
                      <a:pt x="365538" y="65073"/>
                    </a:lnTo>
                    <a:cubicBezTo>
                      <a:pt x="364538" y="66711"/>
                      <a:pt x="362901" y="67877"/>
                      <a:pt x="360985" y="68293"/>
                    </a:cubicBezTo>
                    <a:cubicBezTo>
                      <a:pt x="359097" y="68710"/>
                      <a:pt x="357127" y="68321"/>
                      <a:pt x="355516" y="67239"/>
                    </a:cubicBezTo>
                    <a:lnTo>
                      <a:pt x="330172" y="50111"/>
                    </a:lnTo>
                    <a:cubicBezTo>
                      <a:pt x="325370" y="46863"/>
                      <a:pt x="319679" y="45170"/>
                      <a:pt x="313960" y="45170"/>
                    </a:cubicBezTo>
                    <a:close/>
                  </a:path>
                </a:pathLst>
              </a:custGeom>
              <a:solidFill>
                <a:srgbClr val="262626"/>
              </a:solidFill>
              <a:ln w="27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grpSp>
            <p:nvGrpSpPr>
              <p:cNvPr id="56" name="Gráfico 2">
                <a:extLst>
                  <a:ext uri="{FF2B5EF4-FFF2-40B4-BE49-F238E27FC236}">
                    <a16:creationId xmlns:a16="http://schemas.microsoft.com/office/drawing/2014/main" id="{DF6734F9-2CCA-28A8-DD85-DE4C1C7C38A7}"/>
                  </a:ext>
                </a:extLst>
              </p:cNvPr>
              <p:cNvGrpSpPr/>
              <p:nvPr/>
            </p:nvGrpSpPr>
            <p:grpSpPr>
              <a:xfrm>
                <a:off x="10946950" y="3639826"/>
                <a:ext cx="34914" cy="110147"/>
                <a:chOff x="10946950" y="3639826"/>
                <a:chExt cx="34914" cy="110147"/>
              </a:xfrm>
              <a:solidFill>
                <a:srgbClr val="262626"/>
              </a:solidFill>
            </p:grpSpPr>
            <p:sp>
              <p:nvSpPr>
                <p:cNvPr id="60" name="Forma Livre: Forma 59">
                  <a:extLst>
                    <a:ext uri="{FF2B5EF4-FFF2-40B4-BE49-F238E27FC236}">
                      <a16:creationId xmlns:a16="http://schemas.microsoft.com/office/drawing/2014/main" id="{15FF096D-2B72-D7B9-5ACB-7E85B7A2ED85}"/>
                    </a:ext>
                  </a:extLst>
                </p:cNvPr>
                <p:cNvSpPr/>
                <p:nvPr/>
              </p:nvSpPr>
              <p:spPr>
                <a:xfrm>
                  <a:off x="10946950" y="3639826"/>
                  <a:ext cx="19619" cy="39387"/>
                </a:xfrm>
                <a:custGeom>
                  <a:avLst/>
                  <a:gdLst>
                    <a:gd name="connsiteX0" fmla="*/ 12544 w 19619"/>
                    <a:gd name="connsiteY0" fmla="*/ 39388 h 39387"/>
                    <a:gd name="connsiteX1" fmla="*/ 5632 w 19619"/>
                    <a:gd name="connsiteY1" fmla="*/ 33808 h 39387"/>
                    <a:gd name="connsiteX2" fmla="*/ 163 w 19619"/>
                    <a:gd name="connsiteY2" fmla="*/ 8574 h 39387"/>
                    <a:gd name="connsiteX3" fmla="*/ 5576 w 19619"/>
                    <a:gd name="connsiteY3" fmla="*/ 163 h 39387"/>
                    <a:gd name="connsiteX4" fmla="*/ 13987 w 19619"/>
                    <a:gd name="connsiteY4" fmla="*/ 5576 h 39387"/>
                    <a:gd name="connsiteX5" fmla="*/ 19456 w 19619"/>
                    <a:gd name="connsiteY5" fmla="*/ 30810 h 39387"/>
                    <a:gd name="connsiteX6" fmla="*/ 14043 w 19619"/>
                    <a:gd name="connsiteY6" fmla="*/ 39221 h 39387"/>
                    <a:gd name="connsiteX7" fmla="*/ 12544 w 19619"/>
                    <a:gd name="connsiteY7" fmla="*/ 39388 h 393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9619" h="39387">
                      <a:moveTo>
                        <a:pt x="12544" y="39388"/>
                      </a:moveTo>
                      <a:cubicBezTo>
                        <a:pt x="9296" y="39388"/>
                        <a:pt x="6353" y="37111"/>
                        <a:pt x="5632" y="33808"/>
                      </a:cubicBezTo>
                      <a:lnTo>
                        <a:pt x="163" y="8574"/>
                      </a:lnTo>
                      <a:cubicBezTo>
                        <a:pt x="-669" y="4743"/>
                        <a:pt x="1773" y="996"/>
                        <a:pt x="5576" y="163"/>
                      </a:cubicBezTo>
                      <a:cubicBezTo>
                        <a:pt x="9379" y="-670"/>
                        <a:pt x="13155" y="1773"/>
                        <a:pt x="13987" y="5576"/>
                      </a:cubicBezTo>
                      <a:lnTo>
                        <a:pt x="19456" y="30810"/>
                      </a:lnTo>
                      <a:cubicBezTo>
                        <a:pt x="20289" y="34641"/>
                        <a:pt x="17846" y="38388"/>
                        <a:pt x="14043" y="39221"/>
                      </a:cubicBezTo>
                      <a:cubicBezTo>
                        <a:pt x="13543" y="39332"/>
                        <a:pt x="13044" y="39388"/>
                        <a:pt x="12544" y="39388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277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61" name="Forma Livre: Forma 60">
                  <a:extLst>
                    <a:ext uri="{FF2B5EF4-FFF2-40B4-BE49-F238E27FC236}">
                      <a16:creationId xmlns:a16="http://schemas.microsoft.com/office/drawing/2014/main" id="{D8AF5205-1BD5-468B-4007-EAC34DFC3B4C}"/>
                    </a:ext>
                  </a:extLst>
                </p:cNvPr>
                <p:cNvSpPr/>
                <p:nvPr/>
              </p:nvSpPr>
              <p:spPr>
                <a:xfrm>
                  <a:off x="10962246" y="3710586"/>
                  <a:ext cx="19619" cy="39387"/>
                </a:xfrm>
                <a:custGeom>
                  <a:avLst/>
                  <a:gdLst>
                    <a:gd name="connsiteX0" fmla="*/ 12544 w 19619"/>
                    <a:gd name="connsiteY0" fmla="*/ 39388 h 39387"/>
                    <a:gd name="connsiteX1" fmla="*/ 5631 w 19619"/>
                    <a:gd name="connsiteY1" fmla="*/ 33808 h 39387"/>
                    <a:gd name="connsiteX2" fmla="*/ 163 w 19619"/>
                    <a:gd name="connsiteY2" fmla="*/ 8574 h 39387"/>
                    <a:gd name="connsiteX3" fmla="*/ 5576 w 19619"/>
                    <a:gd name="connsiteY3" fmla="*/ 163 h 39387"/>
                    <a:gd name="connsiteX4" fmla="*/ 13987 w 19619"/>
                    <a:gd name="connsiteY4" fmla="*/ 5576 h 39387"/>
                    <a:gd name="connsiteX5" fmla="*/ 19456 w 19619"/>
                    <a:gd name="connsiteY5" fmla="*/ 30810 h 39387"/>
                    <a:gd name="connsiteX6" fmla="*/ 14043 w 19619"/>
                    <a:gd name="connsiteY6" fmla="*/ 39221 h 39387"/>
                    <a:gd name="connsiteX7" fmla="*/ 12544 w 19619"/>
                    <a:gd name="connsiteY7" fmla="*/ 39388 h 393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9619" h="39387">
                      <a:moveTo>
                        <a:pt x="12544" y="39388"/>
                      </a:moveTo>
                      <a:cubicBezTo>
                        <a:pt x="9296" y="39388"/>
                        <a:pt x="6353" y="37111"/>
                        <a:pt x="5631" y="33808"/>
                      </a:cubicBezTo>
                      <a:lnTo>
                        <a:pt x="163" y="8574"/>
                      </a:lnTo>
                      <a:cubicBezTo>
                        <a:pt x="-669" y="4743"/>
                        <a:pt x="1773" y="996"/>
                        <a:pt x="5576" y="163"/>
                      </a:cubicBezTo>
                      <a:cubicBezTo>
                        <a:pt x="9379" y="-670"/>
                        <a:pt x="13155" y="1773"/>
                        <a:pt x="13987" y="5576"/>
                      </a:cubicBezTo>
                      <a:lnTo>
                        <a:pt x="19456" y="30810"/>
                      </a:lnTo>
                      <a:cubicBezTo>
                        <a:pt x="20289" y="34641"/>
                        <a:pt x="17846" y="38388"/>
                        <a:pt x="14043" y="39221"/>
                      </a:cubicBezTo>
                      <a:cubicBezTo>
                        <a:pt x="13543" y="39332"/>
                        <a:pt x="13044" y="39388"/>
                        <a:pt x="12544" y="39388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277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  <p:grpSp>
            <p:nvGrpSpPr>
              <p:cNvPr id="57" name="Gráfico 2">
                <a:extLst>
                  <a:ext uri="{FF2B5EF4-FFF2-40B4-BE49-F238E27FC236}">
                    <a16:creationId xmlns:a16="http://schemas.microsoft.com/office/drawing/2014/main" id="{FDA2BA83-C8A1-3B00-12BA-8981445D0B40}"/>
                  </a:ext>
                </a:extLst>
              </p:cNvPr>
              <p:cNvGrpSpPr/>
              <p:nvPr/>
            </p:nvGrpSpPr>
            <p:grpSpPr>
              <a:xfrm>
                <a:off x="10672878" y="3662811"/>
                <a:ext cx="215436" cy="143181"/>
                <a:chOff x="10672878" y="3662811"/>
                <a:chExt cx="215436" cy="143181"/>
              </a:xfrm>
              <a:solidFill>
                <a:srgbClr val="262626"/>
              </a:solidFill>
            </p:grpSpPr>
            <p:sp>
              <p:nvSpPr>
                <p:cNvPr id="58" name="Forma Livre: Forma 57">
                  <a:extLst>
                    <a:ext uri="{FF2B5EF4-FFF2-40B4-BE49-F238E27FC236}">
                      <a16:creationId xmlns:a16="http://schemas.microsoft.com/office/drawing/2014/main" id="{A6A33499-F58E-5F6A-EE51-E71C15921C09}"/>
                    </a:ext>
                  </a:extLst>
                </p:cNvPr>
                <p:cNvSpPr/>
                <p:nvPr/>
              </p:nvSpPr>
              <p:spPr>
                <a:xfrm>
                  <a:off x="10672878" y="3662811"/>
                  <a:ext cx="196032" cy="53489"/>
                </a:xfrm>
                <a:custGeom>
                  <a:avLst/>
                  <a:gdLst>
                    <a:gd name="connsiteX0" fmla="*/ 7075 w 196032"/>
                    <a:gd name="connsiteY0" fmla="*/ 53489 h 53489"/>
                    <a:gd name="connsiteX1" fmla="*/ 163 w 196032"/>
                    <a:gd name="connsiteY1" fmla="*/ 47910 h 53489"/>
                    <a:gd name="connsiteX2" fmla="*/ 5576 w 196032"/>
                    <a:gd name="connsiteY2" fmla="*/ 39499 h 53489"/>
                    <a:gd name="connsiteX3" fmla="*/ 187458 w 196032"/>
                    <a:gd name="connsiteY3" fmla="*/ 163 h 53489"/>
                    <a:gd name="connsiteX4" fmla="*/ 195869 w 196032"/>
                    <a:gd name="connsiteY4" fmla="*/ 5576 h 53489"/>
                    <a:gd name="connsiteX5" fmla="*/ 190456 w 196032"/>
                    <a:gd name="connsiteY5" fmla="*/ 13987 h 53489"/>
                    <a:gd name="connsiteX6" fmla="*/ 8574 w 196032"/>
                    <a:gd name="connsiteY6" fmla="*/ 53323 h 53489"/>
                    <a:gd name="connsiteX7" fmla="*/ 7075 w 196032"/>
                    <a:gd name="connsiteY7" fmla="*/ 53489 h 534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96032" h="53489">
                      <a:moveTo>
                        <a:pt x="7075" y="53489"/>
                      </a:moveTo>
                      <a:cubicBezTo>
                        <a:pt x="3827" y="53489"/>
                        <a:pt x="885" y="51213"/>
                        <a:pt x="163" y="47910"/>
                      </a:cubicBezTo>
                      <a:cubicBezTo>
                        <a:pt x="-669" y="44079"/>
                        <a:pt x="1773" y="40331"/>
                        <a:pt x="5576" y="39499"/>
                      </a:cubicBezTo>
                      <a:lnTo>
                        <a:pt x="187458" y="163"/>
                      </a:lnTo>
                      <a:cubicBezTo>
                        <a:pt x="191261" y="-670"/>
                        <a:pt x="195037" y="1773"/>
                        <a:pt x="195869" y="5576"/>
                      </a:cubicBezTo>
                      <a:cubicBezTo>
                        <a:pt x="196702" y="9407"/>
                        <a:pt x="194260" y="13155"/>
                        <a:pt x="190456" y="13987"/>
                      </a:cubicBezTo>
                      <a:lnTo>
                        <a:pt x="8574" y="53323"/>
                      </a:lnTo>
                      <a:cubicBezTo>
                        <a:pt x="8075" y="53434"/>
                        <a:pt x="7575" y="53489"/>
                        <a:pt x="7075" y="53489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277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59" name="Forma Livre: Forma 58">
                  <a:extLst>
                    <a:ext uri="{FF2B5EF4-FFF2-40B4-BE49-F238E27FC236}">
                      <a16:creationId xmlns:a16="http://schemas.microsoft.com/office/drawing/2014/main" id="{E7373F88-8058-7F6E-69CD-BBC393B4CF02}"/>
                    </a:ext>
                  </a:extLst>
                </p:cNvPr>
                <p:cNvSpPr/>
                <p:nvPr/>
              </p:nvSpPr>
              <p:spPr>
                <a:xfrm>
                  <a:off x="10692282" y="3752503"/>
                  <a:ext cx="196032" cy="53489"/>
                </a:xfrm>
                <a:custGeom>
                  <a:avLst/>
                  <a:gdLst>
                    <a:gd name="connsiteX0" fmla="*/ 7075 w 196032"/>
                    <a:gd name="connsiteY0" fmla="*/ 53489 h 53489"/>
                    <a:gd name="connsiteX1" fmla="*/ 163 w 196032"/>
                    <a:gd name="connsiteY1" fmla="*/ 47910 h 53489"/>
                    <a:gd name="connsiteX2" fmla="*/ 5576 w 196032"/>
                    <a:gd name="connsiteY2" fmla="*/ 39499 h 53489"/>
                    <a:gd name="connsiteX3" fmla="*/ 187458 w 196032"/>
                    <a:gd name="connsiteY3" fmla="*/ 163 h 53489"/>
                    <a:gd name="connsiteX4" fmla="*/ 195869 w 196032"/>
                    <a:gd name="connsiteY4" fmla="*/ 5576 h 53489"/>
                    <a:gd name="connsiteX5" fmla="*/ 190456 w 196032"/>
                    <a:gd name="connsiteY5" fmla="*/ 13987 h 53489"/>
                    <a:gd name="connsiteX6" fmla="*/ 8574 w 196032"/>
                    <a:gd name="connsiteY6" fmla="*/ 53323 h 53489"/>
                    <a:gd name="connsiteX7" fmla="*/ 7075 w 196032"/>
                    <a:gd name="connsiteY7" fmla="*/ 53489 h 534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96032" h="53489">
                      <a:moveTo>
                        <a:pt x="7075" y="53489"/>
                      </a:moveTo>
                      <a:cubicBezTo>
                        <a:pt x="3827" y="53489"/>
                        <a:pt x="885" y="51213"/>
                        <a:pt x="163" y="47910"/>
                      </a:cubicBezTo>
                      <a:cubicBezTo>
                        <a:pt x="-669" y="44079"/>
                        <a:pt x="1773" y="40331"/>
                        <a:pt x="5576" y="39499"/>
                      </a:cubicBezTo>
                      <a:lnTo>
                        <a:pt x="187458" y="163"/>
                      </a:lnTo>
                      <a:cubicBezTo>
                        <a:pt x="191289" y="-670"/>
                        <a:pt x="195037" y="1773"/>
                        <a:pt x="195869" y="5576"/>
                      </a:cubicBezTo>
                      <a:cubicBezTo>
                        <a:pt x="196702" y="9407"/>
                        <a:pt x="194260" y="13155"/>
                        <a:pt x="190456" y="13987"/>
                      </a:cubicBezTo>
                      <a:lnTo>
                        <a:pt x="8574" y="53323"/>
                      </a:lnTo>
                      <a:cubicBezTo>
                        <a:pt x="8075" y="53434"/>
                        <a:pt x="7575" y="53489"/>
                        <a:pt x="7075" y="53489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277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</p:grpSp>
        <p:sp>
          <p:nvSpPr>
            <p:cNvPr id="54" name="Forma Livre: Forma 53">
              <a:extLst>
                <a:ext uri="{FF2B5EF4-FFF2-40B4-BE49-F238E27FC236}">
                  <a16:creationId xmlns:a16="http://schemas.microsoft.com/office/drawing/2014/main" id="{2B12031F-BDA5-75B2-1A26-5998E6DCE948}"/>
                </a:ext>
              </a:extLst>
            </p:cNvPr>
            <p:cNvSpPr/>
            <p:nvPr/>
          </p:nvSpPr>
          <p:spPr>
            <a:xfrm>
              <a:off x="10683549" y="3848885"/>
              <a:ext cx="396602" cy="164694"/>
            </a:xfrm>
            <a:custGeom>
              <a:avLst/>
              <a:gdLst>
                <a:gd name="connsiteX0" fmla="*/ 339460 w 396602"/>
                <a:gd name="connsiteY0" fmla="*/ 164695 h 164694"/>
                <a:gd name="connsiteX1" fmla="*/ 333353 w 396602"/>
                <a:gd name="connsiteY1" fmla="*/ 164084 h 164694"/>
                <a:gd name="connsiteX2" fmla="*/ 280554 w 396602"/>
                <a:gd name="connsiteY2" fmla="*/ 153202 h 164694"/>
                <a:gd name="connsiteX3" fmla="*/ 252794 w 396602"/>
                <a:gd name="connsiteY3" fmla="*/ 133937 h 164694"/>
                <a:gd name="connsiteX4" fmla="*/ 240441 w 396602"/>
                <a:gd name="connsiteY4" fmla="*/ 114311 h 164694"/>
                <a:gd name="connsiteX5" fmla="*/ 221397 w 396602"/>
                <a:gd name="connsiteY5" fmla="*/ 127497 h 164694"/>
                <a:gd name="connsiteX6" fmla="*/ 188225 w 396602"/>
                <a:gd name="connsiteY6" fmla="*/ 134215 h 164694"/>
                <a:gd name="connsiteX7" fmla="*/ 5649 w 396602"/>
                <a:gd name="connsiteY7" fmla="*/ 96711 h 164694"/>
                <a:gd name="connsiteX8" fmla="*/ 152 w 396602"/>
                <a:gd name="connsiteY8" fmla="*/ 88356 h 164694"/>
                <a:gd name="connsiteX9" fmla="*/ 8508 w 396602"/>
                <a:gd name="connsiteY9" fmla="*/ 82831 h 164694"/>
                <a:gd name="connsiteX10" fmla="*/ 191084 w 396602"/>
                <a:gd name="connsiteY10" fmla="*/ 120335 h 164694"/>
                <a:gd name="connsiteX11" fmla="*/ 213347 w 396602"/>
                <a:gd name="connsiteY11" fmla="*/ 115838 h 164694"/>
                <a:gd name="connsiteX12" fmla="*/ 238442 w 396602"/>
                <a:gd name="connsiteY12" fmla="*/ 98460 h 164694"/>
                <a:gd name="connsiteX13" fmla="*/ 243883 w 396602"/>
                <a:gd name="connsiteY13" fmla="*/ 97350 h 164694"/>
                <a:gd name="connsiteX14" fmla="*/ 248463 w 396602"/>
                <a:gd name="connsiteY14" fmla="*/ 100514 h 164694"/>
                <a:gd name="connsiteX15" fmla="*/ 264758 w 396602"/>
                <a:gd name="connsiteY15" fmla="*/ 126414 h 164694"/>
                <a:gd name="connsiteX16" fmla="*/ 283385 w 396602"/>
                <a:gd name="connsiteY16" fmla="*/ 139350 h 164694"/>
                <a:gd name="connsiteX17" fmla="*/ 336157 w 396602"/>
                <a:gd name="connsiteY17" fmla="*/ 150232 h 164694"/>
                <a:gd name="connsiteX18" fmla="*/ 355533 w 396602"/>
                <a:gd name="connsiteY18" fmla="*/ 137407 h 164694"/>
                <a:gd name="connsiteX19" fmla="*/ 382599 w 396602"/>
                <a:gd name="connsiteY19" fmla="*/ 5659 h 164694"/>
                <a:gd name="connsiteX20" fmla="*/ 390954 w 396602"/>
                <a:gd name="connsiteY20" fmla="*/ 135 h 164694"/>
                <a:gd name="connsiteX21" fmla="*/ 396451 w 396602"/>
                <a:gd name="connsiteY21" fmla="*/ 8491 h 164694"/>
                <a:gd name="connsiteX22" fmla="*/ 369385 w 396602"/>
                <a:gd name="connsiteY22" fmla="*/ 140211 h 164694"/>
                <a:gd name="connsiteX23" fmla="*/ 339404 w 396602"/>
                <a:gd name="connsiteY23" fmla="*/ 164667 h 1646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96602" h="164694">
                  <a:moveTo>
                    <a:pt x="339460" y="164695"/>
                  </a:moveTo>
                  <a:cubicBezTo>
                    <a:pt x="337433" y="164695"/>
                    <a:pt x="335407" y="164501"/>
                    <a:pt x="333353" y="164084"/>
                  </a:cubicBezTo>
                  <a:lnTo>
                    <a:pt x="280554" y="153202"/>
                  </a:lnTo>
                  <a:cubicBezTo>
                    <a:pt x="269144" y="150871"/>
                    <a:pt x="259012" y="143875"/>
                    <a:pt x="252794" y="133937"/>
                  </a:cubicBezTo>
                  <a:lnTo>
                    <a:pt x="240441" y="114311"/>
                  </a:lnTo>
                  <a:lnTo>
                    <a:pt x="221397" y="127497"/>
                  </a:lnTo>
                  <a:cubicBezTo>
                    <a:pt x="211709" y="134159"/>
                    <a:pt x="199634" y="136602"/>
                    <a:pt x="188225" y="134215"/>
                  </a:cubicBezTo>
                  <a:lnTo>
                    <a:pt x="5649" y="96711"/>
                  </a:lnTo>
                  <a:cubicBezTo>
                    <a:pt x="1818" y="95934"/>
                    <a:pt x="-653" y="92186"/>
                    <a:pt x="152" y="88356"/>
                  </a:cubicBezTo>
                  <a:cubicBezTo>
                    <a:pt x="930" y="84525"/>
                    <a:pt x="4677" y="82082"/>
                    <a:pt x="8508" y="82831"/>
                  </a:cubicBezTo>
                  <a:lnTo>
                    <a:pt x="191084" y="120335"/>
                  </a:lnTo>
                  <a:cubicBezTo>
                    <a:pt x="198746" y="121945"/>
                    <a:pt x="206851" y="120307"/>
                    <a:pt x="213347" y="115838"/>
                  </a:cubicBezTo>
                  <a:lnTo>
                    <a:pt x="238442" y="98460"/>
                  </a:lnTo>
                  <a:cubicBezTo>
                    <a:pt x="240024" y="97350"/>
                    <a:pt x="241995" y="96961"/>
                    <a:pt x="243883" y="97350"/>
                  </a:cubicBezTo>
                  <a:cubicBezTo>
                    <a:pt x="245771" y="97738"/>
                    <a:pt x="247436" y="98877"/>
                    <a:pt x="248463" y="100514"/>
                  </a:cubicBezTo>
                  <a:lnTo>
                    <a:pt x="264758" y="126414"/>
                  </a:lnTo>
                  <a:cubicBezTo>
                    <a:pt x="268950" y="133077"/>
                    <a:pt x="275751" y="137796"/>
                    <a:pt x="283385" y="139350"/>
                  </a:cubicBezTo>
                  <a:lnTo>
                    <a:pt x="336157" y="150232"/>
                  </a:lnTo>
                  <a:cubicBezTo>
                    <a:pt x="345012" y="152009"/>
                    <a:pt x="353728" y="146290"/>
                    <a:pt x="355533" y="137407"/>
                  </a:cubicBezTo>
                  <a:lnTo>
                    <a:pt x="382599" y="5659"/>
                  </a:lnTo>
                  <a:cubicBezTo>
                    <a:pt x="383376" y="1828"/>
                    <a:pt x="387151" y="-614"/>
                    <a:pt x="390954" y="135"/>
                  </a:cubicBezTo>
                  <a:cubicBezTo>
                    <a:pt x="394785" y="912"/>
                    <a:pt x="397256" y="4660"/>
                    <a:pt x="396451" y="8491"/>
                  </a:cubicBezTo>
                  <a:lnTo>
                    <a:pt x="369385" y="140211"/>
                  </a:lnTo>
                  <a:cubicBezTo>
                    <a:pt x="366442" y="154674"/>
                    <a:pt x="353645" y="164667"/>
                    <a:pt x="339404" y="164667"/>
                  </a:cubicBezTo>
                  <a:close/>
                </a:path>
              </a:pathLst>
            </a:custGeom>
            <a:solidFill>
              <a:srgbClr val="262626"/>
            </a:solidFill>
            <a:ln w="27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62" name="Gráfico 2">
            <a:extLst>
              <a:ext uri="{FF2B5EF4-FFF2-40B4-BE49-F238E27FC236}">
                <a16:creationId xmlns:a16="http://schemas.microsoft.com/office/drawing/2014/main" id="{943EF59B-61ED-146F-9470-B4E02CE63F35}"/>
              </a:ext>
            </a:extLst>
          </p:cNvPr>
          <p:cNvGrpSpPr/>
          <p:nvPr/>
        </p:nvGrpSpPr>
        <p:grpSpPr>
          <a:xfrm>
            <a:off x="7658046" y="4344202"/>
            <a:ext cx="552738" cy="632776"/>
            <a:chOff x="7621743" y="4302642"/>
            <a:chExt cx="625344" cy="715896"/>
          </a:xfrm>
          <a:solidFill>
            <a:srgbClr val="262626"/>
          </a:solidFill>
        </p:grpSpPr>
        <p:grpSp>
          <p:nvGrpSpPr>
            <p:cNvPr id="63" name="Gráfico 2">
              <a:extLst>
                <a:ext uri="{FF2B5EF4-FFF2-40B4-BE49-F238E27FC236}">
                  <a16:creationId xmlns:a16="http://schemas.microsoft.com/office/drawing/2014/main" id="{6B2861AC-75E3-DE93-0B4D-5886033D25F3}"/>
                </a:ext>
              </a:extLst>
            </p:cNvPr>
            <p:cNvGrpSpPr/>
            <p:nvPr/>
          </p:nvGrpSpPr>
          <p:grpSpPr>
            <a:xfrm>
              <a:off x="7621743" y="4302642"/>
              <a:ext cx="590839" cy="615212"/>
              <a:chOff x="7621743" y="4302642"/>
              <a:chExt cx="590839" cy="615212"/>
            </a:xfrm>
            <a:solidFill>
              <a:srgbClr val="262626"/>
            </a:solidFill>
          </p:grpSpPr>
          <p:sp>
            <p:nvSpPr>
              <p:cNvPr id="683" name="Forma Livre: Forma 682">
                <a:extLst>
                  <a:ext uri="{FF2B5EF4-FFF2-40B4-BE49-F238E27FC236}">
                    <a16:creationId xmlns:a16="http://schemas.microsoft.com/office/drawing/2014/main" id="{3A125531-5048-3CD9-91A4-9D98452F5653}"/>
                  </a:ext>
                </a:extLst>
              </p:cNvPr>
              <p:cNvSpPr/>
              <p:nvPr/>
            </p:nvSpPr>
            <p:spPr>
              <a:xfrm>
                <a:off x="7621743" y="4466953"/>
                <a:ext cx="318122" cy="450874"/>
              </a:xfrm>
              <a:custGeom>
                <a:avLst/>
                <a:gdLst>
                  <a:gd name="connsiteX0" fmla="*/ 274433 w 318122"/>
                  <a:gd name="connsiteY0" fmla="*/ 450874 h 450874"/>
                  <a:gd name="connsiteX1" fmla="*/ 271102 w 318122"/>
                  <a:gd name="connsiteY1" fmla="*/ 450041 h 450874"/>
                  <a:gd name="connsiteX2" fmla="*/ 3748 w 318122"/>
                  <a:gd name="connsiteY2" fmla="*/ 307717 h 450874"/>
                  <a:gd name="connsiteX3" fmla="*/ 0 w 318122"/>
                  <a:gd name="connsiteY3" fmla="*/ 301471 h 450874"/>
                  <a:gd name="connsiteX4" fmla="*/ 0 w 318122"/>
                  <a:gd name="connsiteY4" fmla="*/ 7079 h 450874"/>
                  <a:gd name="connsiteX5" fmla="*/ 7079 w 318122"/>
                  <a:gd name="connsiteY5" fmla="*/ 0 h 450874"/>
                  <a:gd name="connsiteX6" fmla="*/ 14158 w 318122"/>
                  <a:gd name="connsiteY6" fmla="*/ 7079 h 450874"/>
                  <a:gd name="connsiteX7" fmla="*/ 14158 w 318122"/>
                  <a:gd name="connsiteY7" fmla="*/ 297196 h 450874"/>
                  <a:gd name="connsiteX8" fmla="*/ 274433 w 318122"/>
                  <a:gd name="connsiteY8" fmla="*/ 435773 h 450874"/>
                  <a:gd name="connsiteX9" fmla="*/ 307717 w 318122"/>
                  <a:gd name="connsiteY9" fmla="*/ 418090 h 450874"/>
                  <a:gd name="connsiteX10" fmla="*/ 317294 w 318122"/>
                  <a:gd name="connsiteY10" fmla="*/ 421032 h 450874"/>
                  <a:gd name="connsiteX11" fmla="*/ 314352 w 318122"/>
                  <a:gd name="connsiteY11" fmla="*/ 430610 h 450874"/>
                  <a:gd name="connsiteX12" fmla="*/ 277737 w 318122"/>
                  <a:gd name="connsiteY12" fmla="*/ 450041 h 450874"/>
                  <a:gd name="connsiteX13" fmla="*/ 274406 w 318122"/>
                  <a:gd name="connsiteY13" fmla="*/ 450874 h 4508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18122" h="450874">
                    <a:moveTo>
                      <a:pt x="274433" y="450874"/>
                    </a:moveTo>
                    <a:cubicBezTo>
                      <a:pt x="273295" y="450874"/>
                      <a:pt x="272157" y="450597"/>
                      <a:pt x="271102" y="450041"/>
                    </a:cubicBezTo>
                    <a:lnTo>
                      <a:pt x="3748" y="307717"/>
                    </a:lnTo>
                    <a:cubicBezTo>
                      <a:pt x="1444" y="306496"/>
                      <a:pt x="0" y="304081"/>
                      <a:pt x="0" y="301471"/>
                    </a:cubicBezTo>
                    <a:lnTo>
                      <a:pt x="0" y="7079"/>
                    </a:lnTo>
                    <a:cubicBezTo>
                      <a:pt x="0" y="3165"/>
                      <a:pt x="3164" y="0"/>
                      <a:pt x="7079" y="0"/>
                    </a:cubicBezTo>
                    <a:cubicBezTo>
                      <a:pt x="10993" y="0"/>
                      <a:pt x="14158" y="3165"/>
                      <a:pt x="14158" y="7079"/>
                    </a:cubicBezTo>
                    <a:lnTo>
                      <a:pt x="14158" y="297196"/>
                    </a:lnTo>
                    <a:lnTo>
                      <a:pt x="274433" y="435773"/>
                    </a:lnTo>
                    <a:lnTo>
                      <a:pt x="307717" y="418090"/>
                    </a:lnTo>
                    <a:cubicBezTo>
                      <a:pt x="311159" y="416258"/>
                      <a:pt x="315462" y="417562"/>
                      <a:pt x="317294" y="421032"/>
                    </a:cubicBezTo>
                    <a:cubicBezTo>
                      <a:pt x="319126" y="424475"/>
                      <a:pt x="317822" y="428777"/>
                      <a:pt x="314352" y="430610"/>
                    </a:cubicBezTo>
                    <a:lnTo>
                      <a:pt x="277737" y="450041"/>
                    </a:lnTo>
                    <a:cubicBezTo>
                      <a:pt x="276709" y="450597"/>
                      <a:pt x="275543" y="450874"/>
                      <a:pt x="274406" y="450874"/>
                    </a:cubicBezTo>
                    <a:close/>
                  </a:path>
                </a:pathLst>
              </a:custGeom>
              <a:solidFill>
                <a:srgbClr val="262626"/>
              </a:solidFill>
              <a:ln w="27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84" name="Forma Livre: Forma 683">
                <a:extLst>
                  <a:ext uri="{FF2B5EF4-FFF2-40B4-BE49-F238E27FC236}">
                    <a16:creationId xmlns:a16="http://schemas.microsoft.com/office/drawing/2014/main" id="{B66D4A62-0711-FA86-4830-515718D0E0B0}"/>
                  </a:ext>
                </a:extLst>
              </p:cNvPr>
              <p:cNvSpPr/>
              <p:nvPr/>
            </p:nvSpPr>
            <p:spPr>
              <a:xfrm>
                <a:off x="8198425" y="4444995"/>
                <a:ext cx="14157" cy="294892"/>
              </a:xfrm>
              <a:custGeom>
                <a:avLst/>
                <a:gdLst>
                  <a:gd name="connsiteX0" fmla="*/ 7079 w 14157"/>
                  <a:gd name="connsiteY0" fmla="*/ 294892 h 294892"/>
                  <a:gd name="connsiteX1" fmla="*/ 0 w 14157"/>
                  <a:gd name="connsiteY1" fmla="*/ 287813 h 294892"/>
                  <a:gd name="connsiteX2" fmla="*/ 0 w 14157"/>
                  <a:gd name="connsiteY2" fmla="*/ 7079 h 294892"/>
                  <a:gd name="connsiteX3" fmla="*/ 7079 w 14157"/>
                  <a:gd name="connsiteY3" fmla="*/ 0 h 294892"/>
                  <a:gd name="connsiteX4" fmla="*/ 14158 w 14157"/>
                  <a:gd name="connsiteY4" fmla="*/ 7079 h 294892"/>
                  <a:gd name="connsiteX5" fmla="*/ 14158 w 14157"/>
                  <a:gd name="connsiteY5" fmla="*/ 287813 h 294892"/>
                  <a:gd name="connsiteX6" fmla="*/ 7079 w 14157"/>
                  <a:gd name="connsiteY6" fmla="*/ 294892 h 2948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4157" h="294892">
                    <a:moveTo>
                      <a:pt x="7079" y="294892"/>
                    </a:moveTo>
                    <a:cubicBezTo>
                      <a:pt x="3165" y="294892"/>
                      <a:pt x="0" y="291727"/>
                      <a:pt x="0" y="287813"/>
                    </a:cubicBezTo>
                    <a:lnTo>
                      <a:pt x="0" y="7079"/>
                    </a:lnTo>
                    <a:cubicBezTo>
                      <a:pt x="0" y="3165"/>
                      <a:pt x="3165" y="0"/>
                      <a:pt x="7079" y="0"/>
                    </a:cubicBezTo>
                    <a:cubicBezTo>
                      <a:pt x="10993" y="0"/>
                      <a:pt x="14158" y="3165"/>
                      <a:pt x="14158" y="7079"/>
                    </a:cubicBezTo>
                    <a:lnTo>
                      <a:pt x="14158" y="287813"/>
                    </a:lnTo>
                    <a:cubicBezTo>
                      <a:pt x="14158" y="291727"/>
                      <a:pt x="10993" y="294892"/>
                      <a:pt x="7079" y="294892"/>
                    </a:cubicBezTo>
                    <a:close/>
                  </a:path>
                </a:pathLst>
              </a:custGeom>
              <a:solidFill>
                <a:srgbClr val="262626"/>
              </a:solidFill>
              <a:ln w="27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85" name="Forma Livre: Forma 684">
                <a:extLst>
                  <a:ext uri="{FF2B5EF4-FFF2-40B4-BE49-F238E27FC236}">
                    <a16:creationId xmlns:a16="http://schemas.microsoft.com/office/drawing/2014/main" id="{99DC0310-1A90-E3BF-FF34-511C5F8D101C}"/>
                  </a:ext>
                </a:extLst>
              </p:cNvPr>
              <p:cNvSpPr/>
              <p:nvPr/>
            </p:nvSpPr>
            <p:spPr>
              <a:xfrm>
                <a:off x="7621743" y="4302642"/>
                <a:ext cx="590811" cy="320819"/>
              </a:xfrm>
              <a:custGeom>
                <a:avLst/>
                <a:gdLst>
                  <a:gd name="connsiteX0" fmla="*/ 274433 w 590811"/>
                  <a:gd name="connsiteY0" fmla="*/ 320820 h 320819"/>
                  <a:gd name="connsiteX1" fmla="*/ 271102 w 590811"/>
                  <a:gd name="connsiteY1" fmla="*/ 319987 h 320819"/>
                  <a:gd name="connsiteX2" fmla="*/ 166253 w 590811"/>
                  <a:gd name="connsiteY2" fmla="*/ 264162 h 320819"/>
                  <a:gd name="connsiteX3" fmla="*/ 162283 w 590811"/>
                  <a:gd name="connsiteY3" fmla="*/ 257805 h 320819"/>
                  <a:gd name="connsiteX4" fmla="*/ 169335 w 590811"/>
                  <a:gd name="connsiteY4" fmla="*/ 250726 h 320819"/>
                  <a:gd name="connsiteX5" fmla="*/ 169390 w 590811"/>
                  <a:gd name="connsiteY5" fmla="*/ 250726 h 320819"/>
                  <a:gd name="connsiteX6" fmla="*/ 172721 w 590811"/>
                  <a:gd name="connsiteY6" fmla="*/ 251559 h 320819"/>
                  <a:gd name="connsiteX7" fmla="*/ 274461 w 590811"/>
                  <a:gd name="connsiteY7" fmla="*/ 305718 h 320819"/>
                  <a:gd name="connsiteX8" fmla="*/ 568715 w 590811"/>
                  <a:gd name="connsiteY8" fmla="*/ 149403 h 320819"/>
                  <a:gd name="connsiteX9" fmla="*/ 316406 w 590811"/>
                  <a:gd name="connsiteY9" fmla="*/ 15101 h 320819"/>
                  <a:gd name="connsiteX10" fmla="*/ 22180 w 590811"/>
                  <a:gd name="connsiteY10" fmla="*/ 171417 h 320819"/>
                  <a:gd name="connsiteX11" fmla="*/ 121560 w 590811"/>
                  <a:gd name="connsiteY11" fmla="*/ 224327 h 320819"/>
                  <a:gd name="connsiteX12" fmla="*/ 124475 w 590811"/>
                  <a:gd name="connsiteY12" fmla="*/ 233904 h 320819"/>
                  <a:gd name="connsiteX13" fmla="*/ 114897 w 590811"/>
                  <a:gd name="connsiteY13" fmla="*/ 236819 h 320819"/>
                  <a:gd name="connsiteX14" fmla="*/ 3748 w 590811"/>
                  <a:gd name="connsiteY14" fmla="*/ 177635 h 320819"/>
                  <a:gd name="connsiteX15" fmla="*/ 0 w 590811"/>
                  <a:gd name="connsiteY15" fmla="*/ 171389 h 320819"/>
                  <a:gd name="connsiteX16" fmla="*/ 3748 w 590811"/>
                  <a:gd name="connsiteY16" fmla="*/ 165143 h 320819"/>
                  <a:gd name="connsiteX17" fmla="*/ 313047 w 590811"/>
                  <a:gd name="connsiteY17" fmla="*/ 833 h 320819"/>
                  <a:gd name="connsiteX18" fmla="*/ 319681 w 590811"/>
                  <a:gd name="connsiteY18" fmla="*/ 833 h 320819"/>
                  <a:gd name="connsiteX19" fmla="*/ 587064 w 590811"/>
                  <a:gd name="connsiteY19" fmla="*/ 143157 h 320819"/>
                  <a:gd name="connsiteX20" fmla="*/ 590811 w 590811"/>
                  <a:gd name="connsiteY20" fmla="*/ 149403 h 320819"/>
                  <a:gd name="connsiteX21" fmla="*/ 587064 w 590811"/>
                  <a:gd name="connsiteY21" fmla="*/ 155649 h 320819"/>
                  <a:gd name="connsiteX22" fmla="*/ 277737 w 590811"/>
                  <a:gd name="connsiteY22" fmla="*/ 319959 h 320819"/>
                  <a:gd name="connsiteX23" fmla="*/ 274406 w 590811"/>
                  <a:gd name="connsiteY23" fmla="*/ 320792 h 3208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590811" h="320819">
                    <a:moveTo>
                      <a:pt x="274433" y="320820"/>
                    </a:moveTo>
                    <a:cubicBezTo>
                      <a:pt x="273295" y="320820"/>
                      <a:pt x="272157" y="320542"/>
                      <a:pt x="271102" y="319987"/>
                    </a:cubicBezTo>
                    <a:lnTo>
                      <a:pt x="166253" y="264162"/>
                    </a:lnTo>
                    <a:cubicBezTo>
                      <a:pt x="163894" y="262996"/>
                      <a:pt x="162283" y="260609"/>
                      <a:pt x="162283" y="257805"/>
                    </a:cubicBezTo>
                    <a:cubicBezTo>
                      <a:pt x="162283" y="253891"/>
                      <a:pt x="165421" y="250726"/>
                      <a:pt x="169335" y="250726"/>
                    </a:cubicBezTo>
                    <a:lnTo>
                      <a:pt x="169390" y="250726"/>
                    </a:lnTo>
                    <a:cubicBezTo>
                      <a:pt x="170556" y="250726"/>
                      <a:pt x="171694" y="251004"/>
                      <a:pt x="172721" y="251559"/>
                    </a:cubicBezTo>
                    <a:lnTo>
                      <a:pt x="274461" y="305718"/>
                    </a:lnTo>
                    <a:lnTo>
                      <a:pt x="568715" y="149403"/>
                    </a:lnTo>
                    <a:lnTo>
                      <a:pt x="316406" y="15101"/>
                    </a:lnTo>
                    <a:lnTo>
                      <a:pt x="22180" y="171417"/>
                    </a:lnTo>
                    <a:lnTo>
                      <a:pt x="121560" y="224327"/>
                    </a:lnTo>
                    <a:cubicBezTo>
                      <a:pt x="125002" y="226159"/>
                      <a:pt x="126307" y="230462"/>
                      <a:pt x="124475" y="233904"/>
                    </a:cubicBezTo>
                    <a:cubicBezTo>
                      <a:pt x="122642" y="237346"/>
                      <a:pt x="118340" y="238651"/>
                      <a:pt x="114897" y="236819"/>
                    </a:cubicBezTo>
                    <a:lnTo>
                      <a:pt x="3748" y="177635"/>
                    </a:lnTo>
                    <a:cubicBezTo>
                      <a:pt x="1444" y="176413"/>
                      <a:pt x="0" y="173998"/>
                      <a:pt x="0" y="171389"/>
                    </a:cubicBezTo>
                    <a:cubicBezTo>
                      <a:pt x="0" y="168779"/>
                      <a:pt x="1444" y="166364"/>
                      <a:pt x="3748" y="165143"/>
                    </a:cubicBezTo>
                    <a:lnTo>
                      <a:pt x="313047" y="833"/>
                    </a:lnTo>
                    <a:cubicBezTo>
                      <a:pt x="315129" y="-278"/>
                      <a:pt x="317627" y="-278"/>
                      <a:pt x="319681" y="833"/>
                    </a:cubicBezTo>
                    <a:lnTo>
                      <a:pt x="587064" y="143157"/>
                    </a:lnTo>
                    <a:cubicBezTo>
                      <a:pt x="589368" y="144379"/>
                      <a:pt x="590811" y="146794"/>
                      <a:pt x="590811" y="149403"/>
                    </a:cubicBezTo>
                    <a:cubicBezTo>
                      <a:pt x="590811" y="152013"/>
                      <a:pt x="589368" y="154428"/>
                      <a:pt x="587064" y="155649"/>
                    </a:cubicBezTo>
                    <a:lnTo>
                      <a:pt x="277737" y="319959"/>
                    </a:lnTo>
                    <a:cubicBezTo>
                      <a:pt x="276709" y="320514"/>
                      <a:pt x="275543" y="320792"/>
                      <a:pt x="274406" y="320792"/>
                    </a:cubicBezTo>
                    <a:close/>
                  </a:path>
                </a:pathLst>
              </a:custGeom>
              <a:solidFill>
                <a:srgbClr val="262626"/>
              </a:solidFill>
              <a:ln w="27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86" name="Forma Livre: Forma 685">
                <a:extLst>
                  <a:ext uri="{FF2B5EF4-FFF2-40B4-BE49-F238E27FC236}">
                    <a16:creationId xmlns:a16="http://schemas.microsoft.com/office/drawing/2014/main" id="{BE4DA563-2E8F-511E-F5FB-1A3A3C3FBF63}"/>
                  </a:ext>
                </a:extLst>
              </p:cNvPr>
              <p:cNvSpPr/>
              <p:nvPr/>
            </p:nvSpPr>
            <p:spPr>
              <a:xfrm>
                <a:off x="7889098" y="4609305"/>
                <a:ext cx="14157" cy="308549"/>
              </a:xfrm>
              <a:custGeom>
                <a:avLst/>
                <a:gdLst>
                  <a:gd name="connsiteX0" fmla="*/ 7079 w 14157"/>
                  <a:gd name="connsiteY0" fmla="*/ 308550 h 308549"/>
                  <a:gd name="connsiteX1" fmla="*/ 0 w 14157"/>
                  <a:gd name="connsiteY1" fmla="*/ 301471 h 308549"/>
                  <a:gd name="connsiteX2" fmla="*/ 0 w 14157"/>
                  <a:gd name="connsiteY2" fmla="*/ 7079 h 308549"/>
                  <a:gd name="connsiteX3" fmla="*/ 7079 w 14157"/>
                  <a:gd name="connsiteY3" fmla="*/ 0 h 308549"/>
                  <a:gd name="connsiteX4" fmla="*/ 14157 w 14157"/>
                  <a:gd name="connsiteY4" fmla="*/ 7079 h 308549"/>
                  <a:gd name="connsiteX5" fmla="*/ 14157 w 14157"/>
                  <a:gd name="connsiteY5" fmla="*/ 301471 h 308549"/>
                  <a:gd name="connsiteX6" fmla="*/ 7079 w 14157"/>
                  <a:gd name="connsiteY6" fmla="*/ 308550 h 3085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4157" h="308549">
                    <a:moveTo>
                      <a:pt x="7079" y="308550"/>
                    </a:moveTo>
                    <a:cubicBezTo>
                      <a:pt x="3164" y="308550"/>
                      <a:pt x="0" y="305385"/>
                      <a:pt x="0" y="301471"/>
                    </a:cubicBezTo>
                    <a:lnTo>
                      <a:pt x="0" y="7079"/>
                    </a:lnTo>
                    <a:cubicBezTo>
                      <a:pt x="0" y="3165"/>
                      <a:pt x="3164" y="0"/>
                      <a:pt x="7079" y="0"/>
                    </a:cubicBezTo>
                    <a:cubicBezTo>
                      <a:pt x="10993" y="0"/>
                      <a:pt x="14157" y="3165"/>
                      <a:pt x="14157" y="7079"/>
                    </a:cubicBezTo>
                    <a:lnTo>
                      <a:pt x="14157" y="301471"/>
                    </a:lnTo>
                    <a:cubicBezTo>
                      <a:pt x="14157" y="305385"/>
                      <a:pt x="10993" y="308550"/>
                      <a:pt x="7079" y="308550"/>
                    </a:cubicBezTo>
                    <a:close/>
                  </a:path>
                </a:pathLst>
              </a:custGeom>
              <a:solidFill>
                <a:srgbClr val="262626"/>
              </a:solidFill>
              <a:ln w="27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87" name="Forma Livre: Forma 686">
                <a:extLst>
                  <a:ext uri="{FF2B5EF4-FFF2-40B4-BE49-F238E27FC236}">
                    <a16:creationId xmlns:a16="http://schemas.microsoft.com/office/drawing/2014/main" id="{B2D8FC18-EC0B-E813-B5C0-1C53698F059F}"/>
                  </a:ext>
                </a:extLst>
              </p:cNvPr>
              <p:cNvSpPr/>
              <p:nvPr/>
            </p:nvSpPr>
            <p:spPr>
              <a:xfrm>
                <a:off x="7732866" y="4361746"/>
                <a:ext cx="374364" cy="293000"/>
              </a:xfrm>
              <a:custGeom>
                <a:avLst/>
                <a:gdLst>
                  <a:gd name="connsiteX0" fmla="*/ 58212 w 374364"/>
                  <a:gd name="connsiteY0" fmla="*/ 292946 h 293000"/>
                  <a:gd name="connsiteX1" fmla="*/ 54909 w 374364"/>
                  <a:gd name="connsiteY1" fmla="*/ 292113 h 293000"/>
                  <a:gd name="connsiteX2" fmla="*/ 3775 w 374364"/>
                  <a:gd name="connsiteY2" fmla="*/ 265102 h 293000"/>
                  <a:gd name="connsiteX3" fmla="*/ 0 w 374364"/>
                  <a:gd name="connsiteY3" fmla="*/ 258857 h 293000"/>
                  <a:gd name="connsiteX4" fmla="*/ 0 w 374364"/>
                  <a:gd name="connsiteY4" fmla="*/ 171497 h 293000"/>
                  <a:gd name="connsiteX5" fmla="*/ 3748 w 374364"/>
                  <a:gd name="connsiteY5" fmla="*/ 165251 h 293000"/>
                  <a:gd name="connsiteX6" fmla="*/ 312908 w 374364"/>
                  <a:gd name="connsiteY6" fmla="*/ 829 h 293000"/>
                  <a:gd name="connsiteX7" fmla="*/ 322485 w 374364"/>
                  <a:gd name="connsiteY7" fmla="*/ 3744 h 293000"/>
                  <a:gd name="connsiteX8" fmla="*/ 319570 w 374364"/>
                  <a:gd name="connsiteY8" fmla="*/ 13321 h 293000"/>
                  <a:gd name="connsiteX9" fmla="*/ 14185 w 374364"/>
                  <a:gd name="connsiteY9" fmla="*/ 175771 h 293000"/>
                  <a:gd name="connsiteX10" fmla="*/ 14185 w 374364"/>
                  <a:gd name="connsiteY10" fmla="*/ 254637 h 293000"/>
                  <a:gd name="connsiteX11" fmla="*/ 51161 w 374364"/>
                  <a:gd name="connsiteY11" fmla="*/ 274180 h 293000"/>
                  <a:gd name="connsiteX12" fmla="*/ 51161 w 374364"/>
                  <a:gd name="connsiteY12" fmla="*/ 198757 h 293000"/>
                  <a:gd name="connsiteX13" fmla="*/ 54909 w 374364"/>
                  <a:gd name="connsiteY13" fmla="*/ 192511 h 293000"/>
                  <a:gd name="connsiteX14" fmla="*/ 363958 w 374364"/>
                  <a:gd name="connsiteY14" fmla="*/ 28034 h 293000"/>
                  <a:gd name="connsiteX15" fmla="*/ 373536 w 374364"/>
                  <a:gd name="connsiteY15" fmla="*/ 30949 h 293000"/>
                  <a:gd name="connsiteX16" fmla="*/ 370621 w 374364"/>
                  <a:gd name="connsiteY16" fmla="*/ 40526 h 293000"/>
                  <a:gd name="connsiteX17" fmla="*/ 65319 w 374364"/>
                  <a:gd name="connsiteY17" fmla="*/ 203004 h 293000"/>
                  <a:gd name="connsiteX18" fmla="*/ 65319 w 374364"/>
                  <a:gd name="connsiteY18" fmla="*/ 285922 h 293000"/>
                  <a:gd name="connsiteX19" fmla="*/ 61904 w 374364"/>
                  <a:gd name="connsiteY19" fmla="*/ 291974 h 293000"/>
                  <a:gd name="connsiteX20" fmla="*/ 58240 w 374364"/>
                  <a:gd name="connsiteY20" fmla="*/ 293001 h 293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74364" h="293000">
                    <a:moveTo>
                      <a:pt x="58212" y="292946"/>
                    </a:moveTo>
                    <a:cubicBezTo>
                      <a:pt x="57074" y="292946"/>
                      <a:pt x="55936" y="292668"/>
                      <a:pt x="54909" y="292113"/>
                    </a:cubicBezTo>
                    <a:lnTo>
                      <a:pt x="3775" y="265102"/>
                    </a:lnTo>
                    <a:cubicBezTo>
                      <a:pt x="1444" y="263881"/>
                      <a:pt x="0" y="261466"/>
                      <a:pt x="0" y="258857"/>
                    </a:cubicBezTo>
                    <a:lnTo>
                      <a:pt x="0" y="171497"/>
                    </a:lnTo>
                    <a:cubicBezTo>
                      <a:pt x="0" y="168887"/>
                      <a:pt x="1444" y="166472"/>
                      <a:pt x="3748" y="165251"/>
                    </a:cubicBezTo>
                    <a:lnTo>
                      <a:pt x="312908" y="829"/>
                    </a:lnTo>
                    <a:cubicBezTo>
                      <a:pt x="316378" y="-1003"/>
                      <a:pt x="320653" y="302"/>
                      <a:pt x="322485" y="3744"/>
                    </a:cubicBezTo>
                    <a:cubicBezTo>
                      <a:pt x="324318" y="7186"/>
                      <a:pt x="323012" y="11489"/>
                      <a:pt x="319570" y="13321"/>
                    </a:cubicBezTo>
                    <a:lnTo>
                      <a:pt x="14185" y="175771"/>
                    </a:lnTo>
                    <a:lnTo>
                      <a:pt x="14185" y="254637"/>
                    </a:lnTo>
                    <a:lnTo>
                      <a:pt x="51161" y="274180"/>
                    </a:lnTo>
                    <a:lnTo>
                      <a:pt x="51161" y="198757"/>
                    </a:lnTo>
                    <a:cubicBezTo>
                      <a:pt x="51161" y="196147"/>
                      <a:pt x="52605" y="193732"/>
                      <a:pt x="54909" y="192511"/>
                    </a:cubicBezTo>
                    <a:lnTo>
                      <a:pt x="363958" y="28034"/>
                    </a:lnTo>
                    <a:cubicBezTo>
                      <a:pt x="367401" y="26202"/>
                      <a:pt x="371703" y="27507"/>
                      <a:pt x="373536" y="30949"/>
                    </a:cubicBezTo>
                    <a:cubicBezTo>
                      <a:pt x="375367" y="34391"/>
                      <a:pt x="374063" y="38694"/>
                      <a:pt x="370621" y="40526"/>
                    </a:cubicBezTo>
                    <a:lnTo>
                      <a:pt x="65319" y="203004"/>
                    </a:lnTo>
                    <a:lnTo>
                      <a:pt x="65319" y="285922"/>
                    </a:lnTo>
                    <a:cubicBezTo>
                      <a:pt x="65319" y="288393"/>
                      <a:pt x="64014" y="290697"/>
                      <a:pt x="61904" y="291974"/>
                    </a:cubicBezTo>
                    <a:cubicBezTo>
                      <a:pt x="60794" y="292640"/>
                      <a:pt x="59517" y="293001"/>
                      <a:pt x="58240" y="293001"/>
                    </a:cubicBezTo>
                    <a:close/>
                  </a:path>
                </a:pathLst>
              </a:custGeom>
              <a:solidFill>
                <a:srgbClr val="262626"/>
              </a:solidFill>
              <a:ln w="27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88" name="Forma Livre: Forma 687">
                <a:extLst>
                  <a:ext uri="{FF2B5EF4-FFF2-40B4-BE49-F238E27FC236}">
                    <a16:creationId xmlns:a16="http://schemas.microsoft.com/office/drawing/2014/main" id="{6EFE1814-41C7-FF0A-8A3B-AC73C4B576B9}"/>
                  </a:ext>
                </a:extLst>
              </p:cNvPr>
              <p:cNvSpPr/>
              <p:nvPr/>
            </p:nvSpPr>
            <p:spPr>
              <a:xfrm>
                <a:off x="7765071" y="4775179"/>
                <a:ext cx="65310" cy="41185"/>
              </a:xfrm>
              <a:custGeom>
                <a:avLst/>
                <a:gdLst>
                  <a:gd name="connsiteX0" fmla="*/ 58208 w 65310"/>
                  <a:gd name="connsiteY0" fmla="*/ 41186 h 41185"/>
                  <a:gd name="connsiteX1" fmla="*/ 54904 w 65310"/>
                  <a:gd name="connsiteY1" fmla="*/ 40353 h 41185"/>
                  <a:gd name="connsiteX2" fmla="*/ 3771 w 65310"/>
                  <a:gd name="connsiteY2" fmla="*/ 13343 h 41185"/>
                  <a:gd name="connsiteX3" fmla="*/ 828 w 65310"/>
                  <a:gd name="connsiteY3" fmla="*/ 3766 h 41185"/>
                  <a:gd name="connsiteX4" fmla="*/ 10406 w 65310"/>
                  <a:gd name="connsiteY4" fmla="*/ 823 h 41185"/>
                  <a:gd name="connsiteX5" fmla="*/ 61539 w 65310"/>
                  <a:gd name="connsiteY5" fmla="*/ 27833 h 41185"/>
                  <a:gd name="connsiteX6" fmla="*/ 64482 w 65310"/>
                  <a:gd name="connsiteY6" fmla="*/ 37411 h 41185"/>
                  <a:gd name="connsiteX7" fmla="*/ 58208 w 65310"/>
                  <a:gd name="connsiteY7" fmla="*/ 41186 h 411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5310" h="41185">
                    <a:moveTo>
                      <a:pt x="58208" y="41186"/>
                    </a:moveTo>
                    <a:cubicBezTo>
                      <a:pt x="57098" y="41186"/>
                      <a:pt x="55960" y="40908"/>
                      <a:pt x="54904" y="40353"/>
                    </a:cubicBezTo>
                    <a:lnTo>
                      <a:pt x="3771" y="13343"/>
                    </a:lnTo>
                    <a:cubicBezTo>
                      <a:pt x="301" y="11511"/>
                      <a:pt x="-1003" y="7236"/>
                      <a:pt x="828" y="3766"/>
                    </a:cubicBezTo>
                    <a:cubicBezTo>
                      <a:pt x="2661" y="324"/>
                      <a:pt x="6936" y="-1009"/>
                      <a:pt x="10406" y="823"/>
                    </a:cubicBezTo>
                    <a:lnTo>
                      <a:pt x="61539" y="27833"/>
                    </a:lnTo>
                    <a:cubicBezTo>
                      <a:pt x="65009" y="29666"/>
                      <a:pt x="66314" y="33941"/>
                      <a:pt x="64482" y="37411"/>
                    </a:cubicBezTo>
                    <a:cubicBezTo>
                      <a:pt x="63205" y="39798"/>
                      <a:pt x="60762" y="41186"/>
                      <a:pt x="58208" y="41186"/>
                    </a:cubicBezTo>
                    <a:close/>
                  </a:path>
                </a:pathLst>
              </a:custGeom>
              <a:solidFill>
                <a:srgbClr val="262626"/>
              </a:solidFill>
              <a:ln w="27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680" name="Gráfico 2">
              <a:extLst>
                <a:ext uri="{FF2B5EF4-FFF2-40B4-BE49-F238E27FC236}">
                  <a16:creationId xmlns:a16="http://schemas.microsoft.com/office/drawing/2014/main" id="{8FD47039-4E44-BCCB-EA5A-A86CAF7FFFC0}"/>
                </a:ext>
              </a:extLst>
            </p:cNvPr>
            <p:cNvGrpSpPr/>
            <p:nvPr/>
          </p:nvGrpSpPr>
          <p:grpSpPr>
            <a:xfrm>
              <a:off x="7970544" y="4741996"/>
              <a:ext cx="276543" cy="276542"/>
              <a:chOff x="7970544" y="4741996"/>
              <a:chExt cx="276543" cy="276542"/>
            </a:xfrm>
            <a:solidFill>
              <a:srgbClr val="262626"/>
            </a:solidFill>
          </p:grpSpPr>
          <p:sp>
            <p:nvSpPr>
              <p:cNvPr id="681" name="Forma Livre: Forma 680">
                <a:extLst>
                  <a:ext uri="{FF2B5EF4-FFF2-40B4-BE49-F238E27FC236}">
                    <a16:creationId xmlns:a16="http://schemas.microsoft.com/office/drawing/2014/main" id="{1AAAFBE5-3D4B-5856-0B23-565C2D96C479}"/>
                  </a:ext>
                </a:extLst>
              </p:cNvPr>
              <p:cNvSpPr/>
              <p:nvPr/>
            </p:nvSpPr>
            <p:spPr>
              <a:xfrm>
                <a:off x="7970544" y="4741996"/>
                <a:ext cx="276543" cy="276542"/>
              </a:xfrm>
              <a:custGeom>
                <a:avLst/>
                <a:gdLst>
                  <a:gd name="connsiteX0" fmla="*/ 138272 w 276543"/>
                  <a:gd name="connsiteY0" fmla="*/ 276543 h 276542"/>
                  <a:gd name="connsiteX1" fmla="*/ 0 w 276543"/>
                  <a:gd name="connsiteY1" fmla="*/ 138272 h 276542"/>
                  <a:gd name="connsiteX2" fmla="*/ 138272 w 276543"/>
                  <a:gd name="connsiteY2" fmla="*/ 0 h 276542"/>
                  <a:gd name="connsiteX3" fmla="*/ 276543 w 276543"/>
                  <a:gd name="connsiteY3" fmla="*/ 138272 h 276542"/>
                  <a:gd name="connsiteX4" fmla="*/ 138272 w 276543"/>
                  <a:gd name="connsiteY4" fmla="*/ 276543 h 276542"/>
                  <a:gd name="connsiteX5" fmla="*/ 138272 w 276543"/>
                  <a:gd name="connsiteY5" fmla="*/ 14158 h 276542"/>
                  <a:gd name="connsiteX6" fmla="*/ 14158 w 276543"/>
                  <a:gd name="connsiteY6" fmla="*/ 138272 h 276542"/>
                  <a:gd name="connsiteX7" fmla="*/ 138272 w 276543"/>
                  <a:gd name="connsiteY7" fmla="*/ 262385 h 276542"/>
                  <a:gd name="connsiteX8" fmla="*/ 262385 w 276543"/>
                  <a:gd name="connsiteY8" fmla="*/ 138272 h 276542"/>
                  <a:gd name="connsiteX9" fmla="*/ 138272 w 276543"/>
                  <a:gd name="connsiteY9" fmla="*/ 14158 h 2765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76543" h="276542">
                    <a:moveTo>
                      <a:pt x="138272" y="276543"/>
                    </a:moveTo>
                    <a:cubicBezTo>
                      <a:pt x="62016" y="276543"/>
                      <a:pt x="0" y="214528"/>
                      <a:pt x="0" y="138272"/>
                    </a:cubicBezTo>
                    <a:cubicBezTo>
                      <a:pt x="0" y="62015"/>
                      <a:pt x="62016" y="0"/>
                      <a:pt x="138272" y="0"/>
                    </a:cubicBezTo>
                    <a:cubicBezTo>
                      <a:pt x="214528" y="0"/>
                      <a:pt x="276543" y="62015"/>
                      <a:pt x="276543" y="138272"/>
                    </a:cubicBezTo>
                    <a:cubicBezTo>
                      <a:pt x="276543" y="214528"/>
                      <a:pt x="214500" y="276543"/>
                      <a:pt x="138272" y="276543"/>
                    </a:cubicBezTo>
                    <a:close/>
                    <a:moveTo>
                      <a:pt x="138272" y="14158"/>
                    </a:moveTo>
                    <a:cubicBezTo>
                      <a:pt x="69844" y="14158"/>
                      <a:pt x="14158" y="69844"/>
                      <a:pt x="14158" y="138272"/>
                    </a:cubicBezTo>
                    <a:cubicBezTo>
                      <a:pt x="14158" y="206699"/>
                      <a:pt x="69844" y="262385"/>
                      <a:pt x="138272" y="262385"/>
                    </a:cubicBezTo>
                    <a:cubicBezTo>
                      <a:pt x="206700" y="262385"/>
                      <a:pt x="262385" y="206699"/>
                      <a:pt x="262385" y="138272"/>
                    </a:cubicBezTo>
                    <a:cubicBezTo>
                      <a:pt x="262385" y="69844"/>
                      <a:pt x="206700" y="14158"/>
                      <a:pt x="138272" y="14158"/>
                    </a:cubicBezTo>
                    <a:close/>
                  </a:path>
                </a:pathLst>
              </a:custGeom>
              <a:solidFill>
                <a:srgbClr val="262626"/>
              </a:solidFill>
              <a:ln w="27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82" name="Forma Livre: Forma 681">
                <a:extLst>
                  <a:ext uri="{FF2B5EF4-FFF2-40B4-BE49-F238E27FC236}">
                    <a16:creationId xmlns:a16="http://schemas.microsoft.com/office/drawing/2014/main" id="{AB0F01B1-8E6A-4839-B3FD-585143F5969E}"/>
                  </a:ext>
                </a:extLst>
              </p:cNvPr>
              <p:cNvSpPr/>
              <p:nvPr/>
            </p:nvSpPr>
            <p:spPr>
              <a:xfrm>
                <a:off x="8032449" y="4826164"/>
                <a:ext cx="152734" cy="108151"/>
              </a:xfrm>
              <a:custGeom>
                <a:avLst/>
                <a:gdLst>
                  <a:gd name="connsiteX0" fmla="*/ 51689 w 152734"/>
                  <a:gd name="connsiteY0" fmla="*/ 108152 h 108151"/>
                  <a:gd name="connsiteX1" fmla="*/ 46692 w 152734"/>
                  <a:gd name="connsiteY1" fmla="*/ 106070 h 108151"/>
                  <a:gd name="connsiteX2" fmla="*/ 2082 w 152734"/>
                  <a:gd name="connsiteY2" fmla="*/ 61460 h 108151"/>
                  <a:gd name="connsiteX3" fmla="*/ 2082 w 152734"/>
                  <a:gd name="connsiteY3" fmla="*/ 51439 h 108151"/>
                  <a:gd name="connsiteX4" fmla="*/ 12104 w 152734"/>
                  <a:gd name="connsiteY4" fmla="*/ 51439 h 108151"/>
                  <a:gd name="connsiteX5" fmla="*/ 51689 w 152734"/>
                  <a:gd name="connsiteY5" fmla="*/ 91024 h 108151"/>
                  <a:gd name="connsiteX6" fmla="*/ 140631 w 152734"/>
                  <a:gd name="connsiteY6" fmla="*/ 2082 h 108151"/>
                  <a:gd name="connsiteX7" fmla="*/ 150652 w 152734"/>
                  <a:gd name="connsiteY7" fmla="*/ 2082 h 108151"/>
                  <a:gd name="connsiteX8" fmla="*/ 150652 w 152734"/>
                  <a:gd name="connsiteY8" fmla="*/ 12103 h 108151"/>
                  <a:gd name="connsiteX9" fmla="*/ 56714 w 152734"/>
                  <a:gd name="connsiteY9" fmla="*/ 106042 h 108151"/>
                  <a:gd name="connsiteX10" fmla="*/ 51717 w 152734"/>
                  <a:gd name="connsiteY10" fmla="*/ 108124 h 108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52734" h="108151">
                    <a:moveTo>
                      <a:pt x="51689" y="108152"/>
                    </a:moveTo>
                    <a:cubicBezTo>
                      <a:pt x="49884" y="108152"/>
                      <a:pt x="48080" y="107458"/>
                      <a:pt x="46692" y="106070"/>
                    </a:cubicBezTo>
                    <a:lnTo>
                      <a:pt x="2082" y="61460"/>
                    </a:lnTo>
                    <a:cubicBezTo>
                      <a:pt x="-694" y="58684"/>
                      <a:pt x="-694" y="54215"/>
                      <a:pt x="2082" y="51439"/>
                    </a:cubicBezTo>
                    <a:cubicBezTo>
                      <a:pt x="4858" y="48663"/>
                      <a:pt x="9328" y="48663"/>
                      <a:pt x="12104" y="51439"/>
                    </a:cubicBezTo>
                    <a:lnTo>
                      <a:pt x="51689" y="91024"/>
                    </a:lnTo>
                    <a:lnTo>
                      <a:pt x="140631" y="2082"/>
                    </a:lnTo>
                    <a:cubicBezTo>
                      <a:pt x="143407" y="-694"/>
                      <a:pt x="147876" y="-694"/>
                      <a:pt x="150652" y="2082"/>
                    </a:cubicBezTo>
                    <a:cubicBezTo>
                      <a:pt x="153428" y="4858"/>
                      <a:pt x="153428" y="9327"/>
                      <a:pt x="150652" y="12103"/>
                    </a:cubicBezTo>
                    <a:lnTo>
                      <a:pt x="56714" y="106042"/>
                    </a:lnTo>
                    <a:cubicBezTo>
                      <a:pt x="55326" y="107430"/>
                      <a:pt x="53521" y="108124"/>
                      <a:pt x="51717" y="108124"/>
                    </a:cubicBezTo>
                    <a:close/>
                  </a:path>
                </a:pathLst>
              </a:custGeom>
              <a:solidFill>
                <a:srgbClr val="262626"/>
              </a:solidFill>
              <a:ln w="27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grpSp>
        <p:nvGrpSpPr>
          <p:cNvPr id="689" name="Gráfico 2">
            <a:extLst>
              <a:ext uri="{FF2B5EF4-FFF2-40B4-BE49-F238E27FC236}">
                <a16:creationId xmlns:a16="http://schemas.microsoft.com/office/drawing/2014/main" id="{39B05F86-AB85-165D-C332-1966D596FB49}"/>
              </a:ext>
            </a:extLst>
          </p:cNvPr>
          <p:cNvGrpSpPr/>
          <p:nvPr/>
        </p:nvGrpSpPr>
        <p:grpSpPr>
          <a:xfrm>
            <a:off x="3905472" y="4358990"/>
            <a:ext cx="510312" cy="550626"/>
            <a:chOff x="3871954" y="4322824"/>
            <a:chExt cx="577347" cy="622957"/>
          </a:xfrm>
          <a:solidFill>
            <a:srgbClr val="262626"/>
          </a:solidFill>
        </p:grpSpPr>
        <p:grpSp>
          <p:nvGrpSpPr>
            <p:cNvPr id="690" name="Gráfico 2">
              <a:extLst>
                <a:ext uri="{FF2B5EF4-FFF2-40B4-BE49-F238E27FC236}">
                  <a16:creationId xmlns:a16="http://schemas.microsoft.com/office/drawing/2014/main" id="{531F7BBD-CBAF-53D6-AE1A-7AACF628140E}"/>
                </a:ext>
              </a:extLst>
            </p:cNvPr>
            <p:cNvGrpSpPr/>
            <p:nvPr/>
          </p:nvGrpSpPr>
          <p:grpSpPr>
            <a:xfrm>
              <a:off x="3871954" y="4371459"/>
              <a:ext cx="360266" cy="574321"/>
              <a:chOff x="3871954" y="4371459"/>
              <a:chExt cx="360266" cy="574321"/>
            </a:xfrm>
            <a:solidFill>
              <a:srgbClr val="262626"/>
            </a:solidFill>
          </p:grpSpPr>
          <p:sp>
            <p:nvSpPr>
              <p:cNvPr id="694" name="Forma Livre: Forma 693">
                <a:extLst>
                  <a:ext uri="{FF2B5EF4-FFF2-40B4-BE49-F238E27FC236}">
                    <a16:creationId xmlns:a16="http://schemas.microsoft.com/office/drawing/2014/main" id="{71ED21D8-6B00-6035-1F4B-DB874D66C77F}"/>
                  </a:ext>
                </a:extLst>
              </p:cNvPr>
              <p:cNvSpPr/>
              <p:nvPr/>
            </p:nvSpPr>
            <p:spPr>
              <a:xfrm>
                <a:off x="3871954" y="4371459"/>
                <a:ext cx="360266" cy="574321"/>
              </a:xfrm>
              <a:custGeom>
                <a:avLst/>
                <a:gdLst>
                  <a:gd name="connsiteX0" fmla="*/ 296558 w 360266"/>
                  <a:gd name="connsiteY0" fmla="*/ 574322 h 574321"/>
                  <a:gd name="connsiteX1" fmla="*/ 63709 w 360266"/>
                  <a:gd name="connsiteY1" fmla="*/ 574322 h 574321"/>
                  <a:gd name="connsiteX2" fmla="*/ 0 w 360266"/>
                  <a:gd name="connsiteY2" fmla="*/ 510613 h 574321"/>
                  <a:gd name="connsiteX3" fmla="*/ 0 w 360266"/>
                  <a:gd name="connsiteY3" fmla="*/ 63709 h 574321"/>
                  <a:gd name="connsiteX4" fmla="*/ 63709 w 360266"/>
                  <a:gd name="connsiteY4" fmla="*/ 0 h 574321"/>
                  <a:gd name="connsiteX5" fmla="*/ 108124 w 360266"/>
                  <a:gd name="connsiteY5" fmla="*/ 0 h 574321"/>
                  <a:gd name="connsiteX6" fmla="*/ 115203 w 360266"/>
                  <a:gd name="connsiteY6" fmla="*/ 7079 h 574321"/>
                  <a:gd name="connsiteX7" fmla="*/ 108124 w 360266"/>
                  <a:gd name="connsiteY7" fmla="*/ 14157 h 574321"/>
                  <a:gd name="connsiteX8" fmla="*/ 63709 w 360266"/>
                  <a:gd name="connsiteY8" fmla="*/ 14157 h 574321"/>
                  <a:gd name="connsiteX9" fmla="*/ 14158 w 360266"/>
                  <a:gd name="connsiteY9" fmla="*/ 63709 h 574321"/>
                  <a:gd name="connsiteX10" fmla="*/ 14158 w 360266"/>
                  <a:gd name="connsiteY10" fmla="*/ 510613 h 574321"/>
                  <a:gd name="connsiteX11" fmla="*/ 63709 w 360266"/>
                  <a:gd name="connsiteY11" fmla="*/ 560164 h 574321"/>
                  <a:gd name="connsiteX12" fmla="*/ 296558 w 360266"/>
                  <a:gd name="connsiteY12" fmla="*/ 560164 h 574321"/>
                  <a:gd name="connsiteX13" fmla="*/ 346109 w 360266"/>
                  <a:gd name="connsiteY13" fmla="*/ 510613 h 574321"/>
                  <a:gd name="connsiteX14" fmla="*/ 346109 w 360266"/>
                  <a:gd name="connsiteY14" fmla="*/ 336004 h 574321"/>
                  <a:gd name="connsiteX15" fmla="*/ 353188 w 360266"/>
                  <a:gd name="connsiteY15" fmla="*/ 328926 h 574321"/>
                  <a:gd name="connsiteX16" fmla="*/ 360266 w 360266"/>
                  <a:gd name="connsiteY16" fmla="*/ 336004 h 574321"/>
                  <a:gd name="connsiteX17" fmla="*/ 360266 w 360266"/>
                  <a:gd name="connsiteY17" fmla="*/ 510613 h 574321"/>
                  <a:gd name="connsiteX18" fmla="*/ 296558 w 360266"/>
                  <a:gd name="connsiteY18" fmla="*/ 574322 h 5743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360266" h="574321">
                    <a:moveTo>
                      <a:pt x="296558" y="574322"/>
                    </a:moveTo>
                    <a:lnTo>
                      <a:pt x="63709" y="574322"/>
                    </a:lnTo>
                    <a:cubicBezTo>
                      <a:pt x="28593" y="574322"/>
                      <a:pt x="0" y="545729"/>
                      <a:pt x="0" y="510613"/>
                    </a:cubicBezTo>
                    <a:lnTo>
                      <a:pt x="0" y="63709"/>
                    </a:lnTo>
                    <a:cubicBezTo>
                      <a:pt x="0" y="28593"/>
                      <a:pt x="28593" y="0"/>
                      <a:pt x="63709" y="0"/>
                    </a:cubicBezTo>
                    <a:lnTo>
                      <a:pt x="108124" y="0"/>
                    </a:lnTo>
                    <a:cubicBezTo>
                      <a:pt x="112039" y="0"/>
                      <a:pt x="115203" y="3165"/>
                      <a:pt x="115203" y="7079"/>
                    </a:cubicBezTo>
                    <a:cubicBezTo>
                      <a:pt x="115203" y="10993"/>
                      <a:pt x="112039" y="14157"/>
                      <a:pt x="108124" y="14157"/>
                    </a:cubicBezTo>
                    <a:lnTo>
                      <a:pt x="63709" y="14157"/>
                    </a:lnTo>
                    <a:cubicBezTo>
                      <a:pt x="36393" y="14157"/>
                      <a:pt x="14158" y="36393"/>
                      <a:pt x="14158" y="63709"/>
                    </a:cubicBezTo>
                    <a:lnTo>
                      <a:pt x="14158" y="510613"/>
                    </a:lnTo>
                    <a:cubicBezTo>
                      <a:pt x="14158" y="537929"/>
                      <a:pt x="36393" y="560164"/>
                      <a:pt x="63709" y="560164"/>
                    </a:cubicBezTo>
                    <a:lnTo>
                      <a:pt x="296558" y="560164"/>
                    </a:lnTo>
                    <a:cubicBezTo>
                      <a:pt x="323873" y="560164"/>
                      <a:pt x="346109" y="537929"/>
                      <a:pt x="346109" y="510613"/>
                    </a:cubicBezTo>
                    <a:lnTo>
                      <a:pt x="346109" y="336004"/>
                    </a:lnTo>
                    <a:cubicBezTo>
                      <a:pt x="346109" y="332090"/>
                      <a:pt x="349274" y="328926"/>
                      <a:pt x="353188" y="328926"/>
                    </a:cubicBezTo>
                    <a:cubicBezTo>
                      <a:pt x="357102" y="328926"/>
                      <a:pt x="360266" y="332090"/>
                      <a:pt x="360266" y="336004"/>
                    </a:cubicBezTo>
                    <a:lnTo>
                      <a:pt x="360266" y="510613"/>
                    </a:lnTo>
                    <a:cubicBezTo>
                      <a:pt x="360266" y="545729"/>
                      <a:pt x="331674" y="574322"/>
                      <a:pt x="296558" y="574322"/>
                    </a:cubicBezTo>
                    <a:close/>
                  </a:path>
                </a:pathLst>
              </a:custGeom>
              <a:solidFill>
                <a:srgbClr val="262626"/>
              </a:solidFill>
              <a:ln w="27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95" name="Forma Livre: Forma 694">
                <a:extLst>
                  <a:ext uri="{FF2B5EF4-FFF2-40B4-BE49-F238E27FC236}">
                    <a16:creationId xmlns:a16="http://schemas.microsoft.com/office/drawing/2014/main" id="{7B859269-E0C8-ED1A-D00C-FE5E16B9C6E6}"/>
                  </a:ext>
                </a:extLst>
              </p:cNvPr>
              <p:cNvSpPr/>
              <p:nvPr/>
            </p:nvSpPr>
            <p:spPr>
              <a:xfrm>
                <a:off x="4033211" y="4885126"/>
                <a:ext cx="37753" cy="14157"/>
              </a:xfrm>
              <a:custGeom>
                <a:avLst/>
                <a:gdLst>
                  <a:gd name="connsiteX0" fmla="*/ 30674 w 37753"/>
                  <a:gd name="connsiteY0" fmla="*/ 14157 h 14157"/>
                  <a:gd name="connsiteX1" fmla="*/ 7079 w 37753"/>
                  <a:gd name="connsiteY1" fmla="*/ 14157 h 14157"/>
                  <a:gd name="connsiteX2" fmla="*/ 0 w 37753"/>
                  <a:gd name="connsiteY2" fmla="*/ 7079 h 14157"/>
                  <a:gd name="connsiteX3" fmla="*/ 7079 w 37753"/>
                  <a:gd name="connsiteY3" fmla="*/ 0 h 14157"/>
                  <a:gd name="connsiteX4" fmla="*/ 30674 w 37753"/>
                  <a:gd name="connsiteY4" fmla="*/ 0 h 14157"/>
                  <a:gd name="connsiteX5" fmla="*/ 37753 w 37753"/>
                  <a:gd name="connsiteY5" fmla="*/ 7079 h 14157"/>
                  <a:gd name="connsiteX6" fmla="*/ 30674 w 37753"/>
                  <a:gd name="connsiteY6" fmla="*/ 14157 h 14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7753" h="14157">
                    <a:moveTo>
                      <a:pt x="30674" y="14157"/>
                    </a:moveTo>
                    <a:lnTo>
                      <a:pt x="7079" y="14157"/>
                    </a:lnTo>
                    <a:cubicBezTo>
                      <a:pt x="3165" y="14157"/>
                      <a:pt x="0" y="10993"/>
                      <a:pt x="0" y="7079"/>
                    </a:cubicBezTo>
                    <a:cubicBezTo>
                      <a:pt x="0" y="3164"/>
                      <a:pt x="3165" y="0"/>
                      <a:pt x="7079" y="0"/>
                    </a:cubicBezTo>
                    <a:lnTo>
                      <a:pt x="30674" y="0"/>
                    </a:lnTo>
                    <a:cubicBezTo>
                      <a:pt x="34589" y="0"/>
                      <a:pt x="37753" y="3164"/>
                      <a:pt x="37753" y="7079"/>
                    </a:cubicBezTo>
                    <a:cubicBezTo>
                      <a:pt x="37753" y="10993"/>
                      <a:pt x="34589" y="14157"/>
                      <a:pt x="30674" y="14157"/>
                    </a:cubicBezTo>
                    <a:close/>
                  </a:path>
                </a:pathLst>
              </a:custGeom>
              <a:solidFill>
                <a:srgbClr val="262626"/>
              </a:solidFill>
              <a:ln w="27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691" name="Gráfico 2">
              <a:extLst>
                <a:ext uri="{FF2B5EF4-FFF2-40B4-BE49-F238E27FC236}">
                  <a16:creationId xmlns:a16="http://schemas.microsoft.com/office/drawing/2014/main" id="{651EFC87-877B-4DD5-96EA-F3A494B9AFD7}"/>
                </a:ext>
              </a:extLst>
            </p:cNvPr>
            <p:cNvGrpSpPr/>
            <p:nvPr/>
          </p:nvGrpSpPr>
          <p:grpSpPr>
            <a:xfrm>
              <a:off x="4019858" y="4322824"/>
              <a:ext cx="429443" cy="405070"/>
              <a:chOff x="4019858" y="4322824"/>
              <a:chExt cx="429443" cy="405070"/>
            </a:xfrm>
            <a:solidFill>
              <a:srgbClr val="262626"/>
            </a:solidFill>
          </p:grpSpPr>
          <p:sp>
            <p:nvSpPr>
              <p:cNvPr id="692" name="Forma Livre: Forma 691">
                <a:extLst>
                  <a:ext uri="{FF2B5EF4-FFF2-40B4-BE49-F238E27FC236}">
                    <a16:creationId xmlns:a16="http://schemas.microsoft.com/office/drawing/2014/main" id="{CD5B1BCB-5050-EF08-7371-F0C6DCE8CEF2}"/>
                  </a:ext>
                </a:extLst>
              </p:cNvPr>
              <p:cNvSpPr/>
              <p:nvPr/>
            </p:nvSpPr>
            <p:spPr>
              <a:xfrm>
                <a:off x="4019858" y="4322824"/>
                <a:ext cx="429443" cy="405070"/>
              </a:xfrm>
              <a:custGeom>
                <a:avLst/>
                <a:gdLst>
                  <a:gd name="connsiteX0" fmla="*/ 103822 w 429443"/>
                  <a:gd name="connsiteY0" fmla="*/ 405071 h 405070"/>
                  <a:gd name="connsiteX1" fmla="*/ 101101 w 429443"/>
                  <a:gd name="connsiteY1" fmla="*/ 404543 h 405070"/>
                  <a:gd name="connsiteX2" fmla="*/ 96743 w 429443"/>
                  <a:gd name="connsiteY2" fmla="*/ 397992 h 405070"/>
                  <a:gd name="connsiteX3" fmla="*/ 96743 w 429443"/>
                  <a:gd name="connsiteY3" fmla="*/ 344499 h 405070"/>
                  <a:gd name="connsiteX4" fmla="*/ 63709 w 429443"/>
                  <a:gd name="connsiteY4" fmla="*/ 344499 h 405070"/>
                  <a:gd name="connsiteX5" fmla="*/ 0 w 429443"/>
                  <a:gd name="connsiteY5" fmla="*/ 280790 h 405070"/>
                  <a:gd name="connsiteX6" fmla="*/ 0 w 429443"/>
                  <a:gd name="connsiteY6" fmla="*/ 63709 h 405070"/>
                  <a:gd name="connsiteX7" fmla="*/ 63709 w 429443"/>
                  <a:gd name="connsiteY7" fmla="*/ 0 h 405070"/>
                  <a:gd name="connsiteX8" fmla="*/ 365735 w 429443"/>
                  <a:gd name="connsiteY8" fmla="*/ 0 h 405070"/>
                  <a:gd name="connsiteX9" fmla="*/ 429444 w 429443"/>
                  <a:gd name="connsiteY9" fmla="*/ 63709 h 405070"/>
                  <a:gd name="connsiteX10" fmla="*/ 429444 w 429443"/>
                  <a:gd name="connsiteY10" fmla="*/ 280790 h 405070"/>
                  <a:gd name="connsiteX11" fmla="*/ 365735 w 429443"/>
                  <a:gd name="connsiteY11" fmla="*/ 344499 h 405070"/>
                  <a:gd name="connsiteX12" fmla="*/ 167308 w 429443"/>
                  <a:gd name="connsiteY12" fmla="*/ 344499 h 405070"/>
                  <a:gd name="connsiteX13" fmla="*/ 108818 w 429443"/>
                  <a:gd name="connsiteY13" fmla="*/ 402989 h 405070"/>
                  <a:gd name="connsiteX14" fmla="*/ 103822 w 429443"/>
                  <a:gd name="connsiteY14" fmla="*/ 405071 h 405070"/>
                  <a:gd name="connsiteX15" fmla="*/ 63709 w 429443"/>
                  <a:gd name="connsiteY15" fmla="*/ 14158 h 405070"/>
                  <a:gd name="connsiteX16" fmla="*/ 14157 w 429443"/>
                  <a:gd name="connsiteY16" fmla="*/ 63709 h 405070"/>
                  <a:gd name="connsiteX17" fmla="*/ 14157 w 429443"/>
                  <a:gd name="connsiteY17" fmla="*/ 280790 h 405070"/>
                  <a:gd name="connsiteX18" fmla="*/ 63709 w 429443"/>
                  <a:gd name="connsiteY18" fmla="*/ 330341 h 405070"/>
                  <a:gd name="connsiteX19" fmla="*/ 103822 w 429443"/>
                  <a:gd name="connsiteY19" fmla="*/ 330341 h 405070"/>
                  <a:gd name="connsiteX20" fmla="*/ 110900 w 429443"/>
                  <a:gd name="connsiteY20" fmla="*/ 337420 h 405070"/>
                  <a:gd name="connsiteX21" fmla="*/ 110900 w 429443"/>
                  <a:gd name="connsiteY21" fmla="*/ 380892 h 405070"/>
                  <a:gd name="connsiteX22" fmla="*/ 159369 w 429443"/>
                  <a:gd name="connsiteY22" fmla="*/ 332423 h 405070"/>
                  <a:gd name="connsiteX23" fmla="*/ 164366 w 429443"/>
                  <a:gd name="connsiteY23" fmla="*/ 330341 h 405070"/>
                  <a:gd name="connsiteX24" fmla="*/ 365707 w 429443"/>
                  <a:gd name="connsiteY24" fmla="*/ 330341 h 405070"/>
                  <a:gd name="connsiteX25" fmla="*/ 415259 w 429443"/>
                  <a:gd name="connsiteY25" fmla="*/ 280790 h 405070"/>
                  <a:gd name="connsiteX26" fmla="*/ 415259 w 429443"/>
                  <a:gd name="connsiteY26" fmla="*/ 63709 h 405070"/>
                  <a:gd name="connsiteX27" fmla="*/ 365707 w 429443"/>
                  <a:gd name="connsiteY27" fmla="*/ 14158 h 405070"/>
                  <a:gd name="connsiteX28" fmla="*/ 63681 w 429443"/>
                  <a:gd name="connsiteY28" fmla="*/ 14158 h 4050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29443" h="405070">
                    <a:moveTo>
                      <a:pt x="103822" y="405071"/>
                    </a:moveTo>
                    <a:cubicBezTo>
                      <a:pt x="102906" y="405071"/>
                      <a:pt x="101989" y="404904"/>
                      <a:pt x="101101" y="404543"/>
                    </a:cubicBezTo>
                    <a:cubicBezTo>
                      <a:pt x="98464" y="403461"/>
                      <a:pt x="96743" y="400879"/>
                      <a:pt x="96743" y="397992"/>
                    </a:cubicBezTo>
                    <a:lnTo>
                      <a:pt x="96743" y="344499"/>
                    </a:lnTo>
                    <a:lnTo>
                      <a:pt x="63709" y="344499"/>
                    </a:lnTo>
                    <a:cubicBezTo>
                      <a:pt x="28593" y="344499"/>
                      <a:pt x="0" y="315906"/>
                      <a:pt x="0" y="280790"/>
                    </a:cubicBezTo>
                    <a:lnTo>
                      <a:pt x="0" y="63709"/>
                    </a:lnTo>
                    <a:cubicBezTo>
                      <a:pt x="0" y="28593"/>
                      <a:pt x="28593" y="0"/>
                      <a:pt x="63709" y="0"/>
                    </a:cubicBezTo>
                    <a:lnTo>
                      <a:pt x="365735" y="0"/>
                    </a:lnTo>
                    <a:cubicBezTo>
                      <a:pt x="400851" y="0"/>
                      <a:pt x="429444" y="28593"/>
                      <a:pt x="429444" y="63709"/>
                    </a:cubicBezTo>
                    <a:lnTo>
                      <a:pt x="429444" y="280790"/>
                    </a:lnTo>
                    <a:cubicBezTo>
                      <a:pt x="429444" y="315906"/>
                      <a:pt x="400851" y="344499"/>
                      <a:pt x="365735" y="344499"/>
                    </a:cubicBezTo>
                    <a:lnTo>
                      <a:pt x="167308" y="344499"/>
                    </a:lnTo>
                    <a:lnTo>
                      <a:pt x="108818" y="402989"/>
                    </a:lnTo>
                    <a:cubicBezTo>
                      <a:pt x="107458" y="404349"/>
                      <a:pt x="105654" y="405071"/>
                      <a:pt x="103822" y="405071"/>
                    </a:cubicBezTo>
                    <a:close/>
                    <a:moveTo>
                      <a:pt x="63709" y="14158"/>
                    </a:moveTo>
                    <a:cubicBezTo>
                      <a:pt x="36393" y="14158"/>
                      <a:pt x="14157" y="36393"/>
                      <a:pt x="14157" y="63709"/>
                    </a:cubicBezTo>
                    <a:lnTo>
                      <a:pt x="14157" y="280790"/>
                    </a:lnTo>
                    <a:cubicBezTo>
                      <a:pt x="14157" y="308106"/>
                      <a:pt x="36393" y="330341"/>
                      <a:pt x="63709" y="330341"/>
                    </a:cubicBezTo>
                    <a:lnTo>
                      <a:pt x="103822" y="330341"/>
                    </a:lnTo>
                    <a:cubicBezTo>
                      <a:pt x="107736" y="330341"/>
                      <a:pt x="110900" y="333506"/>
                      <a:pt x="110900" y="337420"/>
                    </a:cubicBezTo>
                    <a:lnTo>
                      <a:pt x="110900" y="380892"/>
                    </a:lnTo>
                    <a:lnTo>
                      <a:pt x="159369" y="332423"/>
                    </a:lnTo>
                    <a:cubicBezTo>
                      <a:pt x="160701" y="331091"/>
                      <a:pt x="162506" y="330341"/>
                      <a:pt x="164366" y="330341"/>
                    </a:cubicBezTo>
                    <a:lnTo>
                      <a:pt x="365707" y="330341"/>
                    </a:lnTo>
                    <a:cubicBezTo>
                      <a:pt x="393023" y="330341"/>
                      <a:pt x="415259" y="308106"/>
                      <a:pt x="415259" y="280790"/>
                    </a:cubicBezTo>
                    <a:lnTo>
                      <a:pt x="415259" y="63709"/>
                    </a:lnTo>
                    <a:cubicBezTo>
                      <a:pt x="415259" y="36393"/>
                      <a:pt x="393023" y="14158"/>
                      <a:pt x="365707" y="14158"/>
                    </a:cubicBezTo>
                    <a:lnTo>
                      <a:pt x="63681" y="14158"/>
                    </a:lnTo>
                    <a:close/>
                  </a:path>
                </a:pathLst>
              </a:custGeom>
              <a:solidFill>
                <a:srgbClr val="262626"/>
              </a:solidFill>
              <a:ln w="27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693" name="Forma Livre: Forma 692">
                <a:extLst>
                  <a:ext uri="{FF2B5EF4-FFF2-40B4-BE49-F238E27FC236}">
                    <a16:creationId xmlns:a16="http://schemas.microsoft.com/office/drawing/2014/main" id="{EA9ED613-2182-C8B8-2D21-53E5C6E53586}"/>
                  </a:ext>
                </a:extLst>
              </p:cNvPr>
              <p:cNvSpPr/>
              <p:nvPr/>
            </p:nvSpPr>
            <p:spPr>
              <a:xfrm>
                <a:off x="4153577" y="4392848"/>
                <a:ext cx="161978" cy="202854"/>
              </a:xfrm>
              <a:custGeom>
                <a:avLst/>
                <a:gdLst>
                  <a:gd name="connsiteX0" fmla="*/ 80975 w 161978"/>
                  <a:gd name="connsiteY0" fmla="*/ 202855 h 202854"/>
                  <a:gd name="connsiteX1" fmla="*/ 80254 w 161978"/>
                  <a:gd name="connsiteY1" fmla="*/ 202827 h 202854"/>
                  <a:gd name="connsiteX2" fmla="*/ 0 w 161978"/>
                  <a:gd name="connsiteY2" fmla="*/ 115383 h 202854"/>
                  <a:gd name="connsiteX3" fmla="*/ 0 w 161978"/>
                  <a:gd name="connsiteY3" fmla="*/ 24720 h 202854"/>
                  <a:gd name="connsiteX4" fmla="*/ 7079 w 161978"/>
                  <a:gd name="connsiteY4" fmla="*/ 17641 h 202854"/>
                  <a:gd name="connsiteX5" fmla="*/ 77033 w 161978"/>
                  <a:gd name="connsiteY5" fmla="*/ 1208 h 202854"/>
                  <a:gd name="connsiteX6" fmla="*/ 84973 w 161978"/>
                  <a:gd name="connsiteY6" fmla="*/ 1208 h 202854"/>
                  <a:gd name="connsiteX7" fmla="*/ 154899 w 161978"/>
                  <a:gd name="connsiteY7" fmla="*/ 17641 h 202854"/>
                  <a:gd name="connsiteX8" fmla="*/ 161978 w 161978"/>
                  <a:gd name="connsiteY8" fmla="*/ 24720 h 202854"/>
                  <a:gd name="connsiteX9" fmla="*/ 161978 w 161978"/>
                  <a:gd name="connsiteY9" fmla="*/ 115383 h 202854"/>
                  <a:gd name="connsiteX10" fmla="*/ 81725 w 161978"/>
                  <a:gd name="connsiteY10" fmla="*/ 202827 h 202854"/>
                  <a:gd name="connsiteX11" fmla="*/ 81003 w 161978"/>
                  <a:gd name="connsiteY11" fmla="*/ 202855 h 202854"/>
                  <a:gd name="connsiteX12" fmla="*/ 14157 w 161978"/>
                  <a:gd name="connsiteY12" fmla="*/ 31660 h 202854"/>
                  <a:gd name="connsiteX13" fmla="*/ 14157 w 161978"/>
                  <a:gd name="connsiteY13" fmla="*/ 115383 h 202854"/>
                  <a:gd name="connsiteX14" fmla="*/ 80975 w 161978"/>
                  <a:gd name="connsiteY14" fmla="*/ 188669 h 202854"/>
                  <a:gd name="connsiteX15" fmla="*/ 147793 w 161978"/>
                  <a:gd name="connsiteY15" fmla="*/ 115383 h 202854"/>
                  <a:gd name="connsiteX16" fmla="*/ 147793 w 161978"/>
                  <a:gd name="connsiteY16" fmla="*/ 31660 h 202854"/>
                  <a:gd name="connsiteX17" fmla="*/ 80975 w 161978"/>
                  <a:gd name="connsiteY17" fmla="*/ 15393 h 202854"/>
                  <a:gd name="connsiteX18" fmla="*/ 14157 w 161978"/>
                  <a:gd name="connsiteY18" fmla="*/ 31660 h 2028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61978" h="202854">
                    <a:moveTo>
                      <a:pt x="80975" y="202855"/>
                    </a:moveTo>
                    <a:cubicBezTo>
                      <a:pt x="80725" y="202855"/>
                      <a:pt x="80503" y="202855"/>
                      <a:pt x="80254" y="202827"/>
                    </a:cubicBezTo>
                    <a:cubicBezTo>
                      <a:pt x="34505" y="198163"/>
                      <a:pt x="0" y="160576"/>
                      <a:pt x="0" y="115383"/>
                    </a:cubicBezTo>
                    <a:lnTo>
                      <a:pt x="0" y="24720"/>
                    </a:lnTo>
                    <a:cubicBezTo>
                      <a:pt x="0" y="20806"/>
                      <a:pt x="3165" y="17641"/>
                      <a:pt x="7079" y="17641"/>
                    </a:cubicBezTo>
                    <a:cubicBezTo>
                      <a:pt x="35616" y="17641"/>
                      <a:pt x="61765" y="11506"/>
                      <a:pt x="77033" y="1208"/>
                    </a:cubicBezTo>
                    <a:cubicBezTo>
                      <a:pt x="79421" y="-403"/>
                      <a:pt x="82558" y="-403"/>
                      <a:pt x="84973" y="1208"/>
                    </a:cubicBezTo>
                    <a:cubicBezTo>
                      <a:pt x="100185" y="11506"/>
                      <a:pt x="126335" y="17641"/>
                      <a:pt x="154899" y="17641"/>
                    </a:cubicBezTo>
                    <a:cubicBezTo>
                      <a:pt x="158814" y="17641"/>
                      <a:pt x="161978" y="20806"/>
                      <a:pt x="161978" y="24720"/>
                    </a:cubicBezTo>
                    <a:lnTo>
                      <a:pt x="161978" y="115383"/>
                    </a:lnTo>
                    <a:cubicBezTo>
                      <a:pt x="161978" y="160576"/>
                      <a:pt x="127473" y="198163"/>
                      <a:pt x="81725" y="202827"/>
                    </a:cubicBezTo>
                    <a:cubicBezTo>
                      <a:pt x="81475" y="202827"/>
                      <a:pt x="81253" y="202855"/>
                      <a:pt x="81003" y="202855"/>
                    </a:cubicBezTo>
                    <a:close/>
                    <a:moveTo>
                      <a:pt x="14157" y="31660"/>
                    </a:moveTo>
                    <a:lnTo>
                      <a:pt x="14157" y="115383"/>
                    </a:lnTo>
                    <a:cubicBezTo>
                      <a:pt x="14157" y="153054"/>
                      <a:pt x="42833" y="184422"/>
                      <a:pt x="80975" y="188669"/>
                    </a:cubicBezTo>
                    <a:cubicBezTo>
                      <a:pt x="119117" y="184450"/>
                      <a:pt x="147793" y="153054"/>
                      <a:pt x="147793" y="115383"/>
                    </a:cubicBezTo>
                    <a:lnTo>
                      <a:pt x="147793" y="31660"/>
                    </a:lnTo>
                    <a:cubicBezTo>
                      <a:pt x="121477" y="30772"/>
                      <a:pt x="97243" y="24859"/>
                      <a:pt x="80975" y="15393"/>
                    </a:cubicBezTo>
                    <a:cubicBezTo>
                      <a:pt x="64680" y="24859"/>
                      <a:pt x="40474" y="30772"/>
                      <a:pt x="14157" y="31660"/>
                    </a:cubicBezTo>
                    <a:close/>
                  </a:path>
                </a:pathLst>
              </a:custGeom>
              <a:solidFill>
                <a:srgbClr val="262626"/>
              </a:solidFill>
              <a:ln w="27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grpSp>
        <p:nvGrpSpPr>
          <p:cNvPr id="696" name="Gráfico 2">
            <a:extLst>
              <a:ext uri="{FF2B5EF4-FFF2-40B4-BE49-F238E27FC236}">
                <a16:creationId xmlns:a16="http://schemas.microsoft.com/office/drawing/2014/main" id="{99D029AB-85B6-A7AC-CCBE-7B8D6B53BAF1}"/>
              </a:ext>
            </a:extLst>
          </p:cNvPr>
          <p:cNvGrpSpPr/>
          <p:nvPr/>
        </p:nvGrpSpPr>
        <p:grpSpPr>
          <a:xfrm>
            <a:off x="7699411" y="5257780"/>
            <a:ext cx="498240" cy="560538"/>
            <a:chOff x="7666686" y="5220963"/>
            <a:chExt cx="563689" cy="634171"/>
          </a:xfrm>
          <a:solidFill>
            <a:srgbClr val="262626"/>
          </a:solidFill>
        </p:grpSpPr>
        <p:grpSp>
          <p:nvGrpSpPr>
            <p:cNvPr id="697" name="Gráfico 2">
              <a:extLst>
                <a:ext uri="{FF2B5EF4-FFF2-40B4-BE49-F238E27FC236}">
                  <a16:creationId xmlns:a16="http://schemas.microsoft.com/office/drawing/2014/main" id="{4C3249B9-2CC2-91E6-A204-D548688CD647}"/>
                </a:ext>
              </a:extLst>
            </p:cNvPr>
            <p:cNvGrpSpPr/>
            <p:nvPr/>
          </p:nvGrpSpPr>
          <p:grpSpPr>
            <a:xfrm>
              <a:off x="7666686" y="5220963"/>
              <a:ext cx="563689" cy="634171"/>
              <a:chOff x="7666686" y="5220963"/>
              <a:chExt cx="563689" cy="634171"/>
            </a:xfrm>
            <a:solidFill>
              <a:srgbClr val="262626"/>
            </a:solidFill>
          </p:grpSpPr>
          <p:sp>
            <p:nvSpPr>
              <p:cNvPr id="260" name="Forma Livre: Forma 259">
                <a:extLst>
                  <a:ext uri="{FF2B5EF4-FFF2-40B4-BE49-F238E27FC236}">
                    <a16:creationId xmlns:a16="http://schemas.microsoft.com/office/drawing/2014/main" id="{86A6F3A8-AE44-4E12-A281-E122219B9D4F}"/>
                  </a:ext>
                </a:extLst>
              </p:cNvPr>
              <p:cNvSpPr/>
              <p:nvPr/>
            </p:nvSpPr>
            <p:spPr>
              <a:xfrm>
                <a:off x="7666686" y="5272902"/>
                <a:ext cx="563689" cy="582233"/>
              </a:xfrm>
              <a:custGeom>
                <a:avLst/>
                <a:gdLst>
                  <a:gd name="connsiteX0" fmla="*/ 503229 w 563689"/>
                  <a:gd name="connsiteY0" fmla="*/ 582233 h 582233"/>
                  <a:gd name="connsiteX1" fmla="*/ 60461 w 563689"/>
                  <a:gd name="connsiteY1" fmla="*/ 582233 h 582233"/>
                  <a:gd name="connsiteX2" fmla="*/ 0 w 563689"/>
                  <a:gd name="connsiteY2" fmla="*/ 521773 h 582233"/>
                  <a:gd name="connsiteX3" fmla="*/ 0 w 563689"/>
                  <a:gd name="connsiteY3" fmla="*/ 60461 h 582233"/>
                  <a:gd name="connsiteX4" fmla="*/ 60461 w 563689"/>
                  <a:gd name="connsiteY4" fmla="*/ 0 h 582233"/>
                  <a:gd name="connsiteX5" fmla="*/ 148321 w 563689"/>
                  <a:gd name="connsiteY5" fmla="*/ 0 h 582233"/>
                  <a:gd name="connsiteX6" fmla="*/ 155399 w 563689"/>
                  <a:gd name="connsiteY6" fmla="*/ 7079 h 582233"/>
                  <a:gd name="connsiteX7" fmla="*/ 148321 w 563689"/>
                  <a:gd name="connsiteY7" fmla="*/ 14157 h 582233"/>
                  <a:gd name="connsiteX8" fmla="*/ 60461 w 563689"/>
                  <a:gd name="connsiteY8" fmla="*/ 14157 h 582233"/>
                  <a:gd name="connsiteX9" fmla="*/ 14158 w 563689"/>
                  <a:gd name="connsiteY9" fmla="*/ 60461 h 582233"/>
                  <a:gd name="connsiteX10" fmla="*/ 14158 w 563689"/>
                  <a:gd name="connsiteY10" fmla="*/ 521773 h 582233"/>
                  <a:gd name="connsiteX11" fmla="*/ 60461 w 563689"/>
                  <a:gd name="connsiteY11" fmla="*/ 568076 h 582233"/>
                  <a:gd name="connsiteX12" fmla="*/ 503229 w 563689"/>
                  <a:gd name="connsiteY12" fmla="*/ 568076 h 582233"/>
                  <a:gd name="connsiteX13" fmla="*/ 549532 w 563689"/>
                  <a:gd name="connsiteY13" fmla="*/ 521773 h 582233"/>
                  <a:gd name="connsiteX14" fmla="*/ 549532 w 563689"/>
                  <a:gd name="connsiteY14" fmla="*/ 60461 h 582233"/>
                  <a:gd name="connsiteX15" fmla="*/ 503229 w 563689"/>
                  <a:gd name="connsiteY15" fmla="*/ 14157 h 582233"/>
                  <a:gd name="connsiteX16" fmla="*/ 415370 w 563689"/>
                  <a:gd name="connsiteY16" fmla="*/ 14157 h 582233"/>
                  <a:gd name="connsiteX17" fmla="*/ 408291 w 563689"/>
                  <a:gd name="connsiteY17" fmla="*/ 7079 h 582233"/>
                  <a:gd name="connsiteX18" fmla="*/ 415370 w 563689"/>
                  <a:gd name="connsiteY18" fmla="*/ 0 h 582233"/>
                  <a:gd name="connsiteX19" fmla="*/ 503229 w 563689"/>
                  <a:gd name="connsiteY19" fmla="*/ 0 h 582233"/>
                  <a:gd name="connsiteX20" fmla="*/ 563690 w 563689"/>
                  <a:gd name="connsiteY20" fmla="*/ 60461 h 582233"/>
                  <a:gd name="connsiteX21" fmla="*/ 563690 w 563689"/>
                  <a:gd name="connsiteY21" fmla="*/ 521773 h 582233"/>
                  <a:gd name="connsiteX22" fmla="*/ 503229 w 563689"/>
                  <a:gd name="connsiteY22" fmla="*/ 582233 h 5822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63689" h="582233">
                    <a:moveTo>
                      <a:pt x="503229" y="582233"/>
                    </a:moveTo>
                    <a:lnTo>
                      <a:pt x="60461" y="582233"/>
                    </a:lnTo>
                    <a:cubicBezTo>
                      <a:pt x="27121" y="582233"/>
                      <a:pt x="0" y="555112"/>
                      <a:pt x="0" y="521773"/>
                    </a:cubicBezTo>
                    <a:lnTo>
                      <a:pt x="0" y="60461"/>
                    </a:lnTo>
                    <a:cubicBezTo>
                      <a:pt x="0" y="27121"/>
                      <a:pt x="27121" y="0"/>
                      <a:pt x="60461" y="0"/>
                    </a:cubicBezTo>
                    <a:lnTo>
                      <a:pt x="148321" y="0"/>
                    </a:lnTo>
                    <a:cubicBezTo>
                      <a:pt x="152235" y="0"/>
                      <a:pt x="155399" y="3164"/>
                      <a:pt x="155399" y="7079"/>
                    </a:cubicBezTo>
                    <a:cubicBezTo>
                      <a:pt x="155399" y="10993"/>
                      <a:pt x="152235" y="14157"/>
                      <a:pt x="148321" y="14157"/>
                    </a:cubicBezTo>
                    <a:lnTo>
                      <a:pt x="60461" y="14157"/>
                    </a:lnTo>
                    <a:cubicBezTo>
                      <a:pt x="34922" y="14157"/>
                      <a:pt x="14158" y="34922"/>
                      <a:pt x="14158" y="60461"/>
                    </a:cubicBezTo>
                    <a:lnTo>
                      <a:pt x="14158" y="521773"/>
                    </a:lnTo>
                    <a:cubicBezTo>
                      <a:pt x="14158" y="547312"/>
                      <a:pt x="34922" y="568076"/>
                      <a:pt x="60461" y="568076"/>
                    </a:cubicBezTo>
                    <a:lnTo>
                      <a:pt x="503229" y="568076"/>
                    </a:lnTo>
                    <a:cubicBezTo>
                      <a:pt x="528768" y="568076"/>
                      <a:pt x="549532" y="547312"/>
                      <a:pt x="549532" y="521773"/>
                    </a:cubicBezTo>
                    <a:lnTo>
                      <a:pt x="549532" y="60461"/>
                    </a:lnTo>
                    <a:cubicBezTo>
                      <a:pt x="549532" y="34922"/>
                      <a:pt x="528768" y="14157"/>
                      <a:pt x="503229" y="14157"/>
                    </a:cubicBezTo>
                    <a:lnTo>
                      <a:pt x="415370" y="14157"/>
                    </a:lnTo>
                    <a:cubicBezTo>
                      <a:pt x="411455" y="14157"/>
                      <a:pt x="408291" y="10993"/>
                      <a:pt x="408291" y="7079"/>
                    </a:cubicBezTo>
                    <a:cubicBezTo>
                      <a:pt x="408291" y="3164"/>
                      <a:pt x="411455" y="0"/>
                      <a:pt x="415370" y="0"/>
                    </a:cubicBezTo>
                    <a:lnTo>
                      <a:pt x="503229" y="0"/>
                    </a:lnTo>
                    <a:cubicBezTo>
                      <a:pt x="536569" y="0"/>
                      <a:pt x="563690" y="27121"/>
                      <a:pt x="563690" y="60461"/>
                    </a:cubicBezTo>
                    <a:lnTo>
                      <a:pt x="563690" y="521773"/>
                    </a:lnTo>
                    <a:cubicBezTo>
                      <a:pt x="563690" y="555112"/>
                      <a:pt x="536569" y="582233"/>
                      <a:pt x="503229" y="582233"/>
                    </a:cubicBezTo>
                    <a:close/>
                  </a:path>
                </a:pathLst>
              </a:custGeom>
              <a:solidFill>
                <a:srgbClr val="262626"/>
              </a:solidFill>
              <a:ln w="27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61" name="Forma Livre: Forma 260">
                <a:extLst>
                  <a:ext uri="{FF2B5EF4-FFF2-40B4-BE49-F238E27FC236}">
                    <a16:creationId xmlns:a16="http://schemas.microsoft.com/office/drawing/2014/main" id="{9696D1FF-39C1-63E8-D8B4-31CC698EE9CE}"/>
                  </a:ext>
                </a:extLst>
              </p:cNvPr>
              <p:cNvSpPr/>
              <p:nvPr/>
            </p:nvSpPr>
            <p:spPr>
              <a:xfrm>
                <a:off x="7851844" y="5220963"/>
                <a:ext cx="193347" cy="83112"/>
              </a:xfrm>
              <a:custGeom>
                <a:avLst/>
                <a:gdLst>
                  <a:gd name="connsiteX0" fmla="*/ 159758 w 193347"/>
                  <a:gd name="connsiteY0" fmla="*/ 83113 h 83112"/>
                  <a:gd name="connsiteX1" fmla="*/ 33590 w 193347"/>
                  <a:gd name="connsiteY1" fmla="*/ 83113 h 83112"/>
                  <a:gd name="connsiteX2" fmla="*/ 0 w 193347"/>
                  <a:gd name="connsiteY2" fmla="*/ 49524 h 83112"/>
                  <a:gd name="connsiteX3" fmla="*/ 0 w 193347"/>
                  <a:gd name="connsiteY3" fmla="*/ 33589 h 83112"/>
                  <a:gd name="connsiteX4" fmla="*/ 33590 w 193347"/>
                  <a:gd name="connsiteY4" fmla="*/ 0 h 83112"/>
                  <a:gd name="connsiteX5" fmla="*/ 159758 w 193347"/>
                  <a:gd name="connsiteY5" fmla="*/ 0 h 83112"/>
                  <a:gd name="connsiteX6" fmla="*/ 193347 w 193347"/>
                  <a:gd name="connsiteY6" fmla="*/ 33589 h 83112"/>
                  <a:gd name="connsiteX7" fmla="*/ 193347 w 193347"/>
                  <a:gd name="connsiteY7" fmla="*/ 49524 h 83112"/>
                  <a:gd name="connsiteX8" fmla="*/ 159758 w 193347"/>
                  <a:gd name="connsiteY8" fmla="*/ 83113 h 83112"/>
                  <a:gd name="connsiteX9" fmla="*/ 33590 w 193347"/>
                  <a:gd name="connsiteY9" fmla="*/ 14157 h 83112"/>
                  <a:gd name="connsiteX10" fmla="*/ 14158 w 193347"/>
                  <a:gd name="connsiteY10" fmla="*/ 33589 h 83112"/>
                  <a:gd name="connsiteX11" fmla="*/ 14158 w 193347"/>
                  <a:gd name="connsiteY11" fmla="*/ 49524 h 83112"/>
                  <a:gd name="connsiteX12" fmla="*/ 33590 w 193347"/>
                  <a:gd name="connsiteY12" fmla="*/ 68955 h 83112"/>
                  <a:gd name="connsiteX13" fmla="*/ 159758 w 193347"/>
                  <a:gd name="connsiteY13" fmla="*/ 68955 h 83112"/>
                  <a:gd name="connsiteX14" fmla="*/ 179189 w 193347"/>
                  <a:gd name="connsiteY14" fmla="*/ 49524 h 83112"/>
                  <a:gd name="connsiteX15" fmla="*/ 179189 w 193347"/>
                  <a:gd name="connsiteY15" fmla="*/ 33589 h 83112"/>
                  <a:gd name="connsiteX16" fmla="*/ 159758 w 193347"/>
                  <a:gd name="connsiteY16" fmla="*/ 14157 h 83112"/>
                  <a:gd name="connsiteX17" fmla="*/ 33590 w 193347"/>
                  <a:gd name="connsiteY17" fmla="*/ 14157 h 831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93347" h="83112">
                    <a:moveTo>
                      <a:pt x="159758" y="83113"/>
                    </a:moveTo>
                    <a:lnTo>
                      <a:pt x="33590" y="83113"/>
                    </a:lnTo>
                    <a:cubicBezTo>
                      <a:pt x="15074" y="83113"/>
                      <a:pt x="0" y="68039"/>
                      <a:pt x="0" y="49524"/>
                    </a:cubicBezTo>
                    <a:lnTo>
                      <a:pt x="0" y="33589"/>
                    </a:lnTo>
                    <a:cubicBezTo>
                      <a:pt x="0" y="15074"/>
                      <a:pt x="15074" y="0"/>
                      <a:pt x="33590" y="0"/>
                    </a:cubicBezTo>
                    <a:lnTo>
                      <a:pt x="159758" y="0"/>
                    </a:lnTo>
                    <a:cubicBezTo>
                      <a:pt x="178274" y="0"/>
                      <a:pt x="193347" y="15074"/>
                      <a:pt x="193347" y="33589"/>
                    </a:cubicBezTo>
                    <a:lnTo>
                      <a:pt x="193347" y="49524"/>
                    </a:lnTo>
                    <a:cubicBezTo>
                      <a:pt x="193347" y="68039"/>
                      <a:pt x="178274" y="83113"/>
                      <a:pt x="159758" y="83113"/>
                    </a:cubicBezTo>
                    <a:close/>
                    <a:moveTo>
                      <a:pt x="33590" y="14157"/>
                    </a:moveTo>
                    <a:cubicBezTo>
                      <a:pt x="22875" y="14157"/>
                      <a:pt x="14158" y="22874"/>
                      <a:pt x="14158" y="33589"/>
                    </a:cubicBezTo>
                    <a:lnTo>
                      <a:pt x="14158" y="49524"/>
                    </a:lnTo>
                    <a:cubicBezTo>
                      <a:pt x="14158" y="60239"/>
                      <a:pt x="22875" y="68955"/>
                      <a:pt x="33590" y="68955"/>
                    </a:cubicBezTo>
                    <a:lnTo>
                      <a:pt x="159758" y="68955"/>
                    </a:lnTo>
                    <a:cubicBezTo>
                      <a:pt x="170473" y="68955"/>
                      <a:pt x="179189" y="60239"/>
                      <a:pt x="179189" y="49524"/>
                    </a:cubicBezTo>
                    <a:lnTo>
                      <a:pt x="179189" y="33589"/>
                    </a:lnTo>
                    <a:cubicBezTo>
                      <a:pt x="179189" y="22874"/>
                      <a:pt x="170473" y="14157"/>
                      <a:pt x="159758" y="14157"/>
                    </a:cubicBezTo>
                    <a:lnTo>
                      <a:pt x="33590" y="14157"/>
                    </a:lnTo>
                    <a:close/>
                  </a:path>
                </a:pathLst>
              </a:custGeom>
              <a:solidFill>
                <a:srgbClr val="262626"/>
              </a:solidFill>
              <a:ln w="27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698" name="Gráfico 2">
              <a:extLst>
                <a:ext uri="{FF2B5EF4-FFF2-40B4-BE49-F238E27FC236}">
                  <a16:creationId xmlns:a16="http://schemas.microsoft.com/office/drawing/2014/main" id="{A7F34AF3-B2D2-9EA6-D6BC-47DFBBDEF5F5}"/>
                </a:ext>
              </a:extLst>
            </p:cNvPr>
            <p:cNvGrpSpPr/>
            <p:nvPr/>
          </p:nvGrpSpPr>
          <p:grpSpPr>
            <a:xfrm>
              <a:off x="7734698" y="5332336"/>
              <a:ext cx="152567" cy="199093"/>
              <a:chOff x="7734698" y="5332336"/>
              <a:chExt cx="152567" cy="199093"/>
            </a:xfrm>
            <a:solidFill>
              <a:srgbClr val="262626"/>
            </a:solidFill>
          </p:grpSpPr>
          <p:sp>
            <p:nvSpPr>
              <p:cNvPr id="258" name="Forma Livre: Forma 257">
                <a:extLst>
                  <a:ext uri="{FF2B5EF4-FFF2-40B4-BE49-F238E27FC236}">
                    <a16:creationId xmlns:a16="http://schemas.microsoft.com/office/drawing/2014/main" id="{1AA5691D-BFE7-0474-AF2D-BA55CB3BD2BD}"/>
                  </a:ext>
                </a:extLst>
              </p:cNvPr>
              <p:cNvSpPr/>
              <p:nvPr/>
            </p:nvSpPr>
            <p:spPr>
              <a:xfrm>
                <a:off x="7734698" y="5444096"/>
                <a:ext cx="152567" cy="87332"/>
              </a:xfrm>
              <a:custGeom>
                <a:avLst/>
                <a:gdLst>
                  <a:gd name="connsiteX0" fmla="*/ 76284 w 152567"/>
                  <a:gd name="connsiteY0" fmla="*/ 87332 h 87332"/>
                  <a:gd name="connsiteX1" fmla="*/ 0 w 152567"/>
                  <a:gd name="connsiteY1" fmla="*/ 43666 h 87332"/>
                  <a:gd name="connsiteX2" fmla="*/ 76284 w 152567"/>
                  <a:gd name="connsiteY2" fmla="*/ 0 h 87332"/>
                  <a:gd name="connsiteX3" fmla="*/ 152568 w 152567"/>
                  <a:gd name="connsiteY3" fmla="*/ 43666 h 87332"/>
                  <a:gd name="connsiteX4" fmla="*/ 76284 w 152567"/>
                  <a:gd name="connsiteY4" fmla="*/ 87332 h 87332"/>
                  <a:gd name="connsiteX5" fmla="*/ 76284 w 152567"/>
                  <a:gd name="connsiteY5" fmla="*/ 14157 h 87332"/>
                  <a:gd name="connsiteX6" fmla="*/ 14158 w 152567"/>
                  <a:gd name="connsiteY6" fmla="*/ 43666 h 87332"/>
                  <a:gd name="connsiteX7" fmla="*/ 76284 w 152567"/>
                  <a:gd name="connsiteY7" fmla="*/ 73175 h 87332"/>
                  <a:gd name="connsiteX8" fmla="*/ 138411 w 152567"/>
                  <a:gd name="connsiteY8" fmla="*/ 43666 h 87332"/>
                  <a:gd name="connsiteX9" fmla="*/ 76284 w 152567"/>
                  <a:gd name="connsiteY9" fmla="*/ 14157 h 87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52567" h="87332">
                    <a:moveTo>
                      <a:pt x="76284" y="87332"/>
                    </a:moveTo>
                    <a:cubicBezTo>
                      <a:pt x="33506" y="87332"/>
                      <a:pt x="0" y="68150"/>
                      <a:pt x="0" y="43666"/>
                    </a:cubicBezTo>
                    <a:cubicBezTo>
                      <a:pt x="0" y="19182"/>
                      <a:pt x="33506" y="0"/>
                      <a:pt x="76284" y="0"/>
                    </a:cubicBezTo>
                    <a:cubicBezTo>
                      <a:pt x="119062" y="0"/>
                      <a:pt x="152568" y="19182"/>
                      <a:pt x="152568" y="43666"/>
                    </a:cubicBezTo>
                    <a:cubicBezTo>
                      <a:pt x="152568" y="68150"/>
                      <a:pt x="119062" y="87332"/>
                      <a:pt x="76284" y="87332"/>
                    </a:cubicBezTo>
                    <a:close/>
                    <a:moveTo>
                      <a:pt x="76284" y="14157"/>
                    </a:moveTo>
                    <a:cubicBezTo>
                      <a:pt x="39669" y="14157"/>
                      <a:pt x="14158" y="29703"/>
                      <a:pt x="14158" y="43666"/>
                    </a:cubicBezTo>
                    <a:cubicBezTo>
                      <a:pt x="14158" y="57629"/>
                      <a:pt x="39669" y="73175"/>
                      <a:pt x="76284" y="73175"/>
                    </a:cubicBezTo>
                    <a:cubicBezTo>
                      <a:pt x="112899" y="73175"/>
                      <a:pt x="138411" y="57629"/>
                      <a:pt x="138411" y="43666"/>
                    </a:cubicBezTo>
                    <a:cubicBezTo>
                      <a:pt x="138411" y="29703"/>
                      <a:pt x="112899" y="14157"/>
                      <a:pt x="76284" y="14157"/>
                    </a:cubicBezTo>
                    <a:close/>
                  </a:path>
                </a:pathLst>
              </a:custGeom>
              <a:solidFill>
                <a:srgbClr val="262626"/>
              </a:solidFill>
              <a:ln w="27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59" name="Forma Livre: Forma 258">
                <a:extLst>
                  <a:ext uri="{FF2B5EF4-FFF2-40B4-BE49-F238E27FC236}">
                    <a16:creationId xmlns:a16="http://schemas.microsoft.com/office/drawing/2014/main" id="{637E2220-3BAD-AB34-0C9D-8AAC7E5FC0D1}"/>
                  </a:ext>
                </a:extLst>
              </p:cNvPr>
              <p:cNvSpPr/>
              <p:nvPr/>
            </p:nvSpPr>
            <p:spPr>
              <a:xfrm>
                <a:off x="7769009" y="5332336"/>
                <a:ext cx="83945" cy="83945"/>
              </a:xfrm>
              <a:custGeom>
                <a:avLst/>
                <a:gdLst>
                  <a:gd name="connsiteX0" fmla="*/ 41972 w 83945"/>
                  <a:gd name="connsiteY0" fmla="*/ 83946 h 83945"/>
                  <a:gd name="connsiteX1" fmla="*/ 0 w 83945"/>
                  <a:gd name="connsiteY1" fmla="*/ 41973 h 83945"/>
                  <a:gd name="connsiteX2" fmla="*/ 41972 w 83945"/>
                  <a:gd name="connsiteY2" fmla="*/ 0 h 83945"/>
                  <a:gd name="connsiteX3" fmla="*/ 83946 w 83945"/>
                  <a:gd name="connsiteY3" fmla="*/ 41973 h 83945"/>
                  <a:gd name="connsiteX4" fmla="*/ 41972 w 83945"/>
                  <a:gd name="connsiteY4" fmla="*/ 83946 h 83945"/>
                  <a:gd name="connsiteX5" fmla="*/ 41972 w 83945"/>
                  <a:gd name="connsiteY5" fmla="*/ 14130 h 83945"/>
                  <a:gd name="connsiteX6" fmla="*/ 14157 w 83945"/>
                  <a:gd name="connsiteY6" fmla="*/ 41945 h 83945"/>
                  <a:gd name="connsiteX7" fmla="*/ 41972 w 83945"/>
                  <a:gd name="connsiteY7" fmla="*/ 69760 h 83945"/>
                  <a:gd name="connsiteX8" fmla="*/ 69788 w 83945"/>
                  <a:gd name="connsiteY8" fmla="*/ 41945 h 83945"/>
                  <a:gd name="connsiteX9" fmla="*/ 41972 w 83945"/>
                  <a:gd name="connsiteY9" fmla="*/ 14130 h 839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3945" h="83945">
                    <a:moveTo>
                      <a:pt x="41972" y="83946"/>
                    </a:moveTo>
                    <a:cubicBezTo>
                      <a:pt x="18821" y="83946"/>
                      <a:pt x="0" y="65124"/>
                      <a:pt x="0" y="41973"/>
                    </a:cubicBezTo>
                    <a:cubicBezTo>
                      <a:pt x="0" y="18821"/>
                      <a:pt x="18821" y="0"/>
                      <a:pt x="41972" y="0"/>
                    </a:cubicBezTo>
                    <a:cubicBezTo>
                      <a:pt x="65124" y="0"/>
                      <a:pt x="83946" y="18821"/>
                      <a:pt x="83946" y="41973"/>
                    </a:cubicBezTo>
                    <a:cubicBezTo>
                      <a:pt x="83946" y="65124"/>
                      <a:pt x="65124" y="83946"/>
                      <a:pt x="41972" y="83946"/>
                    </a:cubicBezTo>
                    <a:close/>
                    <a:moveTo>
                      <a:pt x="41972" y="14130"/>
                    </a:moveTo>
                    <a:cubicBezTo>
                      <a:pt x="26621" y="14130"/>
                      <a:pt x="14157" y="26622"/>
                      <a:pt x="14157" y="41945"/>
                    </a:cubicBezTo>
                    <a:cubicBezTo>
                      <a:pt x="14157" y="57268"/>
                      <a:pt x="26649" y="69760"/>
                      <a:pt x="41972" y="69760"/>
                    </a:cubicBezTo>
                    <a:cubicBezTo>
                      <a:pt x="57296" y="69760"/>
                      <a:pt x="69788" y="57268"/>
                      <a:pt x="69788" y="41945"/>
                    </a:cubicBezTo>
                    <a:cubicBezTo>
                      <a:pt x="69788" y="26622"/>
                      <a:pt x="57296" y="14130"/>
                      <a:pt x="41972" y="14130"/>
                    </a:cubicBezTo>
                    <a:close/>
                  </a:path>
                </a:pathLst>
              </a:custGeom>
              <a:solidFill>
                <a:srgbClr val="262626"/>
              </a:solidFill>
              <a:ln w="27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699" name="Gráfico 2">
              <a:extLst>
                <a:ext uri="{FF2B5EF4-FFF2-40B4-BE49-F238E27FC236}">
                  <a16:creationId xmlns:a16="http://schemas.microsoft.com/office/drawing/2014/main" id="{31477570-DF41-57A3-2948-3815BC3C994A}"/>
                </a:ext>
              </a:extLst>
            </p:cNvPr>
            <p:cNvGrpSpPr/>
            <p:nvPr/>
          </p:nvGrpSpPr>
          <p:grpSpPr>
            <a:xfrm>
              <a:off x="7953750" y="5359790"/>
              <a:ext cx="197288" cy="88303"/>
              <a:chOff x="7953750" y="5359790"/>
              <a:chExt cx="197288" cy="88303"/>
            </a:xfrm>
            <a:solidFill>
              <a:srgbClr val="262626"/>
            </a:solidFill>
          </p:grpSpPr>
          <p:sp>
            <p:nvSpPr>
              <p:cNvPr id="256" name="Forma Livre: Forma 255">
                <a:extLst>
                  <a:ext uri="{FF2B5EF4-FFF2-40B4-BE49-F238E27FC236}">
                    <a16:creationId xmlns:a16="http://schemas.microsoft.com/office/drawing/2014/main" id="{84758B75-9067-D273-2AA8-2DE5EF2E09BD}"/>
                  </a:ext>
                </a:extLst>
              </p:cNvPr>
              <p:cNvSpPr/>
              <p:nvPr/>
            </p:nvSpPr>
            <p:spPr>
              <a:xfrm>
                <a:off x="7953750" y="5359790"/>
                <a:ext cx="197288" cy="14157"/>
              </a:xfrm>
              <a:custGeom>
                <a:avLst/>
                <a:gdLst>
                  <a:gd name="connsiteX0" fmla="*/ 190210 w 197288"/>
                  <a:gd name="connsiteY0" fmla="*/ 14157 h 14157"/>
                  <a:gd name="connsiteX1" fmla="*/ 7078 w 197288"/>
                  <a:gd name="connsiteY1" fmla="*/ 14157 h 14157"/>
                  <a:gd name="connsiteX2" fmla="*/ 0 w 197288"/>
                  <a:gd name="connsiteY2" fmla="*/ 7079 h 14157"/>
                  <a:gd name="connsiteX3" fmla="*/ 7078 w 197288"/>
                  <a:gd name="connsiteY3" fmla="*/ 0 h 14157"/>
                  <a:gd name="connsiteX4" fmla="*/ 190210 w 197288"/>
                  <a:gd name="connsiteY4" fmla="*/ 0 h 14157"/>
                  <a:gd name="connsiteX5" fmla="*/ 197288 w 197288"/>
                  <a:gd name="connsiteY5" fmla="*/ 7079 h 14157"/>
                  <a:gd name="connsiteX6" fmla="*/ 190210 w 197288"/>
                  <a:gd name="connsiteY6" fmla="*/ 14157 h 14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97288" h="14157">
                    <a:moveTo>
                      <a:pt x="190210" y="14157"/>
                    </a:moveTo>
                    <a:lnTo>
                      <a:pt x="7078" y="14157"/>
                    </a:lnTo>
                    <a:cubicBezTo>
                      <a:pt x="3164" y="14157"/>
                      <a:pt x="0" y="10993"/>
                      <a:pt x="0" y="7079"/>
                    </a:cubicBezTo>
                    <a:cubicBezTo>
                      <a:pt x="0" y="3165"/>
                      <a:pt x="3164" y="0"/>
                      <a:pt x="7078" y="0"/>
                    </a:cubicBezTo>
                    <a:lnTo>
                      <a:pt x="190210" y="0"/>
                    </a:lnTo>
                    <a:cubicBezTo>
                      <a:pt x="194124" y="0"/>
                      <a:pt x="197288" y="3165"/>
                      <a:pt x="197288" y="7079"/>
                    </a:cubicBezTo>
                    <a:cubicBezTo>
                      <a:pt x="197288" y="10993"/>
                      <a:pt x="194124" y="14157"/>
                      <a:pt x="190210" y="14157"/>
                    </a:cubicBezTo>
                    <a:close/>
                  </a:path>
                </a:pathLst>
              </a:custGeom>
              <a:solidFill>
                <a:srgbClr val="262626"/>
              </a:solidFill>
              <a:ln w="27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57" name="Forma Livre: Forma 256">
                <a:extLst>
                  <a:ext uri="{FF2B5EF4-FFF2-40B4-BE49-F238E27FC236}">
                    <a16:creationId xmlns:a16="http://schemas.microsoft.com/office/drawing/2014/main" id="{C8F414E7-BDFC-BCD0-4E69-88C417B5BD08}"/>
                  </a:ext>
                </a:extLst>
              </p:cNvPr>
              <p:cNvSpPr/>
              <p:nvPr/>
            </p:nvSpPr>
            <p:spPr>
              <a:xfrm>
                <a:off x="7953750" y="5433936"/>
                <a:ext cx="197288" cy="14157"/>
              </a:xfrm>
              <a:custGeom>
                <a:avLst/>
                <a:gdLst>
                  <a:gd name="connsiteX0" fmla="*/ 190210 w 197288"/>
                  <a:gd name="connsiteY0" fmla="*/ 14158 h 14157"/>
                  <a:gd name="connsiteX1" fmla="*/ 7078 w 197288"/>
                  <a:gd name="connsiteY1" fmla="*/ 14158 h 14157"/>
                  <a:gd name="connsiteX2" fmla="*/ 0 w 197288"/>
                  <a:gd name="connsiteY2" fmla="*/ 7079 h 14157"/>
                  <a:gd name="connsiteX3" fmla="*/ 7078 w 197288"/>
                  <a:gd name="connsiteY3" fmla="*/ 0 h 14157"/>
                  <a:gd name="connsiteX4" fmla="*/ 190210 w 197288"/>
                  <a:gd name="connsiteY4" fmla="*/ 0 h 14157"/>
                  <a:gd name="connsiteX5" fmla="*/ 197288 w 197288"/>
                  <a:gd name="connsiteY5" fmla="*/ 7079 h 14157"/>
                  <a:gd name="connsiteX6" fmla="*/ 190210 w 197288"/>
                  <a:gd name="connsiteY6" fmla="*/ 14158 h 14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97288" h="14157">
                    <a:moveTo>
                      <a:pt x="190210" y="14158"/>
                    </a:moveTo>
                    <a:lnTo>
                      <a:pt x="7078" y="14158"/>
                    </a:lnTo>
                    <a:cubicBezTo>
                      <a:pt x="3164" y="14158"/>
                      <a:pt x="0" y="10993"/>
                      <a:pt x="0" y="7079"/>
                    </a:cubicBezTo>
                    <a:cubicBezTo>
                      <a:pt x="0" y="3165"/>
                      <a:pt x="3164" y="0"/>
                      <a:pt x="7078" y="0"/>
                    </a:cubicBezTo>
                    <a:lnTo>
                      <a:pt x="190210" y="0"/>
                    </a:lnTo>
                    <a:cubicBezTo>
                      <a:pt x="194124" y="0"/>
                      <a:pt x="197288" y="3165"/>
                      <a:pt x="197288" y="7079"/>
                    </a:cubicBezTo>
                    <a:cubicBezTo>
                      <a:pt x="197288" y="10993"/>
                      <a:pt x="194124" y="14158"/>
                      <a:pt x="190210" y="14158"/>
                    </a:cubicBezTo>
                    <a:close/>
                  </a:path>
                </a:pathLst>
              </a:custGeom>
              <a:solidFill>
                <a:srgbClr val="262626"/>
              </a:solidFill>
              <a:ln w="27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700" name="Gráfico 2">
              <a:extLst>
                <a:ext uri="{FF2B5EF4-FFF2-40B4-BE49-F238E27FC236}">
                  <a16:creationId xmlns:a16="http://schemas.microsoft.com/office/drawing/2014/main" id="{735DAA66-489B-8BE8-B4F7-1668CED37F99}"/>
                </a:ext>
              </a:extLst>
            </p:cNvPr>
            <p:cNvGrpSpPr/>
            <p:nvPr/>
          </p:nvGrpSpPr>
          <p:grpSpPr>
            <a:xfrm>
              <a:off x="7736752" y="5609656"/>
              <a:ext cx="423558" cy="175413"/>
              <a:chOff x="7736752" y="5609656"/>
              <a:chExt cx="423558" cy="175413"/>
            </a:xfrm>
            <a:solidFill>
              <a:srgbClr val="262626"/>
            </a:solidFill>
          </p:grpSpPr>
          <p:sp>
            <p:nvSpPr>
              <p:cNvPr id="701" name="Forma Livre: Forma 700">
                <a:extLst>
                  <a:ext uri="{FF2B5EF4-FFF2-40B4-BE49-F238E27FC236}">
                    <a16:creationId xmlns:a16="http://schemas.microsoft.com/office/drawing/2014/main" id="{160C9054-E2A4-21D6-BBE3-DF35A40FBF24}"/>
                  </a:ext>
                </a:extLst>
              </p:cNvPr>
              <p:cNvSpPr/>
              <p:nvPr/>
            </p:nvSpPr>
            <p:spPr>
              <a:xfrm>
                <a:off x="7875745" y="5609656"/>
                <a:ext cx="145544" cy="14157"/>
              </a:xfrm>
              <a:custGeom>
                <a:avLst/>
                <a:gdLst>
                  <a:gd name="connsiteX0" fmla="*/ 138466 w 145544"/>
                  <a:gd name="connsiteY0" fmla="*/ 14157 h 14157"/>
                  <a:gd name="connsiteX1" fmla="*/ 7079 w 145544"/>
                  <a:gd name="connsiteY1" fmla="*/ 14157 h 14157"/>
                  <a:gd name="connsiteX2" fmla="*/ 0 w 145544"/>
                  <a:gd name="connsiteY2" fmla="*/ 7079 h 14157"/>
                  <a:gd name="connsiteX3" fmla="*/ 7079 w 145544"/>
                  <a:gd name="connsiteY3" fmla="*/ 0 h 14157"/>
                  <a:gd name="connsiteX4" fmla="*/ 138466 w 145544"/>
                  <a:gd name="connsiteY4" fmla="*/ 0 h 14157"/>
                  <a:gd name="connsiteX5" fmla="*/ 145544 w 145544"/>
                  <a:gd name="connsiteY5" fmla="*/ 7079 h 14157"/>
                  <a:gd name="connsiteX6" fmla="*/ 138466 w 145544"/>
                  <a:gd name="connsiteY6" fmla="*/ 14157 h 14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45544" h="14157">
                    <a:moveTo>
                      <a:pt x="138466" y="14157"/>
                    </a:moveTo>
                    <a:lnTo>
                      <a:pt x="7079" y="14157"/>
                    </a:lnTo>
                    <a:cubicBezTo>
                      <a:pt x="3164" y="14157"/>
                      <a:pt x="0" y="10993"/>
                      <a:pt x="0" y="7079"/>
                    </a:cubicBezTo>
                    <a:cubicBezTo>
                      <a:pt x="0" y="3164"/>
                      <a:pt x="3164" y="0"/>
                      <a:pt x="7079" y="0"/>
                    </a:cubicBezTo>
                    <a:lnTo>
                      <a:pt x="138466" y="0"/>
                    </a:lnTo>
                    <a:cubicBezTo>
                      <a:pt x="142380" y="0"/>
                      <a:pt x="145544" y="3164"/>
                      <a:pt x="145544" y="7079"/>
                    </a:cubicBezTo>
                    <a:cubicBezTo>
                      <a:pt x="145544" y="10993"/>
                      <a:pt x="142380" y="14157"/>
                      <a:pt x="138466" y="14157"/>
                    </a:cubicBezTo>
                    <a:close/>
                  </a:path>
                </a:pathLst>
              </a:custGeom>
              <a:solidFill>
                <a:srgbClr val="262626"/>
              </a:solidFill>
              <a:ln w="27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702" name="Forma Livre: Forma 701">
                <a:extLst>
                  <a:ext uri="{FF2B5EF4-FFF2-40B4-BE49-F238E27FC236}">
                    <a16:creationId xmlns:a16="http://schemas.microsoft.com/office/drawing/2014/main" id="{D1572EDC-5E93-F880-7371-85448FA0F1AE}"/>
                  </a:ext>
                </a:extLst>
              </p:cNvPr>
              <p:cNvSpPr/>
              <p:nvPr/>
            </p:nvSpPr>
            <p:spPr>
              <a:xfrm>
                <a:off x="7736752" y="5674169"/>
                <a:ext cx="423558" cy="14157"/>
              </a:xfrm>
              <a:custGeom>
                <a:avLst/>
                <a:gdLst>
                  <a:gd name="connsiteX0" fmla="*/ 416480 w 423558"/>
                  <a:gd name="connsiteY0" fmla="*/ 14157 h 14157"/>
                  <a:gd name="connsiteX1" fmla="*/ 7079 w 423558"/>
                  <a:gd name="connsiteY1" fmla="*/ 14157 h 14157"/>
                  <a:gd name="connsiteX2" fmla="*/ 0 w 423558"/>
                  <a:gd name="connsiteY2" fmla="*/ 7079 h 14157"/>
                  <a:gd name="connsiteX3" fmla="*/ 7079 w 423558"/>
                  <a:gd name="connsiteY3" fmla="*/ 0 h 14157"/>
                  <a:gd name="connsiteX4" fmla="*/ 416480 w 423558"/>
                  <a:gd name="connsiteY4" fmla="*/ 0 h 14157"/>
                  <a:gd name="connsiteX5" fmla="*/ 423559 w 423558"/>
                  <a:gd name="connsiteY5" fmla="*/ 7079 h 14157"/>
                  <a:gd name="connsiteX6" fmla="*/ 416480 w 423558"/>
                  <a:gd name="connsiteY6" fmla="*/ 14157 h 14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23558" h="14157">
                    <a:moveTo>
                      <a:pt x="416480" y="14157"/>
                    </a:moveTo>
                    <a:lnTo>
                      <a:pt x="7079" y="14157"/>
                    </a:lnTo>
                    <a:cubicBezTo>
                      <a:pt x="3165" y="14157"/>
                      <a:pt x="0" y="10993"/>
                      <a:pt x="0" y="7079"/>
                    </a:cubicBezTo>
                    <a:cubicBezTo>
                      <a:pt x="0" y="3165"/>
                      <a:pt x="3165" y="0"/>
                      <a:pt x="7079" y="0"/>
                    </a:cubicBezTo>
                    <a:lnTo>
                      <a:pt x="416480" y="0"/>
                    </a:lnTo>
                    <a:cubicBezTo>
                      <a:pt x="420394" y="0"/>
                      <a:pt x="423559" y="3165"/>
                      <a:pt x="423559" y="7079"/>
                    </a:cubicBezTo>
                    <a:cubicBezTo>
                      <a:pt x="423559" y="10993"/>
                      <a:pt x="420394" y="14157"/>
                      <a:pt x="416480" y="14157"/>
                    </a:cubicBezTo>
                    <a:close/>
                  </a:path>
                </a:pathLst>
              </a:custGeom>
              <a:solidFill>
                <a:srgbClr val="262626"/>
              </a:solidFill>
              <a:ln w="27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703" name="Forma Livre: Forma 702">
                <a:extLst>
                  <a:ext uri="{FF2B5EF4-FFF2-40B4-BE49-F238E27FC236}">
                    <a16:creationId xmlns:a16="http://schemas.microsoft.com/office/drawing/2014/main" id="{25296E9A-7DF4-8652-981B-A27E6E4143DE}"/>
                  </a:ext>
                </a:extLst>
              </p:cNvPr>
              <p:cNvSpPr/>
              <p:nvPr/>
            </p:nvSpPr>
            <p:spPr>
              <a:xfrm>
                <a:off x="8028257" y="5770912"/>
                <a:ext cx="73091" cy="14157"/>
              </a:xfrm>
              <a:custGeom>
                <a:avLst/>
                <a:gdLst>
                  <a:gd name="connsiteX0" fmla="*/ 66013 w 73091"/>
                  <a:gd name="connsiteY0" fmla="*/ 14158 h 14157"/>
                  <a:gd name="connsiteX1" fmla="*/ 7079 w 73091"/>
                  <a:gd name="connsiteY1" fmla="*/ 14158 h 14157"/>
                  <a:gd name="connsiteX2" fmla="*/ 0 w 73091"/>
                  <a:gd name="connsiteY2" fmla="*/ 7079 h 14157"/>
                  <a:gd name="connsiteX3" fmla="*/ 7079 w 73091"/>
                  <a:gd name="connsiteY3" fmla="*/ 0 h 14157"/>
                  <a:gd name="connsiteX4" fmla="*/ 66013 w 73091"/>
                  <a:gd name="connsiteY4" fmla="*/ 0 h 14157"/>
                  <a:gd name="connsiteX5" fmla="*/ 73092 w 73091"/>
                  <a:gd name="connsiteY5" fmla="*/ 7079 h 14157"/>
                  <a:gd name="connsiteX6" fmla="*/ 66013 w 73091"/>
                  <a:gd name="connsiteY6" fmla="*/ 14158 h 14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3091" h="14157">
                    <a:moveTo>
                      <a:pt x="66013" y="14158"/>
                    </a:moveTo>
                    <a:lnTo>
                      <a:pt x="7079" y="14158"/>
                    </a:lnTo>
                    <a:cubicBezTo>
                      <a:pt x="3165" y="14158"/>
                      <a:pt x="0" y="10993"/>
                      <a:pt x="0" y="7079"/>
                    </a:cubicBezTo>
                    <a:cubicBezTo>
                      <a:pt x="0" y="3165"/>
                      <a:pt x="3165" y="0"/>
                      <a:pt x="7079" y="0"/>
                    </a:cubicBezTo>
                    <a:lnTo>
                      <a:pt x="66013" y="0"/>
                    </a:lnTo>
                    <a:cubicBezTo>
                      <a:pt x="69927" y="0"/>
                      <a:pt x="73092" y="3165"/>
                      <a:pt x="73092" y="7079"/>
                    </a:cubicBezTo>
                    <a:cubicBezTo>
                      <a:pt x="73092" y="10993"/>
                      <a:pt x="69927" y="14158"/>
                      <a:pt x="66013" y="14158"/>
                    </a:cubicBezTo>
                    <a:close/>
                  </a:path>
                </a:pathLst>
              </a:custGeom>
              <a:solidFill>
                <a:srgbClr val="262626"/>
              </a:solidFill>
              <a:ln w="27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grpSp>
        <p:nvGrpSpPr>
          <p:cNvPr id="262" name="Gráfico 2">
            <a:extLst>
              <a:ext uri="{FF2B5EF4-FFF2-40B4-BE49-F238E27FC236}">
                <a16:creationId xmlns:a16="http://schemas.microsoft.com/office/drawing/2014/main" id="{71FBBC94-A2D4-E11B-EC2A-AA2ACE89856E}"/>
              </a:ext>
            </a:extLst>
          </p:cNvPr>
          <p:cNvGrpSpPr/>
          <p:nvPr/>
        </p:nvGrpSpPr>
        <p:grpSpPr>
          <a:xfrm>
            <a:off x="941320" y="5275436"/>
            <a:ext cx="632604" cy="604092"/>
            <a:chOff x="899771" y="5235759"/>
            <a:chExt cx="715702" cy="683445"/>
          </a:xfrm>
          <a:solidFill>
            <a:srgbClr val="262626"/>
          </a:solidFill>
        </p:grpSpPr>
        <p:grpSp>
          <p:nvGrpSpPr>
            <p:cNvPr id="263" name="Gráfico 2">
              <a:extLst>
                <a:ext uri="{FF2B5EF4-FFF2-40B4-BE49-F238E27FC236}">
                  <a16:creationId xmlns:a16="http://schemas.microsoft.com/office/drawing/2014/main" id="{8667F2E7-BD0D-7EDC-5959-B6DCF36ECC42}"/>
                </a:ext>
              </a:extLst>
            </p:cNvPr>
            <p:cNvGrpSpPr/>
            <p:nvPr/>
          </p:nvGrpSpPr>
          <p:grpSpPr>
            <a:xfrm>
              <a:off x="1358692" y="5407509"/>
              <a:ext cx="256781" cy="401100"/>
              <a:chOff x="1358692" y="5407509"/>
              <a:chExt cx="256781" cy="401100"/>
            </a:xfrm>
            <a:solidFill>
              <a:srgbClr val="262626"/>
            </a:solidFill>
          </p:grpSpPr>
          <p:sp>
            <p:nvSpPr>
              <p:cNvPr id="274" name="Forma Livre: Forma 273">
                <a:extLst>
                  <a:ext uri="{FF2B5EF4-FFF2-40B4-BE49-F238E27FC236}">
                    <a16:creationId xmlns:a16="http://schemas.microsoft.com/office/drawing/2014/main" id="{CEB11682-4375-4D91-010F-F4933D8F04FD}"/>
                  </a:ext>
                </a:extLst>
              </p:cNvPr>
              <p:cNvSpPr/>
              <p:nvPr/>
            </p:nvSpPr>
            <p:spPr>
              <a:xfrm>
                <a:off x="1358692" y="5627200"/>
                <a:ext cx="256781" cy="181410"/>
              </a:xfrm>
              <a:custGeom>
                <a:avLst/>
                <a:gdLst>
                  <a:gd name="connsiteX0" fmla="*/ 135860 w 256781"/>
                  <a:gd name="connsiteY0" fmla="*/ 181410 h 181410"/>
                  <a:gd name="connsiteX1" fmla="*/ 128892 w 256781"/>
                  <a:gd name="connsiteY1" fmla="*/ 175469 h 181410"/>
                  <a:gd name="connsiteX2" fmla="*/ 134749 w 256781"/>
                  <a:gd name="connsiteY2" fmla="*/ 167336 h 181410"/>
                  <a:gd name="connsiteX3" fmla="*/ 242651 w 256781"/>
                  <a:gd name="connsiteY3" fmla="*/ 92662 h 181410"/>
                  <a:gd name="connsiteX4" fmla="*/ 87946 w 256781"/>
                  <a:gd name="connsiteY4" fmla="*/ 14185 h 181410"/>
                  <a:gd name="connsiteX5" fmla="*/ 9164 w 256781"/>
                  <a:gd name="connsiteY5" fmla="*/ 25317 h 181410"/>
                  <a:gd name="connsiteX6" fmla="*/ 309 w 256781"/>
                  <a:gd name="connsiteY6" fmla="*/ 20625 h 181410"/>
                  <a:gd name="connsiteX7" fmla="*/ 5000 w 256781"/>
                  <a:gd name="connsiteY7" fmla="*/ 11770 h 181410"/>
                  <a:gd name="connsiteX8" fmla="*/ 87918 w 256781"/>
                  <a:gd name="connsiteY8" fmla="*/ 0 h 181410"/>
                  <a:gd name="connsiteX9" fmla="*/ 256781 w 256781"/>
                  <a:gd name="connsiteY9" fmla="*/ 92634 h 181410"/>
                  <a:gd name="connsiteX10" fmla="*/ 136998 w 256781"/>
                  <a:gd name="connsiteY10" fmla="*/ 181299 h 181410"/>
                  <a:gd name="connsiteX11" fmla="*/ 135832 w 256781"/>
                  <a:gd name="connsiteY11" fmla="*/ 181382 h 181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56781" h="181410">
                    <a:moveTo>
                      <a:pt x="135860" y="181410"/>
                    </a:moveTo>
                    <a:cubicBezTo>
                      <a:pt x="132445" y="181410"/>
                      <a:pt x="129447" y="178939"/>
                      <a:pt x="128892" y="175469"/>
                    </a:cubicBezTo>
                    <a:cubicBezTo>
                      <a:pt x="128253" y="171611"/>
                      <a:pt x="130891" y="167974"/>
                      <a:pt x="134749" y="167336"/>
                    </a:cubicBezTo>
                    <a:cubicBezTo>
                      <a:pt x="198291" y="156954"/>
                      <a:pt x="242651" y="126251"/>
                      <a:pt x="242651" y="92662"/>
                    </a:cubicBezTo>
                    <a:cubicBezTo>
                      <a:pt x="242651" y="50134"/>
                      <a:pt x="171808" y="14185"/>
                      <a:pt x="87946" y="14185"/>
                    </a:cubicBezTo>
                    <a:cubicBezTo>
                      <a:pt x="60214" y="14185"/>
                      <a:pt x="32982" y="18044"/>
                      <a:pt x="9164" y="25317"/>
                    </a:cubicBezTo>
                    <a:cubicBezTo>
                      <a:pt x="5416" y="26455"/>
                      <a:pt x="1474" y="24345"/>
                      <a:pt x="309" y="20625"/>
                    </a:cubicBezTo>
                    <a:cubicBezTo>
                      <a:pt x="-830" y="16878"/>
                      <a:pt x="1280" y="12936"/>
                      <a:pt x="5000" y="11770"/>
                    </a:cubicBezTo>
                    <a:cubicBezTo>
                      <a:pt x="30123" y="4081"/>
                      <a:pt x="58798" y="0"/>
                      <a:pt x="87918" y="0"/>
                    </a:cubicBezTo>
                    <a:cubicBezTo>
                      <a:pt x="182607" y="0"/>
                      <a:pt x="256781" y="40696"/>
                      <a:pt x="256781" y="92634"/>
                    </a:cubicBezTo>
                    <a:cubicBezTo>
                      <a:pt x="256781" y="133969"/>
                      <a:pt x="208646" y="169584"/>
                      <a:pt x="136998" y="181299"/>
                    </a:cubicBezTo>
                    <a:cubicBezTo>
                      <a:pt x="136609" y="181354"/>
                      <a:pt x="136220" y="181382"/>
                      <a:pt x="135832" y="181382"/>
                    </a:cubicBezTo>
                    <a:close/>
                  </a:path>
                </a:pathLst>
              </a:custGeom>
              <a:solidFill>
                <a:srgbClr val="262626"/>
              </a:solidFill>
              <a:ln w="27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75" name="Forma Livre: Forma 274">
                <a:extLst>
                  <a:ext uri="{FF2B5EF4-FFF2-40B4-BE49-F238E27FC236}">
                    <a16:creationId xmlns:a16="http://schemas.microsoft.com/office/drawing/2014/main" id="{F1EFE498-AFCD-3D2F-F1D5-31A0A2CD5C36}"/>
                  </a:ext>
                </a:extLst>
              </p:cNvPr>
              <p:cNvSpPr/>
              <p:nvPr/>
            </p:nvSpPr>
            <p:spPr>
              <a:xfrm>
                <a:off x="1364699" y="5407509"/>
                <a:ext cx="170576" cy="177384"/>
              </a:xfrm>
              <a:custGeom>
                <a:avLst/>
                <a:gdLst>
                  <a:gd name="connsiteX0" fmla="*/ 81912 w 170576"/>
                  <a:gd name="connsiteY0" fmla="*/ 177385 h 177384"/>
                  <a:gd name="connsiteX1" fmla="*/ 32222 w 170576"/>
                  <a:gd name="connsiteY1" fmla="*/ 162117 h 177384"/>
                  <a:gd name="connsiteX2" fmla="*/ 30362 w 170576"/>
                  <a:gd name="connsiteY2" fmla="*/ 152290 h 177384"/>
                  <a:gd name="connsiteX3" fmla="*/ 40189 w 170576"/>
                  <a:gd name="connsiteY3" fmla="*/ 150430 h 177384"/>
                  <a:gd name="connsiteX4" fmla="*/ 81912 w 170576"/>
                  <a:gd name="connsiteY4" fmla="*/ 163227 h 177384"/>
                  <a:gd name="connsiteX5" fmla="*/ 156419 w 170576"/>
                  <a:gd name="connsiteY5" fmla="*/ 88693 h 177384"/>
                  <a:gd name="connsiteX6" fmla="*/ 81912 w 170576"/>
                  <a:gd name="connsiteY6" fmla="*/ 14185 h 177384"/>
                  <a:gd name="connsiteX7" fmla="*/ 13567 w 170576"/>
                  <a:gd name="connsiteY7" fmla="*/ 58906 h 177384"/>
                  <a:gd name="connsiteX8" fmla="*/ 4240 w 170576"/>
                  <a:gd name="connsiteY8" fmla="*/ 62543 h 177384"/>
                  <a:gd name="connsiteX9" fmla="*/ 604 w 170576"/>
                  <a:gd name="connsiteY9" fmla="*/ 53215 h 177384"/>
                  <a:gd name="connsiteX10" fmla="*/ 81912 w 170576"/>
                  <a:gd name="connsiteY10" fmla="*/ 0 h 177384"/>
                  <a:gd name="connsiteX11" fmla="*/ 170577 w 170576"/>
                  <a:gd name="connsiteY11" fmla="*/ 88665 h 177384"/>
                  <a:gd name="connsiteX12" fmla="*/ 81912 w 170576"/>
                  <a:gd name="connsiteY12" fmla="*/ 177357 h 177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70576" h="177384">
                    <a:moveTo>
                      <a:pt x="81912" y="177385"/>
                    </a:moveTo>
                    <a:cubicBezTo>
                      <a:pt x="64062" y="177385"/>
                      <a:pt x="46879" y="172111"/>
                      <a:pt x="32222" y="162117"/>
                    </a:cubicBezTo>
                    <a:cubicBezTo>
                      <a:pt x="29002" y="159924"/>
                      <a:pt x="28141" y="155510"/>
                      <a:pt x="30362" y="152290"/>
                    </a:cubicBezTo>
                    <a:cubicBezTo>
                      <a:pt x="32555" y="149042"/>
                      <a:pt x="36969" y="148237"/>
                      <a:pt x="40189" y="150430"/>
                    </a:cubicBezTo>
                    <a:cubicBezTo>
                      <a:pt x="52487" y="158814"/>
                      <a:pt x="66922" y="163227"/>
                      <a:pt x="81912" y="163227"/>
                    </a:cubicBezTo>
                    <a:cubicBezTo>
                      <a:pt x="122996" y="163227"/>
                      <a:pt x="156419" y="129777"/>
                      <a:pt x="156419" y="88693"/>
                    </a:cubicBezTo>
                    <a:cubicBezTo>
                      <a:pt x="156419" y="47608"/>
                      <a:pt x="122996" y="14185"/>
                      <a:pt x="81912" y="14185"/>
                    </a:cubicBezTo>
                    <a:cubicBezTo>
                      <a:pt x="52292" y="14185"/>
                      <a:pt x="25449" y="31729"/>
                      <a:pt x="13567" y="58906"/>
                    </a:cubicBezTo>
                    <a:cubicBezTo>
                      <a:pt x="12013" y="62487"/>
                      <a:pt x="7849" y="64125"/>
                      <a:pt x="4240" y="62543"/>
                    </a:cubicBezTo>
                    <a:cubicBezTo>
                      <a:pt x="659" y="60988"/>
                      <a:pt x="-979" y="56796"/>
                      <a:pt x="604" y="53215"/>
                    </a:cubicBezTo>
                    <a:cubicBezTo>
                      <a:pt x="14761" y="20903"/>
                      <a:pt x="46657" y="0"/>
                      <a:pt x="81912" y="0"/>
                    </a:cubicBezTo>
                    <a:cubicBezTo>
                      <a:pt x="130797" y="0"/>
                      <a:pt x="170577" y="39780"/>
                      <a:pt x="170577" y="88665"/>
                    </a:cubicBezTo>
                    <a:cubicBezTo>
                      <a:pt x="170577" y="137550"/>
                      <a:pt x="130797" y="177357"/>
                      <a:pt x="81912" y="177357"/>
                    </a:cubicBezTo>
                    <a:close/>
                  </a:path>
                </a:pathLst>
              </a:custGeom>
              <a:solidFill>
                <a:srgbClr val="262626"/>
              </a:solidFill>
              <a:ln w="27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264" name="Gráfico 2">
              <a:extLst>
                <a:ext uri="{FF2B5EF4-FFF2-40B4-BE49-F238E27FC236}">
                  <a16:creationId xmlns:a16="http://schemas.microsoft.com/office/drawing/2014/main" id="{AA87414C-D483-BD11-AE3A-52B4303DC7B1}"/>
                </a:ext>
              </a:extLst>
            </p:cNvPr>
            <p:cNvGrpSpPr/>
            <p:nvPr/>
          </p:nvGrpSpPr>
          <p:grpSpPr>
            <a:xfrm>
              <a:off x="899771" y="5407537"/>
              <a:ext cx="256783" cy="401100"/>
              <a:chOff x="899771" y="5407537"/>
              <a:chExt cx="256783" cy="401100"/>
            </a:xfrm>
            <a:solidFill>
              <a:srgbClr val="262626"/>
            </a:solidFill>
          </p:grpSpPr>
          <p:sp>
            <p:nvSpPr>
              <p:cNvPr id="272" name="Forma Livre: Forma 271">
                <a:extLst>
                  <a:ext uri="{FF2B5EF4-FFF2-40B4-BE49-F238E27FC236}">
                    <a16:creationId xmlns:a16="http://schemas.microsoft.com/office/drawing/2014/main" id="{C141E59B-3FE9-021B-E3F7-6CA474A9DE7A}"/>
                  </a:ext>
                </a:extLst>
              </p:cNvPr>
              <p:cNvSpPr/>
              <p:nvPr/>
            </p:nvSpPr>
            <p:spPr>
              <a:xfrm>
                <a:off x="899771" y="5627228"/>
                <a:ext cx="256783" cy="181410"/>
              </a:xfrm>
              <a:custGeom>
                <a:avLst/>
                <a:gdLst>
                  <a:gd name="connsiteX0" fmla="*/ 120922 w 256783"/>
                  <a:gd name="connsiteY0" fmla="*/ 181382 h 181410"/>
                  <a:gd name="connsiteX1" fmla="*/ 119783 w 256783"/>
                  <a:gd name="connsiteY1" fmla="*/ 181299 h 181410"/>
                  <a:gd name="connsiteX2" fmla="*/ 0 w 256783"/>
                  <a:gd name="connsiteY2" fmla="*/ 92634 h 181410"/>
                  <a:gd name="connsiteX3" fmla="*/ 168863 w 256783"/>
                  <a:gd name="connsiteY3" fmla="*/ 0 h 181410"/>
                  <a:gd name="connsiteX4" fmla="*/ 251781 w 256783"/>
                  <a:gd name="connsiteY4" fmla="*/ 11770 h 181410"/>
                  <a:gd name="connsiteX5" fmla="*/ 256472 w 256783"/>
                  <a:gd name="connsiteY5" fmla="*/ 20626 h 181410"/>
                  <a:gd name="connsiteX6" fmla="*/ 247617 w 256783"/>
                  <a:gd name="connsiteY6" fmla="*/ 25317 h 181410"/>
                  <a:gd name="connsiteX7" fmla="*/ 168835 w 256783"/>
                  <a:gd name="connsiteY7" fmla="*/ 14185 h 181410"/>
                  <a:gd name="connsiteX8" fmla="*/ 14130 w 256783"/>
                  <a:gd name="connsiteY8" fmla="*/ 92662 h 181410"/>
                  <a:gd name="connsiteX9" fmla="*/ 122032 w 256783"/>
                  <a:gd name="connsiteY9" fmla="*/ 167336 h 181410"/>
                  <a:gd name="connsiteX10" fmla="*/ 127889 w 256783"/>
                  <a:gd name="connsiteY10" fmla="*/ 175470 h 181410"/>
                  <a:gd name="connsiteX11" fmla="*/ 120922 w 256783"/>
                  <a:gd name="connsiteY11" fmla="*/ 181410 h 181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56783" h="181410">
                    <a:moveTo>
                      <a:pt x="120922" y="181382"/>
                    </a:moveTo>
                    <a:cubicBezTo>
                      <a:pt x="120533" y="181382"/>
                      <a:pt x="120144" y="181382"/>
                      <a:pt x="119783" y="181299"/>
                    </a:cubicBezTo>
                    <a:cubicBezTo>
                      <a:pt x="48135" y="169585"/>
                      <a:pt x="0" y="133969"/>
                      <a:pt x="0" y="92634"/>
                    </a:cubicBezTo>
                    <a:cubicBezTo>
                      <a:pt x="0" y="40696"/>
                      <a:pt x="74174" y="0"/>
                      <a:pt x="168863" y="0"/>
                    </a:cubicBezTo>
                    <a:cubicBezTo>
                      <a:pt x="197983" y="0"/>
                      <a:pt x="226659" y="4081"/>
                      <a:pt x="251781" y="11770"/>
                    </a:cubicBezTo>
                    <a:cubicBezTo>
                      <a:pt x="255529" y="12908"/>
                      <a:pt x="257611" y="16878"/>
                      <a:pt x="256472" y="20626"/>
                    </a:cubicBezTo>
                    <a:cubicBezTo>
                      <a:pt x="255334" y="24373"/>
                      <a:pt x="251365" y="26455"/>
                      <a:pt x="247617" y="25317"/>
                    </a:cubicBezTo>
                    <a:cubicBezTo>
                      <a:pt x="223827" y="18016"/>
                      <a:pt x="196567" y="14185"/>
                      <a:pt x="168835" y="14185"/>
                    </a:cubicBezTo>
                    <a:cubicBezTo>
                      <a:pt x="84973" y="14185"/>
                      <a:pt x="14130" y="50134"/>
                      <a:pt x="14130" y="92662"/>
                    </a:cubicBezTo>
                    <a:cubicBezTo>
                      <a:pt x="14130" y="126252"/>
                      <a:pt x="58518" y="156982"/>
                      <a:pt x="122032" y="167336"/>
                    </a:cubicBezTo>
                    <a:cubicBezTo>
                      <a:pt x="125891" y="167974"/>
                      <a:pt x="128500" y="171611"/>
                      <a:pt x="127889" y="175470"/>
                    </a:cubicBezTo>
                    <a:cubicBezTo>
                      <a:pt x="127334" y="178940"/>
                      <a:pt x="124308" y="181410"/>
                      <a:pt x="120922" y="181410"/>
                    </a:cubicBezTo>
                    <a:close/>
                  </a:path>
                </a:pathLst>
              </a:custGeom>
              <a:solidFill>
                <a:srgbClr val="262626"/>
              </a:solidFill>
              <a:ln w="27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73" name="Forma Livre: Forma 272">
                <a:extLst>
                  <a:ext uri="{FF2B5EF4-FFF2-40B4-BE49-F238E27FC236}">
                    <a16:creationId xmlns:a16="http://schemas.microsoft.com/office/drawing/2014/main" id="{B954E543-9619-4A02-71CE-8BF9472BDF2F}"/>
                  </a:ext>
                </a:extLst>
              </p:cNvPr>
              <p:cNvSpPr/>
              <p:nvPr/>
            </p:nvSpPr>
            <p:spPr>
              <a:xfrm>
                <a:off x="979941" y="5407537"/>
                <a:ext cx="170564" cy="177384"/>
              </a:xfrm>
              <a:custGeom>
                <a:avLst/>
                <a:gdLst>
                  <a:gd name="connsiteX0" fmla="*/ 88665 w 170564"/>
                  <a:gd name="connsiteY0" fmla="*/ 177357 h 177384"/>
                  <a:gd name="connsiteX1" fmla="*/ 0 w 170564"/>
                  <a:gd name="connsiteY1" fmla="*/ 88665 h 177384"/>
                  <a:gd name="connsiteX2" fmla="*/ 88665 w 170564"/>
                  <a:gd name="connsiteY2" fmla="*/ 0 h 177384"/>
                  <a:gd name="connsiteX3" fmla="*/ 169973 w 170564"/>
                  <a:gd name="connsiteY3" fmla="*/ 53215 h 177384"/>
                  <a:gd name="connsiteX4" fmla="*/ 166337 w 170564"/>
                  <a:gd name="connsiteY4" fmla="*/ 62543 h 177384"/>
                  <a:gd name="connsiteX5" fmla="*/ 157009 w 170564"/>
                  <a:gd name="connsiteY5" fmla="*/ 58906 h 177384"/>
                  <a:gd name="connsiteX6" fmla="*/ 88665 w 170564"/>
                  <a:gd name="connsiteY6" fmla="*/ 14185 h 177384"/>
                  <a:gd name="connsiteX7" fmla="*/ 14157 w 170564"/>
                  <a:gd name="connsiteY7" fmla="*/ 88692 h 177384"/>
                  <a:gd name="connsiteX8" fmla="*/ 88665 w 170564"/>
                  <a:gd name="connsiteY8" fmla="*/ 163227 h 177384"/>
                  <a:gd name="connsiteX9" fmla="*/ 130388 w 170564"/>
                  <a:gd name="connsiteY9" fmla="*/ 150430 h 177384"/>
                  <a:gd name="connsiteX10" fmla="*/ 140215 w 170564"/>
                  <a:gd name="connsiteY10" fmla="*/ 152290 h 177384"/>
                  <a:gd name="connsiteX11" fmla="*/ 138355 w 170564"/>
                  <a:gd name="connsiteY11" fmla="*/ 162117 h 177384"/>
                  <a:gd name="connsiteX12" fmla="*/ 88665 w 170564"/>
                  <a:gd name="connsiteY12" fmla="*/ 177385 h 177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70564" h="177384">
                    <a:moveTo>
                      <a:pt x="88665" y="177357"/>
                    </a:moveTo>
                    <a:cubicBezTo>
                      <a:pt x="39780" y="177357"/>
                      <a:pt x="0" y="137550"/>
                      <a:pt x="0" y="88665"/>
                    </a:cubicBezTo>
                    <a:cubicBezTo>
                      <a:pt x="0" y="39780"/>
                      <a:pt x="39780" y="0"/>
                      <a:pt x="88665" y="0"/>
                    </a:cubicBezTo>
                    <a:cubicBezTo>
                      <a:pt x="123920" y="0"/>
                      <a:pt x="155843" y="20875"/>
                      <a:pt x="169973" y="53215"/>
                    </a:cubicBezTo>
                    <a:cubicBezTo>
                      <a:pt x="171528" y="56796"/>
                      <a:pt x="169918" y="60960"/>
                      <a:pt x="166337" y="62543"/>
                    </a:cubicBezTo>
                    <a:cubicBezTo>
                      <a:pt x="162728" y="64125"/>
                      <a:pt x="158564" y="62487"/>
                      <a:pt x="157009" y="58906"/>
                    </a:cubicBezTo>
                    <a:cubicBezTo>
                      <a:pt x="145128" y="31729"/>
                      <a:pt x="118284" y="14185"/>
                      <a:pt x="88665" y="14185"/>
                    </a:cubicBezTo>
                    <a:cubicBezTo>
                      <a:pt x="47580" y="14185"/>
                      <a:pt x="14157" y="47608"/>
                      <a:pt x="14157" y="88692"/>
                    </a:cubicBezTo>
                    <a:cubicBezTo>
                      <a:pt x="14157" y="129777"/>
                      <a:pt x="47580" y="163227"/>
                      <a:pt x="88665" y="163227"/>
                    </a:cubicBezTo>
                    <a:cubicBezTo>
                      <a:pt x="103655" y="163227"/>
                      <a:pt x="118090" y="158786"/>
                      <a:pt x="130388" y="150430"/>
                    </a:cubicBezTo>
                    <a:cubicBezTo>
                      <a:pt x="133636" y="148237"/>
                      <a:pt x="138022" y="149070"/>
                      <a:pt x="140215" y="152290"/>
                    </a:cubicBezTo>
                    <a:cubicBezTo>
                      <a:pt x="142408" y="155538"/>
                      <a:pt x="141575" y="159924"/>
                      <a:pt x="138355" y="162117"/>
                    </a:cubicBezTo>
                    <a:cubicBezTo>
                      <a:pt x="123670" y="172083"/>
                      <a:pt x="106486" y="177385"/>
                      <a:pt x="88665" y="177385"/>
                    </a:cubicBezTo>
                    <a:close/>
                  </a:path>
                </a:pathLst>
              </a:custGeom>
              <a:solidFill>
                <a:srgbClr val="262626"/>
              </a:solidFill>
              <a:ln w="27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sp>
          <p:nvSpPr>
            <p:cNvPr id="265" name="Forma Livre: Forma 264">
              <a:extLst>
                <a:ext uri="{FF2B5EF4-FFF2-40B4-BE49-F238E27FC236}">
                  <a16:creationId xmlns:a16="http://schemas.microsoft.com/office/drawing/2014/main" id="{67E887FA-3FE5-D644-6E75-67985391753E}"/>
                </a:ext>
              </a:extLst>
            </p:cNvPr>
            <p:cNvSpPr/>
            <p:nvPr/>
          </p:nvSpPr>
          <p:spPr>
            <a:xfrm>
              <a:off x="1100558" y="5235759"/>
              <a:ext cx="162977" cy="162977"/>
            </a:xfrm>
            <a:custGeom>
              <a:avLst/>
              <a:gdLst>
                <a:gd name="connsiteX0" fmla="*/ 81503 w 162977"/>
                <a:gd name="connsiteY0" fmla="*/ 162978 h 162977"/>
                <a:gd name="connsiteX1" fmla="*/ 0 w 162977"/>
                <a:gd name="connsiteY1" fmla="*/ 81503 h 162977"/>
                <a:gd name="connsiteX2" fmla="*/ 81503 w 162977"/>
                <a:gd name="connsiteY2" fmla="*/ 0 h 162977"/>
                <a:gd name="connsiteX3" fmla="*/ 162978 w 162977"/>
                <a:gd name="connsiteY3" fmla="*/ 81503 h 162977"/>
                <a:gd name="connsiteX4" fmla="*/ 81503 w 162977"/>
                <a:gd name="connsiteY4" fmla="*/ 162978 h 162977"/>
                <a:gd name="connsiteX5" fmla="*/ 81503 w 162977"/>
                <a:gd name="connsiteY5" fmla="*/ 14157 h 162977"/>
                <a:gd name="connsiteX6" fmla="*/ 14157 w 162977"/>
                <a:gd name="connsiteY6" fmla="*/ 81503 h 162977"/>
                <a:gd name="connsiteX7" fmla="*/ 81503 w 162977"/>
                <a:gd name="connsiteY7" fmla="*/ 148820 h 162977"/>
                <a:gd name="connsiteX8" fmla="*/ 148820 w 162977"/>
                <a:gd name="connsiteY8" fmla="*/ 81503 h 162977"/>
                <a:gd name="connsiteX9" fmla="*/ 81503 w 162977"/>
                <a:gd name="connsiteY9" fmla="*/ 14157 h 162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62977" h="162977">
                  <a:moveTo>
                    <a:pt x="81503" y="162978"/>
                  </a:moveTo>
                  <a:cubicBezTo>
                    <a:pt x="36560" y="162978"/>
                    <a:pt x="0" y="126418"/>
                    <a:pt x="0" y="81503"/>
                  </a:cubicBezTo>
                  <a:cubicBezTo>
                    <a:pt x="0" y="36587"/>
                    <a:pt x="36560" y="0"/>
                    <a:pt x="81503" y="0"/>
                  </a:cubicBezTo>
                  <a:cubicBezTo>
                    <a:pt x="126446" y="0"/>
                    <a:pt x="162978" y="36560"/>
                    <a:pt x="162978" y="81503"/>
                  </a:cubicBezTo>
                  <a:cubicBezTo>
                    <a:pt x="162978" y="126446"/>
                    <a:pt x="126418" y="162978"/>
                    <a:pt x="81503" y="162978"/>
                  </a:cubicBezTo>
                  <a:close/>
                  <a:moveTo>
                    <a:pt x="81503" y="14157"/>
                  </a:moveTo>
                  <a:cubicBezTo>
                    <a:pt x="44360" y="14157"/>
                    <a:pt x="14157" y="44360"/>
                    <a:pt x="14157" y="81503"/>
                  </a:cubicBezTo>
                  <a:cubicBezTo>
                    <a:pt x="14157" y="118645"/>
                    <a:pt x="44360" y="148820"/>
                    <a:pt x="81503" y="148820"/>
                  </a:cubicBezTo>
                  <a:cubicBezTo>
                    <a:pt x="118645" y="148820"/>
                    <a:pt x="148820" y="118617"/>
                    <a:pt x="148820" y="81503"/>
                  </a:cubicBezTo>
                  <a:cubicBezTo>
                    <a:pt x="148820" y="44388"/>
                    <a:pt x="118617" y="14157"/>
                    <a:pt x="81503" y="14157"/>
                  </a:cubicBezTo>
                  <a:close/>
                </a:path>
              </a:pathLst>
            </a:custGeom>
            <a:solidFill>
              <a:srgbClr val="262626"/>
            </a:solidFill>
            <a:ln w="27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66" name="Forma Livre: Forma 265">
              <a:extLst>
                <a:ext uri="{FF2B5EF4-FFF2-40B4-BE49-F238E27FC236}">
                  <a16:creationId xmlns:a16="http://schemas.microsoft.com/office/drawing/2014/main" id="{D4B9DF42-D44D-4BDE-4201-BF511ED17901}"/>
                </a:ext>
              </a:extLst>
            </p:cNvPr>
            <p:cNvSpPr/>
            <p:nvPr/>
          </p:nvSpPr>
          <p:spPr>
            <a:xfrm>
              <a:off x="1282208" y="5235787"/>
              <a:ext cx="132478" cy="163005"/>
            </a:xfrm>
            <a:custGeom>
              <a:avLst/>
              <a:gdLst>
                <a:gd name="connsiteX0" fmla="*/ 50948 w 132478"/>
                <a:gd name="connsiteY0" fmla="*/ 162950 h 163005"/>
                <a:gd name="connsiteX1" fmla="*/ 2896 w 132478"/>
                <a:gd name="connsiteY1" fmla="*/ 147266 h 163005"/>
                <a:gd name="connsiteX2" fmla="*/ 1369 w 132478"/>
                <a:gd name="connsiteY2" fmla="*/ 137383 h 163005"/>
                <a:gd name="connsiteX3" fmla="*/ 11252 w 132478"/>
                <a:gd name="connsiteY3" fmla="*/ 135856 h 163005"/>
                <a:gd name="connsiteX4" fmla="*/ 50948 w 132478"/>
                <a:gd name="connsiteY4" fmla="*/ 148820 h 163005"/>
                <a:gd name="connsiteX5" fmla="*/ 118321 w 132478"/>
                <a:gd name="connsiteY5" fmla="*/ 81503 h 163005"/>
                <a:gd name="connsiteX6" fmla="*/ 50948 w 132478"/>
                <a:gd name="connsiteY6" fmla="*/ 14130 h 163005"/>
                <a:gd name="connsiteX7" fmla="*/ 11280 w 132478"/>
                <a:gd name="connsiteY7" fmla="*/ 27121 h 163005"/>
                <a:gd name="connsiteX8" fmla="*/ 1397 w 132478"/>
                <a:gd name="connsiteY8" fmla="*/ 25622 h 163005"/>
                <a:gd name="connsiteX9" fmla="*/ 2896 w 132478"/>
                <a:gd name="connsiteY9" fmla="*/ 15740 h 163005"/>
                <a:gd name="connsiteX10" fmla="*/ 50948 w 132478"/>
                <a:gd name="connsiteY10" fmla="*/ 0 h 163005"/>
                <a:gd name="connsiteX11" fmla="*/ 132479 w 132478"/>
                <a:gd name="connsiteY11" fmla="*/ 81530 h 163005"/>
                <a:gd name="connsiteX12" fmla="*/ 50948 w 132478"/>
                <a:gd name="connsiteY12" fmla="*/ 163005 h 163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2478" h="163005">
                  <a:moveTo>
                    <a:pt x="50948" y="162950"/>
                  </a:moveTo>
                  <a:cubicBezTo>
                    <a:pt x="33543" y="162950"/>
                    <a:pt x="16943" y="157537"/>
                    <a:pt x="2896" y="147266"/>
                  </a:cubicBezTo>
                  <a:cubicBezTo>
                    <a:pt x="-269" y="144961"/>
                    <a:pt x="-935" y="140520"/>
                    <a:pt x="1369" y="137383"/>
                  </a:cubicBezTo>
                  <a:cubicBezTo>
                    <a:pt x="3673" y="134218"/>
                    <a:pt x="8115" y="133552"/>
                    <a:pt x="11252" y="135856"/>
                  </a:cubicBezTo>
                  <a:cubicBezTo>
                    <a:pt x="22828" y="144323"/>
                    <a:pt x="36569" y="148820"/>
                    <a:pt x="50948" y="148820"/>
                  </a:cubicBezTo>
                  <a:cubicBezTo>
                    <a:pt x="88091" y="148820"/>
                    <a:pt x="118321" y="118617"/>
                    <a:pt x="118321" y="81503"/>
                  </a:cubicBezTo>
                  <a:cubicBezTo>
                    <a:pt x="118321" y="44388"/>
                    <a:pt x="88091" y="14130"/>
                    <a:pt x="50948" y="14130"/>
                  </a:cubicBezTo>
                  <a:cubicBezTo>
                    <a:pt x="36541" y="14130"/>
                    <a:pt x="22828" y="18627"/>
                    <a:pt x="11280" y="27121"/>
                  </a:cubicBezTo>
                  <a:cubicBezTo>
                    <a:pt x="8143" y="29453"/>
                    <a:pt x="3701" y="28759"/>
                    <a:pt x="1397" y="25622"/>
                  </a:cubicBezTo>
                  <a:cubicBezTo>
                    <a:pt x="-907" y="22485"/>
                    <a:pt x="-241" y="18044"/>
                    <a:pt x="2896" y="15740"/>
                  </a:cubicBezTo>
                  <a:cubicBezTo>
                    <a:pt x="16915" y="5441"/>
                    <a:pt x="33515" y="0"/>
                    <a:pt x="50948" y="0"/>
                  </a:cubicBezTo>
                  <a:cubicBezTo>
                    <a:pt x="95891" y="0"/>
                    <a:pt x="132479" y="36560"/>
                    <a:pt x="132479" y="81530"/>
                  </a:cubicBezTo>
                  <a:cubicBezTo>
                    <a:pt x="132479" y="126501"/>
                    <a:pt x="95919" y="163005"/>
                    <a:pt x="50948" y="163005"/>
                  </a:cubicBezTo>
                  <a:close/>
                </a:path>
              </a:pathLst>
            </a:custGeom>
            <a:solidFill>
              <a:srgbClr val="262626"/>
            </a:solidFill>
            <a:ln w="27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grpSp>
          <p:nvGrpSpPr>
            <p:cNvPr id="267" name="Gráfico 2">
              <a:extLst>
                <a:ext uri="{FF2B5EF4-FFF2-40B4-BE49-F238E27FC236}">
                  <a16:creationId xmlns:a16="http://schemas.microsoft.com/office/drawing/2014/main" id="{FEAF4401-D342-A1D8-918A-76396098784F}"/>
                </a:ext>
              </a:extLst>
            </p:cNvPr>
            <p:cNvGrpSpPr/>
            <p:nvPr/>
          </p:nvGrpSpPr>
          <p:grpSpPr>
            <a:xfrm>
              <a:off x="1061555" y="5448594"/>
              <a:ext cx="392134" cy="470611"/>
              <a:chOff x="1061555" y="5448594"/>
              <a:chExt cx="392134" cy="470611"/>
            </a:xfrm>
            <a:solidFill>
              <a:srgbClr val="262626"/>
            </a:solidFill>
          </p:grpSpPr>
          <p:grpSp>
            <p:nvGrpSpPr>
              <p:cNvPr id="268" name="Gráfico 2">
                <a:extLst>
                  <a:ext uri="{FF2B5EF4-FFF2-40B4-BE49-F238E27FC236}">
                    <a16:creationId xmlns:a16="http://schemas.microsoft.com/office/drawing/2014/main" id="{B65D5125-14CC-F4B1-EADF-3E21144DDC04}"/>
                  </a:ext>
                </a:extLst>
              </p:cNvPr>
              <p:cNvGrpSpPr/>
              <p:nvPr/>
            </p:nvGrpSpPr>
            <p:grpSpPr>
              <a:xfrm>
                <a:off x="1061555" y="5448594"/>
                <a:ext cx="392134" cy="470611"/>
                <a:chOff x="1061555" y="5448594"/>
                <a:chExt cx="392134" cy="470611"/>
              </a:xfrm>
              <a:solidFill>
                <a:srgbClr val="262626"/>
              </a:solidFill>
            </p:grpSpPr>
            <p:sp>
              <p:nvSpPr>
                <p:cNvPr id="270" name="Forma Livre: Forma 269">
                  <a:extLst>
                    <a:ext uri="{FF2B5EF4-FFF2-40B4-BE49-F238E27FC236}">
                      <a16:creationId xmlns:a16="http://schemas.microsoft.com/office/drawing/2014/main" id="{64F07F96-9E01-34B4-7400-7E00D2EF7E9D}"/>
                    </a:ext>
                  </a:extLst>
                </p:cNvPr>
                <p:cNvSpPr/>
                <p:nvPr/>
              </p:nvSpPr>
              <p:spPr>
                <a:xfrm>
                  <a:off x="1061555" y="5705233"/>
                  <a:ext cx="392134" cy="213972"/>
                </a:xfrm>
                <a:custGeom>
                  <a:avLst/>
                  <a:gdLst>
                    <a:gd name="connsiteX0" fmla="*/ 196067 w 392134"/>
                    <a:gd name="connsiteY0" fmla="*/ 213972 h 213972"/>
                    <a:gd name="connsiteX1" fmla="*/ 0 w 392134"/>
                    <a:gd name="connsiteY1" fmla="*/ 106986 h 213972"/>
                    <a:gd name="connsiteX2" fmla="*/ 196067 w 392134"/>
                    <a:gd name="connsiteY2" fmla="*/ 0 h 213972"/>
                    <a:gd name="connsiteX3" fmla="*/ 392134 w 392134"/>
                    <a:gd name="connsiteY3" fmla="*/ 106986 h 213972"/>
                    <a:gd name="connsiteX4" fmla="*/ 196067 w 392134"/>
                    <a:gd name="connsiteY4" fmla="*/ 213972 h 213972"/>
                    <a:gd name="connsiteX5" fmla="*/ 196067 w 392134"/>
                    <a:gd name="connsiteY5" fmla="*/ 14157 h 213972"/>
                    <a:gd name="connsiteX6" fmla="*/ 14157 w 392134"/>
                    <a:gd name="connsiteY6" fmla="*/ 106986 h 213972"/>
                    <a:gd name="connsiteX7" fmla="*/ 196067 w 392134"/>
                    <a:gd name="connsiteY7" fmla="*/ 199815 h 213972"/>
                    <a:gd name="connsiteX8" fmla="*/ 377977 w 392134"/>
                    <a:gd name="connsiteY8" fmla="*/ 106986 h 213972"/>
                    <a:gd name="connsiteX9" fmla="*/ 196067 w 392134"/>
                    <a:gd name="connsiteY9" fmla="*/ 14157 h 2139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92134" h="213972">
                      <a:moveTo>
                        <a:pt x="196067" y="213972"/>
                      </a:moveTo>
                      <a:cubicBezTo>
                        <a:pt x="86139" y="213972"/>
                        <a:pt x="0" y="166975"/>
                        <a:pt x="0" y="106986"/>
                      </a:cubicBezTo>
                      <a:cubicBezTo>
                        <a:pt x="0" y="46997"/>
                        <a:pt x="86111" y="0"/>
                        <a:pt x="196067" y="0"/>
                      </a:cubicBezTo>
                      <a:cubicBezTo>
                        <a:pt x="306024" y="0"/>
                        <a:pt x="392134" y="46997"/>
                        <a:pt x="392134" y="106986"/>
                      </a:cubicBezTo>
                      <a:cubicBezTo>
                        <a:pt x="392134" y="166975"/>
                        <a:pt x="306024" y="213972"/>
                        <a:pt x="196067" y="213972"/>
                      </a:cubicBezTo>
                      <a:close/>
                      <a:moveTo>
                        <a:pt x="196067" y="14157"/>
                      </a:moveTo>
                      <a:cubicBezTo>
                        <a:pt x="95771" y="14157"/>
                        <a:pt x="14157" y="55797"/>
                        <a:pt x="14157" y="106986"/>
                      </a:cubicBezTo>
                      <a:cubicBezTo>
                        <a:pt x="14157" y="158175"/>
                        <a:pt x="95771" y="199815"/>
                        <a:pt x="196067" y="199815"/>
                      </a:cubicBezTo>
                      <a:cubicBezTo>
                        <a:pt x="296363" y="199815"/>
                        <a:pt x="377977" y="158175"/>
                        <a:pt x="377977" y="106986"/>
                      </a:cubicBezTo>
                      <a:cubicBezTo>
                        <a:pt x="377977" y="55797"/>
                        <a:pt x="296363" y="14157"/>
                        <a:pt x="196067" y="14157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277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71" name="Forma Livre: Forma 270">
                  <a:extLst>
                    <a:ext uri="{FF2B5EF4-FFF2-40B4-BE49-F238E27FC236}">
                      <a16:creationId xmlns:a16="http://schemas.microsoft.com/office/drawing/2014/main" id="{98E19129-7E98-9779-7D66-83F3013CC3F7}"/>
                    </a:ext>
                  </a:extLst>
                </p:cNvPr>
                <p:cNvSpPr/>
                <p:nvPr/>
              </p:nvSpPr>
              <p:spPr>
                <a:xfrm>
                  <a:off x="1155217" y="5448594"/>
                  <a:ext cx="204811" cy="204811"/>
                </a:xfrm>
                <a:custGeom>
                  <a:avLst/>
                  <a:gdLst>
                    <a:gd name="connsiteX0" fmla="*/ 102406 w 204811"/>
                    <a:gd name="connsiteY0" fmla="*/ 204812 h 204811"/>
                    <a:gd name="connsiteX1" fmla="*/ 0 w 204811"/>
                    <a:gd name="connsiteY1" fmla="*/ 102406 h 204811"/>
                    <a:gd name="connsiteX2" fmla="*/ 102406 w 204811"/>
                    <a:gd name="connsiteY2" fmla="*/ 0 h 204811"/>
                    <a:gd name="connsiteX3" fmla="*/ 204812 w 204811"/>
                    <a:gd name="connsiteY3" fmla="*/ 102406 h 204811"/>
                    <a:gd name="connsiteX4" fmla="*/ 102406 w 204811"/>
                    <a:gd name="connsiteY4" fmla="*/ 204812 h 204811"/>
                    <a:gd name="connsiteX5" fmla="*/ 102406 w 204811"/>
                    <a:gd name="connsiteY5" fmla="*/ 14185 h 204811"/>
                    <a:gd name="connsiteX6" fmla="*/ 14157 w 204811"/>
                    <a:gd name="connsiteY6" fmla="*/ 102434 h 204811"/>
                    <a:gd name="connsiteX7" fmla="*/ 102406 w 204811"/>
                    <a:gd name="connsiteY7" fmla="*/ 190682 h 204811"/>
                    <a:gd name="connsiteX8" fmla="*/ 190654 w 204811"/>
                    <a:gd name="connsiteY8" fmla="*/ 102434 h 204811"/>
                    <a:gd name="connsiteX9" fmla="*/ 102406 w 204811"/>
                    <a:gd name="connsiteY9" fmla="*/ 14185 h 2048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04811" h="204811">
                      <a:moveTo>
                        <a:pt x="102406" y="204812"/>
                      </a:moveTo>
                      <a:cubicBezTo>
                        <a:pt x="45942" y="204812"/>
                        <a:pt x="0" y="158869"/>
                        <a:pt x="0" y="102406"/>
                      </a:cubicBezTo>
                      <a:cubicBezTo>
                        <a:pt x="0" y="45942"/>
                        <a:pt x="45942" y="0"/>
                        <a:pt x="102406" y="0"/>
                      </a:cubicBezTo>
                      <a:cubicBezTo>
                        <a:pt x="158869" y="0"/>
                        <a:pt x="204812" y="45942"/>
                        <a:pt x="204812" y="102406"/>
                      </a:cubicBezTo>
                      <a:cubicBezTo>
                        <a:pt x="204812" y="158869"/>
                        <a:pt x="158869" y="204812"/>
                        <a:pt x="102406" y="204812"/>
                      </a:cubicBezTo>
                      <a:close/>
                      <a:moveTo>
                        <a:pt x="102406" y="14185"/>
                      </a:moveTo>
                      <a:cubicBezTo>
                        <a:pt x="53743" y="14185"/>
                        <a:pt x="14157" y="53771"/>
                        <a:pt x="14157" y="102434"/>
                      </a:cubicBezTo>
                      <a:cubicBezTo>
                        <a:pt x="14157" y="151096"/>
                        <a:pt x="53743" y="190682"/>
                        <a:pt x="102406" y="190682"/>
                      </a:cubicBezTo>
                      <a:cubicBezTo>
                        <a:pt x="151069" y="190682"/>
                        <a:pt x="190654" y="151096"/>
                        <a:pt x="190654" y="102434"/>
                      </a:cubicBezTo>
                      <a:cubicBezTo>
                        <a:pt x="190654" y="53771"/>
                        <a:pt x="151069" y="14185"/>
                        <a:pt x="102406" y="14185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277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  <p:sp>
            <p:nvSpPr>
              <p:cNvPr id="269" name="Forma Livre: Forma 268">
                <a:extLst>
                  <a:ext uri="{FF2B5EF4-FFF2-40B4-BE49-F238E27FC236}">
                    <a16:creationId xmlns:a16="http://schemas.microsoft.com/office/drawing/2014/main" id="{01AFBEDC-934A-CAF9-6136-9DF038DFA311}"/>
                  </a:ext>
                </a:extLst>
              </p:cNvPr>
              <p:cNvSpPr/>
              <p:nvPr/>
            </p:nvSpPr>
            <p:spPr>
              <a:xfrm>
                <a:off x="1207377" y="5514606"/>
                <a:ext cx="100490" cy="72813"/>
              </a:xfrm>
              <a:custGeom>
                <a:avLst/>
                <a:gdLst>
                  <a:gd name="connsiteX0" fmla="*/ 34755 w 100490"/>
                  <a:gd name="connsiteY0" fmla="*/ 72786 h 72813"/>
                  <a:gd name="connsiteX1" fmla="*/ 29758 w 100490"/>
                  <a:gd name="connsiteY1" fmla="*/ 70704 h 72813"/>
                  <a:gd name="connsiteX2" fmla="*/ 2082 w 100490"/>
                  <a:gd name="connsiteY2" fmla="*/ 43055 h 72813"/>
                  <a:gd name="connsiteX3" fmla="*/ 2082 w 100490"/>
                  <a:gd name="connsiteY3" fmla="*/ 33034 h 72813"/>
                  <a:gd name="connsiteX4" fmla="*/ 12103 w 100490"/>
                  <a:gd name="connsiteY4" fmla="*/ 33034 h 72813"/>
                  <a:gd name="connsiteX5" fmla="*/ 34755 w 100490"/>
                  <a:gd name="connsiteY5" fmla="*/ 55686 h 72813"/>
                  <a:gd name="connsiteX6" fmla="*/ 88387 w 100490"/>
                  <a:gd name="connsiteY6" fmla="*/ 2082 h 72813"/>
                  <a:gd name="connsiteX7" fmla="*/ 98408 w 100490"/>
                  <a:gd name="connsiteY7" fmla="*/ 2082 h 72813"/>
                  <a:gd name="connsiteX8" fmla="*/ 98408 w 100490"/>
                  <a:gd name="connsiteY8" fmla="*/ 12103 h 72813"/>
                  <a:gd name="connsiteX9" fmla="*/ 39780 w 100490"/>
                  <a:gd name="connsiteY9" fmla="*/ 70732 h 72813"/>
                  <a:gd name="connsiteX10" fmla="*/ 34783 w 100490"/>
                  <a:gd name="connsiteY10" fmla="*/ 72814 h 728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00490" h="72813">
                    <a:moveTo>
                      <a:pt x="34755" y="72786"/>
                    </a:moveTo>
                    <a:cubicBezTo>
                      <a:pt x="32951" y="72786"/>
                      <a:pt x="31119" y="72092"/>
                      <a:pt x="29758" y="70704"/>
                    </a:cubicBezTo>
                    <a:lnTo>
                      <a:pt x="2082" y="43055"/>
                    </a:lnTo>
                    <a:cubicBezTo>
                      <a:pt x="-694" y="40279"/>
                      <a:pt x="-694" y="35810"/>
                      <a:pt x="2082" y="33034"/>
                    </a:cubicBezTo>
                    <a:cubicBezTo>
                      <a:pt x="4858" y="30258"/>
                      <a:pt x="9327" y="30258"/>
                      <a:pt x="12103" y="33034"/>
                    </a:cubicBezTo>
                    <a:lnTo>
                      <a:pt x="34755" y="55686"/>
                    </a:lnTo>
                    <a:lnTo>
                      <a:pt x="88387" y="2082"/>
                    </a:lnTo>
                    <a:cubicBezTo>
                      <a:pt x="91163" y="-694"/>
                      <a:pt x="95632" y="-694"/>
                      <a:pt x="98408" y="2082"/>
                    </a:cubicBezTo>
                    <a:cubicBezTo>
                      <a:pt x="101184" y="4858"/>
                      <a:pt x="101184" y="9327"/>
                      <a:pt x="98408" y="12103"/>
                    </a:cubicBezTo>
                    <a:lnTo>
                      <a:pt x="39780" y="70732"/>
                    </a:lnTo>
                    <a:cubicBezTo>
                      <a:pt x="38392" y="72120"/>
                      <a:pt x="36587" y="72814"/>
                      <a:pt x="34783" y="72814"/>
                    </a:cubicBezTo>
                    <a:close/>
                  </a:path>
                </a:pathLst>
              </a:custGeom>
              <a:solidFill>
                <a:srgbClr val="262626"/>
              </a:solidFill>
              <a:ln w="27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grpSp>
        <p:nvGrpSpPr>
          <p:cNvPr id="276" name="Gráfico 2">
            <a:extLst>
              <a:ext uri="{FF2B5EF4-FFF2-40B4-BE49-F238E27FC236}">
                <a16:creationId xmlns:a16="http://schemas.microsoft.com/office/drawing/2014/main" id="{41599E1D-0749-C1BE-C463-72E741B710B2}"/>
              </a:ext>
            </a:extLst>
          </p:cNvPr>
          <p:cNvGrpSpPr/>
          <p:nvPr/>
        </p:nvGrpSpPr>
        <p:grpSpPr>
          <a:xfrm>
            <a:off x="1939339" y="3472829"/>
            <a:ext cx="552296" cy="551290"/>
            <a:chOff x="1903065" y="3436621"/>
            <a:chExt cx="624844" cy="623706"/>
          </a:xfrm>
          <a:solidFill>
            <a:srgbClr val="262626"/>
          </a:solidFill>
        </p:grpSpPr>
        <p:grpSp>
          <p:nvGrpSpPr>
            <p:cNvPr id="277" name="Gráfico 2">
              <a:extLst>
                <a:ext uri="{FF2B5EF4-FFF2-40B4-BE49-F238E27FC236}">
                  <a16:creationId xmlns:a16="http://schemas.microsoft.com/office/drawing/2014/main" id="{14FA4B50-732F-DB07-760F-6AFC57269468}"/>
                </a:ext>
              </a:extLst>
            </p:cNvPr>
            <p:cNvGrpSpPr/>
            <p:nvPr/>
          </p:nvGrpSpPr>
          <p:grpSpPr>
            <a:xfrm>
              <a:off x="1903065" y="3709555"/>
              <a:ext cx="292921" cy="350772"/>
              <a:chOff x="1903065" y="3709555"/>
              <a:chExt cx="292921" cy="350772"/>
            </a:xfrm>
            <a:solidFill>
              <a:srgbClr val="262626"/>
            </a:solidFill>
          </p:grpSpPr>
          <p:sp>
            <p:nvSpPr>
              <p:cNvPr id="288" name="Forma Livre: Forma 287">
                <a:extLst>
                  <a:ext uri="{FF2B5EF4-FFF2-40B4-BE49-F238E27FC236}">
                    <a16:creationId xmlns:a16="http://schemas.microsoft.com/office/drawing/2014/main" id="{66378393-5CAC-1040-1F17-8A8F43463CBB}"/>
                  </a:ext>
                </a:extLst>
              </p:cNvPr>
              <p:cNvSpPr/>
              <p:nvPr/>
            </p:nvSpPr>
            <p:spPr>
              <a:xfrm>
                <a:off x="1903065" y="3898821"/>
                <a:ext cx="292921" cy="161506"/>
              </a:xfrm>
              <a:custGeom>
                <a:avLst/>
                <a:gdLst>
                  <a:gd name="connsiteX0" fmla="*/ 146461 w 292921"/>
                  <a:gd name="connsiteY0" fmla="*/ 161506 h 161506"/>
                  <a:gd name="connsiteX1" fmla="*/ 0 w 292921"/>
                  <a:gd name="connsiteY1" fmla="*/ 80753 h 161506"/>
                  <a:gd name="connsiteX2" fmla="*/ 146461 w 292921"/>
                  <a:gd name="connsiteY2" fmla="*/ 0 h 161506"/>
                  <a:gd name="connsiteX3" fmla="*/ 292921 w 292921"/>
                  <a:gd name="connsiteY3" fmla="*/ 80753 h 161506"/>
                  <a:gd name="connsiteX4" fmla="*/ 146461 w 292921"/>
                  <a:gd name="connsiteY4" fmla="*/ 161506 h 161506"/>
                  <a:gd name="connsiteX5" fmla="*/ 146461 w 292921"/>
                  <a:gd name="connsiteY5" fmla="*/ 14130 h 161506"/>
                  <a:gd name="connsiteX6" fmla="*/ 14157 w 292921"/>
                  <a:gd name="connsiteY6" fmla="*/ 80725 h 161506"/>
                  <a:gd name="connsiteX7" fmla="*/ 146461 w 292921"/>
                  <a:gd name="connsiteY7" fmla="*/ 147321 h 161506"/>
                  <a:gd name="connsiteX8" fmla="*/ 278764 w 292921"/>
                  <a:gd name="connsiteY8" fmla="*/ 80725 h 161506"/>
                  <a:gd name="connsiteX9" fmla="*/ 146461 w 292921"/>
                  <a:gd name="connsiteY9" fmla="*/ 14130 h 1615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92921" h="161506">
                    <a:moveTo>
                      <a:pt x="146461" y="161506"/>
                    </a:moveTo>
                    <a:cubicBezTo>
                      <a:pt x="64347" y="161506"/>
                      <a:pt x="0" y="126029"/>
                      <a:pt x="0" y="80753"/>
                    </a:cubicBezTo>
                    <a:cubicBezTo>
                      <a:pt x="0" y="35477"/>
                      <a:pt x="64319" y="0"/>
                      <a:pt x="146461" y="0"/>
                    </a:cubicBezTo>
                    <a:cubicBezTo>
                      <a:pt x="228602" y="0"/>
                      <a:pt x="292921" y="35477"/>
                      <a:pt x="292921" y="80753"/>
                    </a:cubicBezTo>
                    <a:cubicBezTo>
                      <a:pt x="292921" y="126029"/>
                      <a:pt x="228574" y="161506"/>
                      <a:pt x="146461" y="161506"/>
                    </a:cubicBezTo>
                    <a:close/>
                    <a:moveTo>
                      <a:pt x="146461" y="14130"/>
                    </a:moveTo>
                    <a:cubicBezTo>
                      <a:pt x="74757" y="14130"/>
                      <a:pt x="14157" y="44638"/>
                      <a:pt x="14157" y="80725"/>
                    </a:cubicBezTo>
                    <a:cubicBezTo>
                      <a:pt x="14157" y="116813"/>
                      <a:pt x="74757" y="147321"/>
                      <a:pt x="146461" y="147321"/>
                    </a:cubicBezTo>
                    <a:cubicBezTo>
                      <a:pt x="218164" y="147321"/>
                      <a:pt x="278764" y="116813"/>
                      <a:pt x="278764" y="80725"/>
                    </a:cubicBezTo>
                    <a:cubicBezTo>
                      <a:pt x="278764" y="44638"/>
                      <a:pt x="218164" y="14130"/>
                      <a:pt x="146461" y="14130"/>
                    </a:cubicBezTo>
                    <a:close/>
                  </a:path>
                </a:pathLst>
              </a:custGeom>
              <a:solidFill>
                <a:srgbClr val="262626"/>
              </a:solidFill>
              <a:ln w="27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89" name="Forma Livre: Forma 288">
                <a:extLst>
                  <a:ext uri="{FF2B5EF4-FFF2-40B4-BE49-F238E27FC236}">
                    <a16:creationId xmlns:a16="http://schemas.microsoft.com/office/drawing/2014/main" id="{601B6688-7612-7C8D-D80E-14F83735A234}"/>
                  </a:ext>
                </a:extLst>
              </p:cNvPr>
              <p:cNvSpPr/>
              <p:nvPr/>
            </p:nvSpPr>
            <p:spPr>
              <a:xfrm>
                <a:off x="1972159" y="3709555"/>
                <a:ext cx="154760" cy="154732"/>
              </a:xfrm>
              <a:custGeom>
                <a:avLst/>
                <a:gdLst>
                  <a:gd name="connsiteX0" fmla="*/ 77366 w 154760"/>
                  <a:gd name="connsiteY0" fmla="*/ 154733 h 154732"/>
                  <a:gd name="connsiteX1" fmla="*/ 0 w 154760"/>
                  <a:gd name="connsiteY1" fmla="*/ 77366 h 154732"/>
                  <a:gd name="connsiteX2" fmla="*/ 77366 w 154760"/>
                  <a:gd name="connsiteY2" fmla="*/ 0 h 154732"/>
                  <a:gd name="connsiteX3" fmla="*/ 154761 w 154760"/>
                  <a:gd name="connsiteY3" fmla="*/ 77366 h 154732"/>
                  <a:gd name="connsiteX4" fmla="*/ 77366 w 154760"/>
                  <a:gd name="connsiteY4" fmla="*/ 154733 h 154732"/>
                  <a:gd name="connsiteX5" fmla="*/ 77366 w 154760"/>
                  <a:gd name="connsiteY5" fmla="*/ 14130 h 154732"/>
                  <a:gd name="connsiteX6" fmla="*/ 14157 w 154760"/>
                  <a:gd name="connsiteY6" fmla="*/ 77339 h 154732"/>
                  <a:gd name="connsiteX7" fmla="*/ 77366 w 154760"/>
                  <a:gd name="connsiteY7" fmla="*/ 140548 h 154732"/>
                  <a:gd name="connsiteX8" fmla="*/ 140603 w 154760"/>
                  <a:gd name="connsiteY8" fmla="*/ 77339 h 154732"/>
                  <a:gd name="connsiteX9" fmla="*/ 77366 w 154760"/>
                  <a:gd name="connsiteY9" fmla="*/ 14130 h 1547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54760" h="154732">
                    <a:moveTo>
                      <a:pt x="77366" y="154733"/>
                    </a:moveTo>
                    <a:cubicBezTo>
                      <a:pt x="34700" y="154733"/>
                      <a:pt x="0" y="120033"/>
                      <a:pt x="0" y="77366"/>
                    </a:cubicBezTo>
                    <a:cubicBezTo>
                      <a:pt x="0" y="34700"/>
                      <a:pt x="34700" y="0"/>
                      <a:pt x="77366" y="0"/>
                    </a:cubicBezTo>
                    <a:cubicBezTo>
                      <a:pt x="120033" y="0"/>
                      <a:pt x="154761" y="34700"/>
                      <a:pt x="154761" y="77366"/>
                    </a:cubicBezTo>
                    <a:cubicBezTo>
                      <a:pt x="154761" y="120033"/>
                      <a:pt x="120033" y="154733"/>
                      <a:pt x="77366" y="154733"/>
                    </a:cubicBezTo>
                    <a:close/>
                    <a:moveTo>
                      <a:pt x="77366" y="14130"/>
                    </a:moveTo>
                    <a:cubicBezTo>
                      <a:pt x="42500" y="14130"/>
                      <a:pt x="14157" y="42500"/>
                      <a:pt x="14157" y="77339"/>
                    </a:cubicBezTo>
                    <a:cubicBezTo>
                      <a:pt x="14157" y="112177"/>
                      <a:pt x="42528" y="140548"/>
                      <a:pt x="77366" y="140548"/>
                    </a:cubicBezTo>
                    <a:cubicBezTo>
                      <a:pt x="112205" y="140548"/>
                      <a:pt x="140603" y="112177"/>
                      <a:pt x="140603" y="77339"/>
                    </a:cubicBezTo>
                    <a:cubicBezTo>
                      <a:pt x="140603" y="42500"/>
                      <a:pt x="112233" y="14130"/>
                      <a:pt x="77366" y="14130"/>
                    </a:cubicBezTo>
                    <a:close/>
                  </a:path>
                </a:pathLst>
              </a:custGeom>
              <a:solidFill>
                <a:srgbClr val="262626"/>
              </a:solidFill>
              <a:ln w="27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278" name="Gráfico 2">
              <a:extLst>
                <a:ext uri="{FF2B5EF4-FFF2-40B4-BE49-F238E27FC236}">
                  <a16:creationId xmlns:a16="http://schemas.microsoft.com/office/drawing/2014/main" id="{E336AEC2-9251-120D-D906-A5BA21D9143D}"/>
                </a:ext>
              </a:extLst>
            </p:cNvPr>
            <p:cNvGrpSpPr/>
            <p:nvPr/>
          </p:nvGrpSpPr>
          <p:grpSpPr>
            <a:xfrm>
              <a:off x="2234988" y="3709555"/>
              <a:ext cx="292921" cy="350772"/>
              <a:chOff x="2234988" y="3709555"/>
              <a:chExt cx="292921" cy="350772"/>
            </a:xfrm>
            <a:solidFill>
              <a:srgbClr val="262626"/>
            </a:solidFill>
          </p:grpSpPr>
          <p:sp>
            <p:nvSpPr>
              <p:cNvPr id="286" name="Forma Livre: Forma 285">
                <a:extLst>
                  <a:ext uri="{FF2B5EF4-FFF2-40B4-BE49-F238E27FC236}">
                    <a16:creationId xmlns:a16="http://schemas.microsoft.com/office/drawing/2014/main" id="{7BE4B79E-3F2C-7EE9-C072-0F6E4AC88630}"/>
                  </a:ext>
                </a:extLst>
              </p:cNvPr>
              <p:cNvSpPr/>
              <p:nvPr/>
            </p:nvSpPr>
            <p:spPr>
              <a:xfrm>
                <a:off x="2234988" y="3898821"/>
                <a:ext cx="292921" cy="161506"/>
              </a:xfrm>
              <a:custGeom>
                <a:avLst/>
                <a:gdLst>
                  <a:gd name="connsiteX0" fmla="*/ 146461 w 292921"/>
                  <a:gd name="connsiteY0" fmla="*/ 161506 h 161506"/>
                  <a:gd name="connsiteX1" fmla="*/ 0 w 292921"/>
                  <a:gd name="connsiteY1" fmla="*/ 80753 h 161506"/>
                  <a:gd name="connsiteX2" fmla="*/ 146461 w 292921"/>
                  <a:gd name="connsiteY2" fmla="*/ 0 h 161506"/>
                  <a:gd name="connsiteX3" fmla="*/ 292921 w 292921"/>
                  <a:gd name="connsiteY3" fmla="*/ 80753 h 161506"/>
                  <a:gd name="connsiteX4" fmla="*/ 146461 w 292921"/>
                  <a:gd name="connsiteY4" fmla="*/ 161506 h 161506"/>
                  <a:gd name="connsiteX5" fmla="*/ 146461 w 292921"/>
                  <a:gd name="connsiteY5" fmla="*/ 14130 h 161506"/>
                  <a:gd name="connsiteX6" fmla="*/ 14157 w 292921"/>
                  <a:gd name="connsiteY6" fmla="*/ 80725 h 161506"/>
                  <a:gd name="connsiteX7" fmla="*/ 146461 w 292921"/>
                  <a:gd name="connsiteY7" fmla="*/ 147321 h 161506"/>
                  <a:gd name="connsiteX8" fmla="*/ 278764 w 292921"/>
                  <a:gd name="connsiteY8" fmla="*/ 80725 h 161506"/>
                  <a:gd name="connsiteX9" fmla="*/ 146461 w 292921"/>
                  <a:gd name="connsiteY9" fmla="*/ 14130 h 1615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92921" h="161506">
                    <a:moveTo>
                      <a:pt x="146461" y="161506"/>
                    </a:moveTo>
                    <a:cubicBezTo>
                      <a:pt x="64347" y="161506"/>
                      <a:pt x="0" y="126029"/>
                      <a:pt x="0" y="80753"/>
                    </a:cubicBezTo>
                    <a:cubicBezTo>
                      <a:pt x="0" y="35477"/>
                      <a:pt x="64319" y="0"/>
                      <a:pt x="146461" y="0"/>
                    </a:cubicBezTo>
                    <a:cubicBezTo>
                      <a:pt x="228602" y="0"/>
                      <a:pt x="292921" y="35477"/>
                      <a:pt x="292921" y="80753"/>
                    </a:cubicBezTo>
                    <a:cubicBezTo>
                      <a:pt x="292921" y="126029"/>
                      <a:pt x="228602" y="161506"/>
                      <a:pt x="146461" y="161506"/>
                    </a:cubicBezTo>
                    <a:close/>
                    <a:moveTo>
                      <a:pt x="146461" y="14130"/>
                    </a:moveTo>
                    <a:cubicBezTo>
                      <a:pt x="74757" y="14130"/>
                      <a:pt x="14157" y="44638"/>
                      <a:pt x="14157" y="80725"/>
                    </a:cubicBezTo>
                    <a:cubicBezTo>
                      <a:pt x="14157" y="116813"/>
                      <a:pt x="74757" y="147321"/>
                      <a:pt x="146461" y="147321"/>
                    </a:cubicBezTo>
                    <a:cubicBezTo>
                      <a:pt x="218164" y="147321"/>
                      <a:pt x="278764" y="116813"/>
                      <a:pt x="278764" y="80725"/>
                    </a:cubicBezTo>
                    <a:cubicBezTo>
                      <a:pt x="278764" y="44638"/>
                      <a:pt x="218164" y="14130"/>
                      <a:pt x="146461" y="14130"/>
                    </a:cubicBezTo>
                    <a:close/>
                  </a:path>
                </a:pathLst>
              </a:custGeom>
              <a:solidFill>
                <a:srgbClr val="262626"/>
              </a:solidFill>
              <a:ln w="27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287" name="Forma Livre: Forma 286">
                <a:extLst>
                  <a:ext uri="{FF2B5EF4-FFF2-40B4-BE49-F238E27FC236}">
                    <a16:creationId xmlns:a16="http://schemas.microsoft.com/office/drawing/2014/main" id="{494A12F0-59F7-69C2-45C2-AA4F39BE0A9C}"/>
                  </a:ext>
                </a:extLst>
              </p:cNvPr>
              <p:cNvSpPr/>
              <p:nvPr/>
            </p:nvSpPr>
            <p:spPr>
              <a:xfrm>
                <a:off x="2304082" y="3709555"/>
                <a:ext cx="154732" cy="154732"/>
              </a:xfrm>
              <a:custGeom>
                <a:avLst/>
                <a:gdLst>
                  <a:gd name="connsiteX0" fmla="*/ 77366 w 154732"/>
                  <a:gd name="connsiteY0" fmla="*/ 154733 h 154732"/>
                  <a:gd name="connsiteX1" fmla="*/ 0 w 154732"/>
                  <a:gd name="connsiteY1" fmla="*/ 77366 h 154732"/>
                  <a:gd name="connsiteX2" fmla="*/ 77366 w 154732"/>
                  <a:gd name="connsiteY2" fmla="*/ 0 h 154732"/>
                  <a:gd name="connsiteX3" fmla="*/ 154733 w 154732"/>
                  <a:gd name="connsiteY3" fmla="*/ 77366 h 154732"/>
                  <a:gd name="connsiteX4" fmla="*/ 77366 w 154732"/>
                  <a:gd name="connsiteY4" fmla="*/ 154733 h 154732"/>
                  <a:gd name="connsiteX5" fmla="*/ 77366 w 154732"/>
                  <a:gd name="connsiteY5" fmla="*/ 14130 h 154732"/>
                  <a:gd name="connsiteX6" fmla="*/ 14157 w 154732"/>
                  <a:gd name="connsiteY6" fmla="*/ 77339 h 154732"/>
                  <a:gd name="connsiteX7" fmla="*/ 77366 w 154732"/>
                  <a:gd name="connsiteY7" fmla="*/ 140548 h 154732"/>
                  <a:gd name="connsiteX8" fmla="*/ 140576 w 154732"/>
                  <a:gd name="connsiteY8" fmla="*/ 77339 h 154732"/>
                  <a:gd name="connsiteX9" fmla="*/ 77366 w 154732"/>
                  <a:gd name="connsiteY9" fmla="*/ 14130 h 1547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54732" h="154732">
                    <a:moveTo>
                      <a:pt x="77366" y="154733"/>
                    </a:moveTo>
                    <a:cubicBezTo>
                      <a:pt x="34700" y="154733"/>
                      <a:pt x="0" y="120033"/>
                      <a:pt x="0" y="77366"/>
                    </a:cubicBezTo>
                    <a:cubicBezTo>
                      <a:pt x="0" y="34700"/>
                      <a:pt x="34700" y="0"/>
                      <a:pt x="77366" y="0"/>
                    </a:cubicBezTo>
                    <a:cubicBezTo>
                      <a:pt x="120033" y="0"/>
                      <a:pt x="154733" y="34700"/>
                      <a:pt x="154733" y="77366"/>
                    </a:cubicBezTo>
                    <a:cubicBezTo>
                      <a:pt x="154733" y="120033"/>
                      <a:pt x="120033" y="154733"/>
                      <a:pt x="77366" y="154733"/>
                    </a:cubicBezTo>
                    <a:close/>
                    <a:moveTo>
                      <a:pt x="77366" y="14130"/>
                    </a:moveTo>
                    <a:cubicBezTo>
                      <a:pt x="42500" y="14130"/>
                      <a:pt x="14157" y="42500"/>
                      <a:pt x="14157" y="77339"/>
                    </a:cubicBezTo>
                    <a:cubicBezTo>
                      <a:pt x="14157" y="112177"/>
                      <a:pt x="42528" y="140548"/>
                      <a:pt x="77366" y="140548"/>
                    </a:cubicBezTo>
                    <a:cubicBezTo>
                      <a:pt x="112205" y="140548"/>
                      <a:pt x="140576" y="112177"/>
                      <a:pt x="140576" y="77339"/>
                    </a:cubicBezTo>
                    <a:cubicBezTo>
                      <a:pt x="140576" y="42500"/>
                      <a:pt x="112205" y="14130"/>
                      <a:pt x="77366" y="14130"/>
                    </a:cubicBezTo>
                    <a:close/>
                  </a:path>
                </a:pathLst>
              </a:custGeom>
              <a:solidFill>
                <a:srgbClr val="262626"/>
              </a:solidFill>
              <a:ln w="27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279" name="Gráfico 2">
              <a:extLst>
                <a:ext uri="{FF2B5EF4-FFF2-40B4-BE49-F238E27FC236}">
                  <a16:creationId xmlns:a16="http://schemas.microsoft.com/office/drawing/2014/main" id="{4CE7D314-26CB-0563-5DF2-7784B1DAB7B8}"/>
                </a:ext>
              </a:extLst>
            </p:cNvPr>
            <p:cNvGrpSpPr/>
            <p:nvPr/>
          </p:nvGrpSpPr>
          <p:grpSpPr>
            <a:xfrm>
              <a:off x="1958584" y="3436621"/>
              <a:ext cx="513750" cy="291005"/>
              <a:chOff x="1958584" y="3436621"/>
              <a:chExt cx="513750" cy="291005"/>
            </a:xfrm>
            <a:solidFill>
              <a:srgbClr val="262626"/>
            </a:solidFill>
          </p:grpSpPr>
          <p:sp>
            <p:nvSpPr>
              <p:cNvPr id="280" name="Forma Livre: Forma 279">
                <a:extLst>
                  <a:ext uri="{FF2B5EF4-FFF2-40B4-BE49-F238E27FC236}">
                    <a16:creationId xmlns:a16="http://schemas.microsoft.com/office/drawing/2014/main" id="{7C2E22E5-5C1D-2CBE-4365-713424A92740}"/>
                  </a:ext>
                </a:extLst>
              </p:cNvPr>
              <p:cNvSpPr/>
              <p:nvPr/>
            </p:nvSpPr>
            <p:spPr>
              <a:xfrm>
                <a:off x="1958584" y="3436621"/>
                <a:ext cx="513750" cy="291005"/>
              </a:xfrm>
              <a:custGeom>
                <a:avLst/>
                <a:gdLst>
                  <a:gd name="connsiteX0" fmla="*/ 256889 w 513750"/>
                  <a:gd name="connsiteY0" fmla="*/ 291006 h 291005"/>
                  <a:gd name="connsiteX1" fmla="*/ 250893 w 513750"/>
                  <a:gd name="connsiteY1" fmla="*/ 287702 h 291005"/>
                  <a:gd name="connsiteX2" fmla="*/ 222606 w 513750"/>
                  <a:gd name="connsiteY2" fmla="*/ 242648 h 291005"/>
                  <a:gd name="connsiteX3" fmla="*/ 63709 w 513750"/>
                  <a:gd name="connsiteY3" fmla="*/ 242648 h 291005"/>
                  <a:gd name="connsiteX4" fmla="*/ 0 w 513750"/>
                  <a:gd name="connsiteY4" fmla="*/ 178939 h 291005"/>
                  <a:gd name="connsiteX5" fmla="*/ 0 w 513750"/>
                  <a:gd name="connsiteY5" fmla="*/ 63709 h 291005"/>
                  <a:gd name="connsiteX6" fmla="*/ 63709 w 513750"/>
                  <a:gd name="connsiteY6" fmla="*/ 0 h 291005"/>
                  <a:gd name="connsiteX7" fmla="*/ 450041 w 513750"/>
                  <a:gd name="connsiteY7" fmla="*/ 0 h 291005"/>
                  <a:gd name="connsiteX8" fmla="*/ 513750 w 513750"/>
                  <a:gd name="connsiteY8" fmla="*/ 63709 h 291005"/>
                  <a:gd name="connsiteX9" fmla="*/ 513750 w 513750"/>
                  <a:gd name="connsiteY9" fmla="*/ 178939 h 291005"/>
                  <a:gd name="connsiteX10" fmla="*/ 450041 w 513750"/>
                  <a:gd name="connsiteY10" fmla="*/ 242648 h 291005"/>
                  <a:gd name="connsiteX11" fmla="*/ 291144 w 513750"/>
                  <a:gd name="connsiteY11" fmla="*/ 242648 h 291005"/>
                  <a:gd name="connsiteX12" fmla="*/ 262857 w 513750"/>
                  <a:gd name="connsiteY12" fmla="*/ 287702 h 291005"/>
                  <a:gd name="connsiteX13" fmla="*/ 256861 w 513750"/>
                  <a:gd name="connsiteY13" fmla="*/ 291006 h 291005"/>
                  <a:gd name="connsiteX14" fmla="*/ 63709 w 513750"/>
                  <a:gd name="connsiteY14" fmla="*/ 14157 h 291005"/>
                  <a:gd name="connsiteX15" fmla="*/ 14157 w 513750"/>
                  <a:gd name="connsiteY15" fmla="*/ 63709 h 291005"/>
                  <a:gd name="connsiteX16" fmla="*/ 14157 w 513750"/>
                  <a:gd name="connsiteY16" fmla="*/ 178939 h 291005"/>
                  <a:gd name="connsiteX17" fmla="*/ 63709 w 513750"/>
                  <a:gd name="connsiteY17" fmla="*/ 228491 h 291005"/>
                  <a:gd name="connsiteX18" fmla="*/ 226520 w 513750"/>
                  <a:gd name="connsiteY18" fmla="*/ 228491 h 291005"/>
                  <a:gd name="connsiteX19" fmla="*/ 232516 w 513750"/>
                  <a:gd name="connsiteY19" fmla="*/ 231794 h 291005"/>
                  <a:gd name="connsiteX20" fmla="*/ 256889 w 513750"/>
                  <a:gd name="connsiteY20" fmla="*/ 270602 h 291005"/>
                  <a:gd name="connsiteX21" fmla="*/ 281262 w 513750"/>
                  <a:gd name="connsiteY21" fmla="*/ 231794 h 291005"/>
                  <a:gd name="connsiteX22" fmla="*/ 287258 w 513750"/>
                  <a:gd name="connsiteY22" fmla="*/ 228491 h 291005"/>
                  <a:gd name="connsiteX23" fmla="*/ 450069 w 513750"/>
                  <a:gd name="connsiteY23" fmla="*/ 228491 h 291005"/>
                  <a:gd name="connsiteX24" fmla="*/ 499620 w 513750"/>
                  <a:gd name="connsiteY24" fmla="*/ 178939 h 291005"/>
                  <a:gd name="connsiteX25" fmla="*/ 499620 w 513750"/>
                  <a:gd name="connsiteY25" fmla="*/ 63709 h 291005"/>
                  <a:gd name="connsiteX26" fmla="*/ 450069 w 513750"/>
                  <a:gd name="connsiteY26" fmla="*/ 14157 h 291005"/>
                  <a:gd name="connsiteX27" fmla="*/ 63736 w 513750"/>
                  <a:gd name="connsiteY27" fmla="*/ 14157 h 2910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513750" h="291005">
                    <a:moveTo>
                      <a:pt x="256889" y="291006"/>
                    </a:moveTo>
                    <a:cubicBezTo>
                      <a:pt x="254446" y="291006"/>
                      <a:pt x="252198" y="289757"/>
                      <a:pt x="250893" y="287702"/>
                    </a:cubicBezTo>
                    <a:lnTo>
                      <a:pt x="222606" y="242648"/>
                    </a:lnTo>
                    <a:lnTo>
                      <a:pt x="63709" y="242648"/>
                    </a:lnTo>
                    <a:cubicBezTo>
                      <a:pt x="28593" y="242648"/>
                      <a:pt x="0" y="214056"/>
                      <a:pt x="0" y="178939"/>
                    </a:cubicBezTo>
                    <a:lnTo>
                      <a:pt x="0" y="63709"/>
                    </a:lnTo>
                    <a:cubicBezTo>
                      <a:pt x="0" y="28593"/>
                      <a:pt x="28593" y="0"/>
                      <a:pt x="63709" y="0"/>
                    </a:cubicBezTo>
                    <a:lnTo>
                      <a:pt x="450041" y="0"/>
                    </a:lnTo>
                    <a:cubicBezTo>
                      <a:pt x="485158" y="0"/>
                      <a:pt x="513750" y="28593"/>
                      <a:pt x="513750" y="63709"/>
                    </a:cubicBezTo>
                    <a:lnTo>
                      <a:pt x="513750" y="178939"/>
                    </a:lnTo>
                    <a:cubicBezTo>
                      <a:pt x="513750" y="214056"/>
                      <a:pt x="485158" y="242648"/>
                      <a:pt x="450041" y="242648"/>
                    </a:cubicBezTo>
                    <a:lnTo>
                      <a:pt x="291144" y="242648"/>
                    </a:lnTo>
                    <a:lnTo>
                      <a:pt x="262857" y="287702"/>
                    </a:lnTo>
                    <a:cubicBezTo>
                      <a:pt x="261553" y="289757"/>
                      <a:pt x="259304" y="291006"/>
                      <a:pt x="256861" y="291006"/>
                    </a:cubicBezTo>
                    <a:close/>
                    <a:moveTo>
                      <a:pt x="63709" y="14157"/>
                    </a:moveTo>
                    <a:cubicBezTo>
                      <a:pt x="36393" y="14157"/>
                      <a:pt x="14157" y="36393"/>
                      <a:pt x="14157" y="63709"/>
                    </a:cubicBezTo>
                    <a:lnTo>
                      <a:pt x="14157" y="178939"/>
                    </a:lnTo>
                    <a:cubicBezTo>
                      <a:pt x="14157" y="206255"/>
                      <a:pt x="36393" y="228491"/>
                      <a:pt x="63709" y="228491"/>
                    </a:cubicBezTo>
                    <a:lnTo>
                      <a:pt x="226520" y="228491"/>
                    </a:lnTo>
                    <a:cubicBezTo>
                      <a:pt x="228963" y="228491"/>
                      <a:pt x="231211" y="229740"/>
                      <a:pt x="232516" y="231794"/>
                    </a:cubicBezTo>
                    <a:lnTo>
                      <a:pt x="256889" y="270602"/>
                    </a:lnTo>
                    <a:lnTo>
                      <a:pt x="281262" y="231794"/>
                    </a:lnTo>
                    <a:cubicBezTo>
                      <a:pt x="282567" y="229740"/>
                      <a:pt x="284815" y="228491"/>
                      <a:pt x="287258" y="228491"/>
                    </a:cubicBezTo>
                    <a:lnTo>
                      <a:pt x="450069" y="228491"/>
                    </a:lnTo>
                    <a:cubicBezTo>
                      <a:pt x="477385" y="228491"/>
                      <a:pt x="499620" y="206255"/>
                      <a:pt x="499620" y="178939"/>
                    </a:cubicBezTo>
                    <a:lnTo>
                      <a:pt x="499620" y="63709"/>
                    </a:lnTo>
                    <a:cubicBezTo>
                      <a:pt x="499620" y="36393"/>
                      <a:pt x="477385" y="14157"/>
                      <a:pt x="450069" y="14157"/>
                    </a:cubicBezTo>
                    <a:lnTo>
                      <a:pt x="63736" y="14157"/>
                    </a:lnTo>
                    <a:close/>
                  </a:path>
                </a:pathLst>
              </a:custGeom>
              <a:solidFill>
                <a:srgbClr val="262626"/>
              </a:solidFill>
              <a:ln w="27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grpSp>
            <p:nvGrpSpPr>
              <p:cNvPr id="281" name="Gráfico 2">
                <a:extLst>
                  <a:ext uri="{FF2B5EF4-FFF2-40B4-BE49-F238E27FC236}">
                    <a16:creationId xmlns:a16="http://schemas.microsoft.com/office/drawing/2014/main" id="{2918E2E7-5E61-EB6D-FC24-D5A751116890}"/>
                  </a:ext>
                </a:extLst>
              </p:cNvPr>
              <p:cNvGrpSpPr/>
              <p:nvPr/>
            </p:nvGrpSpPr>
            <p:grpSpPr>
              <a:xfrm>
                <a:off x="2054439" y="3510323"/>
                <a:ext cx="322124" cy="95188"/>
                <a:chOff x="2054439" y="3510323"/>
                <a:chExt cx="322124" cy="95188"/>
              </a:xfrm>
              <a:solidFill>
                <a:srgbClr val="262626"/>
              </a:solidFill>
            </p:grpSpPr>
            <p:grpSp>
              <p:nvGrpSpPr>
                <p:cNvPr id="282" name="Gráfico 2">
                  <a:extLst>
                    <a:ext uri="{FF2B5EF4-FFF2-40B4-BE49-F238E27FC236}">
                      <a16:creationId xmlns:a16="http://schemas.microsoft.com/office/drawing/2014/main" id="{4D8B94F2-3F41-9E7C-8A40-935C6B372888}"/>
                    </a:ext>
                  </a:extLst>
                </p:cNvPr>
                <p:cNvGrpSpPr/>
                <p:nvPr/>
              </p:nvGrpSpPr>
              <p:grpSpPr>
                <a:xfrm>
                  <a:off x="2054439" y="3510323"/>
                  <a:ext cx="95188" cy="95188"/>
                  <a:chOff x="2054439" y="3510323"/>
                  <a:chExt cx="95188" cy="95188"/>
                </a:xfrm>
                <a:solidFill>
                  <a:srgbClr val="262626"/>
                </a:solidFill>
              </p:grpSpPr>
              <p:sp>
                <p:nvSpPr>
                  <p:cNvPr id="284" name="Forma Livre: Forma 283">
                    <a:extLst>
                      <a:ext uri="{FF2B5EF4-FFF2-40B4-BE49-F238E27FC236}">
                        <a16:creationId xmlns:a16="http://schemas.microsoft.com/office/drawing/2014/main" id="{FBFCDB3C-E143-1ADF-F0AC-82600CAB1CEF}"/>
                      </a:ext>
                    </a:extLst>
                  </p:cNvPr>
                  <p:cNvSpPr/>
                  <p:nvPr/>
                </p:nvSpPr>
                <p:spPr>
                  <a:xfrm>
                    <a:off x="2054439" y="3510323"/>
                    <a:ext cx="95188" cy="95188"/>
                  </a:xfrm>
                  <a:custGeom>
                    <a:avLst/>
                    <a:gdLst>
                      <a:gd name="connsiteX0" fmla="*/ 88082 w 95188"/>
                      <a:gd name="connsiteY0" fmla="*/ 95188 h 95188"/>
                      <a:gd name="connsiteX1" fmla="*/ 83085 w 95188"/>
                      <a:gd name="connsiteY1" fmla="*/ 93106 h 95188"/>
                      <a:gd name="connsiteX2" fmla="*/ 2082 w 95188"/>
                      <a:gd name="connsiteY2" fmla="*/ 12103 h 95188"/>
                      <a:gd name="connsiteX3" fmla="*/ 2082 w 95188"/>
                      <a:gd name="connsiteY3" fmla="*/ 2082 h 95188"/>
                      <a:gd name="connsiteX4" fmla="*/ 12103 w 95188"/>
                      <a:gd name="connsiteY4" fmla="*/ 2082 h 95188"/>
                      <a:gd name="connsiteX5" fmla="*/ 93106 w 95188"/>
                      <a:gd name="connsiteY5" fmla="*/ 83085 h 95188"/>
                      <a:gd name="connsiteX6" fmla="*/ 93106 w 95188"/>
                      <a:gd name="connsiteY6" fmla="*/ 93106 h 95188"/>
                      <a:gd name="connsiteX7" fmla="*/ 88110 w 95188"/>
                      <a:gd name="connsiteY7" fmla="*/ 95188 h 951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95188" h="95188">
                        <a:moveTo>
                          <a:pt x="88082" y="95188"/>
                        </a:moveTo>
                        <a:cubicBezTo>
                          <a:pt x="86277" y="95188"/>
                          <a:pt x="84473" y="94494"/>
                          <a:pt x="83085" y="93106"/>
                        </a:cubicBezTo>
                        <a:lnTo>
                          <a:pt x="2082" y="12103"/>
                        </a:lnTo>
                        <a:cubicBezTo>
                          <a:pt x="-694" y="9327"/>
                          <a:pt x="-694" y="4858"/>
                          <a:pt x="2082" y="2082"/>
                        </a:cubicBezTo>
                        <a:cubicBezTo>
                          <a:pt x="4858" y="-694"/>
                          <a:pt x="9327" y="-694"/>
                          <a:pt x="12103" y="2082"/>
                        </a:cubicBezTo>
                        <a:lnTo>
                          <a:pt x="93106" y="83085"/>
                        </a:lnTo>
                        <a:cubicBezTo>
                          <a:pt x="95882" y="85861"/>
                          <a:pt x="95882" y="90330"/>
                          <a:pt x="93106" y="93106"/>
                        </a:cubicBezTo>
                        <a:cubicBezTo>
                          <a:pt x="91718" y="94494"/>
                          <a:pt x="89914" y="95188"/>
                          <a:pt x="88110" y="95188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 w="277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pt-BR"/>
                  </a:p>
                </p:txBody>
              </p:sp>
              <p:sp>
                <p:nvSpPr>
                  <p:cNvPr id="285" name="Forma Livre: Forma 284">
                    <a:extLst>
                      <a:ext uri="{FF2B5EF4-FFF2-40B4-BE49-F238E27FC236}">
                        <a16:creationId xmlns:a16="http://schemas.microsoft.com/office/drawing/2014/main" id="{FB81C3A7-5813-19AF-693F-1C66D637CA6D}"/>
                      </a:ext>
                    </a:extLst>
                  </p:cNvPr>
                  <p:cNvSpPr/>
                  <p:nvPr/>
                </p:nvSpPr>
                <p:spPr>
                  <a:xfrm>
                    <a:off x="2054439" y="3510323"/>
                    <a:ext cx="95188" cy="95188"/>
                  </a:xfrm>
                  <a:custGeom>
                    <a:avLst/>
                    <a:gdLst>
                      <a:gd name="connsiteX0" fmla="*/ 7079 w 95188"/>
                      <a:gd name="connsiteY0" fmla="*/ 95188 h 95188"/>
                      <a:gd name="connsiteX1" fmla="*/ 2082 w 95188"/>
                      <a:gd name="connsiteY1" fmla="*/ 93106 h 95188"/>
                      <a:gd name="connsiteX2" fmla="*/ 2082 w 95188"/>
                      <a:gd name="connsiteY2" fmla="*/ 83085 h 95188"/>
                      <a:gd name="connsiteX3" fmla="*/ 83085 w 95188"/>
                      <a:gd name="connsiteY3" fmla="*/ 2082 h 95188"/>
                      <a:gd name="connsiteX4" fmla="*/ 93106 w 95188"/>
                      <a:gd name="connsiteY4" fmla="*/ 2082 h 95188"/>
                      <a:gd name="connsiteX5" fmla="*/ 93106 w 95188"/>
                      <a:gd name="connsiteY5" fmla="*/ 12103 h 95188"/>
                      <a:gd name="connsiteX6" fmla="*/ 12103 w 95188"/>
                      <a:gd name="connsiteY6" fmla="*/ 93106 h 95188"/>
                      <a:gd name="connsiteX7" fmla="*/ 7106 w 95188"/>
                      <a:gd name="connsiteY7" fmla="*/ 95188 h 951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95188" h="95188">
                        <a:moveTo>
                          <a:pt x="7079" y="95188"/>
                        </a:moveTo>
                        <a:cubicBezTo>
                          <a:pt x="5274" y="95188"/>
                          <a:pt x="3470" y="94494"/>
                          <a:pt x="2082" y="93106"/>
                        </a:cubicBezTo>
                        <a:cubicBezTo>
                          <a:pt x="-694" y="90330"/>
                          <a:pt x="-694" y="85861"/>
                          <a:pt x="2082" y="83085"/>
                        </a:cubicBezTo>
                        <a:lnTo>
                          <a:pt x="83085" y="2082"/>
                        </a:lnTo>
                        <a:cubicBezTo>
                          <a:pt x="85861" y="-694"/>
                          <a:pt x="90330" y="-694"/>
                          <a:pt x="93106" y="2082"/>
                        </a:cubicBezTo>
                        <a:cubicBezTo>
                          <a:pt x="95882" y="4858"/>
                          <a:pt x="95882" y="9327"/>
                          <a:pt x="93106" y="12103"/>
                        </a:cubicBezTo>
                        <a:lnTo>
                          <a:pt x="12103" y="93106"/>
                        </a:lnTo>
                        <a:cubicBezTo>
                          <a:pt x="10715" y="94494"/>
                          <a:pt x="8911" y="95188"/>
                          <a:pt x="7106" y="95188"/>
                        </a:cubicBezTo>
                        <a:close/>
                      </a:path>
                    </a:pathLst>
                  </a:custGeom>
                  <a:solidFill>
                    <a:srgbClr val="262626"/>
                  </a:solidFill>
                  <a:ln w="277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pt-BR"/>
                  </a:p>
                </p:txBody>
              </p:sp>
            </p:grpSp>
            <p:sp>
              <p:nvSpPr>
                <p:cNvPr id="283" name="Forma Livre: Forma 282">
                  <a:extLst>
                    <a:ext uri="{FF2B5EF4-FFF2-40B4-BE49-F238E27FC236}">
                      <a16:creationId xmlns:a16="http://schemas.microsoft.com/office/drawing/2014/main" id="{8FF90306-AE3D-2142-572E-07834AC8EECC}"/>
                    </a:ext>
                  </a:extLst>
                </p:cNvPr>
                <p:cNvSpPr/>
                <p:nvPr/>
              </p:nvSpPr>
              <p:spPr>
                <a:xfrm>
                  <a:off x="2249895" y="3513571"/>
                  <a:ext cx="126667" cy="88720"/>
                </a:xfrm>
                <a:custGeom>
                  <a:avLst/>
                  <a:gdLst>
                    <a:gd name="connsiteX0" fmla="*/ 45026 w 126667"/>
                    <a:gd name="connsiteY0" fmla="*/ 88692 h 88720"/>
                    <a:gd name="connsiteX1" fmla="*/ 40030 w 126667"/>
                    <a:gd name="connsiteY1" fmla="*/ 86610 h 88720"/>
                    <a:gd name="connsiteX2" fmla="*/ 2082 w 126667"/>
                    <a:gd name="connsiteY2" fmla="*/ 48663 h 88720"/>
                    <a:gd name="connsiteX3" fmla="*/ 2082 w 126667"/>
                    <a:gd name="connsiteY3" fmla="*/ 38642 h 88720"/>
                    <a:gd name="connsiteX4" fmla="*/ 12103 w 126667"/>
                    <a:gd name="connsiteY4" fmla="*/ 38642 h 88720"/>
                    <a:gd name="connsiteX5" fmla="*/ 45054 w 126667"/>
                    <a:gd name="connsiteY5" fmla="*/ 71592 h 88720"/>
                    <a:gd name="connsiteX6" fmla="*/ 114565 w 126667"/>
                    <a:gd name="connsiteY6" fmla="*/ 2082 h 88720"/>
                    <a:gd name="connsiteX7" fmla="*/ 124586 w 126667"/>
                    <a:gd name="connsiteY7" fmla="*/ 2082 h 88720"/>
                    <a:gd name="connsiteX8" fmla="*/ 124586 w 126667"/>
                    <a:gd name="connsiteY8" fmla="*/ 12103 h 88720"/>
                    <a:gd name="connsiteX9" fmla="*/ 50051 w 126667"/>
                    <a:gd name="connsiteY9" fmla="*/ 86638 h 88720"/>
                    <a:gd name="connsiteX10" fmla="*/ 45054 w 126667"/>
                    <a:gd name="connsiteY10" fmla="*/ 88720 h 887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26667" h="88720">
                      <a:moveTo>
                        <a:pt x="45026" y="88692"/>
                      </a:moveTo>
                      <a:cubicBezTo>
                        <a:pt x="43139" y="88692"/>
                        <a:pt x="41362" y="87943"/>
                        <a:pt x="40030" y="86610"/>
                      </a:cubicBezTo>
                      <a:lnTo>
                        <a:pt x="2082" y="48663"/>
                      </a:lnTo>
                      <a:cubicBezTo>
                        <a:pt x="-694" y="45887"/>
                        <a:pt x="-694" y="41418"/>
                        <a:pt x="2082" y="38642"/>
                      </a:cubicBezTo>
                      <a:cubicBezTo>
                        <a:pt x="4858" y="35866"/>
                        <a:pt x="9327" y="35866"/>
                        <a:pt x="12103" y="38642"/>
                      </a:cubicBezTo>
                      <a:lnTo>
                        <a:pt x="45054" y="71592"/>
                      </a:lnTo>
                      <a:lnTo>
                        <a:pt x="114565" y="2082"/>
                      </a:lnTo>
                      <a:cubicBezTo>
                        <a:pt x="117341" y="-694"/>
                        <a:pt x="121810" y="-694"/>
                        <a:pt x="124586" y="2082"/>
                      </a:cubicBezTo>
                      <a:cubicBezTo>
                        <a:pt x="127362" y="4858"/>
                        <a:pt x="127362" y="9327"/>
                        <a:pt x="124586" y="12103"/>
                      </a:cubicBezTo>
                      <a:lnTo>
                        <a:pt x="50051" y="86638"/>
                      </a:lnTo>
                      <a:cubicBezTo>
                        <a:pt x="48718" y="87971"/>
                        <a:pt x="46914" y="88720"/>
                        <a:pt x="45054" y="88720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277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</p:grpSp>
      </p:grpSp>
      <p:grpSp>
        <p:nvGrpSpPr>
          <p:cNvPr id="290" name="Gráfico 2">
            <a:extLst>
              <a:ext uri="{FF2B5EF4-FFF2-40B4-BE49-F238E27FC236}">
                <a16:creationId xmlns:a16="http://schemas.microsoft.com/office/drawing/2014/main" id="{2F532011-486D-42E4-CEC9-AB10804FDFB5}"/>
              </a:ext>
            </a:extLst>
          </p:cNvPr>
          <p:cNvGrpSpPr/>
          <p:nvPr/>
        </p:nvGrpSpPr>
        <p:grpSpPr>
          <a:xfrm>
            <a:off x="6661219" y="3443729"/>
            <a:ext cx="630990" cy="609490"/>
            <a:chOff x="6619775" y="3403698"/>
            <a:chExt cx="713877" cy="689552"/>
          </a:xfrm>
          <a:solidFill>
            <a:srgbClr val="262626"/>
          </a:solidFill>
        </p:grpSpPr>
        <p:sp>
          <p:nvSpPr>
            <p:cNvPr id="291" name="Forma Livre: Forma 290">
              <a:extLst>
                <a:ext uri="{FF2B5EF4-FFF2-40B4-BE49-F238E27FC236}">
                  <a16:creationId xmlns:a16="http://schemas.microsoft.com/office/drawing/2014/main" id="{0BB9EF38-3CE3-C33F-EBD1-F4A1557FD237}"/>
                </a:ext>
              </a:extLst>
            </p:cNvPr>
            <p:cNvSpPr/>
            <p:nvPr/>
          </p:nvSpPr>
          <p:spPr>
            <a:xfrm>
              <a:off x="6619775" y="3403698"/>
              <a:ext cx="547834" cy="593115"/>
            </a:xfrm>
            <a:custGeom>
              <a:avLst/>
              <a:gdLst>
                <a:gd name="connsiteX0" fmla="*/ 321576 w 547834"/>
                <a:gd name="connsiteY0" fmla="*/ 578958 h 593115"/>
                <a:gd name="connsiteX1" fmla="*/ 85480 w 547834"/>
                <a:gd name="connsiteY1" fmla="*/ 578958 h 593115"/>
                <a:gd name="connsiteX2" fmla="*/ 23852 w 547834"/>
                <a:gd name="connsiteY2" fmla="*/ 543370 h 593115"/>
                <a:gd name="connsiteX3" fmla="*/ 23852 w 547834"/>
                <a:gd name="connsiteY3" fmla="*/ 472221 h 593115"/>
                <a:gd name="connsiteX4" fmla="*/ 267778 w 547834"/>
                <a:gd name="connsiteY4" fmla="*/ 49718 h 593115"/>
                <a:gd name="connsiteX5" fmla="*/ 329404 w 547834"/>
                <a:gd name="connsiteY5" fmla="*/ 14157 h 593115"/>
                <a:gd name="connsiteX6" fmla="*/ 391031 w 547834"/>
                <a:gd name="connsiteY6" fmla="*/ 49718 h 593115"/>
                <a:gd name="connsiteX7" fmla="*/ 534632 w 547834"/>
                <a:gd name="connsiteY7" fmla="*/ 298473 h 593115"/>
                <a:gd name="connsiteX8" fmla="*/ 544293 w 547834"/>
                <a:gd name="connsiteY8" fmla="*/ 301055 h 593115"/>
                <a:gd name="connsiteX9" fmla="*/ 546875 w 547834"/>
                <a:gd name="connsiteY9" fmla="*/ 291394 h 593115"/>
                <a:gd name="connsiteX10" fmla="*/ 403273 w 547834"/>
                <a:gd name="connsiteY10" fmla="*/ 42639 h 593115"/>
                <a:gd name="connsiteX11" fmla="*/ 329377 w 547834"/>
                <a:gd name="connsiteY11" fmla="*/ 0 h 593115"/>
                <a:gd name="connsiteX12" fmla="*/ 255481 w 547834"/>
                <a:gd name="connsiteY12" fmla="*/ 42639 h 593115"/>
                <a:gd name="connsiteX13" fmla="*/ 11555 w 547834"/>
                <a:gd name="connsiteY13" fmla="*/ 465143 h 593115"/>
                <a:gd name="connsiteX14" fmla="*/ 11555 w 547834"/>
                <a:gd name="connsiteY14" fmla="*/ 550449 h 593115"/>
                <a:gd name="connsiteX15" fmla="*/ 85452 w 547834"/>
                <a:gd name="connsiteY15" fmla="*/ 593115 h 593115"/>
                <a:gd name="connsiteX16" fmla="*/ 321548 w 547834"/>
                <a:gd name="connsiteY16" fmla="*/ 593115 h 593115"/>
                <a:gd name="connsiteX17" fmla="*/ 328627 w 547834"/>
                <a:gd name="connsiteY17" fmla="*/ 586037 h 593115"/>
                <a:gd name="connsiteX18" fmla="*/ 321548 w 547834"/>
                <a:gd name="connsiteY18" fmla="*/ 578958 h 593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47834" h="593115">
                  <a:moveTo>
                    <a:pt x="321576" y="578958"/>
                  </a:moveTo>
                  <a:lnTo>
                    <a:pt x="85480" y="578958"/>
                  </a:lnTo>
                  <a:cubicBezTo>
                    <a:pt x="59746" y="578958"/>
                    <a:pt x="36733" y="565661"/>
                    <a:pt x="23852" y="543370"/>
                  </a:cubicBezTo>
                  <a:cubicBezTo>
                    <a:pt x="11000" y="521079"/>
                    <a:pt x="10972" y="494485"/>
                    <a:pt x="23852" y="472221"/>
                  </a:cubicBezTo>
                  <a:lnTo>
                    <a:pt x="267778" y="49718"/>
                  </a:lnTo>
                  <a:cubicBezTo>
                    <a:pt x="280630" y="27454"/>
                    <a:pt x="303671" y="14157"/>
                    <a:pt x="329404" y="14157"/>
                  </a:cubicBezTo>
                  <a:cubicBezTo>
                    <a:pt x="355138" y="14157"/>
                    <a:pt x="378179" y="27454"/>
                    <a:pt x="391031" y="49718"/>
                  </a:cubicBezTo>
                  <a:lnTo>
                    <a:pt x="534632" y="298473"/>
                  </a:lnTo>
                  <a:cubicBezTo>
                    <a:pt x="536576" y="301860"/>
                    <a:pt x="540906" y="303026"/>
                    <a:pt x="544293" y="301055"/>
                  </a:cubicBezTo>
                  <a:cubicBezTo>
                    <a:pt x="547680" y="299112"/>
                    <a:pt x="548846" y="294781"/>
                    <a:pt x="546875" y="291394"/>
                  </a:cubicBezTo>
                  <a:lnTo>
                    <a:pt x="403273" y="42639"/>
                  </a:lnTo>
                  <a:cubicBezTo>
                    <a:pt x="387867" y="15934"/>
                    <a:pt x="360218" y="0"/>
                    <a:pt x="329377" y="0"/>
                  </a:cubicBezTo>
                  <a:cubicBezTo>
                    <a:pt x="298536" y="0"/>
                    <a:pt x="270914" y="15934"/>
                    <a:pt x="255481" y="42639"/>
                  </a:cubicBezTo>
                  <a:lnTo>
                    <a:pt x="11555" y="465143"/>
                  </a:lnTo>
                  <a:cubicBezTo>
                    <a:pt x="-3852" y="491848"/>
                    <a:pt x="-3852" y="523744"/>
                    <a:pt x="11555" y="550449"/>
                  </a:cubicBezTo>
                  <a:cubicBezTo>
                    <a:pt x="26990" y="577181"/>
                    <a:pt x="54611" y="593115"/>
                    <a:pt x="85452" y="593115"/>
                  </a:cubicBezTo>
                  <a:lnTo>
                    <a:pt x="321548" y="593115"/>
                  </a:lnTo>
                  <a:cubicBezTo>
                    <a:pt x="325463" y="593115"/>
                    <a:pt x="328627" y="589951"/>
                    <a:pt x="328627" y="586037"/>
                  </a:cubicBezTo>
                  <a:cubicBezTo>
                    <a:pt x="328627" y="582122"/>
                    <a:pt x="325463" y="578958"/>
                    <a:pt x="321548" y="578958"/>
                  </a:cubicBezTo>
                  <a:close/>
                </a:path>
              </a:pathLst>
            </a:custGeom>
            <a:solidFill>
              <a:srgbClr val="262626"/>
            </a:solidFill>
            <a:ln w="27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2" name="Forma Livre: Forma 291">
              <a:extLst>
                <a:ext uri="{FF2B5EF4-FFF2-40B4-BE49-F238E27FC236}">
                  <a16:creationId xmlns:a16="http://schemas.microsoft.com/office/drawing/2014/main" id="{FE35AB72-7477-EBDB-4E55-8AFA8C2FC5FE}"/>
                </a:ext>
              </a:extLst>
            </p:cNvPr>
            <p:cNvSpPr/>
            <p:nvPr/>
          </p:nvSpPr>
          <p:spPr>
            <a:xfrm>
              <a:off x="6905055" y="3564677"/>
              <a:ext cx="88198" cy="238817"/>
            </a:xfrm>
            <a:custGeom>
              <a:avLst/>
              <a:gdLst>
                <a:gd name="connsiteX0" fmla="*/ 88152 w 88198"/>
                <a:gd name="connsiteY0" fmla="*/ 37614 h 238817"/>
                <a:gd name="connsiteX1" fmla="*/ 78297 w 88198"/>
                <a:gd name="connsiteY1" fmla="*/ 11132 h 238817"/>
                <a:gd name="connsiteX2" fmla="*/ 52313 w 88198"/>
                <a:gd name="connsiteY2" fmla="*/ 0 h 238817"/>
                <a:gd name="connsiteX3" fmla="*/ 35880 w 88198"/>
                <a:gd name="connsiteY3" fmla="*/ 0 h 238817"/>
                <a:gd name="connsiteX4" fmla="*/ 9896 w 88198"/>
                <a:gd name="connsiteY4" fmla="*/ 11132 h 238817"/>
                <a:gd name="connsiteX5" fmla="*/ 42 w 88198"/>
                <a:gd name="connsiteY5" fmla="*/ 37614 h 238817"/>
                <a:gd name="connsiteX6" fmla="*/ 8259 w 88198"/>
                <a:gd name="connsiteY6" fmla="*/ 204701 h 238817"/>
                <a:gd name="connsiteX7" fmla="*/ 44069 w 88198"/>
                <a:gd name="connsiteY7" fmla="*/ 238817 h 238817"/>
                <a:gd name="connsiteX8" fmla="*/ 79879 w 88198"/>
                <a:gd name="connsiteY8" fmla="*/ 204701 h 238817"/>
                <a:gd name="connsiteX9" fmla="*/ 88096 w 88198"/>
                <a:gd name="connsiteY9" fmla="*/ 37614 h 238817"/>
                <a:gd name="connsiteX10" fmla="*/ 65805 w 88198"/>
                <a:gd name="connsiteY10" fmla="*/ 204007 h 238817"/>
                <a:gd name="connsiteX11" fmla="*/ 44124 w 88198"/>
                <a:gd name="connsiteY11" fmla="*/ 224632 h 238817"/>
                <a:gd name="connsiteX12" fmla="*/ 22444 w 88198"/>
                <a:gd name="connsiteY12" fmla="*/ 204007 h 238817"/>
                <a:gd name="connsiteX13" fmla="*/ 14227 w 88198"/>
                <a:gd name="connsiteY13" fmla="*/ 36921 h 238817"/>
                <a:gd name="connsiteX14" fmla="*/ 20196 w 88198"/>
                <a:gd name="connsiteY14" fmla="*/ 20875 h 238817"/>
                <a:gd name="connsiteX15" fmla="*/ 35908 w 88198"/>
                <a:gd name="connsiteY15" fmla="*/ 14130 h 238817"/>
                <a:gd name="connsiteX16" fmla="*/ 52341 w 88198"/>
                <a:gd name="connsiteY16" fmla="*/ 14130 h 238817"/>
                <a:gd name="connsiteX17" fmla="*/ 68054 w 88198"/>
                <a:gd name="connsiteY17" fmla="*/ 20875 h 238817"/>
                <a:gd name="connsiteX18" fmla="*/ 74022 w 88198"/>
                <a:gd name="connsiteY18" fmla="*/ 36921 h 238817"/>
                <a:gd name="connsiteX19" fmla="*/ 65805 w 88198"/>
                <a:gd name="connsiteY19" fmla="*/ 204007 h 238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88198" h="238817">
                  <a:moveTo>
                    <a:pt x="88152" y="37614"/>
                  </a:moveTo>
                  <a:cubicBezTo>
                    <a:pt x="88651" y="27704"/>
                    <a:pt x="85153" y="18294"/>
                    <a:pt x="78297" y="11132"/>
                  </a:cubicBezTo>
                  <a:cubicBezTo>
                    <a:pt x="71468" y="3942"/>
                    <a:pt x="62224" y="0"/>
                    <a:pt x="52313" y="0"/>
                  </a:cubicBezTo>
                  <a:lnTo>
                    <a:pt x="35880" y="0"/>
                  </a:lnTo>
                  <a:cubicBezTo>
                    <a:pt x="25969" y="0"/>
                    <a:pt x="16754" y="3942"/>
                    <a:pt x="9896" y="11132"/>
                  </a:cubicBezTo>
                  <a:cubicBezTo>
                    <a:pt x="3068" y="18321"/>
                    <a:pt x="-430" y="27732"/>
                    <a:pt x="42" y="37614"/>
                  </a:cubicBezTo>
                  <a:lnTo>
                    <a:pt x="8259" y="204701"/>
                  </a:lnTo>
                  <a:cubicBezTo>
                    <a:pt x="9202" y="223827"/>
                    <a:pt x="24943" y="238817"/>
                    <a:pt x="44069" y="238817"/>
                  </a:cubicBezTo>
                  <a:cubicBezTo>
                    <a:pt x="63196" y="238817"/>
                    <a:pt x="78935" y="223827"/>
                    <a:pt x="79879" y="204701"/>
                  </a:cubicBezTo>
                  <a:lnTo>
                    <a:pt x="88096" y="37614"/>
                  </a:lnTo>
                  <a:close/>
                  <a:moveTo>
                    <a:pt x="65805" y="204007"/>
                  </a:moveTo>
                  <a:cubicBezTo>
                    <a:pt x="65250" y="215582"/>
                    <a:pt x="55700" y="224632"/>
                    <a:pt x="44124" y="224632"/>
                  </a:cubicBezTo>
                  <a:cubicBezTo>
                    <a:pt x="32549" y="224632"/>
                    <a:pt x="23000" y="215555"/>
                    <a:pt x="22444" y="204007"/>
                  </a:cubicBezTo>
                  <a:lnTo>
                    <a:pt x="14227" y="36921"/>
                  </a:lnTo>
                  <a:cubicBezTo>
                    <a:pt x="13922" y="30924"/>
                    <a:pt x="16060" y="25234"/>
                    <a:pt x="20196" y="20875"/>
                  </a:cubicBezTo>
                  <a:cubicBezTo>
                    <a:pt x="24332" y="16517"/>
                    <a:pt x="29912" y="14130"/>
                    <a:pt x="35908" y="14130"/>
                  </a:cubicBezTo>
                  <a:lnTo>
                    <a:pt x="52341" y="14130"/>
                  </a:lnTo>
                  <a:cubicBezTo>
                    <a:pt x="58338" y="14130"/>
                    <a:pt x="63918" y="16517"/>
                    <a:pt x="68054" y="20875"/>
                  </a:cubicBezTo>
                  <a:cubicBezTo>
                    <a:pt x="72190" y="25234"/>
                    <a:pt x="74300" y="30924"/>
                    <a:pt x="74022" y="36921"/>
                  </a:cubicBezTo>
                  <a:lnTo>
                    <a:pt x="65805" y="204007"/>
                  </a:lnTo>
                  <a:close/>
                </a:path>
              </a:pathLst>
            </a:custGeom>
            <a:solidFill>
              <a:srgbClr val="262626"/>
            </a:solidFill>
            <a:ln w="27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3" name="Forma Livre: Forma 292">
              <a:extLst>
                <a:ext uri="{FF2B5EF4-FFF2-40B4-BE49-F238E27FC236}">
                  <a16:creationId xmlns:a16="http://schemas.microsoft.com/office/drawing/2014/main" id="{70D7074C-A8DD-4DC7-5509-F1D7CBE40BBF}"/>
                </a:ext>
              </a:extLst>
            </p:cNvPr>
            <p:cNvSpPr/>
            <p:nvPr/>
          </p:nvSpPr>
          <p:spPr>
            <a:xfrm>
              <a:off x="6906180" y="3833863"/>
              <a:ext cx="42583" cy="89025"/>
            </a:xfrm>
            <a:custGeom>
              <a:avLst/>
              <a:gdLst>
                <a:gd name="connsiteX0" fmla="*/ 35505 w 42583"/>
                <a:gd name="connsiteY0" fmla="*/ 0 h 89025"/>
                <a:gd name="connsiteX1" fmla="*/ 28038 w 42583"/>
                <a:gd name="connsiteY1" fmla="*/ 0 h 89025"/>
                <a:gd name="connsiteX2" fmla="*/ 0 w 42583"/>
                <a:gd name="connsiteY2" fmla="*/ 28093 h 89025"/>
                <a:gd name="connsiteX3" fmla="*/ 0 w 42583"/>
                <a:gd name="connsiteY3" fmla="*/ 60933 h 89025"/>
                <a:gd name="connsiteX4" fmla="*/ 28038 w 42583"/>
                <a:gd name="connsiteY4" fmla="*/ 89026 h 89025"/>
                <a:gd name="connsiteX5" fmla="*/ 32812 w 42583"/>
                <a:gd name="connsiteY5" fmla="*/ 89026 h 89025"/>
                <a:gd name="connsiteX6" fmla="*/ 39891 w 42583"/>
                <a:gd name="connsiteY6" fmla="*/ 81947 h 89025"/>
                <a:gd name="connsiteX7" fmla="*/ 32812 w 42583"/>
                <a:gd name="connsiteY7" fmla="*/ 74868 h 89025"/>
                <a:gd name="connsiteX8" fmla="*/ 28038 w 42583"/>
                <a:gd name="connsiteY8" fmla="*/ 74868 h 89025"/>
                <a:gd name="connsiteX9" fmla="*/ 14158 w 42583"/>
                <a:gd name="connsiteY9" fmla="*/ 60933 h 89025"/>
                <a:gd name="connsiteX10" fmla="*/ 14158 w 42583"/>
                <a:gd name="connsiteY10" fmla="*/ 28093 h 89025"/>
                <a:gd name="connsiteX11" fmla="*/ 28038 w 42583"/>
                <a:gd name="connsiteY11" fmla="*/ 14157 h 89025"/>
                <a:gd name="connsiteX12" fmla="*/ 35505 w 42583"/>
                <a:gd name="connsiteY12" fmla="*/ 14157 h 89025"/>
                <a:gd name="connsiteX13" fmla="*/ 42584 w 42583"/>
                <a:gd name="connsiteY13" fmla="*/ 7079 h 89025"/>
                <a:gd name="connsiteX14" fmla="*/ 35505 w 42583"/>
                <a:gd name="connsiteY14" fmla="*/ 0 h 89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2583" h="89025">
                  <a:moveTo>
                    <a:pt x="35505" y="0"/>
                  </a:moveTo>
                  <a:lnTo>
                    <a:pt x="28038" y="0"/>
                  </a:lnTo>
                  <a:cubicBezTo>
                    <a:pt x="12575" y="0"/>
                    <a:pt x="0" y="12603"/>
                    <a:pt x="0" y="28093"/>
                  </a:cubicBezTo>
                  <a:lnTo>
                    <a:pt x="0" y="60933"/>
                  </a:lnTo>
                  <a:cubicBezTo>
                    <a:pt x="0" y="76423"/>
                    <a:pt x="12575" y="89026"/>
                    <a:pt x="28038" y="89026"/>
                  </a:cubicBezTo>
                  <a:lnTo>
                    <a:pt x="32812" y="89026"/>
                  </a:lnTo>
                  <a:cubicBezTo>
                    <a:pt x="36726" y="89026"/>
                    <a:pt x="39891" y="85861"/>
                    <a:pt x="39891" y="81947"/>
                  </a:cubicBezTo>
                  <a:cubicBezTo>
                    <a:pt x="39891" y="78033"/>
                    <a:pt x="36726" y="74868"/>
                    <a:pt x="32812" y="74868"/>
                  </a:cubicBezTo>
                  <a:lnTo>
                    <a:pt x="28038" y="74868"/>
                  </a:lnTo>
                  <a:cubicBezTo>
                    <a:pt x="20376" y="74868"/>
                    <a:pt x="14158" y="68622"/>
                    <a:pt x="14158" y="60933"/>
                  </a:cubicBezTo>
                  <a:lnTo>
                    <a:pt x="14158" y="28093"/>
                  </a:lnTo>
                  <a:cubicBezTo>
                    <a:pt x="14158" y="20403"/>
                    <a:pt x="20376" y="14157"/>
                    <a:pt x="28038" y="14157"/>
                  </a:cubicBezTo>
                  <a:lnTo>
                    <a:pt x="35505" y="14157"/>
                  </a:lnTo>
                  <a:cubicBezTo>
                    <a:pt x="39419" y="14157"/>
                    <a:pt x="42584" y="10993"/>
                    <a:pt x="42584" y="7079"/>
                  </a:cubicBezTo>
                  <a:cubicBezTo>
                    <a:pt x="42584" y="3165"/>
                    <a:pt x="39419" y="0"/>
                    <a:pt x="35505" y="0"/>
                  </a:cubicBezTo>
                  <a:close/>
                </a:path>
              </a:pathLst>
            </a:custGeom>
            <a:solidFill>
              <a:srgbClr val="262626"/>
            </a:solidFill>
            <a:ln w="27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4" name="Forma Livre: Forma 293">
              <a:extLst>
                <a:ext uri="{FF2B5EF4-FFF2-40B4-BE49-F238E27FC236}">
                  <a16:creationId xmlns:a16="http://schemas.microsoft.com/office/drawing/2014/main" id="{BE00B83D-8FC7-3BE5-E4BD-141A0989D5CC}"/>
                </a:ext>
              </a:extLst>
            </p:cNvPr>
            <p:cNvSpPr/>
            <p:nvPr/>
          </p:nvSpPr>
          <p:spPr>
            <a:xfrm>
              <a:off x="6979132" y="3738730"/>
              <a:ext cx="354519" cy="354520"/>
            </a:xfrm>
            <a:custGeom>
              <a:avLst/>
              <a:gdLst>
                <a:gd name="connsiteX0" fmla="*/ 340252 w 354519"/>
                <a:gd name="connsiteY0" fmla="*/ 89581 h 354520"/>
                <a:gd name="connsiteX1" fmla="*/ 264939 w 354519"/>
                <a:gd name="connsiteY1" fmla="*/ 14269 h 354520"/>
                <a:gd name="connsiteX2" fmla="*/ 230517 w 354519"/>
                <a:gd name="connsiteY2" fmla="*/ 0 h 354520"/>
                <a:gd name="connsiteX3" fmla="*/ 124003 w 354519"/>
                <a:gd name="connsiteY3" fmla="*/ 0 h 354520"/>
                <a:gd name="connsiteX4" fmla="*/ 89581 w 354519"/>
                <a:gd name="connsiteY4" fmla="*/ 14269 h 354520"/>
                <a:gd name="connsiteX5" fmla="*/ 14268 w 354519"/>
                <a:gd name="connsiteY5" fmla="*/ 89581 h 354520"/>
                <a:gd name="connsiteX6" fmla="*/ 0 w 354519"/>
                <a:gd name="connsiteY6" fmla="*/ 124003 h 354520"/>
                <a:gd name="connsiteX7" fmla="*/ 0 w 354519"/>
                <a:gd name="connsiteY7" fmla="*/ 230517 h 354520"/>
                <a:gd name="connsiteX8" fmla="*/ 14268 w 354519"/>
                <a:gd name="connsiteY8" fmla="*/ 264939 h 354520"/>
                <a:gd name="connsiteX9" fmla="*/ 89581 w 354519"/>
                <a:gd name="connsiteY9" fmla="*/ 340252 h 354520"/>
                <a:gd name="connsiteX10" fmla="*/ 124003 w 354519"/>
                <a:gd name="connsiteY10" fmla="*/ 354520 h 354520"/>
                <a:gd name="connsiteX11" fmla="*/ 230517 w 354519"/>
                <a:gd name="connsiteY11" fmla="*/ 354520 h 354520"/>
                <a:gd name="connsiteX12" fmla="*/ 264939 w 354519"/>
                <a:gd name="connsiteY12" fmla="*/ 340252 h 354520"/>
                <a:gd name="connsiteX13" fmla="*/ 340252 w 354519"/>
                <a:gd name="connsiteY13" fmla="*/ 264939 h 354520"/>
                <a:gd name="connsiteX14" fmla="*/ 354520 w 354519"/>
                <a:gd name="connsiteY14" fmla="*/ 230517 h 354520"/>
                <a:gd name="connsiteX15" fmla="*/ 354520 w 354519"/>
                <a:gd name="connsiteY15" fmla="*/ 124003 h 354520"/>
                <a:gd name="connsiteX16" fmla="*/ 340252 w 354519"/>
                <a:gd name="connsiteY16" fmla="*/ 89581 h 354520"/>
                <a:gd name="connsiteX17" fmla="*/ 340363 w 354519"/>
                <a:gd name="connsiteY17" fmla="*/ 230517 h 354520"/>
                <a:gd name="connsiteX18" fmla="*/ 330258 w 354519"/>
                <a:gd name="connsiteY18" fmla="*/ 254918 h 354520"/>
                <a:gd name="connsiteX19" fmla="*/ 254946 w 354519"/>
                <a:gd name="connsiteY19" fmla="*/ 330230 h 354520"/>
                <a:gd name="connsiteX20" fmla="*/ 230545 w 354519"/>
                <a:gd name="connsiteY20" fmla="*/ 340335 h 354520"/>
                <a:gd name="connsiteX21" fmla="*/ 124030 w 354519"/>
                <a:gd name="connsiteY21" fmla="*/ 340335 h 354520"/>
                <a:gd name="connsiteX22" fmla="*/ 99630 w 354519"/>
                <a:gd name="connsiteY22" fmla="*/ 330230 h 354520"/>
                <a:gd name="connsiteX23" fmla="*/ 24318 w 354519"/>
                <a:gd name="connsiteY23" fmla="*/ 254918 h 354520"/>
                <a:gd name="connsiteX24" fmla="*/ 14213 w 354519"/>
                <a:gd name="connsiteY24" fmla="*/ 230517 h 354520"/>
                <a:gd name="connsiteX25" fmla="*/ 14213 w 354519"/>
                <a:gd name="connsiteY25" fmla="*/ 124003 h 354520"/>
                <a:gd name="connsiteX26" fmla="*/ 24318 w 354519"/>
                <a:gd name="connsiteY26" fmla="*/ 99602 h 354520"/>
                <a:gd name="connsiteX27" fmla="*/ 99630 w 354519"/>
                <a:gd name="connsiteY27" fmla="*/ 24290 h 354520"/>
                <a:gd name="connsiteX28" fmla="*/ 124030 w 354519"/>
                <a:gd name="connsiteY28" fmla="*/ 14185 h 354520"/>
                <a:gd name="connsiteX29" fmla="*/ 230545 w 354519"/>
                <a:gd name="connsiteY29" fmla="*/ 14185 h 354520"/>
                <a:gd name="connsiteX30" fmla="*/ 254946 w 354519"/>
                <a:gd name="connsiteY30" fmla="*/ 24290 h 354520"/>
                <a:gd name="connsiteX31" fmla="*/ 330258 w 354519"/>
                <a:gd name="connsiteY31" fmla="*/ 99602 h 354520"/>
                <a:gd name="connsiteX32" fmla="*/ 340363 w 354519"/>
                <a:gd name="connsiteY32" fmla="*/ 124003 h 354520"/>
                <a:gd name="connsiteX33" fmla="*/ 340363 w 354519"/>
                <a:gd name="connsiteY33" fmla="*/ 230517 h 354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54519" h="354520">
                  <a:moveTo>
                    <a:pt x="340252" y="89581"/>
                  </a:moveTo>
                  <a:lnTo>
                    <a:pt x="264939" y="14269"/>
                  </a:lnTo>
                  <a:cubicBezTo>
                    <a:pt x="255750" y="5080"/>
                    <a:pt x="243509" y="0"/>
                    <a:pt x="230517" y="0"/>
                  </a:cubicBezTo>
                  <a:lnTo>
                    <a:pt x="124003" y="0"/>
                  </a:lnTo>
                  <a:cubicBezTo>
                    <a:pt x="111011" y="0"/>
                    <a:pt x="98769" y="5052"/>
                    <a:pt x="89581" y="14269"/>
                  </a:cubicBezTo>
                  <a:lnTo>
                    <a:pt x="14268" y="89581"/>
                  </a:lnTo>
                  <a:cubicBezTo>
                    <a:pt x="5080" y="98769"/>
                    <a:pt x="0" y="111011"/>
                    <a:pt x="0" y="124003"/>
                  </a:cubicBezTo>
                  <a:lnTo>
                    <a:pt x="0" y="230517"/>
                  </a:lnTo>
                  <a:cubicBezTo>
                    <a:pt x="0" y="243509"/>
                    <a:pt x="5052" y="255751"/>
                    <a:pt x="14268" y="264939"/>
                  </a:cubicBezTo>
                  <a:lnTo>
                    <a:pt x="89581" y="340252"/>
                  </a:lnTo>
                  <a:cubicBezTo>
                    <a:pt x="98769" y="349440"/>
                    <a:pt x="111011" y="354520"/>
                    <a:pt x="124003" y="354520"/>
                  </a:cubicBezTo>
                  <a:lnTo>
                    <a:pt x="230517" y="354520"/>
                  </a:lnTo>
                  <a:cubicBezTo>
                    <a:pt x="243509" y="354520"/>
                    <a:pt x="255750" y="349468"/>
                    <a:pt x="264939" y="340252"/>
                  </a:cubicBezTo>
                  <a:lnTo>
                    <a:pt x="340252" y="264939"/>
                  </a:lnTo>
                  <a:cubicBezTo>
                    <a:pt x="349440" y="255751"/>
                    <a:pt x="354520" y="243509"/>
                    <a:pt x="354520" y="230517"/>
                  </a:cubicBezTo>
                  <a:lnTo>
                    <a:pt x="354520" y="124003"/>
                  </a:lnTo>
                  <a:cubicBezTo>
                    <a:pt x="354520" y="111011"/>
                    <a:pt x="349467" y="98769"/>
                    <a:pt x="340252" y="89581"/>
                  </a:cubicBezTo>
                  <a:close/>
                  <a:moveTo>
                    <a:pt x="340363" y="230517"/>
                  </a:moveTo>
                  <a:cubicBezTo>
                    <a:pt x="340363" y="239733"/>
                    <a:pt x="336782" y="248394"/>
                    <a:pt x="330258" y="254918"/>
                  </a:cubicBezTo>
                  <a:lnTo>
                    <a:pt x="254946" y="330230"/>
                  </a:lnTo>
                  <a:cubicBezTo>
                    <a:pt x="248422" y="336754"/>
                    <a:pt x="239761" y="340335"/>
                    <a:pt x="230545" y="340335"/>
                  </a:cubicBezTo>
                  <a:lnTo>
                    <a:pt x="124030" y="340335"/>
                  </a:lnTo>
                  <a:cubicBezTo>
                    <a:pt x="114815" y="340335"/>
                    <a:pt x="106126" y="336754"/>
                    <a:pt x="99630" y="330230"/>
                  </a:cubicBezTo>
                  <a:lnTo>
                    <a:pt x="24318" y="254918"/>
                  </a:lnTo>
                  <a:cubicBezTo>
                    <a:pt x="17794" y="248394"/>
                    <a:pt x="14213" y="239733"/>
                    <a:pt x="14213" y="230517"/>
                  </a:cubicBezTo>
                  <a:lnTo>
                    <a:pt x="14213" y="124003"/>
                  </a:lnTo>
                  <a:cubicBezTo>
                    <a:pt x="14213" y="114787"/>
                    <a:pt x="17794" y="106126"/>
                    <a:pt x="24318" y="99602"/>
                  </a:cubicBezTo>
                  <a:lnTo>
                    <a:pt x="99630" y="24290"/>
                  </a:lnTo>
                  <a:cubicBezTo>
                    <a:pt x="106153" y="17766"/>
                    <a:pt x="114815" y="14185"/>
                    <a:pt x="124030" y="14185"/>
                  </a:cubicBezTo>
                  <a:lnTo>
                    <a:pt x="230545" y="14185"/>
                  </a:lnTo>
                  <a:cubicBezTo>
                    <a:pt x="239761" y="14185"/>
                    <a:pt x="248450" y="17766"/>
                    <a:pt x="254946" y="24290"/>
                  </a:cubicBezTo>
                  <a:lnTo>
                    <a:pt x="330258" y="99602"/>
                  </a:lnTo>
                  <a:cubicBezTo>
                    <a:pt x="336782" y="106126"/>
                    <a:pt x="340363" y="114787"/>
                    <a:pt x="340363" y="124003"/>
                  </a:cubicBezTo>
                  <a:lnTo>
                    <a:pt x="340363" y="230517"/>
                  </a:lnTo>
                  <a:close/>
                </a:path>
              </a:pathLst>
            </a:custGeom>
            <a:solidFill>
              <a:srgbClr val="262626"/>
            </a:solidFill>
            <a:ln w="27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5" name="Forma Livre: Forma 294">
              <a:extLst>
                <a:ext uri="{FF2B5EF4-FFF2-40B4-BE49-F238E27FC236}">
                  <a16:creationId xmlns:a16="http://schemas.microsoft.com/office/drawing/2014/main" id="{A38344B5-F3E0-1C95-AEA6-2269C54265BF}"/>
                </a:ext>
              </a:extLst>
            </p:cNvPr>
            <p:cNvSpPr/>
            <p:nvPr/>
          </p:nvSpPr>
          <p:spPr>
            <a:xfrm>
              <a:off x="7065548" y="3824987"/>
              <a:ext cx="181597" cy="181541"/>
            </a:xfrm>
            <a:custGeom>
              <a:avLst/>
              <a:gdLst>
                <a:gd name="connsiteX0" fmla="*/ 138438 w 181597"/>
                <a:gd name="connsiteY0" fmla="*/ 90768 h 181541"/>
                <a:gd name="connsiteX1" fmla="*/ 175414 w 181597"/>
                <a:gd name="connsiteY1" fmla="*/ 53791 h 181541"/>
                <a:gd name="connsiteX2" fmla="*/ 175414 w 181597"/>
                <a:gd name="connsiteY2" fmla="*/ 23894 h 181541"/>
                <a:gd name="connsiteX3" fmla="*/ 157676 w 181597"/>
                <a:gd name="connsiteY3" fmla="*/ 6183 h 181541"/>
                <a:gd name="connsiteX4" fmla="*/ 127778 w 181597"/>
                <a:gd name="connsiteY4" fmla="*/ 6183 h 181541"/>
                <a:gd name="connsiteX5" fmla="*/ 90803 w 181597"/>
                <a:gd name="connsiteY5" fmla="*/ 43159 h 181541"/>
                <a:gd name="connsiteX6" fmla="*/ 53827 w 181597"/>
                <a:gd name="connsiteY6" fmla="*/ 6183 h 181541"/>
                <a:gd name="connsiteX7" fmla="*/ 23929 w 181597"/>
                <a:gd name="connsiteY7" fmla="*/ 6183 h 181541"/>
                <a:gd name="connsiteX8" fmla="*/ 6191 w 181597"/>
                <a:gd name="connsiteY8" fmla="*/ 23894 h 181541"/>
                <a:gd name="connsiteX9" fmla="*/ 0 w 181597"/>
                <a:gd name="connsiteY9" fmla="*/ 38857 h 181541"/>
                <a:gd name="connsiteX10" fmla="*/ 6191 w 181597"/>
                <a:gd name="connsiteY10" fmla="*/ 53791 h 181541"/>
                <a:gd name="connsiteX11" fmla="*/ 43167 w 181597"/>
                <a:gd name="connsiteY11" fmla="*/ 90768 h 181541"/>
                <a:gd name="connsiteX12" fmla="*/ 6191 w 181597"/>
                <a:gd name="connsiteY12" fmla="*/ 127744 h 181541"/>
                <a:gd name="connsiteX13" fmla="*/ 0 w 181597"/>
                <a:gd name="connsiteY13" fmla="*/ 142678 h 181541"/>
                <a:gd name="connsiteX14" fmla="*/ 6191 w 181597"/>
                <a:gd name="connsiteY14" fmla="*/ 157613 h 181541"/>
                <a:gd name="connsiteX15" fmla="*/ 23901 w 181597"/>
                <a:gd name="connsiteY15" fmla="*/ 175352 h 181541"/>
                <a:gd name="connsiteX16" fmla="*/ 38864 w 181597"/>
                <a:gd name="connsiteY16" fmla="*/ 181542 h 181541"/>
                <a:gd name="connsiteX17" fmla="*/ 53799 w 181597"/>
                <a:gd name="connsiteY17" fmla="*/ 175352 h 181541"/>
                <a:gd name="connsiteX18" fmla="*/ 90775 w 181597"/>
                <a:gd name="connsiteY18" fmla="*/ 138376 h 181541"/>
                <a:gd name="connsiteX19" fmla="*/ 127751 w 181597"/>
                <a:gd name="connsiteY19" fmla="*/ 175352 h 181541"/>
                <a:gd name="connsiteX20" fmla="*/ 142713 w 181597"/>
                <a:gd name="connsiteY20" fmla="*/ 181542 h 181541"/>
                <a:gd name="connsiteX21" fmla="*/ 157648 w 181597"/>
                <a:gd name="connsiteY21" fmla="*/ 175352 h 181541"/>
                <a:gd name="connsiteX22" fmla="*/ 175387 w 181597"/>
                <a:gd name="connsiteY22" fmla="*/ 157613 h 181541"/>
                <a:gd name="connsiteX23" fmla="*/ 175387 w 181597"/>
                <a:gd name="connsiteY23" fmla="*/ 127716 h 181541"/>
                <a:gd name="connsiteX24" fmla="*/ 138411 w 181597"/>
                <a:gd name="connsiteY24" fmla="*/ 90740 h 181541"/>
                <a:gd name="connsiteX25" fmla="*/ 165421 w 181597"/>
                <a:gd name="connsiteY25" fmla="*/ 147647 h 181541"/>
                <a:gd name="connsiteX26" fmla="*/ 147683 w 181597"/>
                <a:gd name="connsiteY26" fmla="*/ 165386 h 181541"/>
                <a:gd name="connsiteX27" fmla="*/ 137800 w 181597"/>
                <a:gd name="connsiteY27" fmla="*/ 165386 h 181541"/>
                <a:gd name="connsiteX28" fmla="*/ 95799 w 181597"/>
                <a:gd name="connsiteY28" fmla="*/ 123385 h 181541"/>
                <a:gd name="connsiteX29" fmla="*/ 90803 w 181597"/>
                <a:gd name="connsiteY29" fmla="*/ 121303 h 181541"/>
                <a:gd name="connsiteX30" fmla="*/ 85806 w 181597"/>
                <a:gd name="connsiteY30" fmla="*/ 123385 h 181541"/>
                <a:gd name="connsiteX31" fmla="*/ 43805 w 181597"/>
                <a:gd name="connsiteY31" fmla="*/ 165386 h 181541"/>
                <a:gd name="connsiteX32" fmla="*/ 33923 w 181597"/>
                <a:gd name="connsiteY32" fmla="*/ 165386 h 181541"/>
                <a:gd name="connsiteX33" fmla="*/ 16184 w 181597"/>
                <a:gd name="connsiteY33" fmla="*/ 147647 h 181541"/>
                <a:gd name="connsiteX34" fmla="*/ 14130 w 181597"/>
                <a:gd name="connsiteY34" fmla="*/ 142706 h 181541"/>
                <a:gd name="connsiteX35" fmla="*/ 16184 w 181597"/>
                <a:gd name="connsiteY35" fmla="*/ 137765 h 181541"/>
                <a:gd name="connsiteX36" fmla="*/ 58185 w 181597"/>
                <a:gd name="connsiteY36" fmla="*/ 95764 h 181541"/>
                <a:gd name="connsiteX37" fmla="*/ 58185 w 181597"/>
                <a:gd name="connsiteY37" fmla="*/ 85743 h 181541"/>
                <a:gd name="connsiteX38" fmla="*/ 16184 w 181597"/>
                <a:gd name="connsiteY38" fmla="*/ 43742 h 181541"/>
                <a:gd name="connsiteX39" fmla="*/ 14130 w 181597"/>
                <a:gd name="connsiteY39" fmla="*/ 38801 h 181541"/>
                <a:gd name="connsiteX40" fmla="*/ 16184 w 181597"/>
                <a:gd name="connsiteY40" fmla="*/ 33860 h 181541"/>
                <a:gd name="connsiteX41" fmla="*/ 33923 w 181597"/>
                <a:gd name="connsiteY41" fmla="*/ 16121 h 181541"/>
                <a:gd name="connsiteX42" fmla="*/ 43805 w 181597"/>
                <a:gd name="connsiteY42" fmla="*/ 16121 h 181541"/>
                <a:gd name="connsiteX43" fmla="*/ 85806 w 181597"/>
                <a:gd name="connsiteY43" fmla="*/ 58122 h 181541"/>
                <a:gd name="connsiteX44" fmla="*/ 95827 w 181597"/>
                <a:gd name="connsiteY44" fmla="*/ 58122 h 181541"/>
                <a:gd name="connsiteX45" fmla="*/ 137828 w 181597"/>
                <a:gd name="connsiteY45" fmla="*/ 16121 h 181541"/>
                <a:gd name="connsiteX46" fmla="*/ 147710 w 181597"/>
                <a:gd name="connsiteY46" fmla="*/ 16121 h 181541"/>
                <a:gd name="connsiteX47" fmla="*/ 165448 w 181597"/>
                <a:gd name="connsiteY47" fmla="*/ 33860 h 181541"/>
                <a:gd name="connsiteX48" fmla="*/ 165448 w 181597"/>
                <a:gd name="connsiteY48" fmla="*/ 43742 h 181541"/>
                <a:gd name="connsiteX49" fmla="*/ 123448 w 181597"/>
                <a:gd name="connsiteY49" fmla="*/ 85743 h 181541"/>
                <a:gd name="connsiteX50" fmla="*/ 121366 w 181597"/>
                <a:gd name="connsiteY50" fmla="*/ 90740 h 181541"/>
                <a:gd name="connsiteX51" fmla="*/ 123448 w 181597"/>
                <a:gd name="connsiteY51" fmla="*/ 95737 h 181541"/>
                <a:gd name="connsiteX52" fmla="*/ 165448 w 181597"/>
                <a:gd name="connsiteY52" fmla="*/ 137737 h 181541"/>
                <a:gd name="connsiteX53" fmla="*/ 165448 w 181597"/>
                <a:gd name="connsiteY53" fmla="*/ 147620 h 181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181597" h="181541">
                  <a:moveTo>
                    <a:pt x="138438" y="90768"/>
                  </a:moveTo>
                  <a:lnTo>
                    <a:pt x="175414" y="53791"/>
                  </a:lnTo>
                  <a:cubicBezTo>
                    <a:pt x="183659" y="45547"/>
                    <a:pt x="183659" y="32139"/>
                    <a:pt x="175414" y="23894"/>
                  </a:cubicBezTo>
                  <a:lnTo>
                    <a:pt x="157676" y="6183"/>
                  </a:lnTo>
                  <a:cubicBezTo>
                    <a:pt x="149431" y="-2061"/>
                    <a:pt x="136023" y="-2061"/>
                    <a:pt x="127778" y="6183"/>
                  </a:cubicBezTo>
                  <a:lnTo>
                    <a:pt x="90803" y="43159"/>
                  </a:lnTo>
                  <a:lnTo>
                    <a:pt x="53827" y="6183"/>
                  </a:lnTo>
                  <a:cubicBezTo>
                    <a:pt x="45582" y="-2061"/>
                    <a:pt x="32174" y="-2061"/>
                    <a:pt x="23929" y="6183"/>
                  </a:cubicBezTo>
                  <a:lnTo>
                    <a:pt x="6191" y="23894"/>
                  </a:lnTo>
                  <a:cubicBezTo>
                    <a:pt x="2193" y="27892"/>
                    <a:pt x="0" y="33194"/>
                    <a:pt x="0" y="38857"/>
                  </a:cubicBezTo>
                  <a:cubicBezTo>
                    <a:pt x="0" y="44520"/>
                    <a:pt x="2193" y="49822"/>
                    <a:pt x="6191" y="53791"/>
                  </a:cubicBezTo>
                  <a:lnTo>
                    <a:pt x="43167" y="90768"/>
                  </a:lnTo>
                  <a:lnTo>
                    <a:pt x="6191" y="127744"/>
                  </a:lnTo>
                  <a:cubicBezTo>
                    <a:pt x="2193" y="131741"/>
                    <a:pt x="0" y="137043"/>
                    <a:pt x="0" y="142678"/>
                  </a:cubicBezTo>
                  <a:cubicBezTo>
                    <a:pt x="0" y="148314"/>
                    <a:pt x="2193" y="153643"/>
                    <a:pt x="6191" y="157613"/>
                  </a:cubicBezTo>
                  <a:lnTo>
                    <a:pt x="23901" y="175352"/>
                  </a:lnTo>
                  <a:cubicBezTo>
                    <a:pt x="27899" y="179349"/>
                    <a:pt x="33201" y="181542"/>
                    <a:pt x="38864" y="181542"/>
                  </a:cubicBezTo>
                  <a:cubicBezTo>
                    <a:pt x="44527" y="181542"/>
                    <a:pt x="49829" y="179349"/>
                    <a:pt x="53799" y="175352"/>
                  </a:cubicBezTo>
                  <a:lnTo>
                    <a:pt x="90775" y="138376"/>
                  </a:lnTo>
                  <a:lnTo>
                    <a:pt x="127751" y="175352"/>
                  </a:lnTo>
                  <a:cubicBezTo>
                    <a:pt x="131748" y="179349"/>
                    <a:pt x="137050" y="181542"/>
                    <a:pt x="142713" y="181542"/>
                  </a:cubicBezTo>
                  <a:cubicBezTo>
                    <a:pt x="148377" y="181542"/>
                    <a:pt x="153678" y="179349"/>
                    <a:pt x="157648" y="175352"/>
                  </a:cubicBezTo>
                  <a:lnTo>
                    <a:pt x="175387" y="157613"/>
                  </a:lnTo>
                  <a:cubicBezTo>
                    <a:pt x="183631" y="149368"/>
                    <a:pt x="183631" y="135960"/>
                    <a:pt x="175387" y="127716"/>
                  </a:cubicBezTo>
                  <a:lnTo>
                    <a:pt x="138411" y="90740"/>
                  </a:lnTo>
                  <a:close/>
                  <a:moveTo>
                    <a:pt x="165421" y="147647"/>
                  </a:moveTo>
                  <a:lnTo>
                    <a:pt x="147683" y="165386"/>
                  </a:lnTo>
                  <a:cubicBezTo>
                    <a:pt x="145045" y="168023"/>
                    <a:pt x="140437" y="168023"/>
                    <a:pt x="137800" y="165386"/>
                  </a:cubicBezTo>
                  <a:lnTo>
                    <a:pt x="95799" y="123385"/>
                  </a:lnTo>
                  <a:cubicBezTo>
                    <a:pt x="94411" y="121997"/>
                    <a:pt x="92607" y="121303"/>
                    <a:pt x="90803" y="121303"/>
                  </a:cubicBezTo>
                  <a:cubicBezTo>
                    <a:pt x="88998" y="121303"/>
                    <a:pt x="87194" y="121997"/>
                    <a:pt x="85806" y="123385"/>
                  </a:cubicBezTo>
                  <a:lnTo>
                    <a:pt x="43805" y="165386"/>
                  </a:lnTo>
                  <a:cubicBezTo>
                    <a:pt x="41168" y="168023"/>
                    <a:pt x="36560" y="168023"/>
                    <a:pt x="33923" y="165386"/>
                  </a:cubicBezTo>
                  <a:lnTo>
                    <a:pt x="16184" y="147647"/>
                  </a:lnTo>
                  <a:cubicBezTo>
                    <a:pt x="14880" y="146343"/>
                    <a:pt x="14130" y="144566"/>
                    <a:pt x="14130" y="142706"/>
                  </a:cubicBezTo>
                  <a:cubicBezTo>
                    <a:pt x="14130" y="140846"/>
                    <a:pt x="14852" y="139097"/>
                    <a:pt x="16184" y="137765"/>
                  </a:cubicBezTo>
                  <a:lnTo>
                    <a:pt x="58185" y="95764"/>
                  </a:lnTo>
                  <a:cubicBezTo>
                    <a:pt x="60961" y="92988"/>
                    <a:pt x="60961" y="88519"/>
                    <a:pt x="58185" y="85743"/>
                  </a:cubicBezTo>
                  <a:lnTo>
                    <a:pt x="16184" y="43742"/>
                  </a:lnTo>
                  <a:cubicBezTo>
                    <a:pt x="14880" y="42438"/>
                    <a:pt x="14130" y="40661"/>
                    <a:pt x="14130" y="38801"/>
                  </a:cubicBezTo>
                  <a:cubicBezTo>
                    <a:pt x="14130" y="36941"/>
                    <a:pt x="14852" y="35192"/>
                    <a:pt x="16184" y="33860"/>
                  </a:cubicBezTo>
                  <a:lnTo>
                    <a:pt x="33923" y="16121"/>
                  </a:lnTo>
                  <a:cubicBezTo>
                    <a:pt x="36643" y="13401"/>
                    <a:pt x="41085" y="13401"/>
                    <a:pt x="43805" y="16121"/>
                  </a:cubicBezTo>
                  <a:lnTo>
                    <a:pt x="85806" y="58122"/>
                  </a:lnTo>
                  <a:cubicBezTo>
                    <a:pt x="88471" y="60787"/>
                    <a:pt x="93162" y="60787"/>
                    <a:pt x="95827" y="58122"/>
                  </a:cubicBezTo>
                  <a:lnTo>
                    <a:pt x="137828" y="16121"/>
                  </a:lnTo>
                  <a:cubicBezTo>
                    <a:pt x="140548" y="13401"/>
                    <a:pt x="144990" y="13401"/>
                    <a:pt x="147710" y="16121"/>
                  </a:cubicBezTo>
                  <a:lnTo>
                    <a:pt x="165448" y="33860"/>
                  </a:lnTo>
                  <a:cubicBezTo>
                    <a:pt x="168169" y="36580"/>
                    <a:pt x="168169" y="41022"/>
                    <a:pt x="165448" y="43742"/>
                  </a:cubicBezTo>
                  <a:lnTo>
                    <a:pt x="123448" y="85743"/>
                  </a:lnTo>
                  <a:cubicBezTo>
                    <a:pt x="122116" y="87075"/>
                    <a:pt x="121366" y="88880"/>
                    <a:pt x="121366" y="90740"/>
                  </a:cubicBezTo>
                  <a:cubicBezTo>
                    <a:pt x="121366" y="92600"/>
                    <a:pt x="122116" y="94404"/>
                    <a:pt x="123448" y="95737"/>
                  </a:cubicBezTo>
                  <a:lnTo>
                    <a:pt x="165448" y="137737"/>
                  </a:lnTo>
                  <a:cubicBezTo>
                    <a:pt x="168169" y="140457"/>
                    <a:pt x="168169" y="144871"/>
                    <a:pt x="165448" y="147620"/>
                  </a:cubicBezTo>
                  <a:close/>
                </a:path>
              </a:pathLst>
            </a:custGeom>
            <a:solidFill>
              <a:srgbClr val="262626"/>
            </a:solidFill>
            <a:ln w="27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296" name="Gráfico 2">
            <a:extLst>
              <a:ext uri="{FF2B5EF4-FFF2-40B4-BE49-F238E27FC236}">
                <a16:creationId xmlns:a16="http://schemas.microsoft.com/office/drawing/2014/main" id="{2FCD8F9F-19FE-0992-9884-C1912A7E89DD}"/>
              </a:ext>
            </a:extLst>
          </p:cNvPr>
          <p:cNvGrpSpPr/>
          <p:nvPr/>
        </p:nvGrpSpPr>
        <p:grpSpPr>
          <a:xfrm>
            <a:off x="6769159" y="4357531"/>
            <a:ext cx="513136" cy="553584"/>
            <a:chOff x="6735457" y="4321172"/>
            <a:chExt cx="580540" cy="626302"/>
          </a:xfrm>
          <a:solidFill>
            <a:srgbClr val="262626"/>
          </a:solidFill>
        </p:grpSpPr>
        <p:grpSp>
          <p:nvGrpSpPr>
            <p:cNvPr id="297" name="Gráfico 2">
              <a:extLst>
                <a:ext uri="{FF2B5EF4-FFF2-40B4-BE49-F238E27FC236}">
                  <a16:creationId xmlns:a16="http://schemas.microsoft.com/office/drawing/2014/main" id="{2C0035C4-8A89-7DC6-3E8E-E0E8DAE46BED}"/>
                </a:ext>
              </a:extLst>
            </p:cNvPr>
            <p:cNvGrpSpPr/>
            <p:nvPr/>
          </p:nvGrpSpPr>
          <p:grpSpPr>
            <a:xfrm>
              <a:off x="6735457" y="4321172"/>
              <a:ext cx="498065" cy="580637"/>
              <a:chOff x="6735457" y="4321172"/>
              <a:chExt cx="498065" cy="580637"/>
            </a:xfrm>
            <a:solidFill>
              <a:srgbClr val="262626"/>
            </a:solidFill>
          </p:grpSpPr>
          <p:sp>
            <p:nvSpPr>
              <p:cNvPr id="306" name="Forma Livre: Forma 305">
                <a:extLst>
                  <a:ext uri="{FF2B5EF4-FFF2-40B4-BE49-F238E27FC236}">
                    <a16:creationId xmlns:a16="http://schemas.microsoft.com/office/drawing/2014/main" id="{53A27942-77EF-A084-7D76-E3B24BD94C28}"/>
                  </a:ext>
                </a:extLst>
              </p:cNvPr>
              <p:cNvSpPr/>
              <p:nvPr/>
            </p:nvSpPr>
            <p:spPr>
              <a:xfrm>
                <a:off x="6735457" y="4321172"/>
                <a:ext cx="498065" cy="580637"/>
              </a:xfrm>
              <a:custGeom>
                <a:avLst/>
                <a:gdLst>
                  <a:gd name="connsiteX0" fmla="*/ 124586 w 498065"/>
                  <a:gd name="connsiteY0" fmla="*/ 580637 h 580637"/>
                  <a:gd name="connsiteX1" fmla="*/ 120838 w 498065"/>
                  <a:gd name="connsiteY1" fmla="*/ 579555 h 580637"/>
                  <a:gd name="connsiteX2" fmla="*/ 0 w 498065"/>
                  <a:gd name="connsiteY2" fmla="*/ 361751 h 580637"/>
                  <a:gd name="connsiteX3" fmla="*/ 0 w 498065"/>
                  <a:gd name="connsiteY3" fmla="*/ 64888 h 580637"/>
                  <a:gd name="connsiteX4" fmla="*/ 7079 w 498065"/>
                  <a:gd name="connsiteY4" fmla="*/ 57810 h 580637"/>
                  <a:gd name="connsiteX5" fmla="*/ 245091 w 498065"/>
                  <a:gd name="connsiteY5" fmla="*/ 1208 h 580637"/>
                  <a:gd name="connsiteX6" fmla="*/ 253031 w 498065"/>
                  <a:gd name="connsiteY6" fmla="*/ 1208 h 580637"/>
                  <a:gd name="connsiteX7" fmla="*/ 490987 w 498065"/>
                  <a:gd name="connsiteY7" fmla="*/ 57810 h 580637"/>
                  <a:gd name="connsiteX8" fmla="*/ 498066 w 498065"/>
                  <a:gd name="connsiteY8" fmla="*/ 64888 h 580637"/>
                  <a:gd name="connsiteX9" fmla="*/ 498066 w 498065"/>
                  <a:gd name="connsiteY9" fmla="*/ 320306 h 580637"/>
                  <a:gd name="connsiteX10" fmla="*/ 490987 w 498065"/>
                  <a:gd name="connsiteY10" fmla="*/ 327385 h 580637"/>
                  <a:gd name="connsiteX11" fmla="*/ 483908 w 498065"/>
                  <a:gd name="connsiteY11" fmla="*/ 320306 h 580637"/>
                  <a:gd name="connsiteX12" fmla="*/ 483908 w 498065"/>
                  <a:gd name="connsiteY12" fmla="*/ 71939 h 580637"/>
                  <a:gd name="connsiteX13" fmla="*/ 249061 w 498065"/>
                  <a:gd name="connsiteY13" fmla="*/ 15559 h 580637"/>
                  <a:gd name="connsiteX14" fmla="*/ 14158 w 498065"/>
                  <a:gd name="connsiteY14" fmla="*/ 71939 h 580637"/>
                  <a:gd name="connsiteX15" fmla="*/ 14158 w 498065"/>
                  <a:gd name="connsiteY15" fmla="*/ 361779 h 580637"/>
                  <a:gd name="connsiteX16" fmla="*/ 128333 w 498065"/>
                  <a:gd name="connsiteY16" fmla="*/ 567562 h 580637"/>
                  <a:gd name="connsiteX17" fmla="*/ 130610 w 498065"/>
                  <a:gd name="connsiteY17" fmla="*/ 577306 h 580637"/>
                  <a:gd name="connsiteX18" fmla="*/ 124586 w 498065"/>
                  <a:gd name="connsiteY18" fmla="*/ 580637 h 5806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98065" h="580637">
                    <a:moveTo>
                      <a:pt x="124586" y="580637"/>
                    </a:moveTo>
                    <a:cubicBezTo>
                      <a:pt x="123309" y="580637"/>
                      <a:pt x="122004" y="580304"/>
                      <a:pt x="120838" y="579555"/>
                    </a:cubicBezTo>
                    <a:cubicBezTo>
                      <a:pt x="44027" y="531697"/>
                      <a:pt x="0" y="452332"/>
                      <a:pt x="0" y="361751"/>
                    </a:cubicBezTo>
                    <a:lnTo>
                      <a:pt x="0" y="64888"/>
                    </a:lnTo>
                    <a:cubicBezTo>
                      <a:pt x="0" y="60974"/>
                      <a:pt x="3165" y="57810"/>
                      <a:pt x="7079" y="57810"/>
                    </a:cubicBezTo>
                    <a:cubicBezTo>
                      <a:pt x="103655" y="57810"/>
                      <a:pt x="192625" y="36657"/>
                      <a:pt x="245091" y="1208"/>
                    </a:cubicBezTo>
                    <a:cubicBezTo>
                      <a:pt x="247479" y="-403"/>
                      <a:pt x="250615" y="-403"/>
                      <a:pt x="253031" y="1208"/>
                    </a:cubicBezTo>
                    <a:cubicBezTo>
                      <a:pt x="305441" y="36657"/>
                      <a:pt x="394383" y="57810"/>
                      <a:pt x="490987" y="57810"/>
                    </a:cubicBezTo>
                    <a:cubicBezTo>
                      <a:pt x="494901" y="57810"/>
                      <a:pt x="498066" y="60974"/>
                      <a:pt x="498066" y="64888"/>
                    </a:cubicBezTo>
                    <a:lnTo>
                      <a:pt x="498066" y="320306"/>
                    </a:lnTo>
                    <a:cubicBezTo>
                      <a:pt x="498066" y="324220"/>
                      <a:pt x="494901" y="327385"/>
                      <a:pt x="490987" y="327385"/>
                    </a:cubicBezTo>
                    <a:cubicBezTo>
                      <a:pt x="487073" y="327385"/>
                      <a:pt x="483908" y="324220"/>
                      <a:pt x="483908" y="320306"/>
                    </a:cubicBezTo>
                    <a:lnTo>
                      <a:pt x="483908" y="71939"/>
                    </a:lnTo>
                    <a:cubicBezTo>
                      <a:pt x="389664" y="70940"/>
                      <a:pt x="302776" y="50093"/>
                      <a:pt x="249061" y="15559"/>
                    </a:cubicBezTo>
                    <a:cubicBezTo>
                      <a:pt x="195262" y="50093"/>
                      <a:pt x="108374" y="70968"/>
                      <a:pt x="14158" y="71939"/>
                    </a:cubicBezTo>
                    <a:lnTo>
                      <a:pt x="14158" y="361779"/>
                    </a:lnTo>
                    <a:cubicBezTo>
                      <a:pt x="14158" y="447363"/>
                      <a:pt x="55770" y="522369"/>
                      <a:pt x="128333" y="567562"/>
                    </a:cubicBezTo>
                    <a:cubicBezTo>
                      <a:pt x="131664" y="569644"/>
                      <a:pt x="132664" y="574003"/>
                      <a:pt x="130610" y="577306"/>
                    </a:cubicBezTo>
                    <a:cubicBezTo>
                      <a:pt x="129277" y="579471"/>
                      <a:pt x="126945" y="580637"/>
                      <a:pt x="124586" y="580637"/>
                    </a:cubicBezTo>
                    <a:close/>
                  </a:path>
                </a:pathLst>
              </a:custGeom>
              <a:solidFill>
                <a:srgbClr val="262626"/>
              </a:solidFill>
              <a:ln w="27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07" name="Forma Livre: Forma 306">
                <a:extLst>
                  <a:ext uri="{FF2B5EF4-FFF2-40B4-BE49-F238E27FC236}">
                    <a16:creationId xmlns:a16="http://schemas.microsoft.com/office/drawing/2014/main" id="{D65D0FB0-3230-D760-61A2-9CF434541D76}"/>
                  </a:ext>
                </a:extLst>
              </p:cNvPr>
              <p:cNvSpPr/>
              <p:nvPr/>
            </p:nvSpPr>
            <p:spPr>
              <a:xfrm>
                <a:off x="6784453" y="4465453"/>
                <a:ext cx="14157" cy="81808"/>
              </a:xfrm>
              <a:custGeom>
                <a:avLst/>
                <a:gdLst>
                  <a:gd name="connsiteX0" fmla="*/ 7078 w 14157"/>
                  <a:gd name="connsiteY0" fmla="*/ 81808 h 81808"/>
                  <a:gd name="connsiteX1" fmla="*/ 0 w 14157"/>
                  <a:gd name="connsiteY1" fmla="*/ 74729 h 81808"/>
                  <a:gd name="connsiteX2" fmla="*/ 0 w 14157"/>
                  <a:gd name="connsiteY2" fmla="*/ 7079 h 81808"/>
                  <a:gd name="connsiteX3" fmla="*/ 7078 w 14157"/>
                  <a:gd name="connsiteY3" fmla="*/ 0 h 81808"/>
                  <a:gd name="connsiteX4" fmla="*/ 14157 w 14157"/>
                  <a:gd name="connsiteY4" fmla="*/ 7079 h 81808"/>
                  <a:gd name="connsiteX5" fmla="*/ 14157 w 14157"/>
                  <a:gd name="connsiteY5" fmla="*/ 74729 h 81808"/>
                  <a:gd name="connsiteX6" fmla="*/ 7078 w 14157"/>
                  <a:gd name="connsiteY6" fmla="*/ 81808 h 818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4157" h="81808">
                    <a:moveTo>
                      <a:pt x="7078" y="81808"/>
                    </a:moveTo>
                    <a:cubicBezTo>
                      <a:pt x="3164" y="81808"/>
                      <a:pt x="0" y="78643"/>
                      <a:pt x="0" y="74729"/>
                    </a:cubicBezTo>
                    <a:lnTo>
                      <a:pt x="0" y="7079"/>
                    </a:lnTo>
                    <a:cubicBezTo>
                      <a:pt x="0" y="3165"/>
                      <a:pt x="3164" y="0"/>
                      <a:pt x="7078" y="0"/>
                    </a:cubicBezTo>
                    <a:cubicBezTo>
                      <a:pt x="10993" y="0"/>
                      <a:pt x="14157" y="3165"/>
                      <a:pt x="14157" y="7079"/>
                    </a:cubicBezTo>
                    <a:lnTo>
                      <a:pt x="14157" y="74729"/>
                    </a:lnTo>
                    <a:cubicBezTo>
                      <a:pt x="14157" y="78643"/>
                      <a:pt x="10993" y="81808"/>
                      <a:pt x="7078" y="81808"/>
                    </a:cubicBezTo>
                    <a:close/>
                  </a:path>
                </a:pathLst>
              </a:custGeom>
              <a:solidFill>
                <a:srgbClr val="262626"/>
              </a:solidFill>
              <a:ln w="27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08" name="Forma Livre: Forma 307">
                <a:extLst>
                  <a:ext uri="{FF2B5EF4-FFF2-40B4-BE49-F238E27FC236}">
                    <a16:creationId xmlns:a16="http://schemas.microsoft.com/office/drawing/2014/main" id="{EB478A34-66B4-530D-0F4E-BE12E68DB4F2}"/>
                  </a:ext>
                </a:extLst>
              </p:cNvPr>
              <p:cNvSpPr/>
              <p:nvPr/>
            </p:nvSpPr>
            <p:spPr>
              <a:xfrm>
                <a:off x="6784453" y="4591871"/>
                <a:ext cx="14157" cy="68705"/>
              </a:xfrm>
              <a:custGeom>
                <a:avLst/>
                <a:gdLst>
                  <a:gd name="connsiteX0" fmla="*/ 7078 w 14157"/>
                  <a:gd name="connsiteY0" fmla="*/ 68705 h 68705"/>
                  <a:gd name="connsiteX1" fmla="*/ 0 w 14157"/>
                  <a:gd name="connsiteY1" fmla="*/ 61627 h 68705"/>
                  <a:gd name="connsiteX2" fmla="*/ 0 w 14157"/>
                  <a:gd name="connsiteY2" fmla="*/ 7079 h 68705"/>
                  <a:gd name="connsiteX3" fmla="*/ 7078 w 14157"/>
                  <a:gd name="connsiteY3" fmla="*/ 0 h 68705"/>
                  <a:gd name="connsiteX4" fmla="*/ 14157 w 14157"/>
                  <a:gd name="connsiteY4" fmla="*/ 7079 h 68705"/>
                  <a:gd name="connsiteX5" fmla="*/ 14157 w 14157"/>
                  <a:gd name="connsiteY5" fmla="*/ 61627 h 68705"/>
                  <a:gd name="connsiteX6" fmla="*/ 7078 w 14157"/>
                  <a:gd name="connsiteY6" fmla="*/ 68705 h 687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4157" h="68705">
                    <a:moveTo>
                      <a:pt x="7078" y="68705"/>
                    </a:moveTo>
                    <a:cubicBezTo>
                      <a:pt x="3164" y="68705"/>
                      <a:pt x="0" y="65541"/>
                      <a:pt x="0" y="61627"/>
                    </a:cubicBezTo>
                    <a:lnTo>
                      <a:pt x="0" y="7079"/>
                    </a:lnTo>
                    <a:cubicBezTo>
                      <a:pt x="0" y="3165"/>
                      <a:pt x="3164" y="0"/>
                      <a:pt x="7078" y="0"/>
                    </a:cubicBezTo>
                    <a:cubicBezTo>
                      <a:pt x="10993" y="0"/>
                      <a:pt x="14157" y="3165"/>
                      <a:pt x="14157" y="7079"/>
                    </a:cubicBezTo>
                    <a:lnTo>
                      <a:pt x="14157" y="61627"/>
                    </a:lnTo>
                    <a:cubicBezTo>
                      <a:pt x="14157" y="65541"/>
                      <a:pt x="10993" y="68705"/>
                      <a:pt x="7078" y="68705"/>
                    </a:cubicBezTo>
                    <a:close/>
                  </a:path>
                </a:pathLst>
              </a:custGeom>
              <a:solidFill>
                <a:srgbClr val="262626"/>
              </a:solidFill>
              <a:ln w="27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298" name="Gráfico 2">
              <a:extLst>
                <a:ext uri="{FF2B5EF4-FFF2-40B4-BE49-F238E27FC236}">
                  <a16:creationId xmlns:a16="http://schemas.microsoft.com/office/drawing/2014/main" id="{F47068D3-D278-470C-DD7C-15FCD79455BE}"/>
                </a:ext>
              </a:extLst>
            </p:cNvPr>
            <p:cNvGrpSpPr/>
            <p:nvPr/>
          </p:nvGrpSpPr>
          <p:grpSpPr>
            <a:xfrm>
              <a:off x="7101636" y="4683368"/>
              <a:ext cx="214361" cy="264106"/>
              <a:chOff x="7101636" y="4683368"/>
              <a:chExt cx="214361" cy="264106"/>
            </a:xfrm>
            <a:solidFill>
              <a:srgbClr val="262626"/>
            </a:solidFill>
          </p:grpSpPr>
          <p:sp>
            <p:nvSpPr>
              <p:cNvPr id="302" name="Forma Livre: Forma 301">
                <a:extLst>
                  <a:ext uri="{FF2B5EF4-FFF2-40B4-BE49-F238E27FC236}">
                    <a16:creationId xmlns:a16="http://schemas.microsoft.com/office/drawing/2014/main" id="{FA33CFFB-D371-408C-25D8-A4FCC9C95411}"/>
                  </a:ext>
                </a:extLst>
              </p:cNvPr>
              <p:cNvSpPr/>
              <p:nvPr/>
            </p:nvSpPr>
            <p:spPr>
              <a:xfrm>
                <a:off x="7101636" y="4870829"/>
                <a:ext cx="180077" cy="76644"/>
              </a:xfrm>
              <a:custGeom>
                <a:avLst/>
                <a:gdLst>
                  <a:gd name="connsiteX0" fmla="*/ 172999 w 180077"/>
                  <a:gd name="connsiteY0" fmla="*/ 76645 h 76644"/>
                  <a:gd name="connsiteX1" fmla="*/ 7079 w 180077"/>
                  <a:gd name="connsiteY1" fmla="*/ 76645 h 76644"/>
                  <a:gd name="connsiteX2" fmla="*/ 0 w 180077"/>
                  <a:gd name="connsiteY2" fmla="*/ 69566 h 76644"/>
                  <a:gd name="connsiteX3" fmla="*/ 7079 w 180077"/>
                  <a:gd name="connsiteY3" fmla="*/ 62487 h 76644"/>
                  <a:gd name="connsiteX4" fmla="*/ 165920 w 180077"/>
                  <a:gd name="connsiteY4" fmla="*/ 62487 h 76644"/>
                  <a:gd name="connsiteX5" fmla="*/ 165920 w 180077"/>
                  <a:gd name="connsiteY5" fmla="*/ 14157 h 76644"/>
                  <a:gd name="connsiteX6" fmla="*/ 31175 w 180077"/>
                  <a:gd name="connsiteY6" fmla="*/ 14157 h 76644"/>
                  <a:gd name="connsiteX7" fmla="*/ 24096 w 180077"/>
                  <a:gd name="connsiteY7" fmla="*/ 7079 h 76644"/>
                  <a:gd name="connsiteX8" fmla="*/ 31175 w 180077"/>
                  <a:gd name="connsiteY8" fmla="*/ 0 h 76644"/>
                  <a:gd name="connsiteX9" fmla="*/ 172999 w 180077"/>
                  <a:gd name="connsiteY9" fmla="*/ 0 h 76644"/>
                  <a:gd name="connsiteX10" fmla="*/ 180078 w 180077"/>
                  <a:gd name="connsiteY10" fmla="*/ 7079 h 76644"/>
                  <a:gd name="connsiteX11" fmla="*/ 180078 w 180077"/>
                  <a:gd name="connsiteY11" fmla="*/ 69566 h 76644"/>
                  <a:gd name="connsiteX12" fmla="*/ 172999 w 180077"/>
                  <a:gd name="connsiteY12" fmla="*/ 76645 h 766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80077" h="76644">
                    <a:moveTo>
                      <a:pt x="172999" y="76645"/>
                    </a:moveTo>
                    <a:lnTo>
                      <a:pt x="7079" y="76645"/>
                    </a:lnTo>
                    <a:cubicBezTo>
                      <a:pt x="3165" y="76645"/>
                      <a:pt x="0" y="73480"/>
                      <a:pt x="0" y="69566"/>
                    </a:cubicBezTo>
                    <a:cubicBezTo>
                      <a:pt x="0" y="65652"/>
                      <a:pt x="3165" y="62487"/>
                      <a:pt x="7079" y="62487"/>
                    </a:cubicBezTo>
                    <a:lnTo>
                      <a:pt x="165920" y="62487"/>
                    </a:lnTo>
                    <a:lnTo>
                      <a:pt x="165920" y="14157"/>
                    </a:lnTo>
                    <a:lnTo>
                      <a:pt x="31175" y="14157"/>
                    </a:lnTo>
                    <a:cubicBezTo>
                      <a:pt x="27260" y="14157"/>
                      <a:pt x="24096" y="10993"/>
                      <a:pt x="24096" y="7079"/>
                    </a:cubicBezTo>
                    <a:cubicBezTo>
                      <a:pt x="24096" y="3165"/>
                      <a:pt x="27260" y="0"/>
                      <a:pt x="31175" y="0"/>
                    </a:cubicBezTo>
                    <a:lnTo>
                      <a:pt x="172999" y="0"/>
                    </a:lnTo>
                    <a:cubicBezTo>
                      <a:pt x="176914" y="0"/>
                      <a:pt x="180078" y="3165"/>
                      <a:pt x="180078" y="7079"/>
                    </a:cubicBezTo>
                    <a:lnTo>
                      <a:pt x="180078" y="69566"/>
                    </a:lnTo>
                    <a:cubicBezTo>
                      <a:pt x="180078" y="73480"/>
                      <a:pt x="176914" y="76645"/>
                      <a:pt x="172999" y="76645"/>
                    </a:cubicBezTo>
                    <a:close/>
                  </a:path>
                </a:pathLst>
              </a:custGeom>
              <a:solidFill>
                <a:srgbClr val="262626"/>
              </a:solidFill>
              <a:ln w="27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03" name="Forma Livre: Forma 302">
                <a:extLst>
                  <a:ext uri="{FF2B5EF4-FFF2-40B4-BE49-F238E27FC236}">
                    <a16:creationId xmlns:a16="http://schemas.microsoft.com/office/drawing/2014/main" id="{CC6E2CCD-7C4F-E2EB-0505-9DEF5E8744AD}"/>
                  </a:ext>
                </a:extLst>
              </p:cNvPr>
              <p:cNvSpPr/>
              <p:nvPr/>
            </p:nvSpPr>
            <p:spPr>
              <a:xfrm>
                <a:off x="7125732" y="4808342"/>
                <a:ext cx="155981" cy="76644"/>
              </a:xfrm>
              <a:custGeom>
                <a:avLst/>
                <a:gdLst>
                  <a:gd name="connsiteX0" fmla="*/ 148903 w 155981"/>
                  <a:gd name="connsiteY0" fmla="*/ 76645 h 76644"/>
                  <a:gd name="connsiteX1" fmla="*/ 7079 w 155981"/>
                  <a:gd name="connsiteY1" fmla="*/ 76645 h 76644"/>
                  <a:gd name="connsiteX2" fmla="*/ 0 w 155981"/>
                  <a:gd name="connsiteY2" fmla="*/ 69566 h 76644"/>
                  <a:gd name="connsiteX3" fmla="*/ 7079 w 155981"/>
                  <a:gd name="connsiteY3" fmla="*/ 62487 h 76644"/>
                  <a:gd name="connsiteX4" fmla="*/ 141824 w 155981"/>
                  <a:gd name="connsiteY4" fmla="*/ 62487 h 76644"/>
                  <a:gd name="connsiteX5" fmla="*/ 141824 w 155981"/>
                  <a:gd name="connsiteY5" fmla="*/ 14158 h 76644"/>
                  <a:gd name="connsiteX6" fmla="*/ 19237 w 155981"/>
                  <a:gd name="connsiteY6" fmla="*/ 14158 h 76644"/>
                  <a:gd name="connsiteX7" fmla="*/ 12158 w 155981"/>
                  <a:gd name="connsiteY7" fmla="*/ 7079 h 76644"/>
                  <a:gd name="connsiteX8" fmla="*/ 19237 w 155981"/>
                  <a:gd name="connsiteY8" fmla="*/ 0 h 76644"/>
                  <a:gd name="connsiteX9" fmla="*/ 148903 w 155981"/>
                  <a:gd name="connsiteY9" fmla="*/ 0 h 76644"/>
                  <a:gd name="connsiteX10" fmla="*/ 155982 w 155981"/>
                  <a:gd name="connsiteY10" fmla="*/ 7079 h 76644"/>
                  <a:gd name="connsiteX11" fmla="*/ 155982 w 155981"/>
                  <a:gd name="connsiteY11" fmla="*/ 69566 h 76644"/>
                  <a:gd name="connsiteX12" fmla="*/ 148903 w 155981"/>
                  <a:gd name="connsiteY12" fmla="*/ 76645 h 766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55981" h="76644">
                    <a:moveTo>
                      <a:pt x="148903" y="76645"/>
                    </a:moveTo>
                    <a:lnTo>
                      <a:pt x="7079" y="76645"/>
                    </a:lnTo>
                    <a:cubicBezTo>
                      <a:pt x="3164" y="76645"/>
                      <a:pt x="0" y="73480"/>
                      <a:pt x="0" y="69566"/>
                    </a:cubicBezTo>
                    <a:cubicBezTo>
                      <a:pt x="0" y="65652"/>
                      <a:pt x="3164" y="62487"/>
                      <a:pt x="7079" y="62487"/>
                    </a:cubicBezTo>
                    <a:lnTo>
                      <a:pt x="141824" y="62487"/>
                    </a:lnTo>
                    <a:lnTo>
                      <a:pt x="141824" y="14158"/>
                    </a:lnTo>
                    <a:lnTo>
                      <a:pt x="19237" y="14158"/>
                    </a:lnTo>
                    <a:cubicBezTo>
                      <a:pt x="15323" y="14158"/>
                      <a:pt x="12158" y="10993"/>
                      <a:pt x="12158" y="7079"/>
                    </a:cubicBezTo>
                    <a:cubicBezTo>
                      <a:pt x="12158" y="3165"/>
                      <a:pt x="15323" y="0"/>
                      <a:pt x="19237" y="0"/>
                    </a:cubicBezTo>
                    <a:lnTo>
                      <a:pt x="148903" y="0"/>
                    </a:lnTo>
                    <a:cubicBezTo>
                      <a:pt x="152818" y="0"/>
                      <a:pt x="155982" y="3165"/>
                      <a:pt x="155982" y="7079"/>
                    </a:cubicBezTo>
                    <a:lnTo>
                      <a:pt x="155982" y="69566"/>
                    </a:lnTo>
                    <a:cubicBezTo>
                      <a:pt x="155982" y="73480"/>
                      <a:pt x="152818" y="76645"/>
                      <a:pt x="148903" y="76645"/>
                    </a:cubicBezTo>
                    <a:close/>
                  </a:path>
                </a:pathLst>
              </a:custGeom>
              <a:solidFill>
                <a:srgbClr val="262626"/>
              </a:solidFill>
              <a:ln w="27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04" name="Forma Livre: Forma 303">
                <a:extLst>
                  <a:ext uri="{FF2B5EF4-FFF2-40B4-BE49-F238E27FC236}">
                    <a16:creationId xmlns:a16="http://schemas.microsoft.com/office/drawing/2014/main" id="{E2F35C29-2814-A9A4-243B-B0F8BC62D8C2}"/>
                  </a:ext>
                </a:extLst>
              </p:cNvPr>
              <p:cNvSpPr/>
              <p:nvPr/>
            </p:nvSpPr>
            <p:spPr>
              <a:xfrm>
                <a:off x="7117098" y="4745855"/>
                <a:ext cx="198899" cy="76644"/>
              </a:xfrm>
              <a:custGeom>
                <a:avLst/>
                <a:gdLst>
                  <a:gd name="connsiteX0" fmla="*/ 191820 w 198899"/>
                  <a:gd name="connsiteY0" fmla="*/ 76645 h 76644"/>
                  <a:gd name="connsiteX1" fmla="*/ 27843 w 198899"/>
                  <a:gd name="connsiteY1" fmla="*/ 76645 h 76644"/>
                  <a:gd name="connsiteX2" fmla="*/ 20764 w 198899"/>
                  <a:gd name="connsiteY2" fmla="*/ 69566 h 76644"/>
                  <a:gd name="connsiteX3" fmla="*/ 27843 w 198899"/>
                  <a:gd name="connsiteY3" fmla="*/ 62487 h 76644"/>
                  <a:gd name="connsiteX4" fmla="*/ 184741 w 198899"/>
                  <a:gd name="connsiteY4" fmla="*/ 62487 h 76644"/>
                  <a:gd name="connsiteX5" fmla="*/ 184741 w 198899"/>
                  <a:gd name="connsiteY5" fmla="*/ 14158 h 76644"/>
                  <a:gd name="connsiteX6" fmla="*/ 7079 w 198899"/>
                  <a:gd name="connsiteY6" fmla="*/ 14158 h 76644"/>
                  <a:gd name="connsiteX7" fmla="*/ 0 w 198899"/>
                  <a:gd name="connsiteY7" fmla="*/ 7079 h 76644"/>
                  <a:gd name="connsiteX8" fmla="*/ 7079 w 198899"/>
                  <a:gd name="connsiteY8" fmla="*/ 0 h 76644"/>
                  <a:gd name="connsiteX9" fmla="*/ 191820 w 198899"/>
                  <a:gd name="connsiteY9" fmla="*/ 0 h 76644"/>
                  <a:gd name="connsiteX10" fmla="*/ 198899 w 198899"/>
                  <a:gd name="connsiteY10" fmla="*/ 7079 h 76644"/>
                  <a:gd name="connsiteX11" fmla="*/ 198899 w 198899"/>
                  <a:gd name="connsiteY11" fmla="*/ 69566 h 76644"/>
                  <a:gd name="connsiteX12" fmla="*/ 191820 w 198899"/>
                  <a:gd name="connsiteY12" fmla="*/ 76645 h 766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98899" h="76644">
                    <a:moveTo>
                      <a:pt x="191820" y="76645"/>
                    </a:moveTo>
                    <a:lnTo>
                      <a:pt x="27843" y="76645"/>
                    </a:lnTo>
                    <a:cubicBezTo>
                      <a:pt x="23929" y="76645"/>
                      <a:pt x="20764" y="73480"/>
                      <a:pt x="20764" y="69566"/>
                    </a:cubicBezTo>
                    <a:cubicBezTo>
                      <a:pt x="20764" y="65652"/>
                      <a:pt x="23929" y="62487"/>
                      <a:pt x="27843" y="62487"/>
                    </a:cubicBezTo>
                    <a:lnTo>
                      <a:pt x="184741" y="62487"/>
                    </a:lnTo>
                    <a:lnTo>
                      <a:pt x="184741" y="14158"/>
                    </a:lnTo>
                    <a:lnTo>
                      <a:pt x="7079" y="14158"/>
                    </a:lnTo>
                    <a:cubicBezTo>
                      <a:pt x="3165" y="14158"/>
                      <a:pt x="0" y="10993"/>
                      <a:pt x="0" y="7079"/>
                    </a:cubicBezTo>
                    <a:cubicBezTo>
                      <a:pt x="0" y="3165"/>
                      <a:pt x="3165" y="0"/>
                      <a:pt x="7079" y="0"/>
                    </a:cubicBezTo>
                    <a:lnTo>
                      <a:pt x="191820" y="0"/>
                    </a:lnTo>
                    <a:cubicBezTo>
                      <a:pt x="195734" y="0"/>
                      <a:pt x="198899" y="3165"/>
                      <a:pt x="198899" y="7079"/>
                    </a:cubicBezTo>
                    <a:lnTo>
                      <a:pt x="198899" y="69566"/>
                    </a:lnTo>
                    <a:cubicBezTo>
                      <a:pt x="198899" y="73480"/>
                      <a:pt x="195734" y="76645"/>
                      <a:pt x="191820" y="76645"/>
                    </a:cubicBezTo>
                    <a:close/>
                  </a:path>
                </a:pathLst>
              </a:custGeom>
              <a:solidFill>
                <a:srgbClr val="262626"/>
              </a:solidFill>
              <a:ln w="27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05" name="Forma Livre: Forma 304">
                <a:extLst>
                  <a:ext uri="{FF2B5EF4-FFF2-40B4-BE49-F238E27FC236}">
                    <a16:creationId xmlns:a16="http://schemas.microsoft.com/office/drawing/2014/main" id="{4BCB5982-9AF7-BD46-CE11-863D5FCD1676}"/>
                  </a:ext>
                </a:extLst>
              </p:cNvPr>
              <p:cNvSpPr/>
              <p:nvPr/>
            </p:nvSpPr>
            <p:spPr>
              <a:xfrm>
                <a:off x="7107271" y="4683368"/>
                <a:ext cx="198954" cy="76644"/>
              </a:xfrm>
              <a:custGeom>
                <a:avLst/>
                <a:gdLst>
                  <a:gd name="connsiteX0" fmla="*/ 191876 w 198954"/>
                  <a:gd name="connsiteY0" fmla="*/ 76645 h 76644"/>
                  <a:gd name="connsiteX1" fmla="*/ 7079 w 198954"/>
                  <a:gd name="connsiteY1" fmla="*/ 76645 h 76644"/>
                  <a:gd name="connsiteX2" fmla="*/ 0 w 198954"/>
                  <a:gd name="connsiteY2" fmla="*/ 69566 h 76644"/>
                  <a:gd name="connsiteX3" fmla="*/ 0 w 198954"/>
                  <a:gd name="connsiteY3" fmla="*/ 7079 h 76644"/>
                  <a:gd name="connsiteX4" fmla="*/ 7079 w 198954"/>
                  <a:gd name="connsiteY4" fmla="*/ 0 h 76644"/>
                  <a:gd name="connsiteX5" fmla="*/ 191876 w 198954"/>
                  <a:gd name="connsiteY5" fmla="*/ 0 h 76644"/>
                  <a:gd name="connsiteX6" fmla="*/ 198955 w 198954"/>
                  <a:gd name="connsiteY6" fmla="*/ 7079 h 76644"/>
                  <a:gd name="connsiteX7" fmla="*/ 198955 w 198954"/>
                  <a:gd name="connsiteY7" fmla="*/ 69566 h 76644"/>
                  <a:gd name="connsiteX8" fmla="*/ 191876 w 198954"/>
                  <a:gd name="connsiteY8" fmla="*/ 76645 h 76644"/>
                  <a:gd name="connsiteX9" fmla="*/ 14158 w 198954"/>
                  <a:gd name="connsiteY9" fmla="*/ 62487 h 76644"/>
                  <a:gd name="connsiteX10" fmla="*/ 184797 w 198954"/>
                  <a:gd name="connsiteY10" fmla="*/ 62487 h 76644"/>
                  <a:gd name="connsiteX11" fmla="*/ 184797 w 198954"/>
                  <a:gd name="connsiteY11" fmla="*/ 14158 h 76644"/>
                  <a:gd name="connsiteX12" fmla="*/ 14158 w 198954"/>
                  <a:gd name="connsiteY12" fmla="*/ 14158 h 76644"/>
                  <a:gd name="connsiteX13" fmla="*/ 14158 w 198954"/>
                  <a:gd name="connsiteY13" fmla="*/ 62487 h 766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98954" h="76644">
                    <a:moveTo>
                      <a:pt x="191876" y="76645"/>
                    </a:moveTo>
                    <a:lnTo>
                      <a:pt x="7079" y="76645"/>
                    </a:lnTo>
                    <a:cubicBezTo>
                      <a:pt x="3165" y="76645"/>
                      <a:pt x="0" y="73480"/>
                      <a:pt x="0" y="69566"/>
                    </a:cubicBezTo>
                    <a:lnTo>
                      <a:pt x="0" y="7079"/>
                    </a:lnTo>
                    <a:cubicBezTo>
                      <a:pt x="0" y="3165"/>
                      <a:pt x="3165" y="0"/>
                      <a:pt x="7079" y="0"/>
                    </a:cubicBezTo>
                    <a:lnTo>
                      <a:pt x="191876" y="0"/>
                    </a:lnTo>
                    <a:cubicBezTo>
                      <a:pt x="195790" y="0"/>
                      <a:pt x="198955" y="3165"/>
                      <a:pt x="198955" y="7079"/>
                    </a:cubicBezTo>
                    <a:lnTo>
                      <a:pt x="198955" y="69566"/>
                    </a:lnTo>
                    <a:cubicBezTo>
                      <a:pt x="198955" y="73480"/>
                      <a:pt x="195790" y="76645"/>
                      <a:pt x="191876" y="76645"/>
                    </a:cubicBezTo>
                    <a:close/>
                    <a:moveTo>
                      <a:pt x="14158" y="62487"/>
                    </a:moveTo>
                    <a:lnTo>
                      <a:pt x="184797" y="62487"/>
                    </a:lnTo>
                    <a:lnTo>
                      <a:pt x="184797" y="14158"/>
                    </a:lnTo>
                    <a:lnTo>
                      <a:pt x="14158" y="14158"/>
                    </a:lnTo>
                    <a:lnTo>
                      <a:pt x="14158" y="62487"/>
                    </a:lnTo>
                    <a:close/>
                  </a:path>
                </a:pathLst>
              </a:custGeom>
              <a:solidFill>
                <a:srgbClr val="262626"/>
              </a:solidFill>
              <a:ln w="27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299" name="Gráfico 2">
              <a:extLst>
                <a:ext uri="{FF2B5EF4-FFF2-40B4-BE49-F238E27FC236}">
                  <a16:creationId xmlns:a16="http://schemas.microsoft.com/office/drawing/2014/main" id="{BBF0E251-AD58-EE8A-5C88-F5F2D23F2F60}"/>
                </a:ext>
              </a:extLst>
            </p:cNvPr>
            <p:cNvGrpSpPr/>
            <p:nvPr/>
          </p:nvGrpSpPr>
          <p:grpSpPr>
            <a:xfrm>
              <a:off x="6891800" y="4734029"/>
              <a:ext cx="213416" cy="213417"/>
              <a:chOff x="6891800" y="4734029"/>
              <a:chExt cx="213416" cy="213417"/>
            </a:xfrm>
            <a:solidFill>
              <a:srgbClr val="262626"/>
            </a:solidFill>
          </p:grpSpPr>
          <p:sp>
            <p:nvSpPr>
              <p:cNvPr id="300" name="Forma Livre: Forma 299">
                <a:extLst>
                  <a:ext uri="{FF2B5EF4-FFF2-40B4-BE49-F238E27FC236}">
                    <a16:creationId xmlns:a16="http://schemas.microsoft.com/office/drawing/2014/main" id="{88DDE2DC-A93A-249B-F769-75A787EC0119}"/>
                  </a:ext>
                </a:extLst>
              </p:cNvPr>
              <p:cNvSpPr/>
              <p:nvPr/>
            </p:nvSpPr>
            <p:spPr>
              <a:xfrm>
                <a:off x="6891800" y="4734029"/>
                <a:ext cx="213416" cy="213417"/>
              </a:xfrm>
              <a:custGeom>
                <a:avLst/>
                <a:gdLst>
                  <a:gd name="connsiteX0" fmla="*/ 106708 w 213416"/>
                  <a:gd name="connsiteY0" fmla="*/ 213417 h 213417"/>
                  <a:gd name="connsiteX1" fmla="*/ 0 w 213416"/>
                  <a:gd name="connsiteY1" fmla="*/ 106709 h 213417"/>
                  <a:gd name="connsiteX2" fmla="*/ 106708 w 213416"/>
                  <a:gd name="connsiteY2" fmla="*/ 0 h 213417"/>
                  <a:gd name="connsiteX3" fmla="*/ 213417 w 213416"/>
                  <a:gd name="connsiteY3" fmla="*/ 106709 h 213417"/>
                  <a:gd name="connsiteX4" fmla="*/ 106708 w 213416"/>
                  <a:gd name="connsiteY4" fmla="*/ 213417 h 213417"/>
                  <a:gd name="connsiteX5" fmla="*/ 106708 w 213416"/>
                  <a:gd name="connsiteY5" fmla="*/ 14130 h 213417"/>
                  <a:gd name="connsiteX6" fmla="*/ 14157 w 213416"/>
                  <a:gd name="connsiteY6" fmla="*/ 106681 h 213417"/>
                  <a:gd name="connsiteX7" fmla="*/ 106708 w 213416"/>
                  <a:gd name="connsiteY7" fmla="*/ 199232 h 213417"/>
                  <a:gd name="connsiteX8" fmla="*/ 199260 w 213416"/>
                  <a:gd name="connsiteY8" fmla="*/ 106681 h 213417"/>
                  <a:gd name="connsiteX9" fmla="*/ 106708 w 213416"/>
                  <a:gd name="connsiteY9" fmla="*/ 14130 h 2134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13416" h="213417">
                    <a:moveTo>
                      <a:pt x="106708" y="213417"/>
                    </a:moveTo>
                    <a:cubicBezTo>
                      <a:pt x="47858" y="213417"/>
                      <a:pt x="0" y="165531"/>
                      <a:pt x="0" y="106709"/>
                    </a:cubicBezTo>
                    <a:cubicBezTo>
                      <a:pt x="0" y="47886"/>
                      <a:pt x="47886" y="0"/>
                      <a:pt x="106708" y="0"/>
                    </a:cubicBezTo>
                    <a:cubicBezTo>
                      <a:pt x="165531" y="0"/>
                      <a:pt x="213417" y="47886"/>
                      <a:pt x="213417" y="106709"/>
                    </a:cubicBezTo>
                    <a:cubicBezTo>
                      <a:pt x="213417" y="165531"/>
                      <a:pt x="165531" y="213417"/>
                      <a:pt x="106708" y="213417"/>
                    </a:cubicBezTo>
                    <a:close/>
                    <a:moveTo>
                      <a:pt x="106708" y="14130"/>
                    </a:moveTo>
                    <a:cubicBezTo>
                      <a:pt x="55658" y="14130"/>
                      <a:pt x="14157" y="55658"/>
                      <a:pt x="14157" y="106681"/>
                    </a:cubicBezTo>
                    <a:cubicBezTo>
                      <a:pt x="14157" y="157703"/>
                      <a:pt x="55686" y="199232"/>
                      <a:pt x="106708" y="199232"/>
                    </a:cubicBezTo>
                    <a:cubicBezTo>
                      <a:pt x="157731" y="199232"/>
                      <a:pt x="199260" y="157703"/>
                      <a:pt x="199260" y="106681"/>
                    </a:cubicBezTo>
                    <a:cubicBezTo>
                      <a:pt x="199260" y="55658"/>
                      <a:pt x="157731" y="14130"/>
                      <a:pt x="106708" y="14130"/>
                    </a:cubicBezTo>
                    <a:close/>
                  </a:path>
                </a:pathLst>
              </a:custGeom>
              <a:solidFill>
                <a:srgbClr val="262626"/>
              </a:solidFill>
              <a:ln w="27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01" name="Forma Livre: Forma 300">
                <a:extLst>
                  <a:ext uri="{FF2B5EF4-FFF2-40B4-BE49-F238E27FC236}">
                    <a16:creationId xmlns:a16="http://schemas.microsoft.com/office/drawing/2014/main" id="{FAA86FC2-9161-E8C3-6C42-9E501A6242BC}"/>
                  </a:ext>
                </a:extLst>
              </p:cNvPr>
              <p:cNvSpPr/>
              <p:nvPr/>
            </p:nvSpPr>
            <p:spPr>
              <a:xfrm>
                <a:off x="6940796" y="4833659"/>
                <a:ext cx="64791" cy="64791"/>
              </a:xfrm>
              <a:custGeom>
                <a:avLst/>
                <a:gdLst>
                  <a:gd name="connsiteX0" fmla="*/ 57713 w 64791"/>
                  <a:gd name="connsiteY0" fmla="*/ 64791 h 64791"/>
                  <a:gd name="connsiteX1" fmla="*/ 0 w 64791"/>
                  <a:gd name="connsiteY1" fmla="*/ 7079 h 64791"/>
                  <a:gd name="connsiteX2" fmla="*/ 7079 w 64791"/>
                  <a:gd name="connsiteY2" fmla="*/ 0 h 64791"/>
                  <a:gd name="connsiteX3" fmla="*/ 14158 w 64791"/>
                  <a:gd name="connsiteY3" fmla="*/ 7079 h 64791"/>
                  <a:gd name="connsiteX4" fmla="*/ 57713 w 64791"/>
                  <a:gd name="connsiteY4" fmla="*/ 50634 h 64791"/>
                  <a:gd name="connsiteX5" fmla="*/ 64792 w 64791"/>
                  <a:gd name="connsiteY5" fmla="*/ 57713 h 64791"/>
                  <a:gd name="connsiteX6" fmla="*/ 57713 w 64791"/>
                  <a:gd name="connsiteY6" fmla="*/ 64791 h 64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4791" h="64791">
                    <a:moveTo>
                      <a:pt x="57713" y="64791"/>
                    </a:moveTo>
                    <a:cubicBezTo>
                      <a:pt x="25900" y="64791"/>
                      <a:pt x="0" y="38891"/>
                      <a:pt x="0" y="7079"/>
                    </a:cubicBezTo>
                    <a:cubicBezTo>
                      <a:pt x="0" y="3165"/>
                      <a:pt x="3165" y="0"/>
                      <a:pt x="7079" y="0"/>
                    </a:cubicBezTo>
                    <a:cubicBezTo>
                      <a:pt x="10993" y="0"/>
                      <a:pt x="14158" y="3165"/>
                      <a:pt x="14158" y="7079"/>
                    </a:cubicBezTo>
                    <a:cubicBezTo>
                      <a:pt x="14158" y="31091"/>
                      <a:pt x="33701" y="50634"/>
                      <a:pt x="57713" y="50634"/>
                    </a:cubicBezTo>
                    <a:cubicBezTo>
                      <a:pt x="61627" y="50634"/>
                      <a:pt x="64792" y="53798"/>
                      <a:pt x="64792" y="57713"/>
                    </a:cubicBezTo>
                    <a:cubicBezTo>
                      <a:pt x="64792" y="61627"/>
                      <a:pt x="61627" y="64791"/>
                      <a:pt x="57713" y="64791"/>
                    </a:cubicBezTo>
                    <a:close/>
                  </a:path>
                </a:pathLst>
              </a:custGeom>
              <a:solidFill>
                <a:srgbClr val="262626"/>
              </a:solidFill>
              <a:ln w="27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grpSp>
        <p:nvGrpSpPr>
          <p:cNvPr id="704" name="Gráfico 2">
            <a:extLst>
              <a:ext uri="{FF2B5EF4-FFF2-40B4-BE49-F238E27FC236}">
                <a16:creationId xmlns:a16="http://schemas.microsoft.com/office/drawing/2014/main" id="{2A0D171B-6B7A-4981-33C7-EE982585F71B}"/>
              </a:ext>
            </a:extLst>
          </p:cNvPr>
          <p:cNvGrpSpPr/>
          <p:nvPr/>
        </p:nvGrpSpPr>
        <p:grpSpPr>
          <a:xfrm>
            <a:off x="8592440" y="3435873"/>
            <a:ext cx="526558" cy="600608"/>
            <a:chOff x="8557856" y="3396426"/>
            <a:chExt cx="595726" cy="679502"/>
          </a:xfrm>
          <a:solidFill>
            <a:srgbClr val="262626"/>
          </a:solidFill>
        </p:grpSpPr>
        <p:sp>
          <p:nvSpPr>
            <p:cNvPr id="705" name="Forma Livre: Forma 704">
              <a:extLst>
                <a:ext uri="{FF2B5EF4-FFF2-40B4-BE49-F238E27FC236}">
                  <a16:creationId xmlns:a16="http://schemas.microsoft.com/office/drawing/2014/main" id="{EAB75698-D95B-A885-DBF4-88B8E97A5085}"/>
                </a:ext>
              </a:extLst>
            </p:cNvPr>
            <p:cNvSpPr/>
            <p:nvPr/>
          </p:nvSpPr>
          <p:spPr>
            <a:xfrm>
              <a:off x="8557856" y="3396426"/>
              <a:ext cx="445470" cy="365956"/>
            </a:xfrm>
            <a:custGeom>
              <a:avLst/>
              <a:gdLst>
                <a:gd name="connsiteX0" fmla="*/ 83726 w 445470"/>
                <a:gd name="connsiteY0" fmla="*/ 365901 h 365956"/>
                <a:gd name="connsiteX1" fmla="*/ 77119 w 445470"/>
                <a:gd name="connsiteY1" fmla="*/ 361376 h 365956"/>
                <a:gd name="connsiteX2" fmla="*/ 474 w 445470"/>
                <a:gd name="connsiteY2" fmla="*/ 163227 h 365956"/>
                <a:gd name="connsiteX3" fmla="*/ 613 w 445470"/>
                <a:gd name="connsiteY3" fmla="*/ 157813 h 365956"/>
                <a:gd name="connsiteX4" fmla="*/ 4527 w 445470"/>
                <a:gd name="connsiteY4" fmla="*/ 154066 h 365956"/>
                <a:gd name="connsiteX5" fmla="*/ 401797 w 445470"/>
                <a:gd name="connsiteY5" fmla="*/ 471 h 365956"/>
                <a:gd name="connsiteX6" fmla="*/ 410958 w 445470"/>
                <a:gd name="connsiteY6" fmla="*/ 4524 h 365956"/>
                <a:gd name="connsiteX7" fmla="*/ 444991 w 445470"/>
                <a:gd name="connsiteY7" fmla="*/ 92495 h 365956"/>
                <a:gd name="connsiteX8" fmla="*/ 440938 w 445470"/>
                <a:gd name="connsiteY8" fmla="*/ 101655 h 365956"/>
                <a:gd name="connsiteX9" fmla="*/ 431778 w 445470"/>
                <a:gd name="connsiteY9" fmla="*/ 97602 h 365956"/>
                <a:gd name="connsiteX10" fmla="*/ 400298 w 445470"/>
                <a:gd name="connsiteY10" fmla="*/ 16239 h 365956"/>
                <a:gd name="connsiteX11" fmla="*/ 16242 w 445470"/>
                <a:gd name="connsiteY11" fmla="*/ 164753 h 365956"/>
                <a:gd name="connsiteX12" fmla="*/ 90332 w 445470"/>
                <a:gd name="connsiteY12" fmla="*/ 356324 h 365956"/>
                <a:gd name="connsiteX13" fmla="*/ 86280 w 445470"/>
                <a:gd name="connsiteY13" fmla="*/ 365484 h 365956"/>
                <a:gd name="connsiteX14" fmla="*/ 83726 w 445470"/>
                <a:gd name="connsiteY14" fmla="*/ 365956 h 3659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45470" h="365956">
                  <a:moveTo>
                    <a:pt x="83726" y="365901"/>
                  </a:moveTo>
                  <a:cubicBezTo>
                    <a:pt x="80894" y="365901"/>
                    <a:pt x="78201" y="364180"/>
                    <a:pt x="77119" y="361376"/>
                  </a:cubicBezTo>
                  <a:lnTo>
                    <a:pt x="474" y="163227"/>
                  </a:lnTo>
                  <a:cubicBezTo>
                    <a:pt x="-193" y="161478"/>
                    <a:pt x="-165" y="159535"/>
                    <a:pt x="613" y="157813"/>
                  </a:cubicBezTo>
                  <a:cubicBezTo>
                    <a:pt x="1362" y="156092"/>
                    <a:pt x="2778" y="154760"/>
                    <a:pt x="4527" y="154066"/>
                  </a:cubicBezTo>
                  <a:lnTo>
                    <a:pt x="401797" y="471"/>
                  </a:lnTo>
                  <a:cubicBezTo>
                    <a:pt x="405434" y="-917"/>
                    <a:pt x="409542" y="860"/>
                    <a:pt x="410958" y="4524"/>
                  </a:cubicBezTo>
                  <a:lnTo>
                    <a:pt x="444991" y="92495"/>
                  </a:lnTo>
                  <a:cubicBezTo>
                    <a:pt x="446407" y="96131"/>
                    <a:pt x="444575" y="100240"/>
                    <a:pt x="440938" y="101655"/>
                  </a:cubicBezTo>
                  <a:cubicBezTo>
                    <a:pt x="437302" y="103071"/>
                    <a:pt x="433193" y="101267"/>
                    <a:pt x="431778" y="97602"/>
                  </a:cubicBezTo>
                  <a:lnTo>
                    <a:pt x="400298" y="16239"/>
                  </a:lnTo>
                  <a:lnTo>
                    <a:pt x="16242" y="164753"/>
                  </a:lnTo>
                  <a:lnTo>
                    <a:pt x="90332" y="356324"/>
                  </a:lnTo>
                  <a:cubicBezTo>
                    <a:pt x="91748" y="359960"/>
                    <a:pt x="89916" y="364069"/>
                    <a:pt x="86280" y="365484"/>
                  </a:cubicBezTo>
                  <a:cubicBezTo>
                    <a:pt x="85447" y="365817"/>
                    <a:pt x="84586" y="365956"/>
                    <a:pt x="83726" y="365956"/>
                  </a:cubicBezTo>
                  <a:close/>
                </a:path>
              </a:pathLst>
            </a:custGeom>
            <a:solidFill>
              <a:srgbClr val="262626"/>
            </a:solidFill>
            <a:ln w="27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grpSp>
          <p:nvGrpSpPr>
            <p:cNvPr id="706" name="Gráfico 2">
              <a:extLst>
                <a:ext uri="{FF2B5EF4-FFF2-40B4-BE49-F238E27FC236}">
                  <a16:creationId xmlns:a16="http://schemas.microsoft.com/office/drawing/2014/main" id="{E05AD61B-4EC0-2642-8E87-AA06B1DC7335}"/>
                </a:ext>
              </a:extLst>
            </p:cNvPr>
            <p:cNvGrpSpPr/>
            <p:nvPr/>
          </p:nvGrpSpPr>
          <p:grpSpPr>
            <a:xfrm>
              <a:off x="8681695" y="3531587"/>
              <a:ext cx="471888" cy="544341"/>
              <a:chOff x="8681695" y="3531587"/>
              <a:chExt cx="471888" cy="544341"/>
            </a:xfrm>
            <a:solidFill>
              <a:srgbClr val="262626"/>
            </a:solidFill>
          </p:grpSpPr>
          <p:grpSp>
            <p:nvGrpSpPr>
              <p:cNvPr id="707" name="Gráfico 2">
                <a:extLst>
                  <a:ext uri="{FF2B5EF4-FFF2-40B4-BE49-F238E27FC236}">
                    <a16:creationId xmlns:a16="http://schemas.microsoft.com/office/drawing/2014/main" id="{CF49C8CA-DD5C-CFAE-3269-52F9D1D94C7C}"/>
                  </a:ext>
                </a:extLst>
              </p:cNvPr>
              <p:cNvGrpSpPr/>
              <p:nvPr/>
            </p:nvGrpSpPr>
            <p:grpSpPr>
              <a:xfrm>
                <a:off x="8681695" y="3531587"/>
                <a:ext cx="471888" cy="544341"/>
                <a:chOff x="8681695" y="3531587"/>
                <a:chExt cx="471888" cy="544341"/>
              </a:xfrm>
              <a:solidFill>
                <a:srgbClr val="262626"/>
              </a:solidFill>
            </p:grpSpPr>
            <p:sp>
              <p:nvSpPr>
                <p:cNvPr id="712" name="Forma Livre: Forma 711">
                  <a:extLst>
                    <a:ext uri="{FF2B5EF4-FFF2-40B4-BE49-F238E27FC236}">
                      <a16:creationId xmlns:a16="http://schemas.microsoft.com/office/drawing/2014/main" id="{52FEC4C4-DA71-E467-FC46-2797CADA3E6F}"/>
                    </a:ext>
                  </a:extLst>
                </p:cNvPr>
                <p:cNvSpPr/>
                <p:nvPr/>
              </p:nvSpPr>
              <p:spPr>
                <a:xfrm>
                  <a:off x="8681695" y="3531587"/>
                  <a:ext cx="471888" cy="544341"/>
                </a:xfrm>
                <a:custGeom>
                  <a:avLst/>
                  <a:gdLst>
                    <a:gd name="connsiteX0" fmla="*/ 464837 w 471888"/>
                    <a:gd name="connsiteY0" fmla="*/ 544341 h 544341"/>
                    <a:gd name="connsiteX1" fmla="*/ 7079 w 471888"/>
                    <a:gd name="connsiteY1" fmla="*/ 544341 h 544341"/>
                    <a:gd name="connsiteX2" fmla="*/ 0 w 471888"/>
                    <a:gd name="connsiteY2" fmla="*/ 537263 h 544341"/>
                    <a:gd name="connsiteX3" fmla="*/ 0 w 471888"/>
                    <a:gd name="connsiteY3" fmla="*/ 121782 h 544341"/>
                    <a:gd name="connsiteX4" fmla="*/ 2082 w 471888"/>
                    <a:gd name="connsiteY4" fmla="*/ 116785 h 544341"/>
                    <a:gd name="connsiteX5" fmla="*/ 116785 w 471888"/>
                    <a:gd name="connsiteY5" fmla="*/ 2082 h 544341"/>
                    <a:gd name="connsiteX6" fmla="*/ 121782 w 471888"/>
                    <a:gd name="connsiteY6" fmla="*/ 0 h 544341"/>
                    <a:gd name="connsiteX7" fmla="*/ 464809 w 471888"/>
                    <a:gd name="connsiteY7" fmla="*/ 0 h 544341"/>
                    <a:gd name="connsiteX8" fmla="*/ 471888 w 471888"/>
                    <a:gd name="connsiteY8" fmla="*/ 7079 h 544341"/>
                    <a:gd name="connsiteX9" fmla="*/ 471888 w 471888"/>
                    <a:gd name="connsiteY9" fmla="*/ 537263 h 544341"/>
                    <a:gd name="connsiteX10" fmla="*/ 464809 w 471888"/>
                    <a:gd name="connsiteY10" fmla="*/ 544341 h 544341"/>
                    <a:gd name="connsiteX11" fmla="*/ 14157 w 471888"/>
                    <a:gd name="connsiteY11" fmla="*/ 530184 h 544341"/>
                    <a:gd name="connsiteX12" fmla="*/ 457758 w 471888"/>
                    <a:gd name="connsiteY12" fmla="*/ 530184 h 544341"/>
                    <a:gd name="connsiteX13" fmla="*/ 457758 w 471888"/>
                    <a:gd name="connsiteY13" fmla="*/ 14157 h 544341"/>
                    <a:gd name="connsiteX14" fmla="*/ 124752 w 471888"/>
                    <a:gd name="connsiteY14" fmla="*/ 14157 h 544341"/>
                    <a:gd name="connsiteX15" fmla="*/ 14185 w 471888"/>
                    <a:gd name="connsiteY15" fmla="*/ 124725 h 544341"/>
                    <a:gd name="connsiteX16" fmla="*/ 14185 w 471888"/>
                    <a:gd name="connsiteY16" fmla="*/ 530184 h 5443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471888" h="544341">
                      <a:moveTo>
                        <a:pt x="464837" y="544341"/>
                      </a:moveTo>
                      <a:lnTo>
                        <a:pt x="7079" y="544341"/>
                      </a:lnTo>
                      <a:cubicBezTo>
                        <a:pt x="3164" y="544341"/>
                        <a:pt x="0" y="541177"/>
                        <a:pt x="0" y="537263"/>
                      </a:cubicBezTo>
                      <a:lnTo>
                        <a:pt x="0" y="121782"/>
                      </a:lnTo>
                      <a:cubicBezTo>
                        <a:pt x="0" y="119894"/>
                        <a:pt x="750" y="118118"/>
                        <a:pt x="2082" y="116785"/>
                      </a:cubicBezTo>
                      <a:lnTo>
                        <a:pt x="116785" y="2082"/>
                      </a:lnTo>
                      <a:cubicBezTo>
                        <a:pt x="118118" y="750"/>
                        <a:pt x="119922" y="0"/>
                        <a:pt x="121782" y="0"/>
                      </a:cubicBezTo>
                      <a:lnTo>
                        <a:pt x="464809" y="0"/>
                      </a:lnTo>
                      <a:cubicBezTo>
                        <a:pt x="468723" y="0"/>
                        <a:pt x="471888" y="3165"/>
                        <a:pt x="471888" y="7079"/>
                      </a:cubicBezTo>
                      <a:lnTo>
                        <a:pt x="471888" y="537263"/>
                      </a:lnTo>
                      <a:cubicBezTo>
                        <a:pt x="471888" y="541177"/>
                        <a:pt x="468723" y="544341"/>
                        <a:pt x="464809" y="544341"/>
                      </a:cubicBezTo>
                      <a:close/>
                      <a:moveTo>
                        <a:pt x="14157" y="530184"/>
                      </a:moveTo>
                      <a:lnTo>
                        <a:pt x="457758" y="530184"/>
                      </a:lnTo>
                      <a:lnTo>
                        <a:pt x="457758" y="14157"/>
                      </a:lnTo>
                      <a:lnTo>
                        <a:pt x="124752" y="14157"/>
                      </a:lnTo>
                      <a:lnTo>
                        <a:pt x="14185" y="124725"/>
                      </a:lnTo>
                      <a:lnTo>
                        <a:pt x="14185" y="530184"/>
                      </a:lnTo>
                      <a:close/>
                    </a:path>
                  </a:pathLst>
                </a:custGeom>
                <a:solidFill>
                  <a:srgbClr val="262626"/>
                </a:solidFill>
                <a:ln w="277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713" name="Forma Livre: Forma 712">
                  <a:extLst>
                    <a:ext uri="{FF2B5EF4-FFF2-40B4-BE49-F238E27FC236}">
                      <a16:creationId xmlns:a16="http://schemas.microsoft.com/office/drawing/2014/main" id="{95CC1697-35C9-EE07-FB38-4CBCCCC40314}"/>
                    </a:ext>
                  </a:extLst>
                </p:cNvPr>
                <p:cNvSpPr/>
                <p:nvPr/>
              </p:nvSpPr>
              <p:spPr>
                <a:xfrm>
                  <a:off x="8681702" y="3531594"/>
                  <a:ext cx="128853" cy="128881"/>
                </a:xfrm>
                <a:custGeom>
                  <a:avLst/>
                  <a:gdLst>
                    <a:gd name="connsiteX0" fmla="*/ 121802 w 128853"/>
                    <a:gd name="connsiteY0" fmla="*/ 128854 h 128881"/>
                    <a:gd name="connsiteX1" fmla="*/ 7099 w 128853"/>
                    <a:gd name="connsiteY1" fmla="*/ 128854 h 128881"/>
                    <a:gd name="connsiteX2" fmla="*/ 548 w 128853"/>
                    <a:gd name="connsiteY2" fmla="*/ 124495 h 128881"/>
                    <a:gd name="connsiteX3" fmla="*/ 2075 w 128853"/>
                    <a:gd name="connsiteY3" fmla="*/ 116778 h 128881"/>
                    <a:gd name="connsiteX4" fmla="*/ 116778 w 128853"/>
                    <a:gd name="connsiteY4" fmla="*/ 2075 h 128881"/>
                    <a:gd name="connsiteX5" fmla="*/ 124495 w 128853"/>
                    <a:gd name="connsiteY5" fmla="*/ 548 h 128881"/>
                    <a:gd name="connsiteX6" fmla="*/ 128853 w 128853"/>
                    <a:gd name="connsiteY6" fmla="*/ 7099 h 128881"/>
                    <a:gd name="connsiteX7" fmla="*/ 128853 w 128853"/>
                    <a:gd name="connsiteY7" fmla="*/ 121803 h 128881"/>
                    <a:gd name="connsiteX8" fmla="*/ 121775 w 128853"/>
                    <a:gd name="connsiteY8" fmla="*/ 128881 h 128881"/>
                    <a:gd name="connsiteX9" fmla="*/ 24171 w 128853"/>
                    <a:gd name="connsiteY9" fmla="*/ 114696 h 128881"/>
                    <a:gd name="connsiteX10" fmla="*/ 114723 w 128853"/>
                    <a:gd name="connsiteY10" fmla="*/ 114696 h 128881"/>
                    <a:gd name="connsiteX11" fmla="*/ 114723 w 128853"/>
                    <a:gd name="connsiteY11" fmla="*/ 24144 h 128881"/>
                    <a:gd name="connsiteX12" fmla="*/ 24171 w 128853"/>
                    <a:gd name="connsiteY12" fmla="*/ 114696 h 1288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28853" h="128881">
                      <a:moveTo>
                        <a:pt x="121802" y="128854"/>
                      </a:moveTo>
                      <a:lnTo>
                        <a:pt x="7099" y="128854"/>
                      </a:lnTo>
                      <a:cubicBezTo>
                        <a:pt x="4240" y="128854"/>
                        <a:pt x="1658" y="127133"/>
                        <a:pt x="548" y="124495"/>
                      </a:cubicBezTo>
                      <a:cubicBezTo>
                        <a:pt x="-562" y="121858"/>
                        <a:pt x="48" y="118805"/>
                        <a:pt x="2075" y="116778"/>
                      </a:cubicBezTo>
                      <a:lnTo>
                        <a:pt x="116778" y="2075"/>
                      </a:lnTo>
                      <a:cubicBezTo>
                        <a:pt x="118805" y="48"/>
                        <a:pt x="121858" y="-562"/>
                        <a:pt x="124495" y="548"/>
                      </a:cubicBezTo>
                      <a:cubicBezTo>
                        <a:pt x="127133" y="1631"/>
                        <a:pt x="128853" y="4212"/>
                        <a:pt x="128853" y="7099"/>
                      </a:cubicBezTo>
                      <a:lnTo>
                        <a:pt x="128853" y="121803"/>
                      </a:lnTo>
                      <a:cubicBezTo>
                        <a:pt x="128853" y="125717"/>
                        <a:pt x="125689" y="128881"/>
                        <a:pt x="121775" y="128881"/>
                      </a:cubicBezTo>
                      <a:close/>
                      <a:moveTo>
                        <a:pt x="24171" y="114696"/>
                      </a:moveTo>
                      <a:lnTo>
                        <a:pt x="114723" y="114696"/>
                      </a:lnTo>
                      <a:lnTo>
                        <a:pt x="114723" y="24144"/>
                      </a:lnTo>
                      <a:lnTo>
                        <a:pt x="24171" y="114696"/>
                      </a:lnTo>
                      <a:close/>
                    </a:path>
                  </a:pathLst>
                </a:custGeom>
                <a:solidFill>
                  <a:srgbClr val="262626"/>
                </a:solidFill>
                <a:ln w="277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  <p:grpSp>
            <p:nvGrpSpPr>
              <p:cNvPr id="708" name="Gráfico 2">
                <a:extLst>
                  <a:ext uri="{FF2B5EF4-FFF2-40B4-BE49-F238E27FC236}">
                    <a16:creationId xmlns:a16="http://schemas.microsoft.com/office/drawing/2014/main" id="{14D255B8-B136-DBE7-6C5F-5DED8CA8048F}"/>
                  </a:ext>
                </a:extLst>
              </p:cNvPr>
              <p:cNvGrpSpPr/>
              <p:nvPr/>
            </p:nvGrpSpPr>
            <p:grpSpPr>
              <a:xfrm>
                <a:off x="8758784" y="3739313"/>
                <a:ext cx="317765" cy="256833"/>
                <a:chOff x="8758784" y="3739313"/>
                <a:chExt cx="317765" cy="256833"/>
              </a:xfrm>
              <a:solidFill>
                <a:srgbClr val="262626"/>
              </a:solidFill>
            </p:grpSpPr>
            <p:sp>
              <p:nvSpPr>
                <p:cNvPr id="709" name="Forma Livre: Forma 708">
                  <a:extLst>
                    <a:ext uri="{FF2B5EF4-FFF2-40B4-BE49-F238E27FC236}">
                      <a16:creationId xmlns:a16="http://schemas.microsoft.com/office/drawing/2014/main" id="{08BFBEDA-DAB4-551A-9AD2-46273FF586CF}"/>
                    </a:ext>
                  </a:extLst>
                </p:cNvPr>
                <p:cNvSpPr/>
                <p:nvPr/>
              </p:nvSpPr>
              <p:spPr>
                <a:xfrm>
                  <a:off x="8852389" y="3739313"/>
                  <a:ext cx="130582" cy="14157"/>
                </a:xfrm>
                <a:custGeom>
                  <a:avLst/>
                  <a:gdLst>
                    <a:gd name="connsiteX0" fmla="*/ 123503 w 130582"/>
                    <a:gd name="connsiteY0" fmla="*/ 14157 h 14157"/>
                    <a:gd name="connsiteX1" fmla="*/ 7079 w 130582"/>
                    <a:gd name="connsiteY1" fmla="*/ 14157 h 14157"/>
                    <a:gd name="connsiteX2" fmla="*/ 0 w 130582"/>
                    <a:gd name="connsiteY2" fmla="*/ 7079 h 14157"/>
                    <a:gd name="connsiteX3" fmla="*/ 7079 w 130582"/>
                    <a:gd name="connsiteY3" fmla="*/ 0 h 14157"/>
                    <a:gd name="connsiteX4" fmla="*/ 123503 w 130582"/>
                    <a:gd name="connsiteY4" fmla="*/ 0 h 14157"/>
                    <a:gd name="connsiteX5" fmla="*/ 130582 w 130582"/>
                    <a:gd name="connsiteY5" fmla="*/ 7079 h 14157"/>
                    <a:gd name="connsiteX6" fmla="*/ 123503 w 130582"/>
                    <a:gd name="connsiteY6" fmla="*/ 14157 h 141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30582" h="14157">
                      <a:moveTo>
                        <a:pt x="123503" y="14157"/>
                      </a:moveTo>
                      <a:lnTo>
                        <a:pt x="7079" y="14157"/>
                      </a:lnTo>
                      <a:cubicBezTo>
                        <a:pt x="3164" y="14157"/>
                        <a:pt x="0" y="10993"/>
                        <a:pt x="0" y="7079"/>
                      </a:cubicBezTo>
                      <a:cubicBezTo>
                        <a:pt x="0" y="3165"/>
                        <a:pt x="3164" y="0"/>
                        <a:pt x="7079" y="0"/>
                      </a:cubicBezTo>
                      <a:lnTo>
                        <a:pt x="123503" y="0"/>
                      </a:lnTo>
                      <a:cubicBezTo>
                        <a:pt x="127417" y="0"/>
                        <a:pt x="130582" y="3165"/>
                        <a:pt x="130582" y="7079"/>
                      </a:cubicBezTo>
                      <a:cubicBezTo>
                        <a:pt x="130582" y="10993"/>
                        <a:pt x="127417" y="14157"/>
                        <a:pt x="123503" y="14157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277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710" name="Forma Livre: Forma 709">
                  <a:extLst>
                    <a:ext uri="{FF2B5EF4-FFF2-40B4-BE49-F238E27FC236}">
                      <a16:creationId xmlns:a16="http://schemas.microsoft.com/office/drawing/2014/main" id="{C978A5BE-C8CF-73CD-75D1-46B8A1370F54}"/>
                    </a:ext>
                  </a:extLst>
                </p:cNvPr>
                <p:cNvSpPr/>
                <p:nvPr/>
              </p:nvSpPr>
              <p:spPr>
                <a:xfrm>
                  <a:off x="8758784" y="3836833"/>
                  <a:ext cx="317765" cy="14157"/>
                </a:xfrm>
                <a:custGeom>
                  <a:avLst/>
                  <a:gdLst>
                    <a:gd name="connsiteX0" fmla="*/ 310687 w 317765"/>
                    <a:gd name="connsiteY0" fmla="*/ 14158 h 14157"/>
                    <a:gd name="connsiteX1" fmla="*/ 7078 w 317765"/>
                    <a:gd name="connsiteY1" fmla="*/ 14158 h 14157"/>
                    <a:gd name="connsiteX2" fmla="*/ 0 w 317765"/>
                    <a:gd name="connsiteY2" fmla="*/ 7079 h 14157"/>
                    <a:gd name="connsiteX3" fmla="*/ 7078 w 317765"/>
                    <a:gd name="connsiteY3" fmla="*/ 0 h 14157"/>
                    <a:gd name="connsiteX4" fmla="*/ 310687 w 317765"/>
                    <a:gd name="connsiteY4" fmla="*/ 0 h 14157"/>
                    <a:gd name="connsiteX5" fmla="*/ 317766 w 317765"/>
                    <a:gd name="connsiteY5" fmla="*/ 7079 h 14157"/>
                    <a:gd name="connsiteX6" fmla="*/ 310687 w 317765"/>
                    <a:gd name="connsiteY6" fmla="*/ 14158 h 141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7765" h="14157">
                      <a:moveTo>
                        <a:pt x="310687" y="14158"/>
                      </a:moveTo>
                      <a:lnTo>
                        <a:pt x="7078" y="14158"/>
                      </a:lnTo>
                      <a:cubicBezTo>
                        <a:pt x="3164" y="14158"/>
                        <a:pt x="0" y="10993"/>
                        <a:pt x="0" y="7079"/>
                      </a:cubicBezTo>
                      <a:cubicBezTo>
                        <a:pt x="0" y="3165"/>
                        <a:pt x="3164" y="0"/>
                        <a:pt x="7078" y="0"/>
                      </a:cubicBezTo>
                      <a:lnTo>
                        <a:pt x="310687" y="0"/>
                      </a:lnTo>
                      <a:cubicBezTo>
                        <a:pt x="314601" y="0"/>
                        <a:pt x="317766" y="3165"/>
                        <a:pt x="317766" y="7079"/>
                      </a:cubicBezTo>
                      <a:cubicBezTo>
                        <a:pt x="317766" y="10993"/>
                        <a:pt x="314601" y="14158"/>
                        <a:pt x="310687" y="14158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277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711" name="Forma Livre: Forma 710">
                  <a:extLst>
                    <a:ext uri="{FF2B5EF4-FFF2-40B4-BE49-F238E27FC236}">
                      <a16:creationId xmlns:a16="http://schemas.microsoft.com/office/drawing/2014/main" id="{83DADF82-40F4-B39B-4745-72E405006E34}"/>
                    </a:ext>
                  </a:extLst>
                </p:cNvPr>
                <p:cNvSpPr/>
                <p:nvPr/>
              </p:nvSpPr>
              <p:spPr>
                <a:xfrm>
                  <a:off x="8935780" y="3911951"/>
                  <a:ext cx="117617" cy="84195"/>
                </a:xfrm>
                <a:custGeom>
                  <a:avLst/>
                  <a:gdLst>
                    <a:gd name="connsiteX0" fmla="*/ 40501 w 117617"/>
                    <a:gd name="connsiteY0" fmla="*/ 84168 h 84195"/>
                    <a:gd name="connsiteX1" fmla="*/ 40501 w 117617"/>
                    <a:gd name="connsiteY1" fmla="*/ 84168 h 84195"/>
                    <a:gd name="connsiteX2" fmla="*/ 35504 w 117617"/>
                    <a:gd name="connsiteY2" fmla="*/ 82086 h 84195"/>
                    <a:gd name="connsiteX3" fmla="*/ 2082 w 117617"/>
                    <a:gd name="connsiteY3" fmla="*/ 48663 h 84195"/>
                    <a:gd name="connsiteX4" fmla="*/ 2082 w 117617"/>
                    <a:gd name="connsiteY4" fmla="*/ 38642 h 84195"/>
                    <a:gd name="connsiteX5" fmla="*/ 12103 w 117617"/>
                    <a:gd name="connsiteY5" fmla="*/ 38642 h 84195"/>
                    <a:gd name="connsiteX6" fmla="*/ 40529 w 117617"/>
                    <a:gd name="connsiteY6" fmla="*/ 67068 h 84195"/>
                    <a:gd name="connsiteX7" fmla="*/ 105515 w 117617"/>
                    <a:gd name="connsiteY7" fmla="*/ 2082 h 84195"/>
                    <a:gd name="connsiteX8" fmla="*/ 115536 w 117617"/>
                    <a:gd name="connsiteY8" fmla="*/ 2082 h 84195"/>
                    <a:gd name="connsiteX9" fmla="*/ 115536 w 117617"/>
                    <a:gd name="connsiteY9" fmla="*/ 12103 h 84195"/>
                    <a:gd name="connsiteX10" fmla="*/ 45526 w 117617"/>
                    <a:gd name="connsiteY10" fmla="*/ 82113 h 84195"/>
                    <a:gd name="connsiteX11" fmla="*/ 40529 w 117617"/>
                    <a:gd name="connsiteY11" fmla="*/ 84195 h 841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117617" h="84195">
                      <a:moveTo>
                        <a:pt x="40501" y="84168"/>
                      </a:moveTo>
                      <a:lnTo>
                        <a:pt x="40501" y="84168"/>
                      </a:lnTo>
                      <a:cubicBezTo>
                        <a:pt x="38614" y="84168"/>
                        <a:pt x="36837" y="83418"/>
                        <a:pt x="35504" y="82086"/>
                      </a:cubicBezTo>
                      <a:lnTo>
                        <a:pt x="2082" y="48663"/>
                      </a:lnTo>
                      <a:cubicBezTo>
                        <a:pt x="-694" y="45887"/>
                        <a:pt x="-694" y="41418"/>
                        <a:pt x="2082" y="38642"/>
                      </a:cubicBezTo>
                      <a:cubicBezTo>
                        <a:pt x="4858" y="35866"/>
                        <a:pt x="9327" y="35866"/>
                        <a:pt x="12103" y="38642"/>
                      </a:cubicBezTo>
                      <a:lnTo>
                        <a:pt x="40529" y="67068"/>
                      </a:lnTo>
                      <a:lnTo>
                        <a:pt x="105515" y="2082"/>
                      </a:lnTo>
                      <a:cubicBezTo>
                        <a:pt x="108291" y="-694"/>
                        <a:pt x="112760" y="-694"/>
                        <a:pt x="115536" y="2082"/>
                      </a:cubicBezTo>
                      <a:cubicBezTo>
                        <a:pt x="118312" y="4858"/>
                        <a:pt x="118312" y="9327"/>
                        <a:pt x="115536" y="12103"/>
                      </a:cubicBezTo>
                      <a:lnTo>
                        <a:pt x="45526" y="82113"/>
                      </a:lnTo>
                      <a:cubicBezTo>
                        <a:pt x="44193" y="83446"/>
                        <a:pt x="42389" y="84195"/>
                        <a:pt x="40529" y="84195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277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</p:grpSp>
      </p:grpSp>
      <p:grpSp>
        <p:nvGrpSpPr>
          <p:cNvPr id="714" name="Gráfico 2">
            <a:extLst>
              <a:ext uri="{FF2B5EF4-FFF2-40B4-BE49-F238E27FC236}">
                <a16:creationId xmlns:a16="http://schemas.microsoft.com/office/drawing/2014/main" id="{8063FE8A-90E6-8173-F0EE-FC8E2468B22D}"/>
              </a:ext>
            </a:extLst>
          </p:cNvPr>
          <p:cNvGrpSpPr/>
          <p:nvPr/>
        </p:nvGrpSpPr>
        <p:grpSpPr>
          <a:xfrm>
            <a:off x="9539139" y="3429036"/>
            <a:ext cx="588700" cy="580584"/>
            <a:chOff x="9500473" y="3390903"/>
            <a:chExt cx="666031" cy="656849"/>
          </a:xfrm>
          <a:solidFill>
            <a:srgbClr val="262626"/>
          </a:solidFill>
        </p:grpSpPr>
        <p:grpSp>
          <p:nvGrpSpPr>
            <p:cNvPr id="715" name="Gráfico 2">
              <a:extLst>
                <a:ext uri="{FF2B5EF4-FFF2-40B4-BE49-F238E27FC236}">
                  <a16:creationId xmlns:a16="http://schemas.microsoft.com/office/drawing/2014/main" id="{8A4282B1-8764-70C6-EABD-FC1FA8109E53}"/>
                </a:ext>
              </a:extLst>
            </p:cNvPr>
            <p:cNvGrpSpPr/>
            <p:nvPr/>
          </p:nvGrpSpPr>
          <p:grpSpPr>
            <a:xfrm>
              <a:off x="9678240" y="3538860"/>
              <a:ext cx="488264" cy="508892"/>
              <a:chOff x="9678240" y="3538860"/>
              <a:chExt cx="488264" cy="508892"/>
            </a:xfrm>
            <a:solidFill>
              <a:srgbClr val="262626"/>
            </a:solidFill>
          </p:grpSpPr>
          <p:sp>
            <p:nvSpPr>
              <p:cNvPr id="717" name="Forma Livre: Forma 716">
                <a:extLst>
                  <a:ext uri="{FF2B5EF4-FFF2-40B4-BE49-F238E27FC236}">
                    <a16:creationId xmlns:a16="http://schemas.microsoft.com/office/drawing/2014/main" id="{07933160-4086-8433-BF1A-DE1A76BBF9C2}"/>
                  </a:ext>
                </a:extLst>
              </p:cNvPr>
              <p:cNvSpPr/>
              <p:nvPr/>
            </p:nvSpPr>
            <p:spPr>
              <a:xfrm>
                <a:off x="9729626" y="3736177"/>
                <a:ext cx="385360" cy="311575"/>
              </a:xfrm>
              <a:custGeom>
                <a:avLst/>
                <a:gdLst>
                  <a:gd name="connsiteX0" fmla="*/ 378282 w 385360"/>
                  <a:gd name="connsiteY0" fmla="*/ 311576 h 311575"/>
                  <a:gd name="connsiteX1" fmla="*/ 240760 w 385360"/>
                  <a:gd name="connsiteY1" fmla="*/ 311576 h 311575"/>
                  <a:gd name="connsiteX2" fmla="*/ 233682 w 385360"/>
                  <a:gd name="connsiteY2" fmla="*/ 304497 h 311575"/>
                  <a:gd name="connsiteX3" fmla="*/ 233682 w 385360"/>
                  <a:gd name="connsiteY3" fmla="*/ 162867 h 311575"/>
                  <a:gd name="connsiteX4" fmla="*/ 151679 w 385360"/>
                  <a:gd name="connsiteY4" fmla="*/ 162867 h 311575"/>
                  <a:gd name="connsiteX5" fmla="*/ 151679 w 385360"/>
                  <a:gd name="connsiteY5" fmla="*/ 304497 h 311575"/>
                  <a:gd name="connsiteX6" fmla="*/ 144600 w 385360"/>
                  <a:gd name="connsiteY6" fmla="*/ 311576 h 311575"/>
                  <a:gd name="connsiteX7" fmla="*/ 7079 w 385360"/>
                  <a:gd name="connsiteY7" fmla="*/ 311576 h 311575"/>
                  <a:gd name="connsiteX8" fmla="*/ 0 w 385360"/>
                  <a:gd name="connsiteY8" fmla="*/ 304497 h 311575"/>
                  <a:gd name="connsiteX9" fmla="*/ 0 w 385360"/>
                  <a:gd name="connsiteY9" fmla="*/ 7079 h 311575"/>
                  <a:gd name="connsiteX10" fmla="*/ 7079 w 385360"/>
                  <a:gd name="connsiteY10" fmla="*/ 0 h 311575"/>
                  <a:gd name="connsiteX11" fmla="*/ 378282 w 385360"/>
                  <a:gd name="connsiteY11" fmla="*/ 0 h 311575"/>
                  <a:gd name="connsiteX12" fmla="*/ 385361 w 385360"/>
                  <a:gd name="connsiteY12" fmla="*/ 7079 h 311575"/>
                  <a:gd name="connsiteX13" fmla="*/ 385361 w 385360"/>
                  <a:gd name="connsiteY13" fmla="*/ 304497 h 311575"/>
                  <a:gd name="connsiteX14" fmla="*/ 378282 w 385360"/>
                  <a:gd name="connsiteY14" fmla="*/ 311576 h 311575"/>
                  <a:gd name="connsiteX15" fmla="*/ 247839 w 385360"/>
                  <a:gd name="connsiteY15" fmla="*/ 297418 h 311575"/>
                  <a:gd name="connsiteX16" fmla="*/ 371204 w 385360"/>
                  <a:gd name="connsiteY16" fmla="*/ 297418 h 311575"/>
                  <a:gd name="connsiteX17" fmla="*/ 371204 w 385360"/>
                  <a:gd name="connsiteY17" fmla="*/ 14157 h 311575"/>
                  <a:gd name="connsiteX18" fmla="*/ 14157 w 385360"/>
                  <a:gd name="connsiteY18" fmla="*/ 14157 h 311575"/>
                  <a:gd name="connsiteX19" fmla="*/ 14157 w 385360"/>
                  <a:gd name="connsiteY19" fmla="*/ 297418 h 311575"/>
                  <a:gd name="connsiteX20" fmla="*/ 137522 w 385360"/>
                  <a:gd name="connsiteY20" fmla="*/ 297418 h 311575"/>
                  <a:gd name="connsiteX21" fmla="*/ 137522 w 385360"/>
                  <a:gd name="connsiteY21" fmla="*/ 155788 h 311575"/>
                  <a:gd name="connsiteX22" fmla="*/ 144600 w 385360"/>
                  <a:gd name="connsiteY22" fmla="*/ 148709 h 311575"/>
                  <a:gd name="connsiteX23" fmla="*/ 240760 w 385360"/>
                  <a:gd name="connsiteY23" fmla="*/ 148709 h 311575"/>
                  <a:gd name="connsiteX24" fmla="*/ 247839 w 385360"/>
                  <a:gd name="connsiteY24" fmla="*/ 155788 h 311575"/>
                  <a:gd name="connsiteX25" fmla="*/ 247839 w 385360"/>
                  <a:gd name="connsiteY25" fmla="*/ 297418 h 311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385360" h="311575">
                    <a:moveTo>
                      <a:pt x="378282" y="311576"/>
                    </a:moveTo>
                    <a:lnTo>
                      <a:pt x="240760" y="311576"/>
                    </a:lnTo>
                    <a:cubicBezTo>
                      <a:pt x="236846" y="311576"/>
                      <a:pt x="233682" y="308411"/>
                      <a:pt x="233682" y="304497"/>
                    </a:cubicBezTo>
                    <a:lnTo>
                      <a:pt x="233682" y="162867"/>
                    </a:lnTo>
                    <a:lnTo>
                      <a:pt x="151679" y="162867"/>
                    </a:lnTo>
                    <a:lnTo>
                      <a:pt x="151679" y="304497"/>
                    </a:lnTo>
                    <a:cubicBezTo>
                      <a:pt x="151679" y="308411"/>
                      <a:pt x="148515" y="311576"/>
                      <a:pt x="144600" y="311576"/>
                    </a:cubicBezTo>
                    <a:lnTo>
                      <a:pt x="7079" y="311576"/>
                    </a:lnTo>
                    <a:cubicBezTo>
                      <a:pt x="3164" y="311576"/>
                      <a:pt x="0" y="308411"/>
                      <a:pt x="0" y="304497"/>
                    </a:cubicBezTo>
                    <a:lnTo>
                      <a:pt x="0" y="7079"/>
                    </a:lnTo>
                    <a:cubicBezTo>
                      <a:pt x="0" y="3165"/>
                      <a:pt x="3164" y="0"/>
                      <a:pt x="7079" y="0"/>
                    </a:cubicBezTo>
                    <a:lnTo>
                      <a:pt x="378282" y="0"/>
                    </a:lnTo>
                    <a:cubicBezTo>
                      <a:pt x="382196" y="0"/>
                      <a:pt x="385361" y="3165"/>
                      <a:pt x="385361" y="7079"/>
                    </a:cubicBezTo>
                    <a:lnTo>
                      <a:pt x="385361" y="304497"/>
                    </a:lnTo>
                    <a:cubicBezTo>
                      <a:pt x="385361" y="308411"/>
                      <a:pt x="382196" y="311576"/>
                      <a:pt x="378282" y="311576"/>
                    </a:cubicBezTo>
                    <a:close/>
                    <a:moveTo>
                      <a:pt x="247839" y="297418"/>
                    </a:moveTo>
                    <a:lnTo>
                      <a:pt x="371204" y="297418"/>
                    </a:lnTo>
                    <a:lnTo>
                      <a:pt x="371204" y="14157"/>
                    </a:lnTo>
                    <a:lnTo>
                      <a:pt x="14157" y="14157"/>
                    </a:lnTo>
                    <a:lnTo>
                      <a:pt x="14157" y="297418"/>
                    </a:lnTo>
                    <a:lnTo>
                      <a:pt x="137522" y="297418"/>
                    </a:lnTo>
                    <a:lnTo>
                      <a:pt x="137522" y="155788"/>
                    </a:lnTo>
                    <a:cubicBezTo>
                      <a:pt x="137522" y="151874"/>
                      <a:pt x="140686" y="148709"/>
                      <a:pt x="144600" y="148709"/>
                    </a:cubicBezTo>
                    <a:lnTo>
                      <a:pt x="240760" y="148709"/>
                    </a:lnTo>
                    <a:cubicBezTo>
                      <a:pt x="244674" y="148709"/>
                      <a:pt x="247839" y="151874"/>
                      <a:pt x="247839" y="155788"/>
                    </a:cubicBezTo>
                    <a:lnTo>
                      <a:pt x="247839" y="297418"/>
                    </a:lnTo>
                    <a:close/>
                  </a:path>
                </a:pathLst>
              </a:custGeom>
              <a:solidFill>
                <a:srgbClr val="262626"/>
              </a:solidFill>
              <a:ln w="27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grpSp>
            <p:nvGrpSpPr>
              <p:cNvPr id="718" name="Gráfico 2">
                <a:extLst>
                  <a:ext uri="{FF2B5EF4-FFF2-40B4-BE49-F238E27FC236}">
                    <a16:creationId xmlns:a16="http://schemas.microsoft.com/office/drawing/2014/main" id="{98F7C15F-C640-D15D-FDD3-ACDBAE677634}"/>
                  </a:ext>
                </a:extLst>
              </p:cNvPr>
              <p:cNvGrpSpPr/>
              <p:nvPr/>
            </p:nvGrpSpPr>
            <p:grpSpPr>
              <a:xfrm>
                <a:off x="9678240" y="3538860"/>
                <a:ext cx="488264" cy="183882"/>
                <a:chOff x="9678240" y="3538860"/>
                <a:chExt cx="488264" cy="183882"/>
              </a:xfrm>
              <a:solidFill>
                <a:srgbClr val="262626"/>
              </a:solidFill>
            </p:grpSpPr>
            <p:sp>
              <p:nvSpPr>
                <p:cNvPr id="719" name="Forma Livre: Forma 718">
                  <a:extLst>
                    <a:ext uri="{FF2B5EF4-FFF2-40B4-BE49-F238E27FC236}">
                      <a16:creationId xmlns:a16="http://schemas.microsoft.com/office/drawing/2014/main" id="{A098510C-9090-D2DD-2470-3BF81CD521CB}"/>
                    </a:ext>
                  </a:extLst>
                </p:cNvPr>
                <p:cNvSpPr/>
                <p:nvPr/>
              </p:nvSpPr>
              <p:spPr>
                <a:xfrm>
                  <a:off x="9678240" y="3564739"/>
                  <a:ext cx="488264" cy="158003"/>
                </a:xfrm>
                <a:custGeom>
                  <a:avLst/>
                  <a:gdLst>
                    <a:gd name="connsiteX0" fmla="*/ 481107 w 488264"/>
                    <a:gd name="connsiteY0" fmla="*/ 158002 h 158003"/>
                    <a:gd name="connsiteX1" fmla="*/ 477442 w 488264"/>
                    <a:gd name="connsiteY1" fmla="*/ 156975 h 158003"/>
                    <a:gd name="connsiteX2" fmla="*/ 244094 w 488264"/>
                    <a:gd name="connsiteY2" fmla="*/ 15344 h 158003"/>
                    <a:gd name="connsiteX3" fmla="*/ 10745 w 488264"/>
                    <a:gd name="connsiteY3" fmla="*/ 156975 h 158003"/>
                    <a:gd name="connsiteX4" fmla="*/ 1029 w 488264"/>
                    <a:gd name="connsiteY4" fmla="*/ 154587 h 158003"/>
                    <a:gd name="connsiteX5" fmla="*/ 3417 w 488264"/>
                    <a:gd name="connsiteY5" fmla="*/ 144871 h 158003"/>
                    <a:gd name="connsiteX6" fmla="*/ 240457 w 488264"/>
                    <a:gd name="connsiteY6" fmla="*/ 1020 h 158003"/>
                    <a:gd name="connsiteX7" fmla="*/ 247814 w 488264"/>
                    <a:gd name="connsiteY7" fmla="*/ 1020 h 158003"/>
                    <a:gd name="connsiteX8" fmla="*/ 484854 w 488264"/>
                    <a:gd name="connsiteY8" fmla="*/ 144871 h 158003"/>
                    <a:gd name="connsiteX9" fmla="*/ 487242 w 488264"/>
                    <a:gd name="connsiteY9" fmla="*/ 154587 h 158003"/>
                    <a:gd name="connsiteX10" fmla="*/ 481190 w 488264"/>
                    <a:gd name="connsiteY10" fmla="*/ 158002 h 1580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88264" h="158003">
                      <a:moveTo>
                        <a:pt x="481107" y="158002"/>
                      </a:moveTo>
                      <a:cubicBezTo>
                        <a:pt x="479857" y="158002"/>
                        <a:pt x="478580" y="157669"/>
                        <a:pt x="477442" y="156975"/>
                      </a:cubicBezTo>
                      <a:lnTo>
                        <a:pt x="244094" y="15344"/>
                      </a:lnTo>
                      <a:lnTo>
                        <a:pt x="10745" y="156975"/>
                      </a:lnTo>
                      <a:cubicBezTo>
                        <a:pt x="7414" y="159001"/>
                        <a:pt x="3055" y="157946"/>
                        <a:pt x="1029" y="154587"/>
                      </a:cubicBezTo>
                      <a:cubicBezTo>
                        <a:pt x="-997" y="151256"/>
                        <a:pt x="58" y="146898"/>
                        <a:pt x="3417" y="144871"/>
                      </a:cubicBezTo>
                      <a:lnTo>
                        <a:pt x="240457" y="1020"/>
                      </a:lnTo>
                      <a:cubicBezTo>
                        <a:pt x="242706" y="-340"/>
                        <a:pt x="245537" y="-340"/>
                        <a:pt x="247814" y="1020"/>
                      </a:cubicBezTo>
                      <a:lnTo>
                        <a:pt x="484854" y="144871"/>
                      </a:lnTo>
                      <a:cubicBezTo>
                        <a:pt x="488185" y="146898"/>
                        <a:pt x="489268" y="151256"/>
                        <a:pt x="487242" y="154587"/>
                      </a:cubicBezTo>
                      <a:cubicBezTo>
                        <a:pt x="485909" y="156780"/>
                        <a:pt x="483577" y="158002"/>
                        <a:pt x="481190" y="158002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277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720" name="Forma Livre: Forma 719">
                  <a:extLst>
                    <a:ext uri="{FF2B5EF4-FFF2-40B4-BE49-F238E27FC236}">
                      <a16:creationId xmlns:a16="http://schemas.microsoft.com/office/drawing/2014/main" id="{1593144B-728D-BA4D-8C54-225A5E98487A}"/>
                    </a:ext>
                  </a:extLst>
                </p:cNvPr>
                <p:cNvSpPr/>
                <p:nvPr/>
              </p:nvSpPr>
              <p:spPr>
                <a:xfrm>
                  <a:off x="9980602" y="3538860"/>
                  <a:ext cx="81252" cy="120421"/>
                </a:xfrm>
                <a:custGeom>
                  <a:avLst/>
                  <a:gdLst>
                    <a:gd name="connsiteX0" fmla="*/ 74174 w 81252"/>
                    <a:gd name="connsiteY0" fmla="*/ 120422 h 120421"/>
                    <a:gd name="connsiteX1" fmla="*/ 67095 w 81252"/>
                    <a:gd name="connsiteY1" fmla="*/ 113343 h 120421"/>
                    <a:gd name="connsiteX2" fmla="*/ 67095 w 81252"/>
                    <a:gd name="connsiteY2" fmla="*/ 14157 h 120421"/>
                    <a:gd name="connsiteX3" fmla="*/ 14158 w 81252"/>
                    <a:gd name="connsiteY3" fmla="*/ 14157 h 120421"/>
                    <a:gd name="connsiteX4" fmla="*/ 14158 w 81252"/>
                    <a:gd name="connsiteY4" fmla="*/ 72647 h 120421"/>
                    <a:gd name="connsiteX5" fmla="*/ 7079 w 81252"/>
                    <a:gd name="connsiteY5" fmla="*/ 79726 h 120421"/>
                    <a:gd name="connsiteX6" fmla="*/ 0 w 81252"/>
                    <a:gd name="connsiteY6" fmla="*/ 72647 h 120421"/>
                    <a:gd name="connsiteX7" fmla="*/ 0 w 81252"/>
                    <a:gd name="connsiteY7" fmla="*/ 7079 h 120421"/>
                    <a:gd name="connsiteX8" fmla="*/ 7079 w 81252"/>
                    <a:gd name="connsiteY8" fmla="*/ 0 h 120421"/>
                    <a:gd name="connsiteX9" fmla="*/ 74174 w 81252"/>
                    <a:gd name="connsiteY9" fmla="*/ 0 h 120421"/>
                    <a:gd name="connsiteX10" fmla="*/ 81253 w 81252"/>
                    <a:gd name="connsiteY10" fmla="*/ 7079 h 120421"/>
                    <a:gd name="connsiteX11" fmla="*/ 81253 w 81252"/>
                    <a:gd name="connsiteY11" fmla="*/ 113343 h 120421"/>
                    <a:gd name="connsiteX12" fmla="*/ 74174 w 81252"/>
                    <a:gd name="connsiteY12" fmla="*/ 120422 h 1204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81252" h="120421">
                      <a:moveTo>
                        <a:pt x="74174" y="120422"/>
                      </a:moveTo>
                      <a:cubicBezTo>
                        <a:pt x="70260" y="120422"/>
                        <a:pt x="67095" y="117257"/>
                        <a:pt x="67095" y="113343"/>
                      </a:cubicBezTo>
                      <a:lnTo>
                        <a:pt x="67095" y="14157"/>
                      </a:lnTo>
                      <a:lnTo>
                        <a:pt x="14158" y="14157"/>
                      </a:lnTo>
                      <a:lnTo>
                        <a:pt x="14158" y="72647"/>
                      </a:lnTo>
                      <a:cubicBezTo>
                        <a:pt x="14158" y="76561"/>
                        <a:pt x="10993" y="79726"/>
                        <a:pt x="7079" y="79726"/>
                      </a:cubicBezTo>
                      <a:cubicBezTo>
                        <a:pt x="3165" y="79726"/>
                        <a:pt x="0" y="76561"/>
                        <a:pt x="0" y="72647"/>
                      </a:cubicBezTo>
                      <a:lnTo>
                        <a:pt x="0" y="7079"/>
                      </a:lnTo>
                      <a:cubicBezTo>
                        <a:pt x="0" y="3165"/>
                        <a:pt x="3165" y="0"/>
                        <a:pt x="7079" y="0"/>
                      </a:cubicBezTo>
                      <a:lnTo>
                        <a:pt x="74174" y="0"/>
                      </a:lnTo>
                      <a:cubicBezTo>
                        <a:pt x="78089" y="0"/>
                        <a:pt x="81253" y="3165"/>
                        <a:pt x="81253" y="7079"/>
                      </a:cubicBezTo>
                      <a:lnTo>
                        <a:pt x="81253" y="113343"/>
                      </a:lnTo>
                      <a:cubicBezTo>
                        <a:pt x="81253" y="117257"/>
                        <a:pt x="78089" y="120422"/>
                        <a:pt x="74174" y="120422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277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</p:grpSp>
        <p:sp>
          <p:nvSpPr>
            <p:cNvPr id="716" name="Forma Livre: Forma 715">
              <a:extLst>
                <a:ext uri="{FF2B5EF4-FFF2-40B4-BE49-F238E27FC236}">
                  <a16:creationId xmlns:a16="http://schemas.microsoft.com/office/drawing/2014/main" id="{52D5B680-D2DB-2EF4-1A20-DF316EEE1F09}"/>
                </a:ext>
              </a:extLst>
            </p:cNvPr>
            <p:cNvSpPr/>
            <p:nvPr/>
          </p:nvSpPr>
          <p:spPr>
            <a:xfrm>
              <a:off x="9500473" y="3390903"/>
              <a:ext cx="385199" cy="656849"/>
            </a:xfrm>
            <a:custGeom>
              <a:avLst/>
              <a:gdLst>
                <a:gd name="connsiteX0" fmla="*/ 173078 w 385199"/>
                <a:gd name="connsiteY0" fmla="*/ 656850 h 656849"/>
                <a:gd name="connsiteX1" fmla="*/ 170468 w 385199"/>
                <a:gd name="connsiteY1" fmla="*/ 656350 h 656849"/>
                <a:gd name="connsiteX2" fmla="*/ 3716 w 385199"/>
                <a:gd name="connsiteY2" fmla="*/ 474135 h 656849"/>
                <a:gd name="connsiteX3" fmla="*/ 53849 w 385199"/>
                <a:gd name="connsiteY3" fmla="*/ 291087 h 656849"/>
                <a:gd name="connsiteX4" fmla="*/ 76224 w 385199"/>
                <a:gd name="connsiteY4" fmla="*/ 244506 h 656849"/>
                <a:gd name="connsiteX5" fmla="*/ 61983 w 385199"/>
                <a:gd name="connsiteY5" fmla="*/ 197981 h 656849"/>
                <a:gd name="connsiteX6" fmla="*/ 60123 w 385199"/>
                <a:gd name="connsiteY6" fmla="*/ 190708 h 656849"/>
                <a:gd name="connsiteX7" fmla="*/ 65870 w 385199"/>
                <a:gd name="connsiteY7" fmla="*/ 185850 h 656849"/>
                <a:gd name="connsiteX8" fmla="*/ 179213 w 385199"/>
                <a:gd name="connsiteY8" fmla="*/ 213859 h 656849"/>
                <a:gd name="connsiteX9" fmla="*/ 200005 w 385199"/>
                <a:gd name="connsiteY9" fmla="*/ 142128 h 656849"/>
                <a:gd name="connsiteX10" fmla="*/ 257329 w 385199"/>
                <a:gd name="connsiteY10" fmla="*/ 997 h 656849"/>
                <a:gd name="connsiteX11" fmla="*/ 264380 w 385199"/>
                <a:gd name="connsiteY11" fmla="*/ 859 h 656849"/>
                <a:gd name="connsiteX12" fmla="*/ 268044 w 385199"/>
                <a:gd name="connsiteY12" fmla="*/ 6882 h 656849"/>
                <a:gd name="connsiteX13" fmla="*/ 345105 w 385199"/>
                <a:gd name="connsiteY13" fmla="*/ 111148 h 656849"/>
                <a:gd name="connsiteX14" fmla="*/ 383331 w 385199"/>
                <a:gd name="connsiteY14" fmla="*/ 147430 h 656849"/>
                <a:gd name="connsiteX15" fmla="*/ 382914 w 385199"/>
                <a:gd name="connsiteY15" fmla="*/ 157424 h 656849"/>
                <a:gd name="connsiteX16" fmla="*/ 372921 w 385199"/>
                <a:gd name="connsiteY16" fmla="*/ 157035 h 656849"/>
                <a:gd name="connsiteX17" fmla="*/ 335639 w 385199"/>
                <a:gd name="connsiteY17" fmla="*/ 121697 h 656849"/>
                <a:gd name="connsiteX18" fmla="*/ 255274 w 385199"/>
                <a:gd name="connsiteY18" fmla="*/ 19124 h 656849"/>
                <a:gd name="connsiteX19" fmla="*/ 213357 w 385199"/>
                <a:gd name="connsiteY19" fmla="*/ 137520 h 656849"/>
                <a:gd name="connsiteX20" fmla="*/ 181128 w 385199"/>
                <a:gd name="connsiteY20" fmla="*/ 229183 h 656849"/>
                <a:gd name="connsiteX21" fmla="*/ 171856 w 385199"/>
                <a:gd name="connsiteY21" fmla="*/ 226934 h 656849"/>
                <a:gd name="connsiteX22" fmla="*/ 80166 w 385199"/>
                <a:gd name="connsiteY22" fmla="*/ 199674 h 656849"/>
                <a:gd name="connsiteX23" fmla="*/ 90326 w 385199"/>
                <a:gd name="connsiteY23" fmla="*/ 244922 h 656849"/>
                <a:gd name="connsiteX24" fmla="*/ 63149 w 385199"/>
                <a:gd name="connsiteY24" fmla="*/ 301691 h 656849"/>
                <a:gd name="connsiteX25" fmla="*/ 17568 w 385199"/>
                <a:gd name="connsiteY25" fmla="*/ 471553 h 656849"/>
                <a:gd name="connsiteX26" fmla="*/ 175604 w 385199"/>
                <a:gd name="connsiteY26" fmla="*/ 643192 h 656849"/>
                <a:gd name="connsiteX27" fmla="*/ 179573 w 385199"/>
                <a:gd name="connsiteY27" fmla="*/ 652380 h 656849"/>
                <a:gd name="connsiteX28" fmla="*/ 172995 w 385199"/>
                <a:gd name="connsiteY28" fmla="*/ 656850 h 656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85199" h="656849">
                  <a:moveTo>
                    <a:pt x="173078" y="656850"/>
                  </a:moveTo>
                  <a:cubicBezTo>
                    <a:pt x="172217" y="656850"/>
                    <a:pt x="171329" y="656683"/>
                    <a:pt x="170468" y="656350"/>
                  </a:cubicBezTo>
                  <a:cubicBezTo>
                    <a:pt x="51767" y="609408"/>
                    <a:pt x="14264" y="531348"/>
                    <a:pt x="3716" y="474135"/>
                  </a:cubicBezTo>
                  <a:cubicBezTo>
                    <a:pt x="-10498" y="397129"/>
                    <a:pt x="18178" y="323760"/>
                    <a:pt x="53849" y="291087"/>
                  </a:cubicBezTo>
                  <a:cubicBezTo>
                    <a:pt x="68202" y="278900"/>
                    <a:pt x="75669" y="263299"/>
                    <a:pt x="76224" y="244506"/>
                  </a:cubicBezTo>
                  <a:cubicBezTo>
                    <a:pt x="76890" y="221910"/>
                    <a:pt x="67285" y="203061"/>
                    <a:pt x="61983" y="197981"/>
                  </a:cubicBezTo>
                  <a:cubicBezTo>
                    <a:pt x="60012" y="196121"/>
                    <a:pt x="59318" y="193289"/>
                    <a:pt x="60123" y="190708"/>
                  </a:cubicBezTo>
                  <a:cubicBezTo>
                    <a:pt x="60956" y="188126"/>
                    <a:pt x="63177" y="186238"/>
                    <a:pt x="65870" y="185850"/>
                  </a:cubicBezTo>
                  <a:cubicBezTo>
                    <a:pt x="81581" y="183629"/>
                    <a:pt x="154617" y="190597"/>
                    <a:pt x="179213" y="213859"/>
                  </a:cubicBezTo>
                  <a:cubicBezTo>
                    <a:pt x="213579" y="191374"/>
                    <a:pt x="203947" y="153565"/>
                    <a:pt x="200005" y="142128"/>
                  </a:cubicBezTo>
                  <a:cubicBezTo>
                    <a:pt x="190844" y="115506"/>
                    <a:pt x="178047" y="48494"/>
                    <a:pt x="257329" y="997"/>
                  </a:cubicBezTo>
                  <a:cubicBezTo>
                    <a:pt x="259494" y="-280"/>
                    <a:pt x="262159" y="-335"/>
                    <a:pt x="264380" y="859"/>
                  </a:cubicBezTo>
                  <a:cubicBezTo>
                    <a:pt x="266573" y="2052"/>
                    <a:pt x="267989" y="4356"/>
                    <a:pt x="268044" y="6882"/>
                  </a:cubicBezTo>
                  <a:cubicBezTo>
                    <a:pt x="269071" y="42998"/>
                    <a:pt x="309462" y="79197"/>
                    <a:pt x="345105" y="111148"/>
                  </a:cubicBezTo>
                  <a:cubicBezTo>
                    <a:pt x="359235" y="123807"/>
                    <a:pt x="372587" y="135771"/>
                    <a:pt x="383331" y="147430"/>
                  </a:cubicBezTo>
                  <a:cubicBezTo>
                    <a:pt x="385968" y="150317"/>
                    <a:pt x="385801" y="154786"/>
                    <a:pt x="382914" y="157424"/>
                  </a:cubicBezTo>
                  <a:cubicBezTo>
                    <a:pt x="380054" y="160061"/>
                    <a:pt x="375558" y="159894"/>
                    <a:pt x="372921" y="157035"/>
                  </a:cubicBezTo>
                  <a:cubicBezTo>
                    <a:pt x="362621" y="145848"/>
                    <a:pt x="349519" y="134133"/>
                    <a:pt x="335639" y="121697"/>
                  </a:cubicBezTo>
                  <a:cubicBezTo>
                    <a:pt x="301439" y="91050"/>
                    <a:pt x="263103" y="56683"/>
                    <a:pt x="255274" y="19124"/>
                  </a:cubicBezTo>
                  <a:cubicBezTo>
                    <a:pt x="197368" y="59015"/>
                    <a:pt x="203836" y="109927"/>
                    <a:pt x="213357" y="137520"/>
                  </a:cubicBezTo>
                  <a:cubicBezTo>
                    <a:pt x="229153" y="183407"/>
                    <a:pt x="207084" y="214970"/>
                    <a:pt x="181128" y="229183"/>
                  </a:cubicBezTo>
                  <a:cubicBezTo>
                    <a:pt x="177908" y="230932"/>
                    <a:pt x="173910" y="229960"/>
                    <a:pt x="171856" y="226934"/>
                  </a:cubicBezTo>
                  <a:cubicBezTo>
                    <a:pt x="160975" y="210806"/>
                    <a:pt x="107315" y="201006"/>
                    <a:pt x="80166" y="199674"/>
                  </a:cubicBezTo>
                  <a:cubicBezTo>
                    <a:pt x="86273" y="211389"/>
                    <a:pt x="90826" y="228156"/>
                    <a:pt x="90326" y="244922"/>
                  </a:cubicBezTo>
                  <a:cubicBezTo>
                    <a:pt x="89660" y="267574"/>
                    <a:pt x="80249" y="287201"/>
                    <a:pt x="63149" y="301691"/>
                  </a:cubicBezTo>
                  <a:cubicBezTo>
                    <a:pt x="30559" y="331561"/>
                    <a:pt x="4299" y="399600"/>
                    <a:pt x="17568" y="471553"/>
                  </a:cubicBezTo>
                  <a:cubicBezTo>
                    <a:pt x="27478" y="525268"/>
                    <a:pt x="62927" y="598637"/>
                    <a:pt x="175604" y="643192"/>
                  </a:cubicBezTo>
                  <a:cubicBezTo>
                    <a:pt x="179241" y="644635"/>
                    <a:pt x="181017" y="648744"/>
                    <a:pt x="179573" y="652380"/>
                  </a:cubicBezTo>
                  <a:cubicBezTo>
                    <a:pt x="178463" y="655156"/>
                    <a:pt x="175799" y="656850"/>
                    <a:pt x="172995" y="656850"/>
                  </a:cubicBezTo>
                  <a:close/>
                </a:path>
              </a:pathLst>
            </a:custGeom>
            <a:solidFill>
              <a:srgbClr val="262626"/>
            </a:solidFill>
            <a:ln w="27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721" name="Gráfico 2">
            <a:extLst>
              <a:ext uri="{FF2B5EF4-FFF2-40B4-BE49-F238E27FC236}">
                <a16:creationId xmlns:a16="http://schemas.microsoft.com/office/drawing/2014/main" id="{E3C2F1A6-D3A6-E6EC-C095-8DA3663F789F}"/>
              </a:ext>
            </a:extLst>
          </p:cNvPr>
          <p:cNvGrpSpPr/>
          <p:nvPr/>
        </p:nvGrpSpPr>
        <p:grpSpPr>
          <a:xfrm>
            <a:off x="8597173" y="4340813"/>
            <a:ext cx="581954" cy="536998"/>
            <a:chOff x="8558951" y="4305543"/>
            <a:chExt cx="658398" cy="607537"/>
          </a:xfrm>
          <a:solidFill>
            <a:srgbClr val="262626"/>
          </a:solidFill>
        </p:grpSpPr>
        <p:sp>
          <p:nvSpPr>
            <p:cNvPr id="722" name="Forma Livre: Forma 721">
              <a:extLst>
                <a:ext uri="{FF2B5EF4-FFF2-40B4-BE49-F238E27FC236}">
                  <a16:creationId xmlns:a16="http://schemas.microsoft.com/office/drawing/2014/main" id="{44ACCBC7-65B1-2ED7-64B8-22B161485A4F}"/>
                </a:ext>
              </a:extLst>
            </p:cNvPr>
            <p:cNvSpPr/>
            <p:nvPr/>
          </p:nvSpPr>
          <p:spPr>
            <a:xfrm>
              <a:off x="8558951" y="4695289"/>
              <a:ext cx="658398" cy="85654"/>
            </a:xfrm>
            <a:custGeom>
              <a:avLst/>
              <a:gdLst>
                <a:gd name="connsiteX0" fmla="*/ 476070 w 658398"/>
                <a:gd name="connsiteY0" fmla="*/ 85626 h 85654"/>
                <a:gd name="connsiteX1" fmla="*/ 355565 w 658398"/>
                <a:gd name="connsiteY1" fmla="*/ 58922 h 85654"/>
                <a:gd name="connsiteX2" fmla="*/ 10539 w 658398"/>
                <a:gd name="connsiteY2" fmla="*/ 71719 h 85654"/>
                <a:gd name="connsiteX3" fmla="*/ 906 w 658398"/>
                <a:gd name="connsiteY3" fmla="*/ 68998 h 85654"/>
                <a:gd name="connsiteX4" fmla="*/ 3626 w 658398"/>
                <a:gd name="connsiteY4" fmla="*/ 59366 h 85654"/>
                <a:gd name="connsiteX5" fmla="*/ 361866 w 658398"/>
                <a:gd name="connsiteY5" fmla="*/ 46263 h 85654"/>
                <a:gd name="connsiteX6" fmla="*/ 646460 w 658398"/>
                <a:gd name="connsiteY6" fmla="*/ 11203 h 85654"/>
                <a:gd name="connsiteX7" fmla="*/ 656453 w 658398"/>
                <a:gd name="connsiteY7" fmla="*/ 11480 h 85654"/>
                <a:gd name="connsiteX8" fmla="*/ 656175 w 658398"/>
                <a:gd name="connsiteY8" fmla="*/ 21501 h 85654"/>
                <a:gd name="connsiteX9" fmla="*/ 476043 w 658398"/>
                <a:gd name="connsiteY9" fmla="*/ 85654 h 856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58398" h="85654">
                  <a:moveTo>
                    <a:pt x="476070" y="85626"/>
                  </a:moveTo>
                  <a:cubicBezTo>
                    <a:pt x="433847" y="85626"/>
                    <a:pt x="391736" y="76965"/>
                    <a:pt x="355565" y="58922"/>
                  </a:cubicBezTo>
                  <a:cubicBezTo>
                    <a:pt x="265901" y="14201"/>
                    <a:pt x="172045" y="-18473"/>
                    <a:pt x="10539" y="71719"/>
                  </a:cubicBezTo>
                  <a:cubicBezTo>
                    <a:pt x="7124" y="73606"/>
                    <a:pt x="2822" y="72413"/>
                    <a:pt x="906" y="68998"/>
                  </a:cubicBezTo>
                  <a:cubicBezTo>
                    <a:pt x="-1009" y="65584"/>
                    <a:pt x="212" y="61281"/>
                    <a:pt x="3626" y="59366"/>
                  </a:cubicBezTo>
                  <a:cubicBezTo>
                    <a:pt x="171129" y="-34212"/>
                    <a:pt x="268677" y="-235"/>
                    <a:pt x="361866" y="46263"/>
                  </a:cubicBezTo>
                  <a:cubicBezTo>
                    <a:pt x="451336" y="90873"/>
                    <a:pt x="579003" y="75161"/>
                    <a:pt x="646460" y="11203"/>
                  </a:cubicBezTo>
                  <a:cubicBezTo>
                    <a:pt x="649291" y="8510"/>
                    <a:pt x="653789" y="8649"/>
                    <a:pt x="656453" y="11480"/>
                  </a:cubicBezTo>
                  <a:cubicBezTo>
                    <a:pt x="659146" y="14312"/>
                    <a:pt x="659035" y="18809"/>
                    <a:pt x="656175" y="21501"/>
                  </a:cubicBezTo>
                  <a:cubicBezTo>
                    <a:pt x="612121" y="63252"/>
                    <a:pt x="543943" y="85654"/>
                    <a:pt x="476043" y="85654"/>
                  </a:cubicBezTo>
                  <a:close/>
                </a:path>
              </a:pathLst>
            </a:custGeom>
            <a:solidFill>
              <a:srgbClr val="262626"/>
            </a:solidFill>
            <a:ln w="27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23" name="Forma Livre: Forma 722">
              <a:extLst>
                <a:ext uri="{FF2B5EF4-FFF2-40B4-BE49-F238E27FC236}">
                  <a16:creationId xmlns:a16="http://schemas.microsoft.com/office/drawing/2014/main" id="{83D89000-E0E6-0E53-DE0F-D4030031FFB8}"/>
                </a:ext>
              </a:extLst>
            </p:cNvPr>
            <p:cNvSpPr/>
            <p:nvPr/>
          </p:nvSpPr>
          <p:spPr>
            <a:xfrm>
              <a:off x="8558951" y="4827426"/>
              <a:ext cx="658398" cy="85654"/>
            </a:xfrm>
            <a:custGeom>
              <a:avLst/>
              <a:gdLst>
                <a:gd name="connsiteX0" fmla="*/ 476070 w 658398"/>
                <a:gd name="connsiteY0" fmla="*/ 85626 h 85654"/>
                <a:gd name="connsiteX1" fmla="*/ 355565 w 658398"/>
                <a:gd name="connsiteY1" fmla="*/ 58922 h 85654"/>
                <a:gd name="connsiteX2" fmla="*/ 10539 w 658398"/>
                <a:gd name="connsiteY2" fmla="*/ 71719 h 85654"/>
                <a:gd name="connsiteX3" fmla="*/ 906 w 658398"/>
                <a:gd name="connsiteY3" fmla="*/ 68998 h 85654"/>
                <a:gd name="connsiteX4" fmla="*/ 3626 w 658398"/>
                <a:gd name="connsiteY4" fmla="*/ 59366 h 85654"/>
                <a:gd name="connsiteX5" fmla="*/ 361866 w 658398"/>
                <a:gd name="connsiteY5" fmla="*/ 46263 h 85654"/>
                <a:gd name="connsiteX6" fmla="*/ 646460 w 658398"/>
                <a:gd name="connsiteY6" fmla="*/ 11203 h 85654"/>
                <a:gd name="connsiteX7" fmla="*/ 656453 w 658398"/>
                <a:gd name="connsiteY7" fmla="*/ 11480 h 85654"/>
                <a:gd name="connsiteX8" fmla="*/ 656175 w 658398"/>
                <a:gd name="connsiteY8" fmla="*/ 21501 h 85654"/>
                <a:gd name="connsiteX9" fmla="*/ 476043 w 658398"/>
                <a:gd name="connsiteY9" fmla="*/ 85654 h 856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58398" h="85654">
                  <a:moveTo>
                    <a:pt x="476070" y="85626"/>
                  </a:moveTo>
                  <a:cubicBezTo>
                    <a:pt x="433847" y="85626"/>
                    <a:pt x="391736" y="76965"/>
                    <a:pt x="355565" y="58922"/>
                  </a:cubicBezTo>
                  <a:cubicBezTo>
                    <a:pt x="265901" y="14200"/>
                    <a:pt x="172045" y="-18473"/>
                    <a:pt x="10539" y="71719"/>
                  </a:cubicBezTo>
                  <a:cubicBezTo>
                    <a:pt x="7124" y="73634"/>
                    <a:pt x="2822" y="72413"/>
                    <a:pt x="906" y="68998"/>
                  </a:cubicBezTo>
                  <a:cubicBezTo>
                    <a:pt x="-1009" y="65584"/>
                    <a:pt x="212" y="61281"/>
                    <a:pt x="3626" y="59366"/>
                  </a:cubicBezTo>
                  <a:cubicBezTo>
                    <a:pt x="171129" y="-34213"/>
                    <a:pt x="268677" y="-234"/>
                    <a:pt x="361866" y="46263"/>
                  </a:cubicBezTo>
                  <a:cubicBezTo>
                    <a:pt x="451336" y="90873"/>
                    <a:pt x="579003" y="75161"/>
                    <a:pt x="646460" y="11203"/>
                  </a:cubicBezTo>
                  <a:cubicBezTo>
                    <a:pt x="649291" y="8510"/>
                    <a:pt x="653789" y="8648"/>
                    <a:pt x="656453" y="11480"/>
                  </a:cubicBezTo>
                  <a:cubicBezTo>
                    <a:pt x="659146" y="14312"/>
                    <a:pt x="659035" y="18809"/>
                    <a:pt x="656175" y="21501"/>
                  </a:cubicBezTo>
                  <a:cubicBezTo>
                    <a:pt x="612121" y="63252"/>
                    <a:pt x="543943" y="85654"/>
                    <a:pt x="476043" y="85654"/>
                  </a:cubicBezTo>
                  <a:close/>
                </a:path>
              </a:pathLst>
            </a:custGeom>
            <a:solidFill>
              <a:srgbClr val="262626"/>
            </a:solidFill>
            <a:ln w="27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grpSp>
          <p:nvGrpSpPr>
            <p:cNvPr id="724" name="Gráfico 2">
              <a:extLst>
                <a:ext uri="{FF2B5EF4-FFF2-40B4-BE49-F238E27FC236}">
                  <a16:creationId xmlns:a16="http://schemas.microsoft.com/office/drawing/2014/main" id="{403A5F24-FFA1-5372-8F09-14588474B57C}"/>
                </a:ext>
              </a:extLst>
            </p:cNvPr>
            <p:cNvGrpSpPr/>
            <p:nvPr/>
          </p:nvGrpSpPr>
          <p:grpSpPr>
            <a:xfrm>
              <a:off x="8670834" y="4305543"/>
              <a:ext cx="474025" cy="394092"/>
              <a:chOff x="8670834" y="4305543"/>
              <a:chExt cx="474025" cy="394092"/>
            </a:xfrm>
            <a:solidFill>
              <a:srgbClr val="262626"/>
            </a:solidFill>
          </p:grpSpPr>
          <p:grpSp>
            <p:nvGrpSpPr>
              <p:cNvPr id="725" name="Gráfico 2">
                <a:extLst>
                  <a:ext uri="{FF2B5EF4-FFF2-40B4-BE49-F238E27FC236}">
                    <a16:creationId xmlns:a16="http://schemas.microsoft.com/office/drawing/2014/main" id="{A4E1E6D5-5F8A-F03A-EFF5-D63F4B590D83}"/>
                  </a:ext>
                </a:extLst>
              </p:cNvPr>
              <p:cNvGrpSpPr/>
              <p:nvPr/>
            </p:nvGrpSpPr>
            <p:grpSpPr>
              <a:xfrm>
                <a:off x="8670834" y="4396123"/>
                <a:ext cx="358985" cy="303511"/>
                <a:chOff x="8670834" y="4396123"/>
                <a:chExt cx="358985" cy="303511"/>
              </a:xfrm>
              <a:solidFill>
                <a:srgbClr val="262626"/>
              </a:solidFill>
            </p:grpSpPr>
            <p:sp>
              <p:nvSpPr>
                <p:cNvPr id="730" name="Forma Livre: Forma 729">
                  <a:extLst>
                    <a:ext uri="{FF2B5EF4-FFF2-40B4-BE49-F238E27FC236}">
                      <a16:creationId xmlns:a16="http://schemas.microsoft.com/office/drawing/2014/main" id="{412637C6-AABF-DB2D-E1FB-F382088D56D4}"/>
                    </a:ext>
                  </a:extLst>
                </p:cNvPr>
                <p:cNvSpPr/>
                <p:nvPr/>
              </p:nvSpPr>
              <p:spPr>
                <a:xfrm>
                  <a:off x="8696124" y="4396123"/>
                  <a:ext cx="153895" cy="156190"/>
                </a:xfrm>
                <a:custGeom>
                  <a:avLst/>
                  <a:gdLst>
                    <a:gd name="connsiteX0" fmla="*/ 77678 w 153895"/>
                    <a:gd name="connsiteY0" fmla="*/ 156191 h 156190"/>
                    <a:gd name="connsiteX1" fmla="*/ 3087 w 153895"/>
                    <a:gd name="connsiteY1" fmla="*/ 99228 h 156190"/>
                    <a:gd name="connsiteX2" fmla="*/ 9499 w 153895"/>
                    <a:gd name="connsiteY2" fmla="*/ 39961 h 156190"/>
                    <a:gd name="connsiteX3" fmla="*/ 55470 w 153895"/>
                    <a:gd name="connsiteY3" fmla="*/ 2957 h 156190"/>
                    <a:gd name="connsiteX4" fmla="*/ 114043 w 153895"/>
                    <a:gd name="connsiteY4" fmla="*/ 10063 h 156190"/>
                    <a:gd name="connsiteX5" fmla="*/ 150825 w 153895"/>
                    <a:gd name="connsiteY5" fmla="*/ 56977 h 156190"/>
                    <a:gd name="connsiteX6" fmla="*/ 98442 w 153895"/>
                    <a:gd name="connsiteY6" fmla="*/ 153248 h 156190"/>
                    <a:gd name="connsiteX7" fmla="*/ 77678 w 153895"/>
                    <a:gd name="connsiteY7" fmla="*/ 156163 h 156190"/>
                    <a:gd name="connsiteX8" fmla="*/ 76345 w 153895"/>
                    <a:gd name="connsiteY8" fmla="*/ 14200 h 156190"/>
                    <a:gd name="connsiteX9" fmla="*/ 59356 w 153895"/>
                    <a:gd name="connsiteY9" fmla="*/ 16587 h 156190"/>
                    <a:gd name="connsiteX10" fmla="*/ 21936 w 153895"/>
                    <a:gd name="connsiteY10" fmla="*/ 46734 h 156190"/>
                    <a:gd name="connsiteX11" fmla="*/ 16690 w 153895"/>
                    <a:gd name="connsiteY11" fmla="*/ 95341 h 156190"/>
                    <a:gd name="connsiteX12" fmla="*/ 94528 w 153895"/>
                    <a:gd name="connsiteY12" fmla="*/ 139646 h 156190"/>
                    <a:gd name="connsiteX13" fmla="*/ 137194 w 153895"/>
                    <a:gd name="connsiteY13" fmla="*/ 60891 h 156190"/>
                    <a:gd name="connsiteX14" fmla="*/ 107048 w 153895"/>
                    <a:gd name="connsiteY14" fmla="*/ 22389 h 156190"/>
                    <a:gd name="connsiteX15" fmla="*/ 76345 w 153895"/>
                    <a:gd name="connsiteY15" fmla="*/ 14172 h 1561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153895" h="156190">
                      <a:moveTo>
                        <a:pt x="77678" y="156191"/>
                      </a:moveTo>
                      <a:cubicBezTo>
                        <a:pt x="44060" y="156191"/>
                        <a:pt x="12914" y="133650"/>
                        <a:pt x="3087" y="99228"/>
                      </a:cubicBezTo>
                      <a:cubicBezTo>
                        <a:pt x="-2631" y="79185"/>
                        <a:pt x="-355" y="58143"/>
                        <a:pt x="9499" y="39961"/>
                      </a:cubicBezTo>
                      <a:cubicBezTo>
                        <a:pt x="19382" y="21750"/>
                        <a:pt x="35705" y="8592"/>
                        <a:pt x="55470" y="2957"/>
                      </a:cubicBezTo>
                      <a:cubicBezTo>
                        <a:pt x="75207" y="-2706"/>
                        <a:pt x="96027" y="-180"/>
                        <a:pt x="114043" y="10063"/>
                      </a:cubicBezTo>
                      <a:cubicBezTo>
                        <a:pt x="132031" y="20279"/>
                        <a:pt x="145078" y="36935"/>
                        <a:pt x="150825" y="56977"/>
                      </a:cubicBezTo>
                      <a:cubicBezTo>
                        <a:pt x="162678" y="98423"/>
                        <a:pt x="139165" y="141589"/>
                        <a:pt x="98442" y="153248"/>
                      </a:cubicBezTo>
                      <a:cubicBezTo>
                        <a:pt x="91530" y="155219"/>
                        <a:pt x="84562" y="156163"/>
                        <a:pt x="77678" y="156163"/>
                      </a:cubicBezTo>
                      <a:close/>
                      <a:moveTo>
                        <a:pt x="76345" y="14200"/>
                      </a:moveTo>
                      <a:cubicBezTo>
                        <a:pt x="70654" y="14200"/>
                        <a:pt x="64963" y="15005"/>
                        <a:pt x="59356" y="16587"/>
                      </a:cubicBezTo>
                      <a:cubicBezTo>
                        <a:pt x="43284" y="21167"/>
                        <a:pt x="29987" y="31883"/>
                        <a:pt x="21936" y="46734"/>
                      </a:cubicBezTo>
                      <a:cubicBezTo>
                        <a:pt x="13858" y="61613"/>
                        <a:pt x="11998" y="78880"/>
                        <a:pt x="16690" y="95341"/>
                      </a:cubicBezTo>
                      <a:cubicBezTo>
                        <a:pt x="26378" y="129264"/>
                        <a:pt x="61300" y="149168"/>
                        <a:pt x="94528" y="139646"/>
                      </a:cubicBezTo>
                      <a:cubicBezTo>
                        <a:pt x="127756" y="130152"/>
                        <a:pt x="146883" y="94814"/>
                        <a:pt x="137194" y="60891"/>
                      </a:cubicBezTo>
                      <a:cubicBezTo>
                        <a:pt x="132475" y="44430"/>
                        <a:pt x="121788" y="30744"/>
                        <a:pt x="107048" y="22389"/>
                      </a:cubicBezTo>
                      <a:cubicBezTo>
                        <a:pt x="97470" y="16948"/>
                        <a:pt x="86950" y="14172"/>
                        <a:pt x="76345" y="14172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277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731" name="Forma Livre: Forma 730">
                  <a:extLst>
                    <a:ext uri="{FF2B5EF4-FFF2-40B4-BE49-F238E27FC236}">
                      <a16:creationId xmlns:a16="http://schemas.microsoft.com/office/drawing/2014/main" id="{56B40B12-28E3-2D2E-1764-044B5C6B4EE1}"/>
                    </a:ext>
                  </a:extLst>
                </p:cNvPr>
                <p:cNvSpPr/>
                <p:nvPr/>
              </p:nvSpPr>
              <p:spPr>
                <a:xfrm>
                  <a:off x="8670834" y="4420983"/>
                  <a:ext cx="358985" cy="278651"/>
                </a:xfrm>
                <a:custGeom>
                  <a:avLst/>
                  <a:gdLst>
                    <a:gd name="connsiteX0" fmla="*/ 240628 w 358985"/>
                    <a:gd name="connsiteY0" fmla="*/ 278651 h 278651"/>
                    <a:gd name="connsiteX1" fmla="*/ 233826 w 358985"/>
                    <a:gd name="connsiteY1" fmla="*/ 273516 h 278651"/>
                    <a:gd name="connsiteX2" fmla="*/ 221029 w 358985"/>
                    <a:gd name="connsiteY2" fmla="*/ 228823 h 278651"/>
                    <a:gd name="connsiteX3" fmla="*/ 222028 w 358985"/>
                    <a:gd name="connsiteY3" fmla="*/ 222827 h 278651"/>
                    <a:gd name="connsiteX4" fmla="*/ 340812 w 358985"/>
                    <a:gd name="connsiteY4" fmla="*/ 51632 h 278651"/>
                    <a:gd name="connsiteX5" fmla="*/ 343866 w 358985"/>
                    <a:gd name="connsiteY5" fmla="*/ 31506 h 278651"/>
                    <a:gd name="connsiteX6" fmla="*/ 334678 w 358985"/>
                    <a:gd name="connsiteY6" fmla="*/ 18376 h 278651"/>
                    <a:gd name="connsiteX7" fmla="*/ 317411 w 358985"/>
                    <a:gd name="connsiteY7" fmla="*/ 14545 h 278651"/>
                    <a:gd name="connsiteX8" fmla="*/ 302615 w 358985"/>
                    <a:gd name="connsiteY8" fmla="*/ 24122 h 278651"/>
                    <a:gd name="connsiteX9" fmla="*/ 198821 w 358985"/>
                    <a:gd name="connsiteY9" fmla="*/ 167973 h 278651"/>
                    <a:gd name="connsiteX10" fmla="*/ 195018 w 358985"/>
                    <a:gd name="connsiteY10" fmla="*/ 170638 h 278651"/>
                    <a:gd name="connsiteX11" fmla="*/ 53693 w 358985"/>
                    <a:gd name="connsiteY11" fmla="*/ 210807 h 278651"/>
                    <a:gd name="connsiteX12" fmla="*/ 13636 w 358985"/>
                    <a:gd name="connsiteY12" fmla="*/ 246395 h 278651"/>
                    <a:gd name="connsiteX13" fmla="*/ 4448 w 358985"/>
                    <a:gd name="connsiteY13" fmla="*/ 250336 h 278651"/>
                    <a:gd name="connsiteX14" fmla="*/ 506 w 358985"/>
                    <a:gd name="connsiteY14" fmla="*/ 241148 h 278651"/>
                    <a:gd name="connsiteX15" fmla="*/ 49835 w 358985"/>
                    <a:gd name="connsiteY15" fmla="*/ 197177 h 278651"/>
                    <a:gd name="connsiteX16" fmla="*/ 188800 w 358985"/>
                    <a:gd name="connsiteY16" fmla="*/ 157674 h 278651"/>
                    <a:gd name="connsiteX17" fmla="*/ 291039 w 358985"/>
                    <a:gd name="connsiteY17" fmla="*/ 15961 h 278651"/>
                    <a:gd name="connsiteX18" fmla="*/ 314941 w 358985"/>
                    <a:gd name="connsiteY18" fmla="*/ 582 h 278651"/>
                    <a:gd name="connsiteX19" fmla="*/ 342978 w 358985"/>
                    <a:gd name="connsiteY19" fmla="*/ 6883 h 278651"/>
                    <a:gd name="connsiteX20" fmla="*/ 357496 w 358985"/>
                    <a:gd name="connsiteY20" fmla="*/ 27592 h 278651"/>
                    <a:gd name="connsiteX21" fmla="*/ 352499 w 358985"/>
                    <a:gd name="connsiteY21" fmla="*/ 59599 h 278651"/>
                    <a:gd name="connsiteX22" fmla="*/ 235575 w 358985"/>
                    <a:gd name="connsiteY22" fmla="*/ 228129 h 278651"/>
                    <a:gd name="connsiteX23" fmla="*/ 247429 w 358985"/>
                    <a:gd name="connsiteY23" fmla="*/ 269602 h 278651"/>
                    <a:gd name="connsiteX24" fmla="*/ 242571 w 358985"/>
                    <a:gd name="connsiteY24" fmla="*/ 278346 h 278651"/>
                    <a:gd name="connsiteX25" fmla="*/ 240628 w 358985"/>
                    <a:gd name="connsiteY25" fmla="*/ 278624 h 2786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</a:cxnLst>
                  <a:rect l="l" t="t" r="r" b="b"/>
                  <a:pathLst>
                    <a:path w="358985" h="278651">
                      <a:moveTo>
                        <a:pt x="240628" y="278651"/>
                      </a:moveTo>
                      <a:cubicBezTo>
                        <a:pt x="237546" y="278651"/>
                        <a:pt x="234715" y="276625"/>
                        <a:pt x="233826" y="273516"/>
                      </a:cubicBezTo>
                      <a:lnTo>
                        <a:pt x="221029" y="228823"/>
                      </a:lnTo>
                      <a:cubicBezTo>
                        <a:pt x="220446" y="226768"/>
                        <a:pt x="220807" y="224575"/>
                        <a:pt x="222028" y="222827"/>
                      </a:cubicBezTo>
                      <a:lnTo>
                        <a:pt x="340812" y="51632"/>
                      </a:lnTo>
                      <a:cubicBezTo>
                        <a:pt x="344727" y="45858"/>
                        <a:pt x="345865" y="38502"/>
                        <a:pt x="343866" y="31506"/>
                      </a:cubicBezTo>
                      <a:cubicBezTo>
                        <a:pt x="342367" y="26232"/>
                        <a:pt x="339175" y="21707"/>
                        <a:pt x="334678" y="18376"/>
                      </a:cubicBezTo>
                      <a:cubicBezTo>
                        <a:pt x="329708" y="14850"/>
                        <a:pt x="323546" y="13462"/>
                        <a:pt x="317411" y="14545"/>
                      </a:cubicBezTo>
                      <a:cubicBezTo>
                        <a:pt x="311332" y="15628"/>
                        <a:pt x="306085" y="19042"/>
                        <a:pt x="302615" y="24122"/>
                      </a:cubicBezTo>
                      <a:lnTo>
                        <a:pt x="198821" y="167973"/>
                      </a:lnTo>
                      <a:cubicBezTo>
                        <a:pt x="197877" y="169250"/>
                        <a:pt x="196545" y="170194"/>
                        <a:pt x="195018" y="170638"/>
                      </a:cubicBezTo>
                      <a:lnTo>
                        <a:pt x="53693" y="210807"/>
                      </a:lnTo>
                      <a:cubicBezTo>
                        <a:pt x="35178" y="216081"/>
                        <a:pt x="20576" y="229072"/>
                        <a:pt x="13636" y="246395"/>
                      </a:cubicBezTo>
                      <a:cubicBezTo>
                        <a:pt x="12193" y="250031"/>
                        <a:pt x="8056" y="251780"/>
                        <a:pt x="4448" y="250336"/>
                      </a:cubicBezTo>
                      <a:cubicBezTo>
                        <a:pt x="811" y="248893"/>
                        <a:pt x="-938" y="244757"/>
                        <a:pt x="506" y="241148"/>
                      </a:cubicBezTo>
                      <a:cubicBezTo>
                        <a:pt x="9083" y="219717"/>
                        <a:pt x="27044" y="203672"/>
                        <a:pt x="49835" y="197177"/>
                      </a:cubicBezTo>
                      <a:lnTo>
                        <a:pt x="188800" y="157674"/>
                      </a:lnTo>
                      <a:lnTo>
                        <a:pt x="291039" y="15961"/>
                      </a:lnTo>
                      <a:cubicBezTo>
                        <a:pt x="296563" y="7855"/>
                        <a:pt x="305086" y="2358"/>
                        <a:pt x="314941" y="582"/>
                      </a:cubicBezTo>
                      <a:cubicBezTo>
                        <a:pt x="324823" y="-1167"/>
                        <a:pt x="334789" y="1054"/>
                        <a:pt x="342978" y="6883"/>
                      </a:cubicBezTo>
                      <a:cubicBezTo>
                        <a:pt x="350112" y="12130"/>
                        <a:pt x="355109" y="19292"/>
                        <a:pt x="357496" y="27592"/>
                      </a:cubicBezTo>
                      <a:cubicBezTo>
                        <a:pt x="360605" y="38640"/>
                        <a:pt x="358801" y="50300"/>
                        <a:pt x="352499" y="59599"/>
                      </a:cubicBezTo>
                      <a:lnTo>
                        <a:pt x="235575" y="228129"/>
                      </a:lnTo>
                      <a:lnTo>
                        <a:pt x="247429" y="269602"/>
                      </a:lnTo>
                      <a:cubicBezTo>
                        <a:pt x="248511" y="273349"/>
                        <a:pt x="246318" y="277291"/>
                        <a:pt x="242571" y="278346"/>
                      </a:cubicBezTo>
                      <a:cubicBezTo>
                        <a:pt x="241932" y="278540"/>
                        <a:pt x="241266" y="278624"/>
                        <a:pt x="240628" y="278624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277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  <p:grpSp>
            <p:nvGrpSpPr>
              <p:cNvPr id="726" name="Gráfico 2">
                <a:extLst>
                  <a:ext uri="{FF2B5EF4-FFF2-40B4-BE49-F238E27FC236}">
                    <a16:creationId xmlns:a16="http://schemas.microsoft.com/office/drawing/2014/main" id="{83F3BDCE-7EB4-C17E-4E26-F841F85EAB3A}"/>
                  </a:ext>
                </a:extLst>
              </p:cNvPr>
              <p:cNvGrpSpPr/>
              <p:nvPr/>
            </p:nvGrpSpPr>
            <p:grpSpPr>
              <a:xfrm>
                <a:off x="8961602" y="4305543"/>
                <a:ext cx="183257" cy="142755"/>
                <a:chOff x="8961602" y="4305543"/>
                <a:chExt cx="183257" cy="142755"/>
              </a:xfrm>
              <a:solidFill>
                <a:srgbClr val="262626"/>
              </a:solidFill>
            </p:grpSpPr>
            <p:sp>
              <p:nvSpPr>
                <p:cNvPr id="727" name="Forma Livre: Forma 726">
                  <a:extLst>
                    <a:ext uri="{FF2B5EF4-FFF2-40B4-BE49-F238E27FC236}">
                      <a16:creationId xmlns:a16="http://schemas.microsoft.com/office/drawing/2014/main" id="{95655C5E-C98F-4E46-9EF9-44A03602C70D}"/>
                    </a:ext>
                  </a:extLst>
                </p:cNvPr>
                <p:cNvSpPr/>
                <p:nvPr/>
              </p:nvSpPr>
              <p:spPr>
                <a:xfrm>
                  <a:off x="9039293" y="4330177"/>
                  <a:ext cx="45726" cy="58909"/>
                </a:xfrm>
                <a:custGeom>
                  <a:avLst/>
                  <a:gdLst>
                    <a:gd name="connsiteX0" fmla="*/ 7082 w 45726"/>
                    <a:gd name="connsiteY0" fmla="*/ 58909 h 58909"/>
                    <a:gd name="connsiteX1" fmla="*/ 3001 w 45726"/>
                    <a:gd name="connsiteY1" fmla="*/ 57605 h 58909"/>
                    <a:gd name="connsiteX2" fmla="*/ 1308 w 45726"/>
                    <a:gd name="connsiteY2" fmla="*/ 47750 h 58909"/>
                    <a:gd name="connsiteX3" fmla="*/ 32870 w 45726"/>
                    <a:gd name="connsiteY3" fmla="*/ 3001 h 58909"/>
                    <a:gd name="connsiteX4" fmla="*/ 42725 w 45726"/>
                    <a:gd name="connsiteY4" fmla="*/ 1308 h 58909"/>
                    <a:gd name="connsiteX5" fmla="*/ 44418 w 45726"/>
                    <a:gd name="connsiteY5" fmla="*/ 11163 h 58909"/>
                    <a:gd name="connsiteX6" fmla="*/ 12856 w 45726"/>
                    <a:gd name="connsiteY6" fmla="*/ 55911 h 58909"/>
                    <a:gd name="connsiteX7" fmla="*/ 7054 w 45726"/>
                    <a:gd name="connsiteY7" fmla="*/ 58909 h 589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45726" h="58909">
                      <a:moveTo>
                        <a:pt x="7082" y="58909"/>
                      </a:moveTo>
                      <a:cubicBezTo>
                        <a:pt x="5666" y="58909"/>
                        <a:pt x="4250" y="58493"/>
                        <a:pt x="3001" y="57605"/>
                      </a:cubicBezTo>
                      <a:cubicBezTo>
                        <a:pt x="-191" y="55356"/>
                        <a:pt x="-969" y="50942"/>
                        <a:pt x="1308" y="47750"/>
                      </a:cubicBezTo>
                      <a:lnTo>
                        <a:pt x="32870" y="3001"/>
                      </a:lnTo>
                      <a:cubicBezTo>
                        <a:pt x="35119" y="-191"/>
                        <a:pt x="39533" y="-968"/>
                        <a:pt x="42725" y="1308"/>
                      </a:cubicBezTo>
                      <a:cubicBezTo>
                        <a:pt x="45917" y="3556"/>
                        <a:pt x="46695" y="7970"/>
                        <a:pt x="44418" y="11163"/>
                      </a:cubicBezTo>
                      <a:lnTo>
                        <a:pt x="12856" y="55911"/>
                      </a:lnTo>
                      <a:cubicBezTo>
                        <a:pt x="11468" y="57854"/>
                        <a:pt x="9302" y="58909"/>
                        <a:pt x="7054" y="58909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277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728" name="Forma Livre: Forma 727">
                  <a:extLst>
                    <a:ext uri="{FF2B5EF4-FFF2-40B4-BE49-F238E27FC236}">
                      <a16:creationId xmlns:a16="http://schemas.microsoft.com/office/drawing/2014/main" id="{B9C78CB4-F80B-0125-69C2-810B4DF1D109}"/>
                    </a:ext>
                  </a:extLst>
                </p:cNvPr>
                <p:cNvSpPr/>
                <p:nvPr/>
              </p:nvSpPr>
              <p:spPr>
                <a:xfrm>
                  <a:off x="8961602" y="4305543"/>
                  <a:ext cx="23500" cy="68109"/>
                </a:xfrm>
                <a:custGeom>
                  <a:avLst/>
                  <a:gdLst>
                    <a:gd name="connsiteX0" fmla="*/ 16400 w 23500"/>
                    <a:gd name="connsiteY0" fmla="*/ 68109 h 68109"/>
                    <a:gd name="connsiteX1" fmla="*/ 9432 w 23500"/>
                    <a:gd name="connsiteY1" fmla="*/ 62224 h 68109"/>
                    <a:gd name="connsiteX2" fmla="*/ 105 w 23500"/>
                    <a:gd name="connsiteY2" fmla="*/ 8287 h 68109"/>
                    <a:gd name="connsiteX3" fmla="*/ 5879 w 23500"/>
                    <a:gd name="connsiteY3" fmla="*/ 98 h 68109"/>
                    <a:gd name="connsiteX4" fmla="*/ 14068 w 23500"/>
                    <a:gd name="connsiteY4" fmla="*/ 5872 h 68109"/>
                    <a:gd name="connsiteX5" fmla="*/ 23396 w 23500"/>
                    <a:gd name="connsiteY5" fmla="*/ 59809 h 68109"/>
                    <a:gd name="connsiteX6" fmla="*/ 17621 w 23500"/>
                    <a:gd name="connsiteY6" fmla="*/ 67998 h 68109"/>
                    <a:gd name="connsiteX7" fmla="*/ 16400 w 23500"/>
                    <a:gd name="connsiteY7" fmla="*/ 68109 h 681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3500" h="68109">
                      <a:moveTo>
                        <a:pt x="16400" y="68109"/>
                      </a:moveTo>
                      <a:cubicBezTo>
                        <a:pt x="13013" y="68109"/>
                        <a:pt x="10015" y="65666"/>
                        <a:pt x="9432" y="62224"/>
                      </a:cubicBezTo>
                      <a:lnTo>
                        <a:pt x="105" y="8287"/>
                      </a:lnTo>
                      <a:cubicBezTo>
                        <a:pt x="-561" y="4428"/>
                        <a:pt x="2020" y="764"/>
                        <a:pt x="5879" y="98"/>
                      </a:cubicBezTo>
                      <a:cubicBezTo>
                        <a:pt x="9709" y="-541"/>
                        <a:pt x="13402" y="2013"/>
                        <a:pt x="14068" y="5872"/>
                      </a:cubicBezTo>
                      <a:lnTo>
                        <a:pt x="23396" y="59809"/>
                      </a:lnTo>
                      <a:cubicBezTo>
                        <a:pt x="24062" y="63668"/>
                        <a:pt x="21480" y="67332"/>
                        <a:pt x="17621" y="67998"/>
                      </a:cubicBezTo>
                      <a:cubicBezTo>
                        <a:pt x="17205" y="68054"/>
                        <a:pt x="16816" y="68109"/>
                        <a:pt x="16400" y="68109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277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729" name="Forma Livre: Forma 728">
                  <a:extLst>
                    <a:ext uri="{FF2B5EF4-FFF2-40B4-BE49-F238E27FC236}">
                      <a16:creationId xmlns:a16="http://schemas.microsoft.com/office/drawing/2014/main" id="{1316C059-E269-4D0E-EE14-4228DFE87B65}"/>
                    </a:ext>
                  </a:extLst>
                </p:cNvPr>
                <p:cNvSpPr/>
                <p:nvPr/>
              </p:nvSpPr>
              <p:spPr>
                <a:xfrm>
                  <a:off x="9076750" y="4424799"/>
                  <a:ext cx="68109" cy="23499"/>
                </a:xfrm>
                <a:custGeom>
                  <a:avLst/>
                  <a:gdLst>
                    <a:gd name="connsiteX0" fmla="*/ 7072 w 68109"/>
                    <a:gd name="connsiteY0" fmla="*/ 23499 h 23499"/>
                    <a:gd name="connsiteX1" fmla="*/ 105 w 68109"/>
                    <a:gd name="connsiteY1" fmla="*/ 17614 h 23499"/>
                    <a:gd name="connsiteX2" fmla="*/ 5879 w 68109"/>
                    <a:gd name="connsiteY2" fmla="*/ 9425 h 23499"/>
                    <a:gd name="connsiteX3" fmla="*/ 59816 w 68109"/>
                    <a:gd name="connsiteY3" fmla="*/ 98 h 23499"/>
                    <a:gd name="connsiteX4" fmla="*/ 68005 w 68109"/>
                    <a:gd name="connsiteY4" fmla="*/ 5872 h 23499"/>
                    <a:gd name="connsiteX5" fmla="*/ 62231 w 68109"/>
                    <a:gd name="connsiteY5" fmla="*/ 14061 h 23499"/>
                    <a:gd name="connsiteX6" fmla="*/ 8294 w 68109"/>
                    <a:gd name="connsiteY6" fmla="*/ 23388 h 23499"/>
                    <a:gd name="connsiteX7" fmla="*/ 7072 w 68109"/>
                    <a:gd name="connsiteY7" fmla="*/ 23499 h 2349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68109" h="23499">
                      <a:moveTo>
                        <a:pt x="7072" y="23499"/>
                      </a:moveTo>
                      <a:cubicBezTo>
                        <a:pt x="3686" y="23499"/>
                        <a:pt x="688" y="21056"/>
                        <a:pt x="105" y="17614"/>
                      </a:cubicBezTo>
                      <a:cubicBezTo>
                        <a:pt x="-561" y="13756"/>
                        <a:pt x="2021" y="10091"/>
                        <a:pt x="5879" y="9425"/>
                      </a:cubicBezTo>
                      <a:lnTo>
                        <a:pt x="59816" y="98"/>
                      </a:lnTo>
                      <a:cubicBezTo>
                        <a:pt x="63675" y="-541"/>
                        <a:pt x="67339" y="2013"/>
                        <a:pt x="68005" y="5872"/>
                      </a:cubicBezTo>
                      <a:cubicBezTo>
                        <a:pt x="68672" y="9730"/>
                        <a:pt x="66090" y="13395"/>
                        <a:pt x="62231" y="14061"/>
                      </a:cubicBezTo>
                      <a:lnTo>
                        <a:pt x="8294" y="23388"/>
                      </a:lnTo>
                      <a:cubicBezTo>
                        <a:pt x="7878" y="23444"/>
                        <a:pt x="7489" y="23499"/>
                        <a:pt x="7072" y="23499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277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</p:grpSp>
      </p:grpSp>
      <p:grpSp>
        <p:nvGrpSpPr>
          <p:cNvPr id="732" name="Gráfico 2">
            <a:extLst>
              <a:ext uri="{FF2B5EF4-FFF2-40B4-BE49-F238E27FC236}">
                <a16:creationId xmlns:a16="http://schemas.microsoft.com/office/drawing/2014/main" id="{89340BA1-52C6-7378-F858-DE5606510931}"/>
              </a:ext>
            </a:extLst>
          </p:cNvPr>
          <p:cNvGrpSpPr/>
          <p:nvPr/>
        </p:nvGrpSpPr>
        <p:grpSpPr>
          <a:xfrm>
            <a:off x="9564599" y="4335215"/>
            <a:ext cx="537696" cy="544542"/>
            <a:chOff x="9529283" y="4299450"/>
            <a:chExt cx="608327" cy="616072"/>
          </a:xfrm>
          <a:solidFill>
            <a:srgbClr val="262626"/>
          </a:solidFill>
        </p:grpSpPr>
        <p:sp>
          <p:nvSpPr>
            <p:cNvPr id="733" name="Forma Livre: Forma 732">
              <a:extLst>
                <a:ext uri="{FF2B5EF4-FFF2-40B4-BE49-F238E27FC236}">
                  <a16:creationId xmlns:a16="http://schemas.microsoft.com/office/drawing/2014/main" id="{40546AB3-14D4-5C4C-C1E7-1C9ACE584A23}"/>
                </a:ext>
              </a:extLst>
            </p:cNvPr>
            <p:cNvSpPr/>
            <p:nvPr/>
          </p:nvSpPr>
          <p:spPr>
            <a:xfrm>
              <a:off x="9685793" y="4299450"/>
              <a:ext cx="295363" cy="295391"/>
            </a:xfrm>
            <a:custGeom>
              <a:avLst/>
              <a:gdLst>
                <a:gd name="connsiteX0" fmla="*/ 202452 w 295363"/>
                <a:gd name="connsiteY0" fmla="*/ 295392 h 295391"/>
                <a:gd name="connsiteX1" fmla="*/ 92884 w 295363"/>
                <a:gd name="connsiteY1" fmla="*/ 295392 h 295391"/>
                <a:gd name="connsiteX2" fmla="*/ 85805 w 295363"/>
                <a:gd name="connsiteY2" fmla="*/ 288313 h 295391"/>
                <a:gd name="connsiteX3" fmla="*/ 85805 w 295363"/>
                <a:gd name="connsiteY3" fmla="*/ 209558 h 295391"/>
                <a:gd name="connsiteX4" fmla="*/ 7079 w 295363"/>
                <a:gd name="connsiteY4" fmla="*/ 209558 h 295391"/>
                <a:gd name="connsiteX5" fmla="*/ 0 w 295363"/>
                <a:gd name="connsiteY5" fmla="*/ 202480 h 295391"/>
                <a:gd name="connsiteX6" fmla="*/ 0 w 295363"/>
                <a:gd name="connsiteY6" fmla="*/ 92912 h 295391"/>
                <a:gd name="connsiteX7" fmla="*/ 7079 w 295363"/>
                <a:gd name="connsiteY7" fmla="*/ 85833 h 295391"/>
                <a:gd name="connsiteX8" fmla="*/ 85805 w 295363"/>
                <a:gd name="connsiteY8" fmla="*/ 85833 h 295391"/>
                <a:gd name="connsiteX9" fmla="*/ 85805 w 295363"/>
                <a:gd name="connsiteY9" fmla="*/ 7079 h 295391"/>
                <a:gd name="connsiteX10" fmla="*/ 92884 w 295363"/>
                <a:gd name="connsiteY10" fmla="*/ 0 h 295391"/>
                <a:gd name="connsiteX11" fmla="*/ 202452 w 295363"/>
                <a:gd name="connsiteY11" fmla="*/ 0 h 295391"/>
                <a:gd name="connsiteX12" fmla="*/ 209531 w 295363"/>
                <a:gd name="connsiteY12" fmla="*/ 7079 h 295391"/>
                <a:gd name="connsiteX13" fmla="*/ 209531 w 295363"/>
                <a:gd name="connsiteY13" fmla="*/ 85833 h 295391"/>
                <a:gd name="connsiteX14" fmla="*/ 288285 w 295363"/>
                <a:gd name="connsiteY14" fmla="*/ 85833 h 295391"/>
                <a:gd name="connsiteX15" fmla="*/ 295364 w 295363"/>
                <a:gd name="connsiteY15" fmla="*/ 92912 h 295391"/>
                <a:gd name="connsiteX16" fmla="*/ 295364 w 295363"/>
                <a:gd name="connsiteY16" fmla="*/ 202480 h 295391"/>
                <a:gd name="connsiteX17" fmla="*/ 288285 w 295363"/>
                <a:gd name="connsiteY17" fmla="*/ 209558 h 295391"/>
                <a:gd name="connsiteX18" fmla="*/ 209531 w 295363"/>
                <a:gd name="connsiteY18" fmla="*/ 209558 h 295391"/>
                <a:gd name="connsiteX19" fmla="*/ 209531 w 295363"/>
                <a:gd name="connsiteY19" fmla="*/ 288313 h 295391"/>
                <a:gd name="connsiteX20" fmla="*/ 202452 w 295363"/>
                <a:gd name="connsiteY20" fmla="*/ 295392 h 295391"/>
                <a:gd name="connsiteX21" fmla="*/ 99963 w 295363"/>
                <a:gd name="connsiteY21" fmla="*/ 281234 h 295391"/>
                <a:gd name="connsiteX22" fmla="*/ 195373 w 295363"/>
                <a:gd name="connsiteY22" fmla="*/ 281234 h 295391"/>
                <a:gd name="connsiteX23" fmla="*/ 195373 w 295363"/>
                <a:gd name="connsiteY23" fmla="*/ 202480 h 295391"/>
                <a:gd name="connsiteX24" fmla="*/ 202452 w 295363"/>
                <a:gd name="connsiteY24" fmla="*/ 195401 h 295391"/>
                <a:gd name="connsiteX25" fmla="*/ 281207 w 295363"/>
                <a:gd name="connsiteY25" fmla="*/ 195401 h 295391"/>
                <a:gd name="connsiteX26" fmla="*/ 281207 w 295363"/>
                <a:gd name="connsiteY26" fmla="*/ 99991 h 295391"/>
                <a:gd name="connsiteX27" fmla="*/ 202452 w 295363"/>
                <a:gd name="connsiteY27" fmla="*/ 99991 h 295391"/>
                <a:gd name="connsiteX28" fmla="*/ 195373 w 295363"/>
                <a:gd name="connsiteY28" fmla="*/ 92912 h 295391"/>
                <a:gd name="connsiteX29" fmla="*/ 195373 w 295363"/>
                <a:gd name="connsiteY29" fmla="*/ 14158 h 295391"/>
                <a:gd name="connsiteX30" fmla="*/ 99963 w 295363"/>
                <a:gd name="connsiteY30" fmla="*/ 14158 h 295391"/>
                <a:gd name="connsiteX31" fmla="*/ 99963 w 295363"/>
                <a:gd name="connsiteY31" fmla="*/ 92912 h 295391"/>
                <a:gd name="connsiteX32" fmla="*/ 92884 w 295363"/>
                <a:gd name="connsiteY32" fmla="*/ 99991 h 295391"/>
                <a:gd name="connsiteX33" fmla="*/ 14157 w 295363"/>
                <a:gd name="connsiteY33" fmla="*/ 99991 h 295391"/>
                <a:gd name="connsiteX34" fmla="*/ 14157 w 295363"/>
                <a:gd name="connsiteY34" fmla="*/ 195401 h 295391"/>
                <a:gd name="connsiteX35" fmla="*/ 92884 w 295363"/>
                <a:gd name="connsiteY35" fmla="*/ 195401 h 295391"/>
                <a:gd name="connsiteX36" fmla="*/ 99963 w 295363"/>
                <a:gd name="connsiteY36" fmla="*/ 202480 h 295391"/>
                <a:gd name="connsiteX37" fmla="*/ 99963 w 295363"/>
                <a:gd name="connsiteY37" fmla="*/ 281234 h 295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295363" h="295391">
                  <a:moveTo>
                    <a:pt x="202452" y="295392"/>
                  </a:moveTo>
                  <a:lnTo>
                    <a:pt x="92884" y="295392"/>
                  </a:lnTo>
                  <a:cubicBezTo>
                    <a:pt x="88970" y="295392"/>
                    <a:pt x="85805" y="292227"/>
                    <a:pt x="85805" y="288313"/>
                  </a:cubicBezTo>
                  <a:lnTo>
                    <a:pt x="85805" y="209558"/>
                  </a:lnTo>
                  <a:lnTo>
                    <a:pt x="7079" y="209558"/>
                  </a:lnTo>
                  <a:cubicBezTo>
                    <a:pt x="3164" y="209558"/>
                    <a:pt x="0" y="206394"/>
                    <a:pt x="0" y="202480"/>
                  </a:cubicBezTo>
                  <a:lnTo>
                    <a:pt x="0" y="92912"/>
                  </a:lnTo>
                  <a:cubicBezTo>
                    <a:pt x="0" y="88998"/>
                    <a:pt x="3164" y="85833"/>
                    <a:pt x="7079" y="85833"/>
                  </a:cubicBezTo>
                  <a:lnTo>
                    <a:pt x="85805" y="85833"/>
                  </a:lnTo>
                  <a:lnTo>
                    <a:pt x="85805" y="7079"/>
                  </a:lnTo>
                  <a:cubicBezTo>
                    <a:pt x="85805" y="3165"/>
                    <a:pt x="88970" y="0"/>
                    <a:pt x="92884" y="0"/>
                  </a:cubicBezTo>
                  <a:lnTo>
                    <a:pt x="202452" y="0"/>
                  </a:lnTo>
                  <a:cubicBezTo>
                    <a:pt x="206366" y="0"/>
                    <a:pt x="209531" y="3165"/>
                    <a:pt x="209531" y="7079"/>
                  </a:cubicBezTo>
                  <a:lnTo>
                    <a:pt x="209531" y="85833"/>
                  </a:lnTo>
                  <a:lnTo>
                    <a:pt x="288285" y="85833"/>
                  </a:lnTo>
                  <a:cubicBezTo>
                    <a:pt x="292199" y="85833"/>
                    <a:pt x="295364" y="88998"/>
                    <a:pt x="295364" y="92912"/>
                  </a:cubicBezTo>
                  <a:lnTo>
                    <a:pt x="295364" y="202480"/>
                  </a:lnTo>
                  <a:cubicBezTo>
                    <a:pt x="295364" y="206394"/>
                    <a:pt x="292199" y="209558"/>
                    <a:pt x="288285" y="209558"/>
                  </a:cubicBezTo>
                  <a:lnTo>
                    <a:pt x="209531" y="209558"/>
                  </a:lnTo>
                  <a:lnTo>
                    <a:pt x="209531" y="288313"/>
                  </a:lnTo>
                  <a:cubicBezTo>
                    <a:pt x="209531" y="292227"/>
                    <a:pt x="206366" y="295392"/>
                    <a:pt x="202452" y="295392"/>
                  </a:cubicBezTo>
                  <a:close/>
                  <a:moveTo>
                    <a:pt x="99963" y="281234"/>
                  </a:moveTo>
                  <a:lnTo>
                    <a:pt x="195373" y="281234"/>
                  </a:lnTo>
                  <a:lnTo>
                    <a:pt x="195373" y="202480"/>
                  </a:lnTo>
                  <a:cubicBezTo>
                    <a:pt x="195373" y="198566"/>
                    <a:pt x="198538" y="195401"/>
                    <a:pt x="202452" y="195401"/>
                  </a:cubicBezTo>
                  <a:lnTo>
                    <a:pt x="281207" y="195401"/>
                  </a:lnTo>
                  <a:lnTo>
                    <a:pt x="281207" y="99991"/>
                  </a:lnTo>
                  <a:lnTo>
                    <a:pt x="202452" y="99991"/>
                  </a:lnTo>
                  <a:cubicBezTo>
                    <a:pt x="198538" y="99991"/>
                    <a:pt x="195373" y="96826"/>
                    <a:pt x="195373" y="92912"/>
                  </a:cubicBezTo>
                  <a:lnTo>
                    <a:pt x="195373" y="14158"/>
                  </a:lnTo>
                  <a:lnTo>
                    <a:pt x="99963" y="14158"/>
                  </a:lnTo>
                  <a:lnTo>
                    <a:pt x="99963" y="92912"/>
                  </a:lnTo>
                  <a:cubicBezTo>
                    <a:pt x="99963" y="96826"/>
                    <a:pt x="96798" y="99991"/>
                    <a:pt x="92884" y="99991"/>
                  </a:cubicBezTo>
                  <a:lnTo>
                    <a:pt x="14157" y="99991"/>
                  </a:lnTo>
                  <a:lnTo>
                    <a:pt x="14157" y="195401"/>
                  </a:lnTo>
                  <a:lnTo>
                    <a:pt x="92884" y="195401"/>
                  </a:lnTo>
                  <a:cubicBezTo>
                    <a:pt x="96798" y="195401"/>
                    <a:pt x="99963" y="198566"/>
                    <a:pt x="99963" y="202480"/>
                  </a:cubicBezTo>
                  <a:lnTo>
                    <a:pt x="99963" y="281234"/>
                  </a:lnTo>
                  <a:close/>
                </a:path>
              </a:pathLst>
            </a:custGeom>
            <a:solidFill>
              <a:srgbClr val="262626"/>
            </a:solidFill>
            <a:ln w="27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34" name="Forma Livre: Forma 733">
              <a:extLst>
                <a:ext uri="{FF2B5EF4-FFF2-40B4-BE49-F238E27FC236}">
                  <a16:creationId xmlns:a16="http://schemas.microsoft.com/office/drawing/2014/main" id="{55F74D9F-7B65-C062-6697-06E1AF17CF28}"/>
                </a:ext>
              </a:extLst>
            </p:cNvPr>
            <p:cNvSpPr/>
            <p:nvPr/>
          </p:nvSpPr>
          <p:spPr>
            <a:xfrm>
              <a:off x="9590355" y="4626266"/>
              <a:ext cx="121476" cy="121476"/>
            </a:xfrm>
            <a:custGeom>
              <a:avLst/>
              <a:gdLst>
                <a:gd name="connsiteX0" fmla="*/ 60711 w 121476"/>
                <a:gd name="connsiteY0" fmla="*/ 121477 h 121476"/>
                <a:gd name="connsiteX1" fmla="*/ 6440 w 121476"/>
                <a:gd name="connsiteY1" fmla="*/ 87999 h 121476"/>
                <a:gd name="connsiteX2" fmla="*/ 0 w 121476"/>
                <a:gd name="connsiteY2" fmla="*/ 60711 h 121476"/>
                <a:gd name="connsiteX3" fmla="*/ 60711 w 121476"/>
                <a:gd name="connsiteY3" fmla="*/ 0 h 121476"/>
                <a:gd name="connsiteX4" fmla="*/ 121477 w 121476"/>
                <a:gd name="connsiteY4" fmla="*/ 60711 h 121476"/>
                <a:gd name="connsiteX5" fmla="*/ 115037 w 121476"/>
                <a:gd name="connsiteY5" fmla="*/ 87999 h 121476"/>
                <a:gd name="connsiteX6" fmla="*/ 60711 w 121476"/>
                <a:gd name="connsiteY6" fmla="*/ 121477 h 121476"/>
                <a:gd name="connsiteX7" fmla="*/ 60711 w 121476"/>
                <a:gd name="connsiteY7" fmla="*/ 14158 h 121476"/>
                <a:gd name="connsiteX8" fmla="*/ 14158 w 121476"/>
                <a:gd name="connsiteY8" fmla="*/ 60711 h 121476"/>
                <a:gd name="connsiteX9" fmla="*/ 19099 w 121476"/>
                <a:gd name="connsiteY9" fmla="*/ 81669 h 121476"/>
                <a:gd name="connsiteX10" fmla="*/ 60683 w 121476"/>
                <a:gd name="connsiteY10" fmla="*/ 107319 h 121476"/>
                <a:gd name="connsiteX11" fmla="*/ 102351 w 121476"/>
                <a:gd name="connsiteY11" fmla="*/ 81641 h 121476"/>
                <a:gd name="connsiteX12" fmla="*/ 107292 w 121476"/>
                <a:gd name="connsiteY12" fmla="*/ 60683 h 121476"/>
                <a:gd name="connsiteX13" fmla="*/ 60683 w 121476"/>
                <a:gd name="connsiteY13" fmla="*/ 14130 h 121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1476" h="121476">
                  <a:moveTo>
                    <a:pt x="60711" y="121477"/>
                  </a:moveTo>
                  <a:cubicBezTo>
                    <a:pt x="37559" y="121477"/>
                    <a:pt x="16767" y="108652"/>
                    <a:pt x="6440" y="87999"/>
                  </a:cubicBezTo>
                  <a:cubicBezTo>
                    <a:pt x="2165" y="79449"/>
                    <a:pt x="0" y="70260"/>
                    <a:pt x="0" y="60711"/>
                  </a:cubicBezTo>
                  <a:cubicBezTo>
                    <a:pt x="0" y="27232"/>
                    <a:pt x="27232" y="0"/>
                    <a:pt x="60711" y="0"/>
                  </a:cubicBezTo>
                  <a:cubicBezTo>
                    <a:pt x="94189" y="0"/>
                    <a:pt x="121477" y="27232"/>
                    <a:pt x="121477" y="60711"/>
                  </a:cubicBezTo>
                  <a:cubicBezTo>
                    <a:pt x="121477" y="70260"/>
                    <a:pt x="119311" y="79449"/>
                    <a:pt x="115037" y="87999"/>
                  </a:cubicBezTo>
                  <a:cubicBezTo>
                    <a:pt x="104627" y="108652"/>
                    <a:pt x="83807" y="121477"/>
                    <a:pt x="60711" y="121477"/>
                  </a:cubicBezTo>
                  <a:close/>
                  <a:moveTo>
                    <a:pt x="60711" y="14158"/>
                  </a:moveTo>
                  <a:cubicBezTo>
                    <a:pt x="35061" y="14158"/>
                    <a:pt x="14158" y="35033"/>
                    <a:pt x="14158" y="60711"/>
                  </a:cubicBezTo>
                  <a:cubicBezTo>
                    <a:pt x="14158" y="68067"/>
                    <a:pt x="15824" y="75118"/>
                    <a:pt x="19099" y="81669"/>
                  </a:cubicBezTo>
                  <a:cubicBezTo>
                    <a:pt x="27010" y="97492"/>
                    <a:pt x="42945" y="107319"/>
                    <a:pt x="60683" y="107319"/>
                  </a:cubicBezTo>
                  <a:cubicBezTo>
                    <a:pt x="78421" y="107319"/>
                    <a:pt x="94383" y="97492"/>
                    <a:pt x="102351" y="81641"/>
                  </a:cubicBezTo>
                  <a:cubicBezTo>
                    <a:pt x="105626" y="75090"/>
                    <a:pt x="107292" y="68039"/>
                    <a:pt x="107292" y="60683"/>
                  </a:cubicBezTo>
                  <a:cubicBezTo>
                    <a:pt x="107292" y="35005"/>
                    <a:pt x="86389" y="14130"/>
                    <a:pt x="60683" y="14130"/>
                  </a:cubicBezTo>
                  <a:close/>
                </a:path>
              </a:pathLst>
            </a:custGeom>
            <a:solidFill>
              <a:srgbClr val="262626"/>
            </a:solidFill>
            <a:ln w="27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35" name="Forma Livre: Forma 734">
              <a:extLst>
                <a:ext uri="{FF2B5EF4-FFF2-40B4-BE49-F238E27FC236}">
                  <a16:creationId xmlns:a16="http://schemas.microsoft.com/office/drawing/2014/main" id="{5FDA894F-E917-F52C-132E-BF05FBFE0952}"/>
                </a:ext>
              </a:extLst>
            </p:cNvPr>
            <p:cNvSpPr/>
            <p:nvPr/>
          </p:nvSpPr>
          <p:spPr>
            <a:xfrm>
              <a:off x="9529283" y="4757077"/>
              <a:ext cx="186477" cy="158445"/>
            </a:xfrm>
            <a:custGeom>
              <a:avLst/>
              <a:gdLst>
                <a:gd name="connsiteX0" fmla="*/ 7079 w 186477"/>
                <a:gd name="connsiteY0" fmla="*/ 158446 h 158445"/>
                <a:gd name="connsiteX1" fmla="*/ 0 w 186477"/>
                <a:gd name="connsiteY1" fmla="*/ 151367 h 158445"/>
                <a:gd name="connsiteX2" fmla="*/ 60850 w 186477"/>
                <a:gd name="connsiteY2" fmla="*/ 18759 h 158445"/>
                <a:gd name="connsiteX3" fmla="*/ 183076 w 186477"/>
                <a:gd name="connsiteY3" fmla="*/ 18759 h 158445"/>
                <a:gd name="connsiteX4" fmla="*/ 185435 w 186477"/>
                <a:gd name="connsiteY4" fmla="*/ 28475 h 158445"/>
                <a:gd name="connsiteX5" fmla="*/ 175719 w 186477"/>
                <a:gd name="connsiteY5" fmla="*/ 30834 h 158445"/>
                <a:gd name="connsiteX6" fmla="*/ 68206 w 186477"/>
                <a:gd name="connsiteY6" fmla="*/ 30834 h 158445"/>
                <a:gd name="connsiteX7" fmla="*/ 14158 w 186477"/>
                <a:gd name="connsiteY7" fmla="*/ 151367 h 158445"/>
                <a:gd name="connsiteX8" fmla="*/ 7079 w 186477"/>
                <a:gd name="connsiteY8" fmla="*/ 158446 h 158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6477" h="158445">
                  <a:moveTo>
                    <a:pt x="7079" y="158446"/>
                  </a:moveTo>
                  <a:cubicBezTo>
                    <a:pt x="3165" y="158446"/>
                    <a:pt x="0" y="155281"/>
                    <a:pt x="0" y="151367"/>
                  </a:cubicBezTo>
                  <a:cubicBezTo>
                    <a:pt x="0" y="85243"/>
                    <a:pt x="18766" y="44325"/>
                    <a:pt x="60850" y="18759"/>
                  </a:cubicBezTo>
                  <a:cubicBezTo>
                    <a:pt x="101962" y="-6253"/>
                    <a:pt x="141964" y="-6253"/>
                    <a:pt x="183076" y="18759"/>
                  </a:cubicBezTo>
                  <a:cubicBezTo>
                    <a:pt x="186407" y="20785"/>
                    <a:pt x="187490" y="25143"/>
                    <a:pt x="185435" y="28475"/>
                  </a:cubicBezTo>
                  <a:cubicBezTo>
                    <a:pt x="183409" y="31806"/>
                    <a:pt x="179051" y="32888"/>
                    <a:pt x="175719" y="30834"/>
                  </a:cubicBezTo>
                  <a:cubicBezTo>
                    <a:pt x="139548" y="8848"/>
                    <a:pt x="104377" y="8848"/>
                    <a:pt x="68206" y="30834"/>
                  </a:cubicBezTo>
                  <a:cubicBezTo>
                    <a:pt x="43055" y="46130"/>
                    <a:pt x="14158" y="73667"/>
                    <a:pt x="14158" y="151367"/>
                  </a:cubicBezTo>
                  <a:cubicBezTo>
                    <a:pt x="14158" y="155281"/>
                    <a:pt x="10993" y="158446"/>
                    <a:pt x="7079" y="158446"/>
                  </a:cubicBezTo>
                  <a:close/>
                </a:path>
              </a:pathLst>
            </a:custGeom>
            <a:solidFill>
              <a:srgbClr val="262626"/>
            </a:solidFill>
            <a:ln w="27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36" name="Forma Livre: Forma 735">
              <a:extLst>
                <a:ext uri="{FF2B5EF4-FFF2-40B4-BE49-F238E27FC236}">
                  <a16:creationId xmlns:a16="http://schemas.microsoft.com/office/drawing/2014/main" id="{F1F81B62-7727-146C-C0DE-B80A22901B31}"/>
                </a:ext>
              </a:extLst>
            </p:cNvPr>
            <p:cNvSpPr/>
            <p:nvPr/>
          </p:nvSpPr>
          <p:spPr>
            <a:xfrm>
              <a:off x="9955091" y="4626266"/>
              <a:ext cx="121476" cy="121476"/>
            </a:xfrm>
            <a:custGeom>
              <a:avLst/>
              <a:gdLst>
                <a:gd name="connsiteX0" fmla="*/ 60766 w 121476"/>
                <a:gd name="connsiteY0" fmla="*/ 121477 h 121476"/>
                <a:gd name="connsiteX1" fmla="*/ 6440 w 121476"/>
                <a:gd name="connsiteY1" fmla="*/ 88026 h 121476"/>
                <a:gd name="connsiteX2" fmla="*/ 0 w 121476"/>
                <a:gd name="connsiteY2" fmla="*/ 60711 h 121476"/>
                <a:gd name="connsiteX3" fmla="*/ 60766 w 121476"/>
                <a:gd name="connsiteY3" fmla="*/ 0 h 121476"/>
                <a:gd name="connsiteX4" fmla="*/ 121477 w 121476"/>
                <a:gd name="connsiteY4" fmla="*/ 60711 h 121476"/>
                <a:gd name="connsiteX5" fmla="*/ 115036 w 121476"/>
                <a:gd name="connsiteY5" fmla="*/ 87999 h 121476"/>
                <a:gd name="connsiteX6" fmla="*/ 60794 w 121476"/>
                <a:gd name="connsiteY6" fmla="*/ 121477 h 121476"/>
                <a:gd name="connsiteX7" fmla="*/ 60766 w 121476"/>
                <a:gd name="connsiteY7" fmla="*/ 14158 h 121476"/>
                <a:gd name="connsiteX8" fmla="*/ 14157 w 121476"/>
                <a:gd name="connsiteY8" fmla="*/ 60711 h 121476"/>
                <a:gd name="connsiteX9" fmla="*/ 19098 w 121476"/>
                <a:gd name="connsiteY9" fmla="*/ 81669 h 121476"/>
                <a:gd name="connsiteX10" fmla="*/ 60766 w 121476"/>
                <a:gd name="connsiteY10" fmla="*/ 107319 h 121476"/>
                <a:gd name="connsiteX11" fmla="*/ 102350 w 121476"/>
                <a:gd name="connsiteY11" fmla="*/ 81669 h 121476"/>
                <a:gd name="connsiteX12" fmla="*/ 107291 w 121476"/>
                <a:gd name="connsiteY12" fmla="*/ 60711 h 121476"/>
                <a:gd name="connsiteX13" fmla="*/ 60738 w 121476"/>
                <a:gd name="connsiteY13" fmla="*/ 14158 h 121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1476" h="121476">
                  <a:moveTo>
                    <a:pt x="60766" y="121477"/>
                  </a:moveTo>
                  <a:cubicBezTo>
                    <a:pt x="37670" y="121477"/>
                    <a:pt x="16850" y="108652"/>
                    <a:pt x="6440" y="88026"/>
                  </a:cubicBezTo>
                  <a:cubicBezTo>
                    <a:pt x="2165" y="79449"/>
                    <a:pt x="0" y="70288"/>
                    <a:pt x="0" y="60711"/>
                  </a:cubicBezTo>
                  <a:cubicBezTo>
                    <a:pt x="0" y="27232"/>
                    <a:pt x="27260" y="0"/>
                    <a:pt x="60766" y="0"/>
                  </a:cubicBezTo>
                  <a:cubicBezTo>
                    <a:pt x="94272" y="0"/>
                    <a:pt x="121477" y="27232"/>
                    <a:pt x="121477" y="60711"/>
                  </a:cubicBezTo>
                  <a:cubicBezTo>
                    <a:pt x="121477" y="70260"/>
                    <a:pt x="119311" y="79449"/>
                    <a:pt x="115036" y="87999"/>
                  </a:cubicBezTo>
                  <a:cubicBezTo>
                    <a:pt x="104710" y="108652"/>
                    <a:pt x="83918" y="121477"/>
                    <a:pt x="60794" y="121477"/>
                  </a:cubicBezTo>
                  <a:close/>
                  <a:moveTo>
                    <a:pt x="60766" y="14158"/>
                  </a:moveTo>
                  <a:cubicBezTo>
                    <a:pt x="35060" y="14158"/>
                    <a:pt x="14157" y="35033"/>
                    <a:pt x="14157" y="60711"/>
                  </a:cubicBezTo>
                  <a:cubicBezTo>
                    <a:pt x="14157" y="68039"/>
                    <a:pt x="15823" y="75118"/>
                    <a:pt x="19098" y="81669"/>
                  </a:cubicBezTo>
                  <a:cubicBezTo>
                    <a:pt x="27066" y="97492"/>
                    <a:pt x="43028" y="107319"/>
                    <a:pt x="60766" y="107319"/>
                  </a:cubicBezTo>
                  <a:cubicBezTo>
                    <a:pt x="78505" y="107319"/>
                    <a:pt x="94439" y="97492"/>
                    <a:pt x="102350" y="81669"/>
                  </a:cubicBezTo>
                  <a:cubicBezTo>
                    <a:pt x="105626" y="75090"/>
                    <a:pt x="107291" y="68039"/>
                    <a:pt x="107291" y="60711"/>
                  </a:cubicBezTo>
                  <a:cubicBezTo>
                    <a:pt x="107291" y="35033"/>
                    <a:pt x="86416" y="14158"/>
                    <a:pt x="60738" y="14158"/>
                  </a:cubicBezTo>
                  <a:close/>
                </a:path>
              </a:pathLst>
            </a:custGeom>
            <a:solidFill>
              <a:srgbClr val="262626"/>
            </a:solidFill>
            <a:ln w="27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37" name="Forma Livre: Forma 736">
              <a:extLst>
                <a:ext uri="{FF2B5EF4-FFF2-40B4-BE49-F238E27FC236}">
                  <a16:creationId xmlns:a16="http://schemas.microsoft.com/office/drawing/2014/main" id="{352D899B-866D-8FB6-8266-60CB054D81ED}"/>
                </a:ext>
              </a:extLst>
            </p:cNvPr>
            <p:cNvSpPr/>
            <p:nvPr/>
          </p:nvSpPr>
          <p:spPr>
            <a:xfrm>
              <a:off x="9951145" y="4757077"/>
              <a:ext cx="186465" cy="158445"/>
            </a:xfrm>
            <a:custGeom>
              <a:avLst/>
              <a:gdLst>
                <a:gd name="connsiteX0" fmla="*/ 179387 w 186465"/>
                <a:gd name="connsiteY0" fmla="*/ 158446 h 158445"/>
                <a:gd name="connsiteX1" fmla="*/ 172308 w 186465"/>
                <a:gd name="connsiteY1" fmla="*/ 151367 h 158445"/>
                <a:gd name="connsiteX2" fmla="*/ 118260 w 186465"/>
                <a:gd name="connsiteY2" fmla="*/ 30834 h 158445"/>
                <a:gd name="connsiteX3" fmla="*/ 10746 w 186465"/>
                <a:gd name="connsiteY3" fmla="*/ 30834 h 158445"/>
                <a:gd name="connsiteX4" fmla="*/ 1030 w 186465"/>
                <a:gd name="connsiteY4" fmla="*/ 28475 h 158445"/>
                <a:gd name="connsiteX5" fmla="*/ 3390 w 186465"/>
                <a:gd name="connsiteY5" fmla="*/ 18759 h 158445"/>
                <a:gd name="connsiteX6" fmla="*/ 125616 w 186465"/>
                <a:gd name="connsiteY6" fmla="*/ 18759 h 158445"/>
                <a:gd name="connsiteX7" fmla="*/ 186466 w 186465"/>
                <a:gd name="connsiteY7" fmla="*/ 151367 h 158445"/>
                <a:gd name="connsiteX8" fmla="*/ 179387 w 186465"/>
                <a:gd name="connsiteY8" fmla="*/ 158446 h 158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6465" h="158445">
                  <a:moveTo>
                    <a:pt x="179387" y="158446"/>
                  </a:moveTo>
                  <a:cubicBezTo>
                    <a:pt x="175473" y="158446"/>
                    <a:pt x="172308" y="155281"/>
                    <a:pt x="172308" y="151367"/>
                  </a:cubicBezTo>
                  <a:cubicBezTo>
                    <a:pt x="172308" y="73667"/>
                    <a:pt x="143438" y="46130"/>
                    <a:pt x="118260" y="30834"/>
                  </a:cubicBezTo>
                  <a:cubicBezTo>
                    <a:pt x="82089" y="8848"/>
                    <a:pt x="46917" y="8848"/>
                    <a:pt x="10746" y="30834"/>
                  </a:cubicBezTo>
                  <a:cubicBezTo>
                    <a:pt x="7415" y="32861"/>
                    <a:pt x="3057" y="31806"/>
                    <a:pt x="1030" y="28475"/>
                  </a:cubicBezTo>
                  <a:cubicBezTo>
                    <a:pt x="-996" y="25143"/>
                    <a:pt x="58" y="20785"/>
                    <a:pt x="3390" y="18759"/>
                  </a:cubicBezTo>
                  <a:cubicBezTo>
                    <a:pt x="44530" y="-6253"/>
                    <a:pt x="84504" y="-6253"/>
                    <a:pt x="125616" y="18759"/>
                  </a:cubicBezTo>
                  <a:cubicBezTo>
                    <a:pt x="167700" y="44353"/>
                    <a:pt x="186466" y="85243"/>
                    <a:pt x="186466" y="151367"/>
                  </a:cubicBezTo>
                  <a:cubicBezTo>
                    <a:pt x="186466" y="155281"/>
                    <a:pt x="183301" y="158446"/>
                    <a:pt x="179387" y="158446"/>
                  </a:cubicBezTo>
                  <a:close/>
                </a:path>
              </a:pathLst>
            </a:custGeom>
            <a:solidFill>
              <a:srgbClr val="262626"/>
            </a:solidFill>
            <a:ln w="27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38" name="Forma Livre: Forma 737">
              <a:extLst>
                <a:ext uri="{FF2B5EF4-FFF2-40B4-BE49-F238E27FC236}">
                  <a16:creationId xmlns:a16="http://schemas.microsoft.com/office/drawing/2014/main" id="{BC1A829B-85AD-6254-2DAC-1546CBCA0A75}"/>
                </a:ext>
              </a:extLst>
            </p:cNvPr>
            <p:cNvSpPr/>
            <p:nvPr/>
          </p:nvSpPr>
          <p:spPr>
            <a:xfrm>
              <a:off x="9772737" y="4626266"/>
              <a:ext cx="121476" cy="121476"/>
            </a:xfrm>
            <a:custGeom>
              <a:avLst/>
              <a:gdLst>
                <a:gd name="connsiteX0" fmla="*/ 60710 w 121476"/>
                <a:gd name="connsiteY0" fmla="*/ 121477 h 121476"/>
                <a:gd name="connsiteX1" fmla="*/ 6440 w 121476"/>
                <a:gd name="connsiteY1" fmla="*/ 87999 h 121476"/>
                <a:gd name="connsiteX2" fmla="*/ 0 w 121476"/>
                <a:gd name="connsiteY2" fmla="*/ 60711 h 121476"/>
                <a:gd name="connsiteX3" fmla="*/ 60710 w 121476"/>
                <a:gd name="connsiteY3" fmla="*/ 0 h 121476"/>
                <a:gd name="connsiteX4" fmla="*/ 121477 w 121476"/>
                <a:gd name="connsiteY4" fmla="*/ 60711 h 121476"/>
                <a:gd name="connsiteX5" fmla="*/ 115036 w 121476"/>
                <a:gd name="connsiteY5" fmla="*/ 87999 h 121476"/>
                <a:gd name="connsiteX6" fmla="*/ 60710 w 121476"/>
                <a:gd name="connsiteY6" fmla="*/ 121477 h 121476"/>
                <a:gd name="connsiteX7" fmla="*/ 60710 w 121476"/>
                <a:gd name="connsiteY7" fmla="*/ 14158 h 121476"/>
                <a:gd name="connsiteX8" fmla="*/ 14157 w 121476"/>
                <a:gd name="connsiteY8" fmla="*/ 60711 h 121476"/>
                <a:gd name="connsiteX9" fmla="*/ 19098 w 121476"/>
                <a:gd name="connsiteY9" fmla="*/ 81669 h 121476"/>
                <a:gd name="connsiteX10" fmla="*/ 60682 w 121476"/>
                <a:gd name="connsiteY10" fmla="*/ 107319 h 121476"/>
                <a:gd name="connsiteX11" fmla="*/ 102350 w 121476"/>
                <a:gd name="connsiteY11" fmla="*/ 81641 h 121476"/>
                <a:gd name="connsiteX12" fmla="*/ 107291 w 121476"/>
                <a:gd name="connsiteY12" fmla="*/ 60683 h 121476"/>
                <a:gd name="connsiteX13" fmla="*/ 60682 w 121476"/>
                <a:gd name="connsiteY13" fmla="*/ 14130 h 121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1476" h="121476">
                  <a:moveTo>
                    <a:pt x="60710" y="121477"/>
                  </a:moveTo>
                  <a:cubicBezTo>
                    <a:pt x="37558" y="121477"/>
                    <a:pt x="16766" y="108652"/>
                    <a:pt x="6440" y="87999"/>
                  </a:cubicBezTo>
                  <a:cubicBezTo>
                    <a:pt x="2165" y="79449"/>
                    <a:pt x="0" y="70260"/>
                    <a:pt x="0" y="60711"/>
                  </a:cubicBezTo>
                  <a:cubicBezTo>
                    <a:pt x="0" y="27232"/>
                    <a:pt x="27232" y="0"/>
                    <a:pt x="60710" y="0"/>
                  </a:cubicBezTo>
                  <a:cubicBezTo>
                    <a:pt x="94189" y="0"/>
                    <a:pt x="121477" y="27232"/>
                    <a:pt x="121477" y="60711"/>
                  </a:cubicBezTo>
                  <a:cubicBezTo>
                    <a:pt x="121477" y="70288"/>
                    <a:pt x="119311" y="79476"/>
                    <a:pt x="115036" y="87999"/>
                  </a:cubicBezTo>
                  <a:cubicBezTo>
                    <a:pt x="104626" y="108652"/>
                    <a:pt x="83834" y="121477"/>
                    <a:pt x="60710" y="121477"/>
                  </a:cubicBezTo>
                  <a:close/>
                  <a:moveTo>
                    <a:pt x="60710" y="14158"/>
                  </a:moveTo>
                  <a:cubicBezTo>
                    <a:pt x="35060" y="14158"/>
                    <a:pt x="14157" y="35033"/>
                    <a:pt x="14157" y="60711"/>
                  </a:cubicBezTo>
                  <a:cubicBezTo>
                    <a:pt x="14157" y="68039"/>
                    <a:pt x="15823" y="75118"/>
                    <a:pt x="19098" y="81669"/>
                  </a:cubicBezTo>
                  <a:cubicBezTo>
                    <a:pt x="27010" y="97492"/>
                    <a:pt x="42944" y="107319"/>
                    <a:pt x="60682" y="107319"/>
                  </a:cubicBezTo>
                  <a:cubicBezTo>
                    <a:pt x="78421" y="107319"/>
                    <a:pt x="94383" y="97492"/>
                    <a:pt x="102350" y="81641"/>
                  </a:cubicBezTo>
                  <a:cubicBezTo>
                    <a:pt x="105625" y="75090"/>
                    <a:pt x="107291" y="68039"/>
                    <a:pt x="107291" y="60683"/>
                  </a:cubicBezTo>
                  <a:cubicBezTo>
                    <a:pt x="107291" y="35005"/>
                    <a:pt x="86388" y="14130"/>
                    <a:pt x="60682" y="14130"/>
                  </a:cubicBezTo>
                  <a:close/>
                </a:path>
              </a:pathLst>
            </a:custGeom>
            <a:solidFill>
              <a:srgbClr val="262626"/>
            </a:solidFill>
            <a:ln w="27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39" name="Forma Livre: Forma 738">
              <a:extLst>
                <a:ext uri="{FF2B5EF4-FFF2-40B4-BE49-F238E27FC236}">
                  <a16:creationId xmlns:a16="http://schemas.microsoft.com/office/drawing/2014/main" id="{CBBC06CF-FD74-6836-EB2F-497C3C3F06CA}"/>
                </a:ext>
              </a:extLst>
            </p:cNvPr>
            <p:cNvSpPr/>
            <p:nvPr/>
          </p:nvSpPr>
          <p:spPr>
            <a:xfrm>
              <a:off x="9711665" y="4757077"/>
              <a:ext cx="243924" cy="158445"/>
            </a:xfrm>
            <a:custGeom>
              <a:avLst/>
              <a:gdLst>
                <a:gd name="connsiteX0" fmla="*/ 236846 w 243924"/>
                <a:gd name="connsiteY0" fmla="*/ 158446 h 158445"/>
                <a:gd name="connsiteX1" fmla="*/ 229768 w 243924"/>
                <a:gd name="connsiteY1" fmla="*/ 151367 h 158445"/>
                <a:gd name="connsiteX2" fmla="*/ 175719 w 243924"/>
                <a:gd name="connsiteY2" fmla="*/ 30834 h 158445"/>
                <a:gd name="connsiteX3" fmla="*/ 68205 w 243924"/>
                <a:gd name="connsiteY3" fmla="*/ 30834 h 158445"/>
                <a:gd name="connsiteX4" fmla="*/ 14157 w 243924"/>
                <a:gd name="connsiteY4" fmla="*/ 151367 h 158445"/>
                <a:gd name="connsiteX5" fmla="*/ 7078 w 243924"/>
                <a:gd name="connsiteY5" fmla="*/ 158446 h 158445"/>
                <a:gd name="connsiteX6" fmla="*/ 0 w 243924"/>
                <a:gd name="connsiteY6" fmla="*/ 151367 h 158445"/>
                <a:gd name="connsiteX7" fmla="*/ 60849 w 243924"/>
                <a:gd name="connsiteY7" fmla="*/ 18759 h 158445"/>
                <a:gd name="connsiteX8" fmla="*/ 183076 w 243924"/>
                <a:gd name="connsiteY8" fmla="*/ 18759 h 158445"/>
                <a:gd name="connsiteX9" fmla="*/ 243925 w 243924"/>
                <a:gd name="connsiteY9" fmla="*/ 151367 h 158445"/>
                <a:gd name="connsiteX10" fmla="*/ 236846 w 243924"/>
                <a:gd name="connsiteY10" fmla="*/ 158446 h 158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3924" h="158445">
                  <a:moveTo>
                    <a:pt x="236846" y="158446"/>
                  </a:moveTo>
                  <a:cubicBezTo>
                    <a:pt x="232932" y="158446"/>
                    <a:pt x="229768" y="155281"/>
                    <a:pt x="229768" y="151367"/>
                  </a:cubicBezTo>
                  <a:cubicBezTo>
                    <a:pt x="229768" y="73667"/>
                    <a:pt x="200897" y="46158"/>
                    <a:pt x="175719" y="30834"/>
                  </a:cubicBezTo>
                  <a:cubicBezTo>
                    <a:pt x="139548" y="8848"/>
                    <a:pt x="104376" y="8848"/>
                    <a:pt x="68205" y="30834"/>
                  </a:cubicBezTo>
                  <a:cubicBezTo>
                    <a:pt x="43055" y="46130"/>
                    <a:pt x="14157" y="73667"/>
                    <a:pt x="14157" y="151367"/>
                  </a:cubicBezTo>
                  <a:cubicBezTo>
                    <a:pt x="14157" y="155281"/>
                    <a:pt x="10993" y="158446"/>
                    <a:pt x="7078" y="158446"/>
                  </a:cubicBezTo>
                  <a:cubicBezTo>
                    <a:pt x="3164" y="158446"/>
                    <a:pt x="0" y="155281"/>
                    <a:pt x="0" y="151367"/>
                  </a:cubicBezTo>
                  <a:cubicBezTo>
                    <a:pt x="0" y="85243"/>
                    <a:pt x="18766" y="44325"/>
                    <a:pt x="60849" y="18759"/>
                  </a:cubicBezTo>
                  <a:cubicBezTo>
                    <a:pt x="101962" y="-6253"/>
                    <a:pt x="141963" y="-6253"/>
                    <a:pt x="183076" y="18759"/>
                  </a:cubicBezTo>
                  <a:cubicBezTo>
                    <a:pt x="225159" y="44353"/>
                    <a:pt x="243925" y="85243"/>
                    <a:pt x="243925" y="151367"/>
                  </a:cubicBezTo>
                  <a:cubicBezTo>
                    <a:pt x="243925" y="155281"/>
                    <a:pt x="240760" y="158446"/>
                    <a:pt x="236846" y="158446"/>
                  </a:cubicBezTo>
                  <a:close/>
                </a:path>
              </a:pathLst>
            </a:custGeom>
            <a:solidFill>
              <a:srgbClr val="262626"/>
            </a:solidFill>
            <a:ln w="27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740" name="Gráfico 2">
            <a:extLst>
              <a:ext uri="{FF2B5EF4-FFF2-40B4-BE49-F238E27FC236}">
                <a16:creationId xmlns:a16="http://schemas.microsoft.com/office/drawing/2014/main" id="{B877C1E5-12D5-54D0-9DB4-1297257F8994}"/>
              </a:ext>
            </a:extLst>
          </p:cNvPr>
          <p:cNvGrpSpPr/>
          <p:nvPr/>
        </p:nvGrpSpPr>
        <p:grpSpPr>
          <a:xfrm>
            <a:off x="10602842" y="4344661"/>
            <a:ext cx="495018" cy="618618"/>
            <a:chOff x="10570330" y="4304030"/>
            <a:chExt cx="560042" cy="699879"/>
          </a:xfrm>
          <a:solidFill>
            <a:srgbClr val="262626"/>
          </a:solidFill>
        </p:grpSpPr>
        <p:sp>
          <p:nvSpPr>
            <p:cNvPr id="741" name="Forma Livre: Forma 740">
              <a:extLst>
                <a:ext uri="{FF2B5EF4-FFF2-40B4-BE49-F238E27FC236}">
                  <a16:creationId xmlns:a16="http://schemas.microsoft.com/office/drawing/2014/main" id="{4704D1FD-6607-87CF-059A-F850A1A3D4C2}"/>
                </a:ext>
              </a:extLst>
            </p:cNvPr>
            <p:cNvSpPr/>
            <p:nvPr/>
          </p:nvSpPr>
          <p:spPr>
            <a:xfrm>
              <a:off x="10781981" y="4635692"/>
              <a:ext cx="181288" cy="368218"/>
            </a:xfrm>
            <a:custGeom>
              <a:avLst/>
              <a:gdLst>
                <a:gd name="connsiteX0" fmla="*/ 174182 w 181288"/>
                <a:gd name="connsiteY0" fmla="*/ 368190 h 368218"/>
                <a:gd name="connsiteX1" fmla="*/ 172433 w 181288"/>
                <a:gd name="connsiteY1" fmla="*/ 367968 h 368218"/>
                <a:gd name="connsiteX2" fmla="*/ 27749 w 181288"/>
                <a:gd name="connsiteY2" fmla="*/ 206878 h 368218"/>
                <a:gd name="connsiteX3" fmla="*/ 17 w 181288"/>
                <a:gd name="connsiteY3" fmla="*/ 77212 h 368218"/>
                <a:gd name="connsiteX4" fmla="*/ 5930 w 181288"/>
                <a:gd name="connsiteY4" fmla="*/ 69717 h 368218"/>
                <a:gd name="connsiteX5" fmla="*/ 170073 w 181288"/>
                <a:gd name="connsiteY5" fmla="*/ 1317 h 368218"/>
                <a:gd name="connsiteX6" fmla="*/ 179956 w 181288"/>
                <a:gd name="connsiteY6" fmla="*/ 2983 h 368218"/>
                <a:gd name="connsiteX7" fmla="*/ 178290 w 181288"/>
                <a:gd name="connsiteY7" fmla="*/ 12865 h 368218"/>
                <a:gd name="connsiteX8" fmla="*/ 14730 w 181288"/>
                <a:gd name="connsiteY8" fmla="*/ 82598 h 368218"/>
                <a:gd name="connsiteX9" fmla="*/ 175959 w 181288"/>
                <a:gd name="connsiteY9" fmla="*/ 354283 h 368218"/>
                <a:gd name="connsiteX10" fmla="*/ 181066 w 181288"/>
                <a:gd name="connsiteY10" fmla="*/ 362888 h 368218"/>
                <a:gd name="connsiteX11" fmla="*/ 174209 w 181288"/>
                <a:gd name="connsiteY11" fmla="*/ 368218 h 368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81288" h="368218">
                  <a:moveTo>
                    <a:pt x="174182" y="368190"/>
                  </a:moveTo>
                  <a:cubicBezTo>
                    <a:pt x="173599" y="368190"/>
                    <a:pt x="173016" y="368135"/>
                    <a:pt x="172433" y="367968"/>
                  </a:cubicBezTo>
                  <a:cubicBezTo>
                    <a:pt x="108752" y="351701"/>
                    <a:pt x="58701" y="295987"/>
                    <a:pt x="27749" y="206878"/>
                  </a:cubicBezTo>
                  <a:cubicBezTo>
                    <a:pt x="4653" y="140449"/>
                    <a:pt x="184" y="79766"/>
                    <a:pt x="17" y="77212"/>
                  </a:cubicBezTo>
                  <a:cubicBezTo>
                    <a:pt x="-233" y="73548"/>
                    <a:pt x="2321" y="70300"/>
                    <a:pt x="5930" y="69717"/>
                  </a:cubicBezTo>
                  <a:cubicBezTo>
                    <a:pt x="93123" y="55560"/>
                    <a:pt x="169324" y="1845"/>
                    <a:pt x="170073" y="1317"/>
                  </a:cubicBezTo>
                  <a:cubicBezTo>
                    <a:pt x="173266" y="-959"/>
                    <a:pt x="177679" y="-210"/>
                    <a:pt x="179956" y="2983"/>
                  </a:cubicBezTo>
                  <a:cubicBezTo>
                    <a:pt x="182232" y="6175"/>
                    <a:pt x="181483" y="10589"/>
                    <a:pt x="178290" y="12865"/>
                  </a:cubicBezTo>
                  <a:cubicBezTo>
                    <a:pt x="175153" y="15086"/>
                    <a:pt x="102256" y="66469"/>
                    <a:pt x="14730" y="82598"/>
                  </a:cubicBezTo>
                  <a:cubicBezTo>
                    <a:pt x="18782" y="120990"/>
                    <a:pt x="45987" y="321082"/>
                    <a:pt x="175959" y="354283"/>
                  </a:cubicBezTo>
                  <a:cubicBezTo>
                    <a:pt x="179734" y="355254"/>
                    <a:pt x="182038" y="359113"/>
                    <a:pt x="181066" y="362888"/>
                  </a:cubicBezTo>
                  <a:cubicBezTo>
                    <a:pt x="180261" y="366081"/>
                    <a:pt x="177374" y="368218"/>
                    <a:pt x="174209" y="368218"/>
                  </a:cubicBezTo>
                  <a:close/>
                </a:path>
              </a:pathLst>
            </a:custGeom>
            <a:solidFill>
              <a:srgbClr val="262626"/>
            </a:solidFill>
            <a:ln w="27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42" name="Forma Livre: Forma 741">
              <a:extLst>
                <a:ext uri="{FF2B5EF4-FFF2-40B4-BE49-F238E27FC236}">
                  <a16:creationId xmlns:a16="http://schemas.microsoft.com/office/drawing/2014/main" id="{D4CEBF33-07F4-E49F-0512-CB9BB84B13F6}"/>
                </a:ext>
              </a:extLst>
            </p:cNvPr>
            <p:cNvSpPr/>
            <p:nvPr/>
          </p:nvSpPr>
          <p:spPr>
            <a:xfrm>
              <a:off x="10949082" y="4635676"/>
              <a:ext cx="181289" cy="368205"/>
            </a:xfrm>
            <a:custGeom>
              <a:avLst/>
              <a:gdLst>
                <a:gd name="connsiteX0" fmla="*/ 7081 w 181289"/>
                <a:gd name="connsiteY0" fmla="*/ 368206 h 368205"/>
                <a:gd name="connsiteX1" fmla="*/ 224 w 181289"/>
                <a:gd name="connsiteY1" fmla="*/ 362876 h 368205"/>
                <a:gd name="connsiteX2" fmla="*/ 5332 w 181289"/>
                <a:gd name="connsiteY2" fmla="*/ 354271 h 368205"/>
                <a:gd name="connsiteX3" fmla="*/ 166561 w 181289"/>
                <a:gd name="connsiteY3" fmla="*/ 82586 h 368205"/>
                <a:gd name="connsiteX4" fmla="*/ 2972 w 181289"/>
                <a:gd name="connsiteY4" fmla="*/ 12853 h 368205"/>
                <a:gd name="connsiteX5" fmla="*/ 1307 w 181289"/>
                <a:gd name="connsiteY5" fmla="*/ 2971 h 368205"/>
                <a:gd name="connsiteX6" fmla="*/ 11189 w 181289"/>
                <a:gd name="connsiteY6" fmla="*/ 1305 h 368205"/>
                <a:gd name="connsiteX7" fmla="*/ 175333 w 181289"/>
                <a:gd name="connsiteY7" fmla="*/ 69733 h 368205"/>
                <a:gd name="connsiteX8" fmla="*/ 181273 w 181289"/>
                <a:gd name="connsiteY8" fmla="*/ 77228 h 368205"/>
                <a:gd name="connsiteX9" fmla="*/ 153541 w 181289"/>
                <a:gd name="connsiteY9" fmla="*/ 206894 h 368205"/>
                <a:gd name="connsiteX10" fmla="*/ 8830 w 181289"/>
                <a:gd name="connsiteY10" fmla="*/ 367984 h 368205"/>
                <a:gd name="connsiteX11" fmla="*/ 7081 w 181289"/>
                <a:gd name="connsiteY11" fmla="*/ 368206 h 3682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81289" h="368205">
                  <a:moveTo>
                    <a:pt x="7081" y="368206"/>
                  </a:moveTo>
                  <a:cubicBezTo>
                    <a:pt x="3916" y="368206"/>
                    <a:pt x="1057" y="366069"/>
                    <a:pt x="224" y="362876"/>
                  </a:cubicBezTo>
                  <a:cubicBezTo>
                    <a:pt x="-747" y="359101"/>
                    <a:pt x="1529" y="355242"/>
                    <a:pt x="5332" y="354271"/>
                  </a:cubicBezTo>
                  <a:cubicBezTo>
                    <a:pt x="135386" y="321042"/>
                    <a:pt x="162535" y="120977"/>
                    <a:pt x="166561" y="82586"/>
                  </a:cubicBezTo>
                  <a:cubicBezTo>
                    <a:pt x="79007" y="66457"/>
                    <a:pt x="6109" y="15102"/>
                    <a:pt x="2972" y="12853"/>
                  </a:cubicBezTo>
                  <a:cubicBezTo>
                    <a:pt x="-220" y="10577"/>
                    <a:pt x="-942" y="6163"/>
                    <a:pt x="1307" y="2971"/>
                  </a:cubicBezTo>
                  <a:cubicBezTo>
                    <a:pt x="3583" y="-222"/>
                    <a:pt x="7997" y="-943"/>
                    <a:pt x="11189" y="1305"/>
                  </a:cubicBezTo>
                  <a:cubicBezTo>
                    <a:pt x="11939" y="1860"/>
                    <a:pt x="88278" y="55575"/>
                    <a:pt x="175333" y="69733"/>
                  </a:cubicBezTo>
                  <a:cubicBezTo>
                    <a:pt x="178942" y="70316"/>
                    <a:pt x="181523" y="73564"/>
                    <a:pt x="181273" y="77228"/>
                  </a:cubicBezTo>
                  <a:cubicBezTo>
                    <a:pt x="181107" y="79782"/>
                    <a:pt x="176637" y="140465"/>
                    <a:pt x="153541" y="206894"/>
                  </a:cubicBezTo>
                  <a:cubicBezTo>
                    <a:pt x="122561" y="296003"/>
                    <a:pt x="72538" y="351717"/>
                    <a:pt x="8830" y="367984"/>
                  </a:cubicBezTo>
                  <a:cubicBezTo>
                    <a:pt x="8247" y="368123"/>
                    <a:pt x="7664" y="368206"/>
                    <a:pt x="7081" y="368206"/>
                  </a:cubicBezTo>
                  <a:close/>
                </a:path>
              </a:pathLst>
            </a:custGeom>
            <a:solidFill>
              <a:srgbClr val="262626"/>
            </a:solidFill>
            <a:ln w="27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43" name="Forma Livre: Forma 742">
              <a:extLst>
                <a:ext uri="{FF2B5EF4-FFF2-40B4-BE49-F238E27FC236}">
                  <a16:creationId xmlns:a16="http://schemas.microsoft.com/office/drawing/2014/main" id="{01F4BDFF-7FA4-9172-6FFF-F0422383682A}"/>
                </a:ext>
              </a:extLst>
            </p:cNvPr>
            <p:cNvSpPr/>
            <p:nvPr/>
          </p:nvSpPr>
          <p:spPr>
            <a:xfrm>
              <a:off x="10570330" y="4414820"/>
              <a:ext cx="370037" cy="479744"/>
            </a:xfrm>
            <a:custGeom>
              <a:avLst/>
              <a:gdLst>
                <a:gd name="connsiteX0" fmla="*/ 204756 w 370037"/>
                <a:gd name="connsiteY0" fmla="*/ 479744 h 479744"/>
                <a:gd name="connsiteX1" fmla="*/ 36199 w 370037"/>
                <a:gd name="connsiteY1" fmla="*/ 479744 h 479744"/>
                <a:gd name="connsiteX2" fmla="*/ 0 w 370037"/>
                <a:gd name="connsiteY2" fmla="*/ 443546 h 479744"/>
                <a:gd name="connsiteX3" fmla="*/ 0 w 370037"/>
                <a:gd name="connsiteY3" fmla="*/ 36199 h 479744"/>
                <a:gd name="connsiteX4" fmla="*/ 36199 w 370037"/>
                <a:gd name="connsiteY4" fmla="*/ 0 h 479744"/>
                <a:gd name="connsiteX5" fmla="*/ 333839 w 370037"/>
                <a:gd name="connsiteY5" fmla="*/ 0 h 479744"/>
                <a:gd name="connsiteX6" fmla="*/ 370038 w 370037"/>
                <a:gd name="connsiteY6" fmla="*/ 36199 h 479744"/>
                <a:gd name="connsiteX7" fmla="*/ 370038 w 370037"/>
                <a:gd name="connsiteY7" fmla="*/ 180772 h 479744"/>
                <a:gd name="connsiteX8" fmla="*/ 362959 w 370037"/>
                <a:gd name="connsiteY8" fmla="*/ 187850 h 479744"/>
                <a:gd name="connsiteX9" fmla="*/ 355881 w 370037"/>
                <a:gd name="connsiteY9" fmla="*/ 180772 h 479744"/>
                <a:gd name="connsiteX10" fmla="*/ 355881 w 370037"/>
                <a:gd name="connsiteY10" fmla="*/ 36199 h 479744"/>
                <a:gd name="connsiteX11" fmla="*/ 333839 w 370037"/>
                <a:gd name="connsiteY11" fmla="*/ 14158 h 479744"/>
                <a:gd name="connsiteX12" fmla="*/ 36199 w 370037"/>
                <a:gd name="connsiteY12" fmla="*/ 14158 h 479744"/>
                <a:gd name="connsiteX13" fmla="*/ 14158 w 370037"/>
                <a:gd name="connsiteY13" fmla="*/ 36199 h 479744"/>
                <a:gd name="connsiteX14" fmla="*/ 14158 w 370037"/>
                <a:gd name="connsiteY14" fmla="*/ 443546 h 479744"/>
                <a:gd name="connsiteX15" fmla="*/ 36199 w 370037"/>
                <a:gd name="connsiteY15" fmla="*/ 465587 h 479744"/>
                <a:gd name="connsiteX16" fmla="*/ 204756 w 370037"/>
                <a:gd name="connsiteY16" fmla="*/ 465587 h 479744"/>
                <a:gd name="connsiteX17" fmla="*/ 211835 w 370037"/>
                <a:gd name="connsiteY17" fmla="*/ 472666 h 479744"/>
                <a:gd name="connsiteX18" fmla="*/ 204756 w 370037"/>
                <a:gd name="connsiteY18" fmla="*/ 479744 h 479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70037" h="479744">
                  <a:moveTo>
                    <a:pt x="204756" y="479744"/>
                  </a:moveTo>
                  <a:lnTo>
                    <a:pt x="36199" y="479744"/>
                  </a:lnTo>
                  <a:cubicBezTo>
                    <a:pt x="16240" y="479744"/>
                    <a:pt x="0" y="463505"/>
                    <a:pt x="0" y="443546"/>
                  </a:cubicBezTo>
                  <a:lnTo>
                    <a:pt x="0" y="36199"/>
                  </a:lnTo>
                  <a:cubicBezTo>
                    <a:pt x="0" y="16239"/>
                    <a:pt x="16240" y="0"/>
                    <a:pt x="36199" y="0"/>
                  </a:cubicBezTo>
                  <a:lnTo>
                    <a:pt x="333839" y="0"/>
                  </a:lnTo>
                  <a:cubicBezTo>
                    <a:pt x="353799" y="0"/>
                    <a:pt x="370038" y="16239"/>
                    <a:pt x="370038" y="36199"/>
                  </a:cubicBezTo>
                  <a:lnTo>
                    <a:pt x="370038" y="180772"/>
                  </a:lnTo>
                  <a:cubicBezTo>
                    <a:pt x="370038" y="184686"/>
                    <a:pt x="366874" y="187850"/>
                    <a:pt x="362959" y="187850"/>
                  </a:cubicBezTo>
                  <a:cubicBezTo>
                    <a:pt x="359045" y="187850"/>
                    <a:pt x="355881" y="184686"/>
                    <a:pt x="355881" y="180772"/>
                  </a:cubicBezTo>
                  <a:lnTo>
                    <a:pt x="355881" y="36199"/>
                  </a:lnTo>
                  <a:cubicBezTo>
                    <a:pt x="355881" y="24040"/>
                    <a:pt x="345998" y="14158"/>
                    <a:pt x="333839" y="14158"/>
                  </a:cubicBezTo>
                  <a:lnTo>
                    <a:pt x="36199" y="14158"/>
                  </a:lnTo>
                  <a:cubicBezTo>
                    <a:pt x="24040" y="14158"/>
                    <a:pt x="14158" y="24040"/>
                    <a:pt x="14158" y="36199"/>
                  </a:cubicBezTo>
                  <a:lnTo>
                    <a:pt x="14158" y="443546"/>
                  </a:lnTo>
                  <a:cubicBezTo>
                    <a:pt x="14158" y="455704"/>
                    <a:pt x="24040" y="465587"/>
                    <a:pt x="36199" y="465587"/>
                  </a:cubicBezTo>
                  <a:lnTo>
                    <a:pt x="204756" y="465587"/>
                  </a:lnTo>
                  <a:cubicBezTo>
                    <a:pt x="208671" y="465587"/>
                    <a:pt x="211835" y="468752"/>
                    <a:pt x="211835" y="472666"/>
                  </a:cubicBezTo>
                  <a:cubicBezTo>
                    <a:pt x="211835" y="476580"/>
                    <a:pt x="208671" y="479744"/>
                    <a:pt x="204756" y="479744"/>
                  </a:cubicBezTo>
                  <a:close/>
                </a:path>
              </a:pathLst>
            </a:custGeom>
            <a:solidFill>
              <a:srgbClr val="262626"/>
            </a:solidFill>
            <a:ln w="27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44" name="Forma Livre: Forma 743">
              <a:extLst>
                <a:ext uri="{FF2B5EF4-FFF2-40B4-BE49-F238E27FC236}">
                  <a16:creationId xmlns:a16="http://schemas.microsoft.com/office/drawing/2014/main" id="{8C720140-FC38-34B8-AFAA-D5A4928C4C57}"/>
                </a:ext>
              </a:extLst>
            </p:cNvPr>
            <p:cNvSpPr/>
            <p:nvPr/>
          </p:nvSpPr>
          <p:spPr>
            <a:xfrm>
              <a:off x="10642034" y="4545818"/>
              <a:ext cx="120366" cy="255584"/>
            </a:xfrm>
            <a:custGeom>
              <a:avLst/>
              <a:gdLst>
                <a:gd name="connsiteX0" fmla="*/ 7079 w 120366"/>
                <a:gd name="connsiteY0" fmla="*/ 255584 h 255584"/>
                <a:gd name="connsiteX1" fmla="*/ 0 w 120366"/>
                <a:gd name="connsiteY1" fmla="*/ 248505 h 255584"/>
                <a:gd name="connsiteX2" fmla="*/ 0 w 120366"/>
                <a:gd name="connsiteY2" fmla="*/ 96965 h 255584"/>
                <a:gd name="connsiteX3" fmla="*/ 33506 w 120366"/>
                <a:gd name="connsiteY3" fmla="*/ 25539 h 255584"/>
                <a:gd name="connsiteX4" fmla="*/ 113288 w 120366"/>
                <a:gd name="connsiteY4" fmla="*/ 0 h 255584"/>
                <a:gd name="connsiteX5" fmla="*/ 120367 w 120366"/>
                <a:gd name="connsiteY5" fmla="*/ 7079 h 255584"/>
                <a:gd name="connsiteX6" fmla="*/ 113288 w 120366"/>
                <a:gd name="connsiteY6" fmla="*/ 14158 h 255584"/>
                <a:gd name="connsiteX7" fmla="*/ 42334 w 120366"/>
                <a:gd name="connsiteY7" fmla="*/ 36587 h 255584"/>
                <a:gd name="connsiteX8" fmla="*/ 14158 w 120366"/>
                <a:gd name="connsiteY8" fmla="*/ 96937 h 255584"/>
                <a:gd name="connsiteX9" fmla="*/ 14158 w 120366"/>
                <a:gd name="connsiteY9" fmla="*/ 248478 h 255584"/>
                <a:gd name="connsiteX10" fmla="*/ 7079 w 120366"/>
                <a:gd name="connsiteY10" fmla="*/ 255556 h 255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0366" h="255584">
                  <a:moveTo>
                    <a:pt x="7079" y="255584"/>
                  </a:moveTo>
                  <a:cubicBezTo>
                    <a:pt x="3164" y="255584"/>
                    <a:pt x="0" y="252420"/>
                    <a:pt x="0" y="248505"/>
                  </a:cubicBezTo>
                  <a:lnTo>
                    <a:pt x="0" y="96965"/>
                  </a:lnTo>
                  <a:cubicBezTo>
                    <a:pt x="0" y="68567"/>
                    <a:pt x="12214" y="42556"/>
                    <a:pt x="33506" y="25539"/>
                  </a:cubicBezTo>
                  <a:cubicBezTo>
                    <a:pt x="54714" y="8578"/>
                    <a:pt x="81586" y="0"/>
                    <a:pt x="113288" y="0"/>
                  </a:cubicBezTo>
                  <a:cubicBezTo>
                    <a:pt x="117202" y="0"/>
                    <a:pt x="120367" y="3165"/>
                    <a:pt x="120367" y="7079"/>
                  </a:cubicBezTo>
                  <a:cubicBezTo>
                    <a:pt x="120367" y="10993"/>
                    <a:pt x="117202" y="14158"/>
                    <a:pt x="113288" y="14158"/>
                  </a:cubicBezTo>
                  <a:cubicBezTo>
                    <a:pt x="84862" y="14158"/>
                    <a:pt x="60988" y="21708"/>
                    <a:pt x="42334" y="36587"/>
                  </a:cubicBezTo>
                  <a:cubicBezTo>
                    <a:pt x="24678" y="50689"/>
                    <a:pt x="14158" y="73230"/>
                    <a:pt x="14158" y="96937"/>
                  </a:cubicBezTo>
                  <a:lnTo>
                    <a:pt x="14158" y="248478"/>
                  </a:lnTo>
                  <a:cubicBezTo>
                    <a:pt x="14158" y="252392"/>
                    <a:pt x="10993" y="255556"/>
                    <a:pt x="7079" y="255556"/>
                  </a:cubicBezTo>
                  <a:close/>
                </a:path>
              </a:pathLst>
            </a:custGeom>
            <a:solidFill>
              <a:srgbClr val="262626"/>
            </a:solidFill>
            <a:ln w="27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45" name="Forma Livre: Forma 744">
              <a:extLst>
                <a:ext uri="{FF2B5EF4-FFF2-40B4-BE49-F238E27FC236}">
                  <a16:creationId xmlns:a16="http://schemas.microsoft.com/office/drawing/2014/main" id="{C0714078-D670-3FF5-5D1A-DF0C4C48CF44}"/>
                </a:ext>
              </a:extLst>
            </p:cNvPr>
            <p:cNvSpPr/>
            <p:nvPr/>
          </p:nvSpPr>
          <p:spPr>
            <a:xfrm>
              <a:off x="10748242" y="4545818"/>
              <a:ext cx="120366" cy="104043"/>
            </a:xfrm>
            <a:custGeom>
              <a:avLst/>
              <a:gdLst>
                <a:gd name="connsiteX0" fmla="*/ 113288 w 120366"/>
                <a:gd name="connsiteY0" fmla="*/ 104016 h 104043"/>
                <a:gd name="connsiteX1" fmla="*/ 106209 w 120366"/>
                <a:gd name="connsiteY1" fmla="*/ 96937 h 104043"/>
                <a:gd name="connsiteX2" fmla="*/ 78033 w 120366"/>
                <a:gd name="connsiteY2" fmla="*/ 36587 h 104043"/>
                <a:gd name="connsiteX3" fmla="*/ 7079 w 120366"/>
                <a:gd name="connsiteY3" fmla="*/ 14158 h 104043"/>
                <a:gd name="connsiteX4" fmla="*/ 0 w 120366"/>
                <a:gd name="connsiteY4" fmla="*/ 7079 h 104043"/>
                <a:gd name="connsiteX5" fmla="*/ 7079 w 120366"/>
                <a:gd name="connsiteY5" fmla="*/ 0 h 104043"/>
                <a:gd name="connsiteX6" fmla="*/ 86860 w 120366"/>
                <a:gd name="connsiteY6" fmla="*/ 25539 h 104043"/>
                <a:gd name="connsiteX7" fmla="*/ 120367 w 120366"/>
                <a:gd name="connsiteY7" fmla="*/ 96965 h 104043"/>
                <a:gd name="connsiteX8" fmla="*/ 113288 w 120366"/>
                <a:gd name="connsiteY8" fmla="*/ 104044 h 104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0366" h="104043">
                  <a:moveTo>
                    <a:pt x="113288" y="104016"/>
                  </a:moveTo>
                  <a:cubicBezTo>
                    <a:pt x="109373" y="104016"/>
                    <a:pt x="106209" y="100851"/>
                    <a:pt x="106209" y="96937"/>
                  </a:cubicBezTo>
                  <a:cubicBezTo>
                    <a:pt x="106209" y="73230"/>
                    <a:pt x="95688" y="50662"/>
                    <a:pt x="78033" y="36587"/>
                  </a:cubicBezTo>
                  <a:cubicBezTo>
                    <a:pt x="59378" y="21708"/>
                    <a:pt x="35505" y="14158"/>
                    <a:pt x="7079" y="14158"/>
                  </a:cubicBezTo>
                  <a:cubicBezTo>
                    <a:pt x="3164" y="14158"/>
                    <a:pt x="0" y="10993"/>
                    <a:pt x="0" y="7079"/>
                  </a:cubicBezTo>
                  <a:cubicBezTo>
                    <a:pt x="0" y="3165"/>
                    <a:pt x="3164" y="0"/>
                    <a:pt x="7079" y="0"/>
                  </a:cubicBezTo>
                  <a:cubicBezTo>
                    <a:pt x="38808" y="0"/>
                    <a:pt x="65652" y="8606"/>
                    <a:pt x="86860" y="25539"/>
                  </a:cubicBezTo>
                  <a:cubicBezTo>
                    <a:pt x="108152" y="42528"/>
                    <a:pt x="120367" y="68567"/>
                    <a:pt x="120367" y="96965"/>
                  </a:cubicBezTo>
                  <a:cubicBezTo>
                    <a:pt x="120367" y="100879"/>
                    <a:pt x="117202" y="104044"/>
                    <a:pt x="113288" y="104044"/>
                  </a:cubicBezTo>
                  <a:close/>
                </a:path>
              </a:pathLst>
            </a:custGeom>
            <a:solidFill>
              <a:srgbClr val="262626"/>
            </a:solidFill>
            <a:ln w="27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46" name="Forma Livre: Forma 745">
              <a:extLst>
                <a:ext uri="{FF2B5EF4-FFF2-40B4-BE49-F238E27FC236}">
                  <a16:creationId xmlns:a16="http://schemas.microsoft.com/office/drawing/2014/main" id="{491AB253-9D33-102C-CC4D-5D2966D060FB}"/>
                </a:ext>
              </a:extLst>
            </p:cNvPr>
            <p:cNvSpPr/>
            <p:nvPr/>
          </p:nvSpPr>
          <p:spPr>
            <a:xfrm>
              <a:off x="10671681" y="4304030"/>
              <a:ext cx="14157" cy="124946"/>
            </a:xfrm>
            <a:custGeom>
              <a:avLst/>
              <a:gdLst>
                <a:gd name="connsiteX0" fmla="*/ 7079 w 14157"/>
                <a:gd name="connsiteY0" fmla="*/ 124947 h 124946"/>
                <a:gd name="connsiteX1" fmla="*/ 0 w 14157"/>
                <a:gd name="connsiteY1" fmla="*/ 117868 h 124946"/>
                <a:gd name="connsiteX2" fmla="*/ 0 w 14157"/>
                <a:gd name="connsiteY2" fmla="*/ 7079 h 124946"/>
                <a:gd name="connsiteX3" fmla="*/ 7079 w 14157"/>
                <a:gd name="connsiteY3" fmla="*/ 0 h 124946"/>
                <a:gd name="connsiteX4" fmla="*/ 14158 w 14157"/>
                <a:gd name="connsiteY4" fmla="*/ 7079 h 124946"/>
                <a:gd name="connsiteX5" fmla="*/ 14158 w 14157"/>
                <a:gd name="connsiteY5" fmla="*/ 117868 h 124946"/>
                <a:gd name="connsiteX6" fmla="*/ 7079 w 14157"/>
                <a:gd name="connsiteY6" fmla="*/ 124947 h 1249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157" h="124946">
                  <a:moveTo>
                    <a:pt x="7079" y="124947"/>
                  </a:moveTo>
                  <a:cubicBezTo>
                    <a:pt x="3165" y="124947"/>
                    <a:pt x="0" y="121782"/>
                    <a:pt x="0" y="117868"/>
                  </a:cubicBezTo>
                  <a:lnTo>
                    <a:pt x="0" y="7079"/>
                  </a:lnTo>
                  <a:cubicBezTo>
                    <a:pt x="0" y="3165"/>
                    <a:pt x="3165" y="0"/>
                    <a:pt x="7079" y="0"/>
                  </a:cubicBezTo>
                  <a:cubicBezTo>
                    <a:pt x="10993" y="0"/>
                    <a:pt x="14158" y="3165"/>
                    <a:pt x="14158" y="7079"/>
                  </a:cubicBezTo>
                  <a:lnTo>
                    <a:pt x="14158" y="117868"/>
                  </a:lnTo>
                  <a:cubicBezTo>
                    <a:pt x="14158" y="121782"/>
                    <a:pt x="10993" y="124947"/>
                    <a:pt x="7079" y="124947"/>
                  </a:cubicBezTo>
                  <a:close/>
                </a:path>
              </a:pathLst>
            </a:custGeom>
            <a:solidFill>
              <a:srgbClr val="262626"/>
            </a:solidFill>
            <a:ln w="27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47" name="Forma Livre: Forma 746">
              <a:extLst>
                <a:ext uri="{FF2B5EF4-FFF2-40B4-BE49-F238E27FC236}">
                  <a16:creationId xmlns:a16="http://schemas.microsoft.com/office/drawing/2014/main" id="{064F9183-16B0-0DE6-D54D-425BDED6FA25}"/>
                </a:ext>
              </a:extLst>
            </p:cNvPr>
            <p:cNvSpPr/>
            <p:nvPr/>
          </p:nvSpPr>
          <p:spPr>
            <a:xfrm>
              <a:off x="10824804" y="4304030"/>
              <a:ext cx="14157" cy="124946"/>
            </a:xfrm>
            <a:custGeom>
              <a:avLst/>
              <a:gdLst>
                <a:gd name="connsiteX0" fmla="*/ 7078 w 14157"/>
                <a:gd name="connsiteY0" fmla="*/ 124947 h 124946"/>
                <a:gd name="connsiteX1" fmla="*/ 0 w 14157"/>
                <a:gd name="connsiteY1" fmla="*/ 117868 h 124946"/>
                <a:gd name="connsiteX2" fmla="*/ 0 w 14157"/>
                <a:gd name="connsiteY2" fmla="*/ 7079 h 124946"/>
                <a:gd name="connsiteX3" fmla="*/ 7078 w 14157"/>
                <a:gd name="connsiteY3" fmla="*/ 0 h 124946"/>
                <a:gd name="connsiteX4" fmla="*/ 14157 w 14157"/>
                <a:gd name="connsiteY4" fmla="*/ 7079 h 124946"/>
                <a:gd name="connsiteX5" fmla="*/ 14157 w 14157"/>
                <a:gd name="connsiteY5" fmla="*/ 117868 h 124946"/>
                <a:gd name="connsiteX6" fmla="*/ 7078 w 14157"/>
                <a:gd name="connsiteY6" fmla="*/ 124947 h 1249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157" h="124946">
                  <a:moveTo>
                    <a:pt x="7078" y="124947"/>
                  </a:moveTo>
                  <a:cubicBezTo>
                    <a:pt x="3164" y="124947"/>
                    <a:pt x="0" y="121782"/>
                    <a:pt x="0" y="117868"/>
                  </a:cubicBezTo>
                  <a:lnTo>
                    <a:pt x="0" y="7079"/>
                  </a:lnTo>
                  <a:cubicBezTo>
                    <a:pt x="0" y="3165"/>
                    <a:pt x="3164" y="0"/>
                    <a:pt x="7078" y="0"/>
                  </a:cubicBezTo>
                  <a:cubicBezTo>
                    <a:pt x="10993" y="0"/>
                    <a:pt x="14157" y="3165"/>
                    <a:pt x="14157" y="7079"/>
                  </a:cubicBezTo>
                  <a:lnTo>
                    <a:pt x="14157" y="117868"/>
                  </a:lnTo>
                  <a:cubicBezTo>
                    <a:pt x="14157" y="121782"/>
                    <a:pt x="10993" y="124947"/>
                    <a:pt x="7078" y="124947"/>
                  </a:cubicBezTo>
                  <a:close/>
                </a:path>
              </a:pathLst>
            </a:custGeom>
            <a:solidFill>
              <a:srgbClr val="262626"/>
            </a:solidFill>
            <a:ln w="27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48" name="Forma Livre: Forma 747">
              <a:extLst>
                <a:ext uri="{FF2B5EF4-FFF2-40B4-BE49-F238E27FC236}">
                  <a16:creationId xmlns:a16="http://schemas.microsoft.com/office/drawing/2014/main" id="{431DB223-6A59-CDD2-9BCB-EDEDC82F8203}"/>
                </a:ext>
              </a:extLst>
            </p:cNvPr>
            <p:cNvSpPr/>
            <p:nvPr/>
          </p:nvSpPr>
          <p:spPr>
            <a:xfrm>
              <a:off x="10621492" y="4304030"/>
              <a:ext cx="267659" cy="14157"/>
            </a:xfrm>
            <a:custGeom>
              <a:avLst/>
              <a:gdLst>
                <a:gd name="connsiteX0" fmla="*/ 260581 w 267659"/>
                <a:gd name="connsiteY0" fmla="*/ 14158 h 14157"/>
                <a:gd name="connsiteX1" fmla="*/ 7078 w 267659"/>
                <a:gd name="connsiteY1" fmla="*/ 14158 h 14157"/>
                <a:gd name="connsiteX2" fmla="*/ 0 w 267659"/>
                <a:gd name="connsiteY2" fmla="*/ 7079 h 14157"/>
                <a:gd name="connsiteX3" fmla="*/ 7078 w 267659"/>
                <a:gd name="connsiteY3" fmla="*/ 0 h 14157"/>
                <a:gd name="connsiteX4" fmla="*/ 260581 w 267659"/>
                <a:gd name="connsiteY4" fmla="*/ 0 h 14157"/>
                <a:gd name="connsiteX5" fmla="*/ 267659 w 267659"/>
                <a:gd name="connsiteY5" fmla="*/ 7079 h 14157"/>
                <a:gd name="connsiteX6" fmla="*/ 260581 w 267659"/>
                <a:gd name="connsiteY6" fmla="*/ 14158 h 14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7659" h="14157">
                  <a:moveTo>
                    <a:pt x="260581" y="14158"/>
                  </a:moveTo>
                  <a:lnTo>
                    <a:pt x="7078" y="14158"/>
                  </a:lnTo>
                  <a:cubicBezTo>
                    <a:pt x="3164" y="14158"/>
                    <a:pt x="0" y="10993"/>
                    <a:pt x="0" y="7079"/>
                  </a:cubicBezTo>
                  <a:cubicBezTo>
                    <a:pt x="0" y="3165"/>
                    <a:pt x="3164" y="0"/>
                    <a:pt x="7078" y="0"/>
                  </a:cubicBezTo>
                  <a:lnTo>
                    <a:pt x="260581" y="0"/>
                  </a:lnTo>
                  <a:cubicBezTo>
                    <a:pt x="264494" y="0"/>
                    <a:pt x="267659" y="3165"/>
                    <a:pt x="267659" y="7079"/>
                  </a:cubicBezTo>
                  <a:cubicBezTo>
                    <a:pt x="267659" y="10993"/>
                    <a:pt x="264494" y="14158"/>
                    <a:pt x="260581" y="14158"/>
                  </a:cubicBezTo>
                  <a:close/>
                </a:path>
              </a:pathLst>
            </a:custGeom>
            <a:solidFill>
              <a:srgbClr val="262626"/>
            </a:solidFill>
            <a:ln w="27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49" name="Forma Livre: Forma 748">
              <a:extLst>
                <a:ext uri="{FF2B5EF4-FFF2-40B4-BE49-F238E27FC236}">
                  <a16:creationId xmlns:a16="http://schemas.microsoft.com/office/drawing/2014/main" id="{B99909B9-186D-798E-02AE-DAE79E273424}"/>
                </a:ext>
              </a:extLst>
            </p:cNvPr>
            <p:cNvSpPr/>
            <p:nvPr/>
          </p:nvSpPr>
          <p:spPr>
            <a:xfrm>
              <a:off x="10642034" y="4880407"/>
              <a:ext cx="14157" cy="50078"/>
            </a:xfrm>
            <a:custGeom>
              <a:avLst/>
              <a:gdLst>
                <a:gd name="connsiteX0" fmla="*/ 7079 w 14157"/>
                <a:gd name="connsiteY0" fmla="*/ 50079 h 50078"/>
                <a:gd name="connsiteX1" fmla="*/ 0 w 14157"/>
                <a:gd name="connsiteY1" fmla="*/ 43000 h 50078"/>
                <a:gd name="connsiteX2" fmla="*/ 0 w 14157"/>
                <a:gd name="connsiteY2" fmla="*/ 7079 h 50078"/>
                <a:gd name="connsiteX3" fmla="*/ 7079 w 14157"/>
                <a:gd name="connsiteY3" fmla="*/ 0 h 50078"/>
                <a:gd name="connsiteX4" fmla="*/ 14158 w 14157"/>
                <a:gd name="connsiteY4" fmla="*/ 7079 h 50078"/>
                <a:gd name="connsiteX5" fmla="*/ 14158 w 14157"/>
                <a:gd name="connsiteY5" fmla="*/ 43000 h 50078"/>
                <a:gd name="connsiteX6" fmla="*/ 7079 w 14157"/>
                <a:gd name="connsiteY6" fmla="*/ 50079 h 50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157" h="50078">
                  <a:moveTo>
                    <a:pt x="7079" y="50079"/>
                  </a:moveTo>
                  <a:cubicBezTo>
                    <a:pt x="3164" y="50079"/>
                    <a:pt x="0" y="46914"/>
                    <a:pt x="0" y="43000"/>
                  </a:cubicBezTo>
                  <a:lnTo>
                    <a:pt x="0" y="7079"/>
                  </a:lnTo>
                  <a:cubicBezTo>
                    <a:pt x="0" y="3165"/>
                    <a:pt x="3164" y="0"/>
                    <a:pt x="7079" y="0"/>
                  </a:cubicBezTo>
                  <a:cubicBezTo>
                    <a:pt x="10993" y="0"/>
                    <a:pt x="14158" y="3165"/>
                    <a:pt x="14158" y="7079"/>
                  </a:cubicBezTo>
                  <a:lnTo>
                    <a:pt x="14158" y="43000"/>
                  </a:lnTo>
                  <a:cubicBezTo>
                    <a:pt x="14158" y="46914"/>
                    <a:pt x="10993" y="50079"/>
                    <a:pt x="7079" y="50079"/>
                  </a:cubicBezTo>
                  <a:close/>
                </a:path>
              </a:pathLst>
            </a:custGeom>
            <a:solidFill>
              <a:srgbClr val="262626"/>
            </a:solidFill>
            <a:ln w="27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750" name="Gráfico 2">
            <a:extLst>
              <a:ext uri="{FF2B5EF4-FFF2-40B4-BE49-F238E27FC236}">
                <a16:creationId xmlns:a16="http://schemas.microsoft.com/office/drawing/2014/main" id="{5B7DDB36-7573-B9E9-03DD-A8459E64A417}"/>
              </a:ext>
            </a:extLst>
          </p:cNvPr>
          <p:cNvGrpSpPr/>
          <p:nvPr/>
        </p:nvGrpSpPr>
        <p:grpSpPr>
          <a:xfrm>
            <a:off x="6725439" y="5242071"/>
            <a:ext cx="541670" cy="617844"/>
            <a:chOff x="6689862" y="5201491"/>
            <a:chExt cx="612823" cy="699003"/>
          </a:xfrm>
          <a:solidFill>
            <a:srgbClr val="262626"/>
          </a:solidFill>
        </p:grpSpPr>
        <p:sp>
          <p:nvSpPr>
            <p:cNvPr id="751" name="Forma Livre: Forma 750">
              <a:extLst>
                <a:ext uri="{FF2B5EF4-FFF2-40B4-BE49-F238E27FC236}">
                  <a16:creationId xmlns:a16="http://schemas.microsoft.com/office/drawing/2014/main" id="{91729D26-F402-741B-25E2-83745C54302D}"/>
                </a:ext>
              </a:extLst>
            </p:cNvPr>
            <p:cNvSpPr/>
            <p:nvPr/>
          </p:nvSpPr>
          <p:spPr>
            <a:xfrm>
              <a:off x="6768298" y="5660457"/>
              <a:ext cx="235096" cy="240010"/>
            </a:xfrm>
            <a:custGeom>
              <a:avLst/>
              <a:gdLst>
                <a:gd name="connsiteX0" fmla="*/ 227990 w 235096"/>
                <a:gd name="connsiteY0" fmla="*/ 240010 h 240010"/>
                <a:gd name="connsiteX1" fmla="*/ 226242 w 235096"/>
                <a:gd name="connsiteY1" fmla="*/ 239788 h 240010"/>
                <a:gd name="connsiteX2" fmla="*/ 582 w 235096"/>
                <a:gd name="connsiteY2" fmla="*/ 9882 h 240010"/>
                <a:gd name="connsiteX3" fmla="*/ 4302 w 235096"/>
                <a:gd name="connsiteY3" fmla="*/ 582 h 240010"/>
                <a:gd name="connsiteX4" fmla="*/ 13601 w 235096"/>
                <a:gd name="connsiteY4" fmla="*/ 4302 h 240010"/>
                <a:gd name="connsiteX5" fmla="*/ 229767 w 235096"/>
                <a:gd name="connsiteY5" fmla="*/ 226075 h 240010"/>
                <a:gd name="connsiteX6" fmla="*/ 234874 w 235096"/>
                <a:gd name="connsiteY6" fmla="*/ 234680 h 240010"/>
                <a:gd name="connsiteX7" fmla="*/ 228018 w 235096"/>
                <a:gd name="connsiteY7" fmla="*/ 240010 h 240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35096" h="240010">
                  <a:moveTo>
                    <a:pt x="227990" y="240010"/>
                  </a:moveTo>
                  <a:cubicBezTo>
                    <a:pt x="227407" y="240010"/>
                    <a:pt x="226824" y="239955"/>
                    <a:pt x="226242" y="239788"/>
                  </a:cubicBezTo>
                  <a:cubicBezTo>
                    <a:pt x="131636" y="215637"/>
                    <a:pt x="55686" y="138271"/>
                    <a:pt x="582" y="9882"/>
                  </a:cubicBezTo>
                  <a:cubicBezTo>
                    <a:pt x="-972" y="6301"/>
                    <a:pt x="693" y="2137"/>
                    <a:pt x="4302" y="582"/>
                  </a:cubicBezTo>
                  <a:cubicBezTo>
                    <a:pt x="7883" y="-972"/>
                    <a:pt x="12047" y="693"/>
                    <a:pt x="13601" y="4302"/>
                  </a:cubicBezTo>
                  <a:cubicBezTo>
                    <a:pt x="66900" y="128444"/>
                    <a:pt x="139631" y="203034"/>
                    <a:pt x="229767" y="226075"/>
                  </a:cubicBezTo>
                  <a:cubicBezTo>
                    <a:pt x="233542" y="227046"/>
                    <a:pt x="235846" y="230905"/>
                    <a:pt x="234874" y="234680"/>
                  </a:cubicBezTo>
                  <a:cubicBezTo>
                    <a:pt x="234070" y="237873"/>
                    <a:pt x="231183" y="240010"/>
                    <a:pt x="228018" y="240010"/>
                  </a:cubicBezTo>
                  <a:close/>
                </a:path>
              </a:pathLst>
            </a:custGeom>
            <a:solidFill>
              <a:srgbClr val="262626"/>
            </a:solidFill>
            <a:ln w="27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52" name="Forma Livre: Forma 751">
              <a:extLst>
                <a:ext uri="{FF2B5EF4-FFF2-40B4-BE49-F238E27FC236}">
                  <a16:creationId xmlns:a16="http://schemas.microsoft.com/office/drawing/2014/main" id="{C58F17CD-4BC9-CE2F-7FC2-0756E26B407A}"/>
                </a:ext>
              </a:extLst>
            </p:cNvPr>
            <p:cNvSpPr/>
            <p:nvPr/>
          </p:nvSpPr>
          <p:spPr>
            <a:xfrm>
              <a:off x="6689862" y="5201491"/>
              <a:ext cx="313516" cy="318278"/>
            </a:xfrm>
            <a:custGeom>
              <a:avLst/>
              <a:gdLst>
                <a:gd name="connsiteX0" fmla="*/ 35602 w 313516"/>
                <a:gd name="connsiteY0" fmla="*/ 318278 h 318278"/>
                <a:gd name="connsiteX1" fmla="*/ 28717 w 313516"/>
                <a:gd name="connsiteY1" fmla="*/ 312810 h 318278"/>
                <a:gd name="connsiteX2" fmla="*/ 13 w 313516"/>
                <a:gd name="connsiteY2" fmla="*/ 132260 h 318278"/>
                <a:gd name="connsiteX3" fmla="*/ 5954 w 313516"/>
                <a:gd name="connsiteY3" fmla="*/ 124820 h 318278"/>
                <a:gd name="connsiteX4" fmla="*/ 302317 w 313516"/>
                <a:gd name="connsiteY4" fmla="*/ 1317 h 318278"/>
                <a:gd name="connsiteX5" fmla="*/ 312200 w 313516"/>
                <a:gd name="connsiteY5" fmla="*/ 2983 h 318278"/>
                <a:gd name="connsiteX6" fmla="*/ 310534 w 313516"/>
                <a:gd name="connsiteY6" fmla="*/ 12865 h 318278"/>
                <a:gd name="connsiteX7" fmla="*/ 14643 w 313516"/>
                <a:gd name="connsiteY7" fmla="*/ 137729 h 318278"/>
                <a:gd name="connsiteX8" fmla="*/ 42514 w 313516"/>
                <a:gd name="connsiteY8" fmla="*/ 309562 h 318278"/>
                <a:gd name="connsiteX9" fmla="*/ 37239 w 313516"/>
                <a:gd name="connsiteY9" fmla="*/ 318084 h 318278"/>
                <a:gd name="connsiteX10" fmla="*/ 35602 w 313516"/>
                <a:gd name="connsiteY10" fmla="*/ 318278 h 318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13516" h="318278">
                  <a:moveTo>
                    <a:pt x="35602" y="318278"/>
                  </a:moveTo>
                  <a:cubicBezTo>
                    <a:pt x="32381" y="318278"/>
                    <a:pt x="29494" y="316085"/>
                    <a:pt x="28717" y="312810"/>
                  </a:cubicBezTo>
                  <a:cubicBezTo>
                    <a:pt x="5343" y="213707"/>
                    <a:pt x="69" y="133065"/>
                    <a:pt x="13" y="132260"/>
                  </a:cubicBezTo>
                  <a:cubicBezTo>
                    <a:pt x="-209" y="128624"/>
                    <a:pt x="2345" y="125403"/>
                    <a:pt x="5954" y="124820"/>
                  </a:cubicBezTo>
                  <a:cubicBezTo>
                    <a:pt x="163269" y="99254"/>
                    <a:pt x="300957" y="2289"/>
                    <a:pt x="302317" y="1317"/>
                  </a:cubicBezTo>
                  <a:cubicBezTo>
                    <a:pt x="305510" y="-959"/>
                    <a:pt x="309923" y="-210"/>
                    <a:pt x="312200" y="2983"/>
                  </a:cubicBezTo>
                  <a:cubicBezTo>
                    <a:pt x="314476" y="6175"/>
                    <a:pt x="313727" y="10589"/>
                    <a:pt x="310534" y="12865"/>
                  </a:cubicBezTo>
                  <a:cubicBezTo>
                    <a:pt x="309146" y="13837"/>
                    <a:pt x="172596" y="110080"/>
                    <a:pt x="14643" y="137729"/>
                  </a:cubicBezTo>
                  <a:cubicBezTo>
                    <a:pt x="16364" y="158465"/>
                    <a:pt x="23165" y="227559"/>
                    <a:pt x="42514" y="309562"/>
                  </a:cubicBezTo>
                  <a:cubicBezTo>
                    <a:pt x="43402" y="313365"/>
                    <a:pt x="41042" y="317168"/>
                    <a:pt x="37239" y="318084"/>
                  </a:cubicBezTo>
                  <a:cubicBezTo>
                    <a:pt x="36684" y="318223"/>
                    <a:pt x="36157" y="318278"/>
                    <a:pt x="35602" y="318278"/>
                  </a:cubicBezTo>
                  <a:close/>
                </a:path>
              </a:pathLst>
            </a:custGeom>
            <a:solidFill>
              <a:srgbClr val="262626"/>
            </a:solidFill>
            <a:ln w="27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53" name="Forma Livre: Forma 752">
              <a:extLst>
                <a:ext uri="{FF2B5EF4-FFF2-40B4-BE49-F238E27FC236}">
                  <a16:creationId xmlns:a16="http://schemas.microsoft.com/office/drawing/2014/main" id="{A3BC1CF6-ACF8-0494-E9FE-CEE7732E3EE6}"/>
                </a:ext>
              </a:extLst>
            </p:cNvPr>
            <p:cNvSpPr/>
            <p:nvPr/>
          </p:nvSpPr>
          <p:spPr>
            <a:xfrm>
              <a:off x="6989179" y="5659017"/>
              <a:ext cx="235705" cy="241477"/>
            </a:xfrm>
            <a:custGeom>
              <a:avLst/>
              <a:gdLst>
                <a:gd name="connsiteX0" fmla="*/ 7081 w 235705"/>
                <a:gd name="connsiteY0" fmla="*/ 241450 h 241477"/>
                <a:gd name="connsiteX1" fmla="*/ 224 w 235705"/>
                <a:gd name="connsiteY1" fmla="*/ 236120 h 241477"/>
                <a:gd name="connsiteX2" fmla="*/ 5332 w 235705"/>
                <a:gd name="connsiteY2" fmla="*/ 227514 h 241477"/>
                <a:gd name="connsiteX3" fmla="*/ 222108 w 235705"/>
                <a:gd name="connsiteY3" fmla="*/ 4298 h 241477"/>
                <a:gd name="connsiteX4" fmla="*/ 231407 w 235705"/>
                <a:gd name="connsiteY4" fmla="*/ 578 h 241477"/>
                <a:gd name="connsiteX5" fmla="*/ 235127 w 235705"/>
                <a:gd name="connsiteY5" fmla="*/ 9878 h 241477"/>
                <a:gd name="connsiteX6" fmla="*/ 8830 w 235705"/>
                <a:gd name="connsiteY6" fmla="*/ 241256 h 241477"/>
                <a:gd name="connsiteX7" fmla="*/ 7081 w 235705"/>
                <a:gd name="connsiteY7" fmla="*/ 241477 h 241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35705" h="241477">
                  <a:moveTo>
                    <a:pt x="7081" y="241450"/>
                  </a:moveTo>
                  <a:cubicBezTo>
                    <a:pt x="3916" y="241450"/>
                    <a:pt x="1057" y="239312"/>
                    <a:pt x="224" y="236120"/>
                  </a:cubicBezTo>
                  <a:cubicBezTo>
                    <a:pt x="-747" y="232345"/>
                    <a:pt x="1529" y="228486"/>
                    <a:pt x="5332" y="227514"/>
                  </a:cubicBezTo>
                  <a:cubicBezTo>
                    <a:pt x="95828" y="204390"/>
                    <a:pt x="168753" y="129300"/>
                    <a:pt x="222108" y="4298"/>
                  </a:cubicBezTo>
                  <a:cubicBezTo>
                    <a:pt x="223635" y="717"/>
                    <a:pt x="227799" y="-976"/>
                    <a:pt x="231407" y="578"/>
                  </a:cubicBezTo>
                  <a:cubicBezTo>
                    <a:pt x="234989" y="2105"/>
                    <a:pt x="236681" y="6269"/>
                    <a:pt x="235127" y="9878"/>
                  </a:cubicBezTo>
                  <a:cubicBezTo>
                    <a:pt x="179968" y="139155"/>
                    <a:pt x="103824" y="216993"/>
                    <a:pt x="8830" y="241256"/>
                  </a:cubicBezTo>
                  <a:cubicBezTo>
                    <a:pt x="8247" y="241394"/>
                    <a:pt x="7663" y="241477"/>
                    <a:pt x="7081" y="241477"/>
                  </a:cubicBezTo>
                  <a:close/>
                </a:path>
              </a:pathLst>
            </a:custGeom>
            <a:solidFill>
              <a:srgbClr val="262626"/>
            </a:solidFill>
            <a:ln w="27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54" name="Forma Livre: Forma 753">
              <a:extLst>
                <a:ext uri="{FF2B5EF4-FFF2-40B4-BE49-F238E27FC236}">
                  <a16:creationId xmlns:a16="http://schemas.microsoft.com/office/drawing/2014/main" id="{AD5B5DA1-E886-43DC-C943-314DAFE27328}"/>
                </a:ext>
              </a:extLst>
            </p:cNvPr>
            <p:cNvSpPr/>
            <p:nvPr/>
          </p:nvSpPr>
          <p:spPr>
            <a:xfrm>
              <a:off x="6989181" y="5201491"/>
              <a:ext cx="313504" cy="293322"/>
            </a:xfrm>
            <a:custGeom>
              <a:avLst/>
              <a:gdLst>
                <a:gd name="connsiteX0" fmla="*/ 283511 w 313504"/>
                <a:gd name="connsiteY0" fmla="*/ 293322 h 293322"/>
                <a:gd name="connsiteX1" fmla="*/ 282012 w 313504"/>
                <a:gd name="connsiteY1" fmla="*/ 293156 h 293322"/>
                <a:gd name="connsiteX2" fmla="*/ 276571 w 313504"/>
                <a:gd name="connsiteY2" fmla="*/ 284744 h 293322"/>
                <a:gd name="connsiteX3" fmla="*/ 298862 w 313504"/>
                <a:gd name="connsiteY3" fmla="*/ 137729 h 293322"/>
                <a:gd name="connsiteX4" fmla="*/ 2970 w 313504"/>
                <a:gd name="connsiteY4" fmla="*/ 12865 h 293322"/>
                <a:gd name="connsiteX5" fmla="*/ 1305 w 313504"/>
                <a:gd name="connsiteY5" fmla="*/ 2983 h 293322"/>
                <a:gd name="connsiteX6" fmla="*/ 11187 w 313504"/>
                <a:gd name="connsiteY6" fmla="*/ 1317 h 293322"/>
                <a:gd name="connsiteX7" fmla="*/ 307551 w 313504"/>
                <a:gd name="connsiteY7" fmla="*/ 124820 h 293322"/>
                <a:gd name="connsiteX8" fmla="*/ 313491 w 313504"/>
                <a:gd name="connsiteY8" fmla="*/ 132260 h 293322"/>
                <a:gd name="connsiteX9" fmla="*/ 290423 w 313504"/>
                <a:gd name="connsiteY9" fmla="*/ 287687 h 293322"/>
                <a:gd name="connsiteX10" fmla="*/ 283511 w 313504"/>
                <a:gd name="connsiteY10" fmla="*/ 293294 h 29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13504" h="293322">
                  <a:moveTo>
                    <a:pt x="283511" y="293322"/>
                  </a:moveTo>
                  <a:cubicBezTo>
                    <a:pt x="283011" y="293322"/>
                    <a:pt x="282511" y="293267"/>
                    <a:pt x="282012" y="293156"/>
                  </a:cubicBezTo>
                  <a:cubicBezTo>
                    <a:pt x="278181" y="292351"/>
                    <a:pt x="275766" y="288575"/>
                    <a:pt x="276571" y="284744"/>
                  </a:cubicBezTo>
                  <a:cubicBezTo>
                    <a:pt x="291672" y="213957"/>
                    <a:pt x="297307" y="156355"/>
                    <a:pt x="298862" y="137729"/>
                  </a:cubicBezTo>
                  <a:cubicBezTo>
                    <a:pt x="140881" y="110108"/>
                    <a:pt x="4358" y="13865"/>
                    <a:pt x="2970" y="12865"/>
                  </a:cubicBezTo>
                  <a:cubicBezTo>
                    <a:pt x="-222" y="10589"/>
                    <a:pt x="-943" y="6175"/>
                    <a:pt x="1305" y="2983"/>
                  </a:cubicBezTo>
                  <a:cubicBezTo>
                    <a:pt x="3581" y="-210"/>
                    <a:pt x="7995" y="-959"/>
                    <a:pt x="11187" y="1317"/>
                  </a:cubicBezTo>
                  <a:cubicBezTo>
                    <a:pt x="12547" y="2289"/>
                    <a:pt x="150236" y="99254"/>
                    <a:pt x="307551" y="124820"/>
                  </a:cubicBezTo>
                  <a:cubicBezTo>
                    <a:pt x="311132" y="125403"/>
                    <a:pt x="313713" y="128624"/>
                    <a:pt x="313491" y="132260"/>
                  </a:cubicBezTo>
                  <a:cubicBezTo>
                    <a:pt x="313464" y="132926"/>
                    <a:pt x="309050" y="200494"/>
                    <a:pt x="290423" y="287687"/>
                  </a:cubicBezTo>
                  <a:cubicBezTo>
                    <a:pt x="289701" y="291018"/>
                    <a:pt x="286786" y="293294"/>
                    <a:pt x="283511" y="293294"/>
                  </a:cubicBezTo>
                  <a:close/>
                </a:path>
              </a:pathLst>
            </a:custGeom>
            <a:solidFill>
              <a:srgbClr val="262626"/>
            </a:solidFill>
            <a:ln w="27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55" name="Forma Livre: Forma 754">
              <a:extLst>
                <a:ext uri="{FF2B5EF4-FFF2-40B4-BE49-F238E27FC236}">
                  <a16:creationId xmlns:a16="http://schemas.microsoft.com/office/drawing/2014/main" id="{4D3836A6-CD37-2EBF-5DB2-B0C4226BD056}"/>
                </a:ext>
              </a:extLst>
            </p:cNvPr>
            <p:cNvSpPr/>
            <p:nvPr/>
          </p:nvSpPr>
          <p:spPr>
            <a:xfrm>
              <a:off x="6913758" y="5605742"/>
              <a:ext cx="179966" cy="14157"/>
            </a:xfrm>
            <a:custGeom>
              <a:avLst/>
              <a:gdLst>
                <a:gd name="connsiteX0" fmla="*/ 7079 w 179966"/>
                <a:gd name="connsiteY0" fmla="*/ 14158 h 14157"/>
                <a:gd name="connsiteX1" fmla="*/ 0 w 179966"/>
                <a:gd name="connsiteY1" fmla="*/ 7079 h 14157"/>
                <a:gd name="connsiteX2" fmla="*/ 7079 w 179966"/>
                <a:gd name="connsiteY2" fmla="*/ 0 h 14157"/>
                <a:gd name="connsiteX3" fmla="*/ 172888 w 179966"/>
                <a:gd name="connsiteY3" fmla="*/ 0 h 14157"/>
                <a:gd name="connsiteX4" fmla="*/ 179967 w 179966"/>
                <a:gd name="connsiteY4" fmla="*/ 7079 h 14157"/>
                <a:gd name="connsiteX5" fmla="*/ 172888 w 179966"/>
                <a:gd name="connsiteY5" fmla="*/ 14158 h 14157"/>
                <a:gd name="connsiteX6" fmla="*/ 7079 w 179966"/>
                <a:gd name="connsiteY6" fmla="*/ 14158 h 14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9966" h="14157">
                  <a:moveTo>
                    <a:pt x="7079" y="14158"/>
                  </a:moveTo>
                  <a:cubicBezTo>
                    <a:pt x="3165" y="14158"/>
                    <a:pt x="0" y="10993"/>
                    <a:pt x="0" y="7079"/>
                  </a:cubicBezTo>
                  <a:cubicBezTo>
                    <a:pt x="0" y="3165"/>
                    <a:pt x="3165" y="0"/>
                    <a:pt x="7079" y="0"/>
                  </a:cubicBezTo>
                  <a:lnTo>
                    <a:pt x="172888" y="0"/>
                  </a:lnTo>
                  <a:cubicBezTo>
                    <a:pt x="176802" y="0"/>
                    <a:pt x="179967" y="3165"/>
                    <a:pt x="179967" y="7079"/>
                  </a:cubicBezTo>
                  <a:cubicBezTo>
                    <a:pt x="179967" y="10993"/>
                    <a:pt x="176802" y="14158"/>
                    <a:pt x="172888" y="14158"/>
                  </a:cubicBezTo>
                  <a:lnTo>
                    <a:pt x="7079" y="14158"/>
                  </a:lnTo>
                  <a:close/>
                </a:path>
              </a:pathLst>
            </a:custGeom>
            <a:solidFill>
              <a:srgbClr val="262626"/>
            </a:solidFill>
            <a:ln w="27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56" name="Forma Livre: Forma 755">
              <a:extLst>
                <a:ext uri="{FF2B5EF4-FFF2-40B4-BE49-F238E27FC236}">
                  <a16:creationId xmlns:a16="http://schemas.microsoft.com/office/drawing/2014/main" id="{449689C2-9D60-4E36-8B77-440B0BCA84A9}"/>
                </a:ext>
              </a:extLst>
            </p:cNvPr>
            <p:cNvSpPr/>
            <p:nvPr/>
          </p:nvSpPr>
          <p:spPr>
            <a:xfrm>
              <a:off x="7182917" y="5594101"/>
              <a:ext cx="63514" cy="25797"/>
            </a:xfrm>
            <a:custGeom>
              <a:avLst/>
              <a:gdLst>
                <a:gd name="connsiteX0" fmla="*/ 56408 w 63514"/>
                <a:gd name="connsiteY0" fmla="*/ 25798 h 25797"/>
                <a:gd name="connsiteX1" fmla="*/ 7079 w 63514"/>
                <a:gd name="connsiteY1" fmla="*/ 25798 h 25797"/>
                <a:gd name="connsiteX2" fmla="*/ 0 w 63514"/>
                <a:gd name="connsiteY2" fmla="*/ 18719 h 25797"/>
                <a:gd name="connsiteX3" fmla="*/ 7079 w 63514"/>
                <a:gd name="connsiteY3" fmla="*/ 11640 h 25797"/>
                <a:gd name="connsiteX4" fmla="*/ 49218 w 63514"/>
                <a:gd name="connsiteY4" fmla="*/ 11640 h 25797"/>
                <a:gd name="connsiteX5" fmla="*/ 49080 w 63514"/>
                <a:gd name="connsiteY5" fmla="*/ 7365 h 25797"/>
                <a:gd name="connsiteX6" fmla="*/ 55881 w 63514"/>
                <a:gd name="connsiteY6" fmla="*/ 9 h 25797"/>
                <a:gd name="connsiteX7" fmla="*/ 63237 w 63514"/>
                <a:gd name="connsiteY7" fmla="*/ 6810 h 25797"/>
                <a:gd name="connsiteX8" fmla="*/ 63515 w 63514"/>
                <a:gd name="connsiteY8" fmla="*/ 18691 h 25797"/>
                <a:gd name="connsiteX9" fmla="*/ 56436 w 63514"/>
                <a:gd name="connsiteY9" fmla="*/ 25770 h 25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3514" h="25797">
                  <a:moveTo>
                    <a:pt x="56408" y="25798"/>
                  </a:moveTo>
                  <a:lnTo>
                    <a:pt x="7079" y="25798"/>
                  </a:lnTo>
                  <a:cubicBezTo>
                    <a:pt x="3165" y="25798"/>
                    <a:pt x="0" y="22633"/>
                    <a:pt x="0" y="18719"/>
                  </a:cubicBezTo>
                  <a:cubicBezTo>
                    <a:pt x="0" y="14805"/>
                    <a:pt x="3165" y="11640"/>
                    <a:pt x="7079" y="11640"/>
                  </a:cubicBezTo>
                  <a:lnTo>
                    <a:pt x="49218" y="11640"/>
                  </a:lnTo>
                  <a:cubicBezTo>
                    <a:pt x="49190" y="10363"/>
                    <a:pt x="49135" y="8920"/>
                    <a:pt x="49080" y="7365"/>
                  </a:cubicBezTo>
                  <a:cubicBezTo>
                    <a:pt x="48941" y="3451"/>
                    <a:pt x="51966" y="175"/>
                    <a:pt x="55881" y="9"/>
                  </a:cubicBezTo>
                  <a:cubicBezTo>
                    <a:pt x="59767" y="-186"/>
                    <a:pt x="63070" y="2896"/>
                    <a:pt x="63237" y="6810"/>
                  </a:cubicBezTo>
                  <a:cubicBezTo>
                    <a:pt x="63515" y="14083"/>
                    <a:pt x="63515" y="18691"/>
                    <a:pt x="63515" y="18691"/>
                  </a:cubicBezTo>
                  <a:cubicBezTo>
                    <a:pt x="63515" y="22605"/>
                    <a:pt x="60350" y="25770"/>
                    <a:pt x="56436" y="25770"/>
                  </a:cubicBezTo>
                  <a:close/>
                </a:path>
              </a:pathLst>
            </a:custGeom>
            <a:solidFill>
              <a:srgbClr val="262626"/>
            </a:solidFill>
            <a:ln w="27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57" name="Forma Livre: Forma 756">
              <a:extLst>
                <a:ext uri="{FF2B5EF4-FFF2-40B4-BE49-F238E27FC236}">
                  <a16:creationId xmlns:a16="http://schemas.microsoft.com/office/drawing/2014/main" id="{1C5B9DB1-F701-D3B8-25C6-59CC2F90C250}"/>
                </a:ext>
              </a:extLst>
            </p:cNvPr>
            <p:cNvSpPr/>
            <p:nvPr/>
          </p:nvSpPr>
          <p:spPr>
            <a:xfrm>
              <a:off x="6744701" y="5407564"/>
              <a:ext cx="336600" cy="207004"/>
            </a:xfrm>
            <a:custGeom>
              <a:avLst/>
              <a:gdLst>
                <a:gd name="connsiteX0" fmla="*/ 7079 w 336600"/>
                <a:gd name="connsiteY0" fmla="*/ 207005 h 207004"/>
                <a:gd name="connsiteX1" fmla="*/ 0 w 336600"/>
                <a:gd name="connsiteY1" fmla="*/ 199926 h 207004"/>
                <a:gd name="connsiteX2" fmla="*/ 74396 w 336600"/>
                <a:gd name="connsiteY2" fmla="*/ 91996 h 207004"/>
                <a:gd name="connsiteX3" fmla="*/ 90552 w 336600"/>
                <a:gd name="connsiteY3" fmla="*/ 86416 h 207004"/>
                <a:gd name="connsiteX4" fmla="*/ 130137 w 336600"/>
                <a:gd name="connsiteY4" fmla="*/ 59406 h 207004"/>
                <a:gd name="connsiteX5" fmla="*/ 272656 w 336600"/>
                <a:gd name="connsiteY5" fmla="*/ 0 h 207004"/>
                <a:gd name="connsiteX6" fmla="*/ 272656 w 336600"/>
                <a:gd name="connsiteY6" fmla="*/ 0 h 207004"/>
                <a:gd name="connsiteX7" fmla="*/ 330702 w 336600"/>
                <a:gd name="connsiteY7" fmla="*/ 4608 h 207004"/>
                <a:gd name="connsiteX8" fmla="*/ 336504 w 336600"/>
                <a:gd name="connsiteY8" fmla="*/ 12770 h 207004"/>
                <a:gd name="connsiteX9" fmla="*/ 328343 w 336600"/>
                <a:gd name="connsiteY9" fmla="*/ 18571 h 207004"/>
                <a:gd name="connsiteX10" fmla="*/ 272656 w 336600"/>
                <a:gd name="connsiteY10" fmla="*/ 14158 h 207004"/>
                <a:gd name="connsiteX11" fmla="*/ 139159 w 336600"/>
                <a:gd name="connsiteY11" fmla="*/ 70316 h 207004"/>
                <a:gd name="connsiteX12" fmla="*/ 95521 w 336600"/>
                <a:gd name="connsiteY12" fmla="*/ 99685 h 207004"/>
                <a:gd name="connsiteX13" fmla="*/ 78810 w 336600"/>
                <a:gd name="connsiteY13" fmla="*/ 105460 h 207004"/>
                <a:gd name="connsiteX14" fmla="*/ 14157 w 336600"/>
                <a:gd name="connsiteY14" fmla="*/ 199926 h 207004"/>
                <a:gd name="connsiteX15" fmla="*/ 7079 w 336600"/>
                <a:gd name="connsiteY15" fmla="*/ 207005 h 207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36600" h="207004">
                  <a:moveTo>
                    <a:pt x="7079" y="207005"/>
                  </a:moveTo>
                  <a:cubicBezTo>
                    <a:pt x="3164" y="207005"/>
                    <a:pt x="0" y="203840"/>
                    <a:pt x="0" y="199926"/>
                  </a:cubicBezTo>
                  <a:cubicBezTo>
                    <a:pt x="0" y="116508"/>
                    <a:pt x="37808" y="104044"/>
                    <a:pt x="74396" y="91996"/>
                  </a:cubicBezTo>
                  <a:cubicBezTo>
                    <a:pt x="79726" y="90247"/>
                    <a:pt x="85222" y="88443"/>
                    <a:pt x="90552" y="86416"/>
                  </a:cubicBezTo>
                  <a:cubicBezTo>
                    <a:pt x="103099" y="81725"/>
                    <a:pt x="115619" y="71370"/>
                    <a:pt x="130137" y="59406"/>
                  </a:cubicBezTo>
                  <a:cubicBezTo>
                    <a:pt x="162172" y="32951"/>
                    <a:pt x="202091" y="0"/>
                    <a:pt x="272656" y="0"/>
                  </a:cubicBezTo>
                  <a:cubicBezTo>
                    <a:pt x="272656" y="0"/>
                    <a:pt x="272656" y="0"/>
                    <a:pt x="272656" y="0"/>
                  </a:cubicBezTo>
                  <a:cubicBezTo>
                    <a:pt x="292977" y="0"/>
                    <a:pt x="312492" y="1555"/>
                    <a:pt x="330702" y="4608"/>
                  </a:cubicBezTo>
                  <a:cubicBezTo>
                    <a:pt x="334561" y="5247"/>
                    <a:pt x="337142" y="8911"/>
                    <a:pt x="336504" y="12770"/>
                  </a:cubicBezTo>
                  <a:cubicBezTo>
                    <a:pt x="335865" y="16628"/>
                    <a:pt x="332229" y="19182"/>
                    <a:pt x="328343" y="18571"/>
                  </a:cubicBezTo>
                  <a:cubicBezTo>
                    <a:pt x="310909" y="15629"/>
                    <a:pt x="292172" y="14158"/>
                    <a:pt x="272656" y="14158"/>
                  </a:cubicBezTo>
                  <a:cubicBezTo>
                    <a:pt x="207171" y="14158"/>
                    <a:pt x="169474" y="45304"/>
                    <a:pt x="139159" y="70316"/>
                  </a:cubicBezTo>
                  <a:cubicBezTo>
                    <a:pt x="123670" y="83113"/>
                    <a:pt x="110290" y="94161"/>
                    <a:pt x="95521" y="99685"/>
                  </a:cubicBezTo>
                  <a:cubicBezTo>
                    <a:pt x="89914" y="101795"/>
                    <a:pt x="84278" y="103655"/>
                    <a:pt x="78810" y="105460"/>
                  </a:cubicBezTo>
                  <a:cubicBezTo>
                    <a:pt x="42694" y="117368"/>
                    <a:pt x="14157" y="126751"/>
                    <a:pt x="14157" y="199926"/>
                  </a:cubicBezTo>
                  <a:cubicBezTo>
                    <a:pt x="14157" y="203840"/>
                    <a:pt x="10993" y="207005"/>
                    <a:pt x="7079" y="207005"/>
                  </a:cubicBezTo>
                  <a:close/>
                </a:path>
              </a:pathLst>
            </a:custGeom>
            <a:solidFill>
              <a:srgbClr val="262626"/>
            </a:solidFill>
            <a:ln w="27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58" name="Forma Livre: Forma 757">
              <a:extLst>
                <a:ext uri="{FF2B5EF4-FFF2-40B4-BE49-F238E27FC236}">
                  <a16:creationId xmlns:a16="http://schemas.microsoft.com/office/drawing/2014/main" id="{FF410775-469A-12D9-F1A6-C1DF069024D9}"/>
                </a:ext>
              </a:extLst>
            </p:cNvPr>
            <p:cNvSpPr/>
            <p:nvPr/>
          </p:nvSpPr>
          <p:spPr>
            <a:xfrm>
              <a:off x="6744674" y="5605742"/>
              <a:ext cx="87220" cy="14157"/>
            </a:xfrm>
            <a:custGeom>
              <a:avLst/>
              <a:gdLst>
                <a:gd name="connsiteX0" fmla="*/ 80142 w 87220"/>
                <a:gd name="connsiteY0" fmla="*/ 14158 h 14157"/>
                <a:gd name="connsiteX1" fmla="*/ 7079 w 87220"/>
                <a:gd name="connsiteY1" fmla="*/ 14158 h 14157"/>
                <a:gd name="connsiteX2" fmla="*/ 0 w 87220"/>
                <a:gd name="connsiteY2" fmla="*/ 7079 h 14157"/>
                <a:gd name="connsiteX3" fmla="*/ 7079 w 87220"/>
                <a:gd name="connsiteY3" fmla="*/ 0 h 14157"/>
                <a:gd name="connsiteX4" fmla="*/ 80142 w 87220"/>
                <a:gd name="connsiteY4" fmla="*/ 0 h 14157"/>
                <a:gd name="connsiteX5" fmla="*/ 87221 w 87220"/>
                <a:gd name="connsiteY5" fmla="*/ 7079 h 14157"/>
                <a:gd name="connsiteX6" fmla="*/ 80142 w 87220"/>
                <a:gd name="connsiteY6" fmla="*/ 14158 h 14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7220" h="14157">
                  <a:moveTo>
                    <a:pt x="80142" y="14158"/>
                  </a:moveTo>
                  <a:lnTo>
                    <a:pt x="7079" y="14158"/>
                  </a:lnTo>
                  <a:cubicBezTo>
                    <a:pt x="3164" y="14158"/>
                    <a:pt x="0" y="10993"/>
                    <a:pt x="0" y="7079"/>
                  </a:cubicBezTo>
                  <a:cubicBezTo>
                    <a:pt x="0" y="3165"/>
                    <a:pt x="3164" y="0"/>
                    <a:pt x="7079" y="0"/>
                  </a:cubicBezTo>
                  <a:lnTo>
                    <a:pt x="80142" y="0"/>
                  </a:lnTo>
                  <a:cubicBezTo>
                    <a:pt x="84057" y="0"/>
                    <a:pt x="87221" y="3165"/>
                    <a:pt x="87221" y="7079"/>
                  </a:cubicBezTo>
                  <a:cubicBezTo>
                    <a:pt x="87221" y="10993"/>
                    <a:pt x="84057" y="14158"/>
                    <a:pt x="80142" y="14158"/>
                  </a:cubicBezTo>
                  <a:close/>
                </a:path>
              </a:pathLst>
            </a:custGeom>
            <a:solidFill>
              <a:srgbClr val="262626"/>
            </a:solidFill>
            <a:ln w="27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59" name="Forma Livre: Forma 758">
              <a:extLst>
                <a:ext uri="{FF2B5EF4-FFF2-40B4-BE49-F238E27FC236}">
                  <a16:creationId xmlns:a16="http://schemas.microsoft.com/office/drawing/2014/main" id="{89982FFD-7FCC-478A-2762-96DB89C004E5}"/>
                </a:ext>
              </a:extLst>
            </p:cNvPr>
            <p:cNvSpPr/>
            <p:nvPr/>
          </p:nvSpPr>
          <p:spPr>
            <a:xfrm>
              <a:off x="7079539" y="5557689"/>
              <a:ext cx="110233" cy="110234"/>
            </a:xfrm>
            <a:custGeom>
              <a:avLst/>
              <a:gdLst>
                <a:gd name="connsiteX0" fmla="*/ 55131 w 110233"/>
                <a:gd name="connsiteY0" fmla="*/ 110234 h 110234"/>
                <a:gd name="connsiteX1" fmla="*/ 0 w 110233"/>
                <a:gd name="connsiteY1" fmla="*/ 55103 h 110234"/>
                <a:gd name="connsiteX2" fmla="*/ 55131 w 110233"/>
                <a:gd name="connsiteY2" fmla="*/ 0 h 110234"/>
                <a:gd name="connsiteX3" fmla="*/ 110234 w 110233"/>
                <a:gd name="connsiteY3" fmla="*/ 55103 h 110234"/>
                <a:gd name="connsiteX4" fmla="*/ 55131 w 110233"/>
                <a:gd name="connsiteY4" fmla="*/ 110234 h 110234"/>
                <a:gd name="connsiteX5" fmla="*/ 55131 w 110233"/>
                <a:gd name="connsiteY5" fmla="*/ 14158 h 110234"/>
                <a:gd name="connsiteX6" fmla="*/ 14158 w 110233"/>
                <a:gd name="connsiteY6" fmla="*/ 55103 h 110234"/>
                <a:gd name="connsiteX7" fmla="*/ 55131 w 110233"/>
                <a:gd name="connsiteY7" fmla="*/ 96077 h 110234"/>
                <a:gd name="connsiteX8" fmla="*/ 96077 w 110233"/>
                <a:gd name="connsiteY8" fmla="*/ 55103 h 110234"/>
                <a:gd name="connsiteX9" fmla="*/ 55131 w 110233"/>
                <a:gd name="connsiteY9" fmla="*/ 14158 h 110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0233" h="110234">
                  <a:moveTo>
                    <a:pt x="55131" y="110234"/>
                  </a:moveTo>
                  <a:cubicBezTo>
                    <a:pt x="24734" y="110234"/>
                    <a:pt x="0" y="85500"/>
                    <a:pt x="0" y="55103"/>
                  </a:cubicBezTo>
                  <a:cubicBezTo>
                    <a:pt x="0" y="24706"/>
                    <a:pt x="24734" y="0"/>
                    <a:pt x="55131" y="0"/>
                  </a:cubicBezTo>
                  <a:cubicBezTo>
                    <a:pt x="85528" y="0"/>
                    <a:pt x="110234" y="24734"/>
                    <a:pt x="110234" y="55103"/>
                  </a:cubicBezTo>
                  <a:cubicBezTo>
                    <a:pt x="110234" y="85472"/>
                    <a:pt x="85500" y="110234"/>
                    <a:pt x="55131" y="110234"/>
                  </a:cubicBezTo>
                  <a:close/>
                  <a:moveTo>
                    <a:pt x="55131" y="14158"/>
                  </a:moveTo>
                  <a:cubicBezTo>
                    <a:pt x="32534" y="14158"/>
                    <a:pt x="14158" y="32535"/>
                    <a:pt x="14158" y="55103"/>
                  </a:cubicBezTo>
                  <a:cubicBezTo>
                    <a:pt x="14158" y="77672"/>
                    <a:pt x="32534" y="96077"/>
                    <a:pt x="55131" y="96077"/>
                  </a:cubicBezTo>
                  <a:cubicBezTo>
                    <a:pt x="77727" y="96077"/>
                    <a:pt x="96077" y="77700"/>
                    <a:pt x="96077" y="55103"/>
                  </a:cubicBezTo>
                  <a:cubicBezTo>
                    <a:pt x="96077" y="32507"/>
                    <a:pt x="77700" y="14158"/>
                    <a:pt x="55131" y="14158"/>
                  </a:cubicBezTo>
                  <a:close/>
                </a:path>
              </a:pathLst>
            </a:custGeom>
            <a:solidFill>
              <a:srgbClr val="262626"/>
            </a:solidFill>
            <a:ln w="27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60" name="Forma Livre: Forma 759">
              <a:extLst>
                <a:ext uri="{FF2B5EF4-FFF2-40B4-BE49-F238E27FC236}">
                  <a16:creationId xmlns:a16="http://schemas.microsoft.com/office/drawing/2014/main" id="{EBC29F35-C46E-958F-C2FA-9F0575C1EC91}"/>
                </a:ext>
              </a:extLst>
            </p:cNvPr>
            <p:cNvSpPr/>
            <p:nvPr/>
          </p:nvSpPr>
          <p:spPr>
            <a:xfrm>
              <a:off x="6817710" y="5557689"/>
              <a:ext cx="110206" cy="110234"/>
            </a:xfrm>
            <a:custGeom>
              <a:avLst/>
              <a:gdLst>
                <a:gd name="connsiteX0" fmla="*/ 55103 w 110206"/>
                <a:gd name="connsiteY0" fmla="*/ 110234 h 110234"/>
                <a:gd name="connsiteX1" fmla="*/ 0 w 110206"/>
                <a:gd name="connsiteY1" fmla="*/ 55103 h 110234"/>
                <a:gd name="connsiteX2" fmla="*/ 55103 w 110206"/>
                <a:gd name="connsiteY2" fmla="*/ 0 h 110234"/>
                <a:gd name="connsiteX3" fmla="*/ 110206 w 110206"/>
                <a:gd name="connsiteY3" fmla="*/ 55103 h 110234"/>
                <a:gd name="connsiteX4" fmla="*/ 55103 w 110206"/>
                <a:gd name="connsiteY4" fmla="*/ 110234 h 110234"/>
                <a:gd name="connsiteX5" fmla="*/ 55103 w 110206"/>
                <a:gd name="connsiteY5" fmla="*/ 14158 h 110234"/>
                <a:gd name="connsiteX6" fmla="*/ 14157 w 110206"/>
                <a:gd name="connsiteY6" fmla="*/ 55103 h 110234"/>
                <a:gd name="connsiteX7" fmla="*/ 55103 w 110206"/>
                <a:gd name="connsiteY7" fmla="*/ 96077 h 110234"/>
                <a:gd name="connsiteX8" fmla="*/ 96048 w 110206"/>
                <a:gd name="connsiteY8" fmla="*/ 55103 h 110234"/>
                <a:gd name="connsiteX9" fmla="*/ 55103 w 110206"/>
                <a:gd name="connsiteY9" fmla="*/ 14158 h 110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0206" h="110234">
                  <a:moveTo>
                    <a:pt x="55103" y="110234"/>
                  </a:moveTo>
                  <a:cubicBezTo>
                    <a:pt x="24706" y="110234"/>
                    <a:pt x="0" y="85500"/>
                    <a:pt x="0" y="55103"/>
                  </a:cubicBezTo>
                  <a:cubicBezTo>
                    <a:pt x="0" y="24706"/>
                    <a:pt x="24734" y="0"/>
                    <a:pt x="55103" y="0"/>
                  </a:cubicBezTo>
                  <a:cubicBezTo>
                    <a:pt x="85472" y="0"/>
                    <a:pt x="110206" y="24734"/>
                    <a:pt x="110206" y="55103"/>
                  </a:cubicBezTo>
                  <a:cubicBezTo>
                    <a:pt x="110206" y="85472"/>
                    <a:pt x="85472" y="110234"/>
                    <a:pt x="55103" y="110234"/>
                  </a:cubicBezTo>
                  <a:close/>
                  <a:moveTo>
                    <a:pt x="55103" y="14158"/>
                  </a:moveTo>
                  <a:cubicBezTo>
                    <a:pt x="32507" y="14158"/>
                    <a:pt x="14157" y="32535"/>
                    <a:pt x="14157" y="55103"/>
                  </a:cubicBezTo>
                  <a:cubicBezTo>
                    <a:pt x="14157" y="77672"/>
                    <a:pt x="32534" y="96077"/>
                    <a:pt x="55103" y="96077"/>
                  </a:cubicBezTo>
                  <a:cubicBezTo>
                    <a:pt x="77672" y="96077"/>
                    <a:pt x="96048" y="77700"/>
                    <a:pt x="96048" y="55103"/>
                  </a:cubicBezTo>
                  <a:cubicBezTo>
                    <a:pt x="96048" y="32507"/>
                    <a:pt x="77672" y="14158"/>
                    <a:pt x="55103" y="14158"/>
                  </a:cubicBezTo>
                  <a:close/>
                </a:path>
              </a:pathLst>
            </a:custGeom>
            <a:solidFill>
              <a:srgbClr val="262626"/>
            </a:solidFill>
            <a:ln w="27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61" name="Forma Livre: Forma 760">
              <a:extLst>
                <a:ext uri="{FF2B5EF4-FFF2-40B4-BE49-F238E27FC236}">
                  <a16:creationId xmlns:a16="http://schemas.microsoft.com/office/drawing/2014/main" id="{48DA4BBC-FCFF-4550-6D30-DF324DACED43}"/>
                </a:ext>
              </a:extLst>
            </p:cNvPr>
            <p:cNvSpPr/>
            <p:nvPr/>
          </p:nvSpPr>
          <p:spPr>
            <a:xfrm>
              <a:off x="6905902" y="5494341"/>
              <a:ext cx="219241" cy="29287"/>
            </a:xfrm>
            <a:custGeom>
              <a:avLst/>
              <a:gdLst>
                <a:gd name="connsiteX0" fmla="*/ 117368 w 219241"/>
                <a:gd name="connsiteY0" fmla="*/ 29287 h 29287"/>
                <a:gd name="connsiteX1" fmla="*/ 4775 w 219241"/>
                <a:gd name="connsiteY1" fmla="*/ 13769 h 29287"/>
                <a:gd name="connsiteX2" fmla="*/ 389 w 219241"/>
                <a:gd name="connsiteY2" fmla="*/ 4775 h 29287"/>
                <a:gd name="connsiteX3" fmla="*/ 9383 w 219241"/>
                <a:gd name="connsiteY3" fmla="*/ 389 h 29287"/>
                <a:gd name="connsiteX4" fmla="*/ 211613 w 219241"/>
                <a:gd name="connsiteY4" fmla="*/ 10771 h 29287"/>
                <a:gd name="connsiteX5" fmla="*/ 219219 w 219241"/>
                <a:gd name="connsiteY5" fmla="*/ 17267 h 29287"/>
                <a:gd name="connsiteX6" fmla="*/ 212723 w 219241"/>
                <a:gd name="connsiteY6" fmla="*/ 24873 h 29287"/>
                <a:gd name="connsiteX7" fmla="*/ 117313 w 219241"/>
                <a:gd name="connsiteY7" fmla="*/ 29259 h 29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9241" h="29287">
                  <a:moveTo>
                    <a:pt x="117368" y="29287"/>
                  </a:moveTo>
                  <a:cubicBezTo>
                    <a:pt x="56352" y="29287"/>
                    <a:pt x="28010" y="21820"/>
                    <a:pt x="4775" y="13769"/>
                  </a:cubicBezTo>
                  <a:cubicBezTo>
                    <a:pt x="1083" y="12492"/>
                    <a:pt x="-888" y="8467"/>
                    <a:pt x="389" y="4775"/>
                  </a:cubicBezTo>
                  <a:cubicBezTo>
                    <a:pt x="1666" y="1083"/>
                    <a:pt x="5691" y="-888"/>
                    <a:pt x="9383" y="389"/>
                  </a:cubicBezTo>
                  <a:cubicBezTo>
                    <a:pt x="34172" y="8967"/>
                    <a:pt x="71620" y="21931"/>
                    <a:pt x="211613" y="10771"/>
                  </a:cubicBezTo>
                  <a:cubicBezTo>
                    <a:pt x="215444" y="10438"/>
                    <a:pt x="218914" y="13353"/>
                    <a:pt x="219219" y="17267"/>
                  </a:cubicBezTo>
                  <a:cubicBezTo>
                    <a:pt x="219524" y="21153"/>
                    <a:pt x="216637" y="24568"/>
                    <a:pt x="212723" y="24873"/>
                  </a:cubicBezTo>
                  <a:cubicBezTo>
                    <a:pt x="173915" y="27982"/>
                    <a:pt x="142769" y="29259"/>
                    <a:pt x="117313" y="29259"/>
                  </a:cubicBezTo>
                  <a:close/>
                </a:path>
              </a:pathLst>
            </a:custGeom>
            <a:solidFill>
              <a:srgbClr val="262626"/>
            </a:solidFill>
            <a:ln w="27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62" name="Forma Livre: Forma 761">
              <a:extLst>
                <a:ext uri="{FF2B5EF4-FFF2-40B4-BE49-F238E27FC236}">
                  <a16:creationId xmlns:a16="http://schemas.microsoft.com/office/drawing/2014/main" id="{81410D8F-DD55-A344-37E7-86F5867D8F8E}"/>
                </a:ext>
              </a:extLst>
            </p:cNvPr>
            <p:cNvSpPr/>
            <p:nvPr/>
          </p:nvSpPr>
          <p:spPr>
            <a:xfrm>
              <a:off x="7066576" y="5411904"/>
              <a:ext cx="179855" cy="207995"/>
            </a:xfrm>
            <a:custGeom>
              <a:avLst/>
              <a:gdLst>
                <a:gd name="connsiteX0" fmla="*/ 172749 w 179855"/>
                <a:gd name="connsiteY0" fmla="*/ 207995 h 207995"/>
                <a:gd name="connsiteX1" fmla="*/ 165670 w 179855"/>
                <a:gd name="connsiteY1" fmla="*/ 200916 h 207995"/>
                <a:gd name="connsiteX2" fmla="*/ 165393 w 179855"/>
                <a:gd name="connsiteY2" fmla="*/ 189563 h 207995"/>
                <a:gd name="connsiteX3" fmla="*/ 165199 w 179855"/>
                <a:gd name="connsiteY3" fmla="*/ 182151 h 207995"/>
                <a:gd name="connsiteX4" fmla="*/ 147682 w 179855"/>
                <a:gd name="connsiteY4" fmla="*/ 101231 h 207995"/>
                <a:gd name="connsiteX5" fmla="*/ 142768 w 179855"/>
                <a:gd name="connsiteY5" fmla="*/ 100370 h 207995"/>
                <a:gd name="connsiteX6" fmla="*/ 125363 w 179855"/>
                <a:gd name="connsiteY6" fmla="*/ 99121 h 207995"/>
                <a:gd name="connsiteX7" fmla="*/ 85306 w 179855"/>
                <a:gd name="connsiteY7" fmla="*/ 70862 h 207995"/>
                <a:gd name="connsiteX8" fmla="*/ 83530 w 179855"/>
                <a:gd name="connsiteY8" fmla="*/ 66864 h 207995"/>
                <a:gd name="connsiteX9" fmla="*/ 10688 w 179855"/>
                <a:gd name="connsiteY9" fmla="*/ 15092 h 207995"/>
                <a:gd name="connsiteX10" fmla="*/ 6552 w 179855"/>
                <a:gd name="connsiteY10" fmla="*/ 14204 h 207995"/>
                <a:gd name="connsiteX11" fmla="*/ 3914 w 179855"/>
                <a:gd name="connsiteY11" fmla="*/ 13399 h 207995"/>
                <a:gd name="connsiteX12" fmla="*/ 750 w 179855"/>
                <a:gd name="connsiteY12" fmla="*/ 3905 h 207995"/>
                <a:gd name="connsiteX13" fmla="*/ 9105 w 179855"/>
                <a:gd name="connsiteY13" fmla="*/ 297 h 207995"/>
                <a:gd name="connsiteX14" fmla="*/ 9161 w 179855"/>
                <a:gd name="connsiteY14" fmla="*/ 297 h 207995"/>
                <a:gd name="connsiteX15" fmla="*/ 13686 w 179855"/>
                <a:gd name="connsiteY15" fmla="*/ 1268 h 207995"/>
                <a:gd name="connsiteX16" fmla="*/ 96326 w 179855"/>
                <a:gd name="connsiteY16" fmla="*/ 60841 h 207995"/>
                <a:gd name="connsiteX17" fmla="*/ 98381 w 179855"/>
                <a:gd name="connsiteY17" fmla="*/ 65449 h 207995"/>
                <a:gd name="connsiteX18" fmla="*/ 125919 w 179855"/>
                <a:gd name="connsiteY18" fmla="*/ 84992 h 207995"/>
                <a:gd name="connsiteX19" fmla="*/ 144240 w 179855"/>
                <a:gd name="connsiteY19" fmla="*/ 86296 h 207995"/>
                <a:gd name="connsiteX20" fmla="*/ 155149 w 179855"/>
                <a:gd name="connsiteY20" fmla="*/ 88989 h 207995"/>
                <a:gd name="connsiteX21" fmla="*/ 158259 w 179855"/>
                <a:gd name="connsiteY21" fmla="*/ 91515 h 207995"/>
                <a:gd name="connsiteX22" fmla="*/ 179384 w 179855"/>
                <a:gd name="connsiteY22" fmla="*/ 181790 h 207995"/>
                <a:gd name="connsiteX23" fmla="*/ 179578 w 179855"/>
                <a:gd name="connsiteY23" fmla="*/ 189035 h 207995"/>
                <a:gd name="connsiteX24" fmla="*/ 179856 w 179855"/>
                <a:gd name="connsiteY24" fmla="*/ 200889 h 207995"/>
                <a:gd name="connsiteX25" fmla="*/ 172777 w 179855"/>
                <a:gd name="connsiteY25" fmla="*/ 207967 h 2079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79855" h="207995">
                  <a:moveTo>
                    <a:pt x="172749" y="207995"/>
                  </a:moveTo>
                  <a:cubicBezTo>
                    <a:pt x="168835" y="207995"/>
                    <a:pt x="165670" y="204831"/>
                    <a:pt x="165670" y="200916"/>
                  </a:cubicBezTo>
                  <a:cubicBezTo>
                    <a:pt x="165670" y="200861"/>
                    <a:pt x="165670" y="196447"/>
                    <a:pt x="165393" y="189563"/>
                  </a:cubicBezTo>
                  <a:cubicBezTo>
                    <a:pt x="165310" y="187231"/>
                    <a:pt x="165254" y="184760"/>
                    <a:pt x="165199" y="182151"/>
                  </a:cubicBezTo>
                  <a:cubicBezTo>
                    <a:pt x="164643" y="159804"/>
                    <a:pt x="163783" y="126298"/>
                    <a:pt x="147682" y="101231"/>
                  </a:cubicBezTo>
                  <a:cubicBezTo>
                    <a:pt x="146183" y="100676"/>
                    <a:pt x="145489" y="100593"/>
                    <a:pt x="142768" y="100370"/>
                  </a:cubicBezTo>
                  <a:cubicBezTo>
                    <a:pt x="138049" y="99787"/>
                    <a:pt x="132275" y="99399"/>
                    <a:pt x="125363" y="99121"/>
                  </a:cubicBezTo>
                  <a:cubicBezTo>
                    <a:pt x="107875" y="98455"/>
                    <a:pt x="92162" y="87351"/>
                    <a:pt x="85306" y="70862"/>
                  </a:cubicBezTo>
                  <a:cubicBezTo>
                    <a:pt x="84751" y="69557"/>
                    <a:pt x="84168" y="68225"/>
                    <a:pt x="83530" y="66864"/>
                  </a:cubicBezTo>
                  <a:cubicBezTo>
                    <a:pt x="64486" y="26696"/>
                    <a:pt x="38364" y="21061"/>
                    <a:pt x="10688" y="15092"/>
                  </a:cubicBezTo>
                  <a:lnTo>
                    <a:pt x="6552" y="14204"/>
                  </a:lnTo>
                  <a:cubicBezTo>
                    <a:pt x="5635" y="14093"/>
                    <a:pt x="4775" y="13816"/>
                    <a:pt x="3914" y="13399"/>
                  </a:cubicBezTo>
                  <a:cubicBezTo>
                    <a:pt x="416" y="11650"/>
                    <a:pt x="-1000" y="7403"/>
                    <a:pt x="750" y="3905"/>
                  </a:cubicBezTo>
                  <a:cubicBezTo>
                    <a:pt x="2304" y="796"/>
                    <a:pt x="5886" y="-675"/>
                    <a:pt x="9105" y="297"/>
                  </a:cubicBezTo>
                  <a:cubicBezTo>
                    <a:pt x="9105" y="297"/>
                    <a:pt x="9133" y="297"/>
                    <a:pt x="9161" y="297"/>
                  </a:cubicBezTo>
                  <a:lnTo>
                    <a:pt x="13686" y="1268"/>
                  </a:lnTo>
                  <a:cubicBezTo>
                    <a:pt x="42111" y="7403"/>
                    <a:pt x="74313" y="14315"/>
                    <a:pt x="96326" y="60841"/>
                  </a:cubicBezTo>
                  <a:cubicBezTo>
                    <a:pt x="97076" y="62395"/>
                    <a:pt x="97742" y="63950"/>
                    <a:pt x="98381" y="65449"/>
                  </a:cubicBezTo>
                  <a:cubicBezTo>
                    <a:pt x="103183" y="77025"/>
                    <a:pt x="113732" y="84520"/>
                    <a:pt x="125919" y="84992"/>
                  </a:cubicBezTo>
                  <a:cubicBezTo>
                    <a:pt x="133219" y="85269"/>
                    <a:pt x="139382" y="85713"/>
                    <a:pt x="144240" y="86296"/>
                  </a:cubicBezTo>
                  <a:cubicBezTo>
                    <a:pt x="149487" y="86740"/>
                    <a:pt x="150236" y="86907"/>
                    <a:pt x="155149" y="88989"/>
                  </a:cubicBezTo>
                  <a:cubicBezTo>
                    <a:pt x="156399" y="89516"/>
                    <a:pt x="157481" y="90405"/>
                    <a:pt x="158259" y="91515"/>
                  </a:cubicBezTo>
                  <a:cubicBezTo>
                    <a:pt x="177829" y="120191"/>
                    <a:pt x="178745" y="157250"/>
                    <a:pt x="179384" y="181790"/>
                  </a:cubicBezTo>
                  <a:cubicBezTo>
                    <a:pt x="179439" y="184344"/>
                    <a:pt x="179495" y="186759"/>
                    <a:pt x="179578" y="189035"/>
                  </a:cubicBezTo>
                  <a:cubicBezTo>
                    <a:pt x="179856" y="196280"/>
                    <a:pt x="179856" y="200889"/>
                    <a:pt x="179856" y="200889"/>
                  </a:cubicBezTo>
                  <a:cubicBezTo>
                    <a:pt x="179856" y="204803"/>
                    <a:pt x="176691" y="207967"/>
                    <a:pt x="172777" y="207967"/>
                  </a:cubicBezTo>
                  <a:close/>
                </a:path>
              </a:pathLst>
            </a:custGeom>
            <a:solidFill>
              <a:srgbClr val="262626"/>
            </a:solidFill>
            <a:ln w="27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63" name="Forma Livre: Forma 762">
              <a:extLst>
                <a:ext uri="{FF2B5EF4-FFF2-40B4-BE49-F238E27FC236}">
                  <a16:creationId xmlns:a16="http://schemas.microsoft.com/office/drawing/2014/main" id="{F1C4F4EE-7ACB-6A9E-712F-3C831D103440}"/>
                </a:ext>
              </a:extLst>
            </p:cNvPr>
            <p:cNvSpPr/>
            <p:nvPr/>
          </p:nvSpPr>
          <p:spPr>
            <a:xfrm>
              <a:off x="7057717" y="5314420"/>
              <a:ext cx="176413" cy="123874"/>
            </a:xfrm>
            <a:custGeom>
              <a:avLst/>
              <a:gdLst>
                <a:gd name="connsiteX0" fmla="*/ 162759 w 176413"/>
                <a:gd name="connsiteY0" fmla="*/ 123875 h 123874"/>
                <a:gd name="connsiteX1" fmla="*/ 161177 w 176413"/>
                <a:gd name="connsiteY1" fmla="*/ 123708 h 123874"/>
                <a:gd name="connsiteX2" fmla="*/ 155847 w 176413"/>
                <a:gd name="connsiteY2" fmla="*/ 115242 h 123874"/>
                <a:gd name="connsiteX3" fmla="*/ 161510 w 176413"/>
                <a:gd name="connsiteY3" fmla="*/ 79959 h 123874"/>
                <a:gd name="connsiteX4" fmla="*/ 3335 w 176413"/>
                <a:gd name="connsiteY4" fmla="*/ 13086 h 123874"/>
                <a:gd name="connsiteX5" fmla="*/ 1086 w 176413"/>
                <a:gd name="connsiteY5" fmla="*/ 3342 h 123874"/>
                <a:gd name="connsiteX6" fmla="*/ 10830 w 176413"/>
                <a:gd name="connsiteY6" fmla="*/ 1066 h 123874"/>
                <a:gd name="connsiteX7" fmla="*/ 170754 w 176413"/>
                <a:gd name="connsiteY7" fmla="*/ 67523 h 123874"/>
                <a:gd name="connsiteX8" fmla="*/ 176361 w 176413"/>
                <a:gd name="connsiteY8" fmla="*/ 75295 h 123874"/>
                <a:gd name="connsiteX9" fmla="*/ 169643 w 176413"/>
                <a:gd name="connsiteY9" fmla="*/ 118351 h 123874"/>
                <a:gd name="connsiteX10" fmla="*/ 162731 w 176413"/>
                <a:gd name="connsiteY10" fmla="*/ 123875 h 123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76413" h="123874">
                  <a:moveTo>
                    <a:pt x="162759" y="123875"/>
                  </a:moveTo>
                  <a:cubicBezTo>
                    <a:pt x="162231" y="123875"/>
                    <a:pt x="161704" y="123819"/>
                    <a:pt x="161177" y="123708"/>
                  </a:cubicBezTo>
                  <a:cubicBezTo>
                    <a:pt x="157373" y="122848"/>
                    <a:pt x="154986" y="119045"/>
                    <a:pt x="155847" y="115242"/>
                  </a:cubicBezTo>
                  <a:cubicBezTo>
                    <a:pt x="158040" y="105664"/>
                    <a:pt x="160316" y="89036"/>
                    <a:pt x="161510" y="79959"/>
                  </a:cubicBezTo>
                  <a:cubicBezTo>
                    <a:pt x="116622" y="69049"/>
                    <a:pt x="38006" y="34711"/>
                    <a:pt x="3335" y="13086"/>
                  </a:cubicBezTo>
                  <a:cubicBezTo>
                    <a:pt x="3" y="11004"/>
                    <a:pt x="-996" y="6645"/>
                    <a:pt x="1086" y="3342"/>
                  </a:cubicBezTo>
                  <a:cubicBezTo>
                    <a:pt x="3168" y="11"/>
                    <a:pt x="7526" y="-989"/>
                    <a:pt x="10830" y="1066"/>
                  </a:cubicBezTo>
                  <a:cubicBezTo>
                    <a:pt x="42559" y="20858"/>
                    <a:pt x="126838" y="58501"/>
                    <a:pt x="170754" y="67523"/>
                  </a:cubicBezTo>
                  <a:cubicBezTo>
                    <a:pt x="174363" y="68272"/>
                    <a:pt x="176805" y="71631"/>
                    <a:pt x="176361" y="75295"/>
                  </a:cubicBezTo>
                  <a:cubicBezTo>
                    <a:pt x="176222" y="76461"/>
                    <a:pt x="172891" y="104055"/>
                    <a:pt x="169643" y="118351"/>
                  </a:cubicBezTo>
                  <a:cubicBezTo>
                    <a:pt x="168893" y="121626"/>
                    <a:pt x="165979" y="123875"/>
                    <a:pt x="162731" y="123875"/>
                  </a:cubicBezTo>
                  <a:close/>
                </a:path>
              </a:pathLst>
            </a:custGeom>
            <a:solidFill>
              <a:srgbClr val="262626"/>
            </a:solidFill>
            <a:ln w="27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764" name="Gráfico 2">
            <a:extLst>
              <a:ext uri="{FF2B5EF4-FFF2-40B4-BE49-F238E27FC236}">
                <a16:creationId xmlns:a16="http://schemas.microsoft.com/office/drawing/2014/main" id="{F08C024E-8180-621D-E65C-28334502B9E6}"/>
              </a:ext>
            </a:extLst>
          </p:cNvPr>
          <p:cNvGrpSpPr/>
          <p:nvPr/>
        </p:nvGrpSpPr>
        <p:grpSpPr>
          <a:xfrm>
            <a:off x="9609906" y="5286175"/>
            <a:ext cx="486170" cy="529648"/>
            <a:chOff x="9577974" y="5251388"/>
            <a:chExt cx="550033" cy="599222"/>
          </a:xfrm>
          <a:solidFill>
            <a:srgbClr val="262626"/>
          </a:solidFill>
        </p:grpSpPr>
        <p:sp>
          <p:nvSpPr>
            <p:cNvPr id="765" name="Forma Livre: Forma 764">
              <a:extLst>
                <a:ext uri="{FF2B5EF4-FFF2-40B4-BE49-F238E27FC236}">
                  <a16:creationId xmlns:a16="http://schemas.microsoft.com/office/drawing/2014/main" id="{67187832-4783-585D-5AD7-B5F2D810381F}"/>
                </a:ext>
              </a:extLst>
            </p:cNvPr>
            <p:cNvSpPr/>
            <p:nvPr/>
          </p:nvSpPr>
          <p:spPr>
            <a:xfrm>
              <a:off x="9577974" y="5251388"/>
              <a:ext cx="550033" cy="599222"/>
            </a:xfrm>
            <a:custGeom>
              <a:avLst/>
              <a:gdLst>
                <a:gd name="connsiteX0" fmla="*/ 275044 w 550033"/>
                <a:gd name="connsiteY0" fmla="*/ 599222 h 599222"/>
                <a:gd name="connsiteX1" fmla="*/ 272351 w 550033"/>
                <a:gd name="connsiteY1" fmla="*/ 598695 h 599222"/>
                <a:gd name="connsiteX2" fmla="*/ 0 w 550033"/>
                <a:gd name="connsiteY2" fmla="*/ 100962 h 599222"/>
                <a:gd name="connsiteX3" fmla="*/ 2276 w 550033"/>
                <a:gd name="connsiteY3" fmla="*/ 95716 h 599222"/>
                <a:gd name="connsiteX4" fmla="*/ 7690 w 550033"/>
                <a:gd name="connsiteY4" fmla="*/ 93856 h 599222"/>
                <a:gd name="connsiteX5" fmla="*/ 35144 w 550033"/>
                <a:gd name="connsiteY5" fmla="*/ 94966 h 599222"/>
                <a:gd name="connsiteX6" fmla="*/ 270269 w 550033"/>
                <a:gd name="connsiteY6" fmla="*/ 1832 h 599222"/>
                <a:gd name="connsiteX7" fmla="*/ 279763 w 550033"/>
                <a:gd name="connsiteY7" fmla="*/ 1832 h 599222"/>
                <a:gd name="connsiteX8" fmla="*/ 514888 w 550033"/>
                <a:gd name="connsiteY8" fmla="*/ 94966 h 599222"/>
                <a:gd name="connsiteX9" fmla="*/ 542343 w 550033"/>
                <a:gd name="connsiteY9" fmla="*/ 93856 h 599222"/>
                <a:gd name="connsiteX10" fmla="*/ 547756 w 550033"/>
                <a:gd name="connsiteY10" fmla="*/ 95716 h 599222"/>
                <a:gd name="connsiteX11" fmla="*/ 550032 w 550033"/>
                <a:gd name="connsiteY11" fmla="*/ 100962 h 599222"/>
                <a:gd name="connsiteX12" fmla="*/ 277709 w 550033"/>
                <a:gd name="connsiteY12" fmla="*/ 598695 h 599222"/>
                <a:gd name="connsiteX13" fmla="*/ 275016 w 550033"/>
                <a:gd name="connsiteY13" fmla="*/ 599222 h 599222"/>
                <a:gd name="connsiteX14" fmla="*/ 14269 w 550033"/>
                <a:gd name="connsiteY14" fmla="*/ 108513 h 599222"/>
                <a:gd name="connsiteX15" fmla="*/ 275044 w 550033"/>
                <a:gd name="connsiteY15" fmla="*/ 584482 h 599222"/>
                <a:gd name="connsiteX16" fmla="*/ 535819 w 550033"/>
                <a:gd name="connsiteY16" fmla="*/ 108541 h 599222"/>
                <a:gd name="connsiteX17" fmla="*/ 514916 w 550033"/>
                <a:gd name="connsiteY17" fmla="*/ 109152 h 599222"/>
                <a:gd name="connsiteX18" fmla="*/ 275044 w 550033"/>
                <a:gd name="connsiteY18" fmla="*/ 16573 h 599222"/>
                <a:gd name="connsiteX19" fmla="*/ 35172 w 550033"/>
                <a:gd name="connsiteY19" fmla="*/ 109152 h 599222"/>
                <a:gd name="connsiteX20" fmla="*/ 14269 w 550033"/>
                <a:gd name="connsiteY20" fmla="*/ 108541 h 599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50033" h="599222">
                  <a:moveTo>
                    <a:pt x="275044" y="599222"/>
                  </a:moveTo>
                  <a:cubicBezTo>
                    <a:pt x="274128" y="599222"/>
                    <a:pt x="273212" y="599056"/>
                    <a:pt x="272351" y="598695"/>
                  </a:cubicBezTo>
                  <a:cubicBezTo>
                    <a:pt x="116092" y="534431"/>
                    <a:pt x="1555" y="325095"/>
                    <a:pt x="0" y="100962"/>
                  </a:cubicBezTo>
                  <a:cubicBezTo>
                    <a:pt x="0" y="98964"/>
                    <a:pt x="805" y="97076"/>
                    <a:pt x="2276" y="95716"/>
                  </a:cubicBezTo>
                  <a:cubicBezTo>
                    <a:pt x="3748" y="94356"/>
                    <a:pt x="5719" y="93689"/>
                    <a:pt x="7690" y="93856"/>
                  </a:cubicBezTo>
                  <a:cubicBezTo>
                    <a:pt x="16323" y="94605"/>
                    <a:pt x="25539" y="94966"/>
                    <a:pt x="35144" y="94966"/>
                  </a:cubicBezTo>
                  <a:cubicBezTo>
                    <a:pt x="120422" y="94966"/>
                    <a:pt x="203923" y="61877"/>
                    <a:pt x="270269" y="1832"/>
                  </a:cubicBezTo>
                  <a:cubicBezTo>
                    <a:pt x="272962" y="-611"/>
                    <a:pt x="277070" y="-611"/>
                    <a:pt x="279763" y="1832"/>
                  </a:cubicBezTo>
                  <a:cubicBezTo>
                    <a:pt x="346109" y="61904"/>
                    <a:pt x="429610" y="94966"/>
                    <a:pt x="514888" y="94966"/>
                  </a:cubicBezTo>
                  <a:cubicBezTo>
                    <a:pt x="524632" y="94966"/>
                    <a:pt x="533598" y="94605"/>
                    <a:pt x="542343" y="93856"/>
                  </a:cubicBezTo>
                  <a:cubicBezTo>
                    <a:pt x="544314" y="93689"/>
                    <a:pt x="546285" y="94356"/>
                    <a:pt x="547756" y="95716"/>
                  </a:cubicBezTo>
                  <a:cubicBezTo>
                    <a:pt x="549227" y="97076"/>
                    <a:pt x="550060" y="98964"/>
                    <a:pt x="550032" y="100962"/>
                  </a:cubicBezTo>
                  <a:cubicBezTo>
                    <a:pt x="548506" y="325123"/>
                    <a:pt x="433969" y="534431"/>
                    <a:pt x="277709" y="598695"/>
                  </a:cubicBezTo>
                  <a:cubicBezTo>
                    <a:pt x="276848" y="599056"/>
                    <a:pt x="275933" y="599222"/>
                    <a:pt x="275016" y="599222"/>
                  </a:cubicBezTo>
                  <a:close/>
                  <a:moveTo>
                    <a:pt x="14269" y="108513"/>
                  </a:moveTo>
                  <a:cubicBezTo>
                    <a:pt x="18266" y="322985"/>
                    <a:pt x="126973" y="521745"/>
                    <a:pt x="275044" y="584482"/>
                  </a:cubicBezTo>
                  <a:cubicBezTo>
                    <a:pt x="423115" y="521745"/>
                    <a:pt x="531822" y="323013"/>
                    <a:pt x="535819" y="108541"/>
                  </a:cubicBezTo>
                  <a:cubicBezTo>
                    <a:pt x="529129" y="108957"/>
                    <a:pt x="522217" y="109152"/>
                    <a:pt x="514916" y="109152"/>
                  </a:cubicBezTo>
                  <a:cubicBezTo>
                    <a:pt x="428139" y="109152"/>
                    <a:pt x="343222" y="76312"/>
                    <a:pt x="275044" y="16573"/>
                  </a:cubicBezTo>
                  <a:cubicBezTo>
                    <a:pt x="206866" y="76312"/>
                    <a:pt x="121921" y="109152"/>
                    <a:pt x="35172" y="109152"/>
                  </a:cubicBezTo>
                  <a:cubicBezTo>
                    <a:pt x="27982" y="109152"/>
                    <a:pt x="20987" y="108957"/>
                    <a:pt x="14269" y="108541"/>
                  </a:cubicBezTo>
                  <a:close/>
                </a:path>
              </a:pathLst>
            </a:custGeom>
            <a:solidFill>
              <a:srgbClr val="262626"/>
            </a:solidFill>
            <a:ln w="27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66" name="Forma Livre: Forma 765">
              <a:extLst>
                <a:ext uri="{FF2B5EF4-FFF2-40B4-BE49-F238E27FC236}">
                  <a16:creationId xmlns:a16="http://schemas.microsoft.com/office/drawing/2014/main" id="{B5578092-D034-0900-1B5C-EBE2754E7F69}"/>
                </a:ext>
              </a:extLst>
            </p:cNvPr>
            <p:cNvSpPr/>
            <p:nvPr/>
          </p:nvSpPr>
          <p:spPr>
            <a:xfrm>
              <a:off x="9624667" y="5313178"/>
              <a:ext cx="235461" cy="483939"/>
            </a:xfrm>
            <a:custGeom>
              <a:avLst/>
              <a:gdLst>
                <a:gd name="connsiteX0" fmla="*/ 228351 w 235461"/>
                <a:gd name="connsiteY0" fmla="*/ 483940 h 483939"/>
                <a:gd name="connsiteX1" fmla="*/ 225242 w 235461"/>
                <a:gd name="connsiteY1" fmla="*/ 483218 h 483939"/>
                <a:gd name="connsiteX2" fmla="*/ 27 w 235461"/>
                <a:gd name="connsiteY2" fmla="*/ 90140 h 483939"/>
                <a:gd name="connsiteX3" fmla="*/ 1748 w 235461"/>
                <a:gd name="connsiteY3" fmla="*/ 84865 h 483939"/>
                <a:gd name="connsiteX4" fmla="*/ 6745 w 235461"/>
                <a:gd name="connsiteY4" fmla="*/ 82450 h 483939"/>
                <a:gd name="connsiteX5" fmla="*/ 224104 w 235461"/>
                <a:gd name="connsiteY5" fmla="*/ 1447 h 483939"/>
                <a:gd name="connsiteX6" fmla="*/ 234014 w 235461"/>
                <a:gd name="connsiteY6" fmla="*/ 2780 h 483939"/>
                <a:gd name="connsiteX7" fmla="*/ 232682 w 235461"/>
                <a:gd name="connsiteY7" fmla="*/ 12690 h 483939"/>
                <a:gd name="connsiteX8" fmla="*/ 14823 w 235461"/>
                <a:gd name="connsiteY8" fmla="*/ 96136 h 483939"/>
                <a:gd name="connsiteX9" fmla="*/ 231488 w 235461"/>
                <a:gd name="connsiteY9" fmla="*/ 470504 h 483939"/>
                <a:gd name="connsiteX10" fmla="*/ 234708 w 235461"/>
                <a:gd name="connsiteY10" fmla="*/ 479970 h 483939"/>
                <a:gd name="connsiteX11" fmla="*/ 228351 w 235461"/>
                <a:gd name="connsiteY11" fmla="*/ 483940 h 483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35461" h="483939">
                  <a:moveTo>
                    <a:pt x="228351" y="483940"/>
                  </a:moveTo>
                  <a:cubicBezTo>
                    <a:pt x="227296" y="483940"/>
                    <a:pt x="226241" y="483718"/>
                    <a:pt x="225242" y="483218"/>
                  </a:cubicBezTo>
                  <a:cubicBezTo>
                    <a:pt x="106319" y="424756"/>
                    <a:pt x="15794" y="266803"/>
                    <a:pt x="27" y="90140"/>
                  </a:cubicBezTo>
                  <a:cubicBezTo>
                    <a:pt x="-140" y="88224"/>
                    <a:pt x="471" y="86309"/>
                    <a:pt x="1748" y="84865"/>
                  </a:cubicBezTo>
                  <a:cubicBezTo>
                    <a:pt x="3025" y="83422"/>
                    <a:pt x="4829" y="82533"/>
                    <a:pt x="6745" y="82450"/>
                  </a:cubicBezTo>
                  <a:cubicBezTo>
                    <a:pt x="84500" y="78619"/>
                    <a:pt x="159673" y="50610"/>
                    <a:pt x="224104" y="1447"/>
                  </a:cubicBezTo>
                  <a:cubicBezTo>
                    <a:pt x="227213" y="-912"/>
                    <a:pt x="231654" y="-330"/>
                    <a:pt x="234014" y="2780"/>
                  </a:cubicBezTo>
                  <a:cubicBezTo>
                    <a:pt x="236373" y="5889"/>
                    <a:pt x="235790" y="10330"/>
                    <a:pt x="232682" y="12690"/>
                  </a:cubicBezTo>
                  <a:cubicBezTo>
                    <a:pt x="168001" y="62019"/>
                    <a:pt x="92828" y="90778"/>
                    <a:pt x="14823" y="96136"/>
                  </a:cubicBezTo>
                  <a:cubicBezTo>
                    <a:pt x="31951" y="265109"/>
                    <a:pt x="118450" y="414957"/>
                    <a:pt x="231488" y="470504"/>
                  </a:cubicBezTo>
                  <a:cubicBezTo>
                    <a:pt x="234985" y="472225"/>
                    <a:pt x="236429" y="476472"/>
                    <a:pt x="234708" y="479970"/>
                  </a:cubicBezTo>
                  <a:cubicBezTo>
                    <a:pt x="233487" y="482469"/>
                    <a:pt x="230960" y="483940"/>
                    <a:pt x="228351" y="483940"/>
                  </a:cubicBezTo>
                  <a:close/>
                </a:path>
              </a:pathLst>
            </a:custGeom>
            <a:solidFill>
              <a:srgbClr val="262626"/>
            </a:solidFill>
            <a:ln w="27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67" name="Forma Livre: Forma 766">
              <a:extLst>
                <a:ext uri="{FF2B5EF4-FFF2-40B4-BE49-F238E27FC236}">
                  <a16:creationId xmlns:a16="http://schemas.microsoft.com/office/drawing/2014/main" id="{FDC6AD24-6D4E-645E-4CCE-DD16EA3480CB}"/>
                </a:ext>
              </a:extLst>
            </p:cNvPr>
            <p:cNvSpPr/>
            <p:nvPr/>
          </p:nvSpPr>
          <p:spPr>
            <a:xfrm>
              <a:off x="9752777" y="5481183"/>
              <a:ext cx="200508" cy="139631"/>
            </a:xfrm>
            <a:custGeom>
              <a:avLst/>
              <a:gdLst>
                <a:gd name="connsiteX0" fmla="*/ 67928 w 200508"/>
                <a:gd name="connsiteY0" fmla="*/ 139632 h 139631"/>
                <a:gd name="connsiteX1" fmla="*/ 62932 w 200508"/>
                <a:gd name="connsiteY1" fmla="*/ 137550 h 139631"/>
                <a:gd name="connsiteX2" fmla="*/ 2082 w 200508"/>
                <a:gd name="connsiteY2" fmla="*/ 76700 h 139631"/>
                <a:gd name="connsiteX3" fmla="*/ 2082 w 200508"/>
                <a:gd name="connsiteY3" fmla="*/ 66679 h 139631"/>
                <a:gd name="connsiteX4" fmla="*/ 12104 w 200508"/>
                <a:gd name="connsiteY4" fmla="*/ 66679 h 139631"/>
                <a:gd name="connsiteX5" fmla="*/ 67956 w 200508"/>
                <a:gd name="connsiteY5" fmla="*/ 122532 h 139631"/>
                <a:gd name="connsiteX6" fmla="*/ 188406 w 200508"/>
                <a:gd name="connsiteY6" fmla="*/ 2082 h 139631"/>
                <a:gd name="connsiteX7" fmla="*/ 198427 w 200508"/>
                <a:gd name="connsiteY7" fmla="*/ 2082 h 139631"/>
                <a:gd name="connsiteX8" fmla="*/ 198427 w 200508"/>
                <a:gd name="connsiteY8" fmla="*/ 12103 h 139631"/>
                <a:gd name="connsiteX9" fmla="*/ 72981 w 200508"/>
                <a:gd name="connsiteY9" fmla="*/ 137550 h 139631"/>
                <a:gd name="connsiteX10" fmla="*/ 67984 w 200508"/>
                <a:gd name="connsiteY10" fmla="*/ 139632 h 139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0508" h="139631">
                  <a:moveTo>
                    <a:pt x="67928" y="139632"/>
                  </a:moveTo>
                  <a:cubicBezTo>
                    <a:pt x="66124" y="139632"/>
                    <a:pt x="64320" y="138938"/>
                    <a:pt x="62932" y="137550"/>
                  </a:cubicBezTo>
                  <a:lnTo>
                    <a:pt x="2082" y="76700"/>
                  </a:lnTo>
                  <a:cubicBezTo>
                    <a:pt x="-694" y="73924"/>
                    <a:pt x="-694" y="69455"/>
                    <a:pt x="2082" y="66679"/>
                  </a:cubicBezTo>
                  <a:cubicBezTo>
                    <a:pt x="4858" y="63903"/>
                    <a:pt x="9328" y="63903"/>
                    <a:pt x="12104" y="66679"/>
                  </a:cubicBezTo>
                  <a:lnTo>
                    <a:pt x="67956" y="122532"/>
                  </a:lnTo>
                  <a:lnTo>
                    <a:pt x="188406" y="2082"/>
                  </a:lnTo>
                  <a:cubicBezTo>
                    <a:pt x="191182" y="-694"/>
                    <a:pt x="195651" y="-694"/>
                    <a:pt x="198427" y="2082"/>
                  </a:cubicBezTo>
                  <a:cubicBezTo>
                    <a:pt x="201203" y="4858"/>
                    <a:pt x="201203" y="9327"/>
                    <a:pt x="198427" y="12103"/>
                  </a:cubicBezTo>
                  <a:lnTo>
                    <a:pt x="72981" y="137550"/>
                  </a:lnTo>
                  <a:cubicBezTo>
                    <a:pt x="71593" y="138938"/>
                    <a:pt x="69788" y="139632"/>
                    <a:pt x="67984" y="139632"/>
                  </a:cubicBezTo>
                  <a:close/>
                </a:path>
              </a:pathLst>
            </a:custGeom>
            <a:solidFill>
              <a:srgbClr val="262626"/>
            </a:solidFill>
            <a:ln w="27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768" name="Gráfico 2">
            <a:extLst>
              <a:ext uri="{FF2B5EF4-FFF2-40B4-BE49-F238E27FC236}">
                <a16:creationId xmlns:a16="http://schemas.microsoft.com/office/drawing/2014/main" id="{4F52C62F-B77E-AE36-FFD1-779423CEF489}"/>
              </a:ext>
            </a:extLst>
          </p:cNvPr>
          <p:cNvGrpSpPr/>
          <p:nvPr/>
        </p:nvGrpSpPr>
        <p:grpSpPr>
          <a:xfrm>
            <a:off x="5728011" y="3455303"/>
            <a:ext cx="592914" cy="586334"/>
            <a:chOff x="5689068" y="3416793"/>
            <a:chExt cx="670799" cy="663354"/>
          </a:xfrm>
          <a:solidFill>
            <a:srgbClr val="262626"/>
          </a:solidFill>
        </p:grpSpPr>
        <p:grpSp>
          <p:nvGrpSpPr>
            <p:cNvPr id="769" name="Gráfico 2">
              <a:extLst>
                <a:ext uri="{FF2B5EF4-FFF2-40B4-BE49-F238E27FC236}">
                  <a16:creationId xmlns:a16="http://schemas.microsoft.com/office/drawing/2014/main" id="{26D39FDC-5363-1676-762C-5D775F233E5C}"/>
                </a:ext>
              </a:extLst>
            </p:cNvPr>
            <p:cNvGrpSpPr/>
            <p:nvPr/>
          </p:nvGrpSpPr>
          <p:grpSpPr>
            <a:xfrm>
              <a:off x="5689068" y="3416793"/>
              <a:ext cx="628533" cy="583794"/>
              <a:chOff x="5689068" y="3416793"/>
              <a:chExt cx="628533" cy="583794"/>
            </a:xfrm>
            <a:solidFill>
              <a:srgbClr val="262626"/>
            </a:solidFill>
          </p:grpSpPr>
          <p:sp>
            <p:nvSpPr>
              <p:cNvPr id="773" name="Forma Livre: Forma 772">
                <a:extLst>
                  <a:ext uri="{FF2B5EF4-FFF2-40B4-BE49-F238E27FC236}">
                    <a16:creationId xmlns:a16="http://schemas.microsoft.com/office/drawing/2014/main" id="{94C43DD9-F784-2100-6D2A-276BED12AB41}"/>
                  </a:ext>
                </a:extLst>
              </p:cNvPr>
              <p:cNvSpPr/>
              <p:nvPr/>
            </p:nvSpPr>
            <p:spPr>
              <a:xfrm>
                <a:off x="5689068" y="3416793"/>
                <a:ext cx="628533" cy="232313"/>
              </a:xfrm>
              <a:custGeom>
                <a:avLst/>
                <a:gdLst>
                  <a:gd name="connsiteX0" fmla="*/ 621470 w 628533"/>
                  <a:gd name="connsiteY0" fmla="*/ 232301 h 232313"/>
                  <a:gd name="connsiteX1" fmla="*/ 617390 w 628533"/>
                  <a:gd name="connsiteY1" fmla="*/ 230996 h 232313"/>
                  <a:gd name="connsiteX2" fmla="*/ 314281 w 628533"/>
                  <a:gd name="connsiteY2" fmla="*/ 15747 h 232313"/>
                  <a:gd name="connsiteX3" fmla="*/ 11172 w 628533"/>
                  <a:gd name="connsiteY3" fmla="*/ 230996 h 232313"/>
                  <a:gd name="connsiteX4" fmla="*/ 1317 w 628533"/>
                  <a:gd name="connsiteY4" fmla="*/ 229330 h 232313"/>
                  <a:gd name="connsiteX5" fmla="*/ 2983 w 628533"/>
                  <a:gd name="connsiteY5" fmla="*/ 219476 h 232313"/>
                  <a:gd name="connsiteX6" fmla="*/ 310172 w 628533"/>
                  <a:gd name="connsiteY6" fmla="*/ 1312 h 232313"/>
                  <a:gd name="connsiteX7" fmla="*/ 318361 w 628533"/>
                  <a:gd name="connsiteY7" fmla="*/ 1312 h 232313"/>
                  <a:gd name="connsiteX8" fmla="*/ 625551 w 628533"/>
                  <a:gd name="connsiteY8" fmla="*/ 219476 h 232313"/>
                  <a:gd name="connsiteX9" fmla="*/ 627217 w 628533"/>
                  <a:gd name="connsiteY9" fmla="*/ 229330 h 232313"/>
                  <a:gd name="connsiteX10" fmla="*/ 621443 w 628533"/>
                  <a:gd name="connsiteY10" fmla="*/ 232301 h 2323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628533" h="232313">
                    <a:moveTo>
                      <a:pt x="621470" y="232301"/>
                    </a:moveTo>
                    <a:cubicBezTo>
                      <a:pt x="620055" y="232301"/>
                      <a:pt x="618611" y="231884"/>
                      <a:pt x="617390" y="230996"/>
                    </a:cubicBezTo>
                    <a:lnTo>
                      <a:pt x="314281" y="15747"/>
                    </a:lnTo>
                    <a:lnTo>
                      <a:pt x="11172" y="230996"/>
                    </a:lnTo>
                    <a:cubicBezTo>
                      <a:pt x="8007" y="233272"/>
                      <a:pt x="3566" y="232523"/>
                      <a:pt x="1317" y="229330"/>
                    </a:cubicBezTo>
                    <a:cubicBezTo>
                      <a:pt x="-959" y="226138"/>
                      <a:pt x="-210" y="221724"/>
                      <a:pt x="2983" y="219476"/>
                    </a:cubicBezTo>
                    <a:lnTo>
                      <a:pt x="310172" y="1312"/>
                    </a:lnTo>
                    <a:cubicBezTo>
                      <a:pt x="312615" y="-437"/>
                      <a:pt x="315918" y="-437"/>
                      <a:pt x="318361" y="1312"/>
                    </a:cubicBezTo>
                    <a:lnTo>
                      <a:pt x="625551" y="219476"/>
                    </a:lnTo>
                    <a:cubicBezTo>
                      <a:pt x="628743" y="221752"/>
                      <a:pt x="629493" y="226166"/>
                      <a:pt x="627217" y="229330"/>
                    </a:cubicBezTo>
                    <a:cubicBezTo>
                      <a:pt x="625829" y="231274"/>
                      <a:pt x="623663" y="232301"/>
                      <a:pt x="621443" y="232301"/>
                    </a:cubicBezTo>
                    <a:close/>
                  </a:path>
                </a:pathLst>
              </a:custGeom>
              <a:solidFill>
                <a:srgbClr val="262626"/>
              </a:solidFill>
              <a:ln w="27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774" name="Forma Livre: Forma 773">
                <a:extLst>
                  <a:ext uri="{FF2B5EF4-FFF2-40B4-BE49-F238E27FC236}">
                    <a16:creationId xmlns:a16="http://schemas.microsoft.com/office/drawing/2014/main" id="{5062531A-6E23-48EB-6E76-04B00FCA4474}"/>
                  </a:ext>
                </a:extLst>
              </p:cNvPr>
              <p:cNvSpPr/>
              <p:nvPr/>
            </p:nvSpPr>
            <p:spPr>
              <a:xfrm>
                <a:off x="6217960" y="3634964"/>
                <a:ext cx="14157" cy="44471"/>
              </a:xfrm>
              <a:custGeom>
                <a:avLst/>
                <a:gdLst>
                  <a:gd name="connsiteX0" fmla="*/ 7079 w 14157"/>
                  <a:gd name="connsiteY0" fmla="*/ 44471 h 44471"/>
                  <a:gd name="connsiteX1" fmla="*/ 0 w 14157"/>
                  <a:gd name="connsiteY1" fmla="*/ 37392 h 44471"/>
                  <a:gd name="connsiteX2" fmla="*/ 0 w 14157"/>
                  <a:gd name="connsiteY2" fmla="*/ 7079 h 44471"/>
                  <a:gd name="connsiteX3" fmla="*/ 7079 w 14157"/>
                  <a:gd name="connsiteY3" fmla="*/ 0 h 44471"/>
                  <a:gd name="connsiteX4" fmla="*/ 14157 w 14157"/>
                  <a:gd name="connsiteY4" fmla="*/ 7079 h 44471"/>
                  <a:gd name="connsiteX5" fmla="*/ 14157 w 14157"/>
                  <a:gd name="connsiteY5" fmla="*/ 37392 h 44471"/>
                  <a:gd name="connsiteX6" fmla="*/ 7079 w 14157"/>
                  <a:gd name="connsiteY6" fmla="*/ 44471 h 444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4157" h="44471">
                    <a:moveTo>
                      <a:pt x="7079" y="44471"/>
                    </a:moveTo>
                    <a:cubicBezTo>
                      <a:pt x="3164" y="44471"/>
                      <a:pt x="0" y="41307"/>
                      <a:pt x="0" y="37392"/>
                    </a:cubicBezTo>
                    <a:lnTo>
                      <a:pt x="0" y="7079"/>
                    </a:lnTo>
                    <a:cubicBezTo>
                      <a:pt x="0" y="3165"/>
                      <a:pt x="3164" y="0"/>
                      <a:pt x="7079" y="0"/>
                    </a:cubicBezTo>
                    <a:cubicBezTo>
                      <a:pt x="10993" y="0"/>
                      <a:pt x="14157" y="3165"/>
                      <a:pt x="14157" y="7079"/>
                    </a:cubicBezTo>
                    <a:lnTo>
                      <a:pt x="14157" y="37392"/>
                    </a:lnTo>
                    <a:cubicBezTo>
                      <a:pt x="14157" y="41307"/>
                      <a:pt x="10993" y="44471"/>
                      <a:pt x="7079" y="44471"/>
                    </a:cubicBezTo>
                    <a:close/>
                  </a:path>
                </a:pathLst>
              </a:custGeom>
              <a:solidFill>
                <a:srgbClr val="262626"/>
              </a:solidFill>
              <a:ln w="27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775" name="Forma Livre: Forma 774">
                <a:extLst>
                  <a:ext uri="{FF2B5EF4-FFF2-40B4-BE49-F238E27FC236}">
                    <a16:creationId xmlns:a16="http://schemas.microsoft.com/office/drawing/2014/main" id="{1AF7B19A-20BC-D090-4F0C-CE85F6211362}"/>
                  </a:ext>
                </a:extLst>
              </p:cNvPr>
              <p:cNvSpPr/>
              <p:nvPr/>
            </p:nvSpPr>
            <p:spPr>
              <a:xfrm>
                <a:off x="5774608" y="3634937"/>
                <a:ext cx="259220" cy="365651"/>
              </a:xfrm>
              <a:custGeom>
                <a:avLst/>
                <a:gdLst>
                  <a:gd name="connsiteX0" fmla="*/ 172860 w 259220"/>
                  <a:gd name="connsiteY0" fmla="*/ 365652 h 365651"/>
                  <a:gd name="connsiteX1" fmla="*/ 172860 w 259220"/>
                  <a:gd name="connsiteY1" fmla="*/ 365652 h 365651"/>
                  <a:gd name="connsiteX2" fmla="*/ 7079 w 259220"/>
                  <a:gd name="connsiteY2" fmla="*/ 365430 h 365651"/>
                  <a:gd name="connsiteX3" fmla="*/ 0 w 259220"/>
                  <a:gd name="connsiteY3" fmla="*/ 358351 h 365651"/>
                  <a:gd name="connsiteX4" fmla="*/ 0 w 259220"/>
                  <a:gd name="connsiteY4" fmla="*/ 7079 h 365651"/>
                  <a:gd name="connsiteX5" fmla="*/ 7079 w 259220"/>
                  <a:gd name="connsiteY5" fmla="*/ 0 h 365651"/>
                  <a:gd name="connsiteX6" fmla="*/ 14157 w 259220"/>
                  <a:gd name="connsiteY6" fmla="*/ 7079 h 365651"/>
                  <a:gd name="connsiteX7" fmla="*/ 14157 w 259220"/>
                  <a:gd name="connsiteY7" fmla="*/ 351272 h 365651"/>
                  <a:gd name="connsiteX8" fmla="*/ 165782 w 259220"/>
                  <a:gd name="connsiteY8" fmla="*/ 351466 h 365651"/>
                  <a:gd name="connsiteX9" fmla="*/ 165782 w 259220"/>
                  <a:gd name="connsiteY9" fmla="*/ 133913 h 365651"/>
                  <a:gd name="connsiteX10" fmla="*/ 172860 w 259220"/>
                  <a:gd name="connsiteY10" fmla="*/ 126834 h 365651"/>
                  <a:gd name="connsiteX11" fmla="*/ 252142 w 259220"/>
                  <a:gd name="connsiteY11" fmla="*/ 126834 h 365651"/>
                  <a:gd name="connsiteX12" fmla="*/ 259221 w 259220"/>
                  <a:gd name="connsiteY12" fmla="*/ 133913 h 365651"/>
                  <a:gd name="connsiteX13" fmla="*/ 252142 w 259220"/>
                  <a:gd name="connsiteY13" fmla="*/ 140992 h 365651"/>
                  <a:gd name="connsiteX14" fmla="*/ 179939 w 259220"/>
                  <a:gd name="connsiteY14" fmla="*/ 140992 h 365651"/>
                  <a:gd name="connsiteX15" fmla="*/ 179939 w 259220"/>
                  <a:gd name="connsiteY15" fmla="*/ 358573 h 365651"/>
                  <a:gd name="connsiteX16" fmla="*/ 177857 w 259220"/>
                  <a:gd name="connsiteY16" fmla="*/ 363570 h 365651"/>
                  <a:gd name="connsiteX17" fmla="*/ 172860 w 259220"/>
                  <a:gd name="connsiteY17" fmla="*/ 365652 h 3656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59220" h="365651">
                    <a:moveTo>
                      <a:pt x="172860" y="365652"/>
                    </a:moveTo>
                    <a:lnTo>
                      <a:pt x="172860" y="365652"/>
                    </a:lnTo>
                    <a:lnTo>
                      <a:pt x="7079" y="365430"/>
                    </a:lnTo>
                    <a:cubicBezTo>
                      <a:pt x="3165" y="365430"/>
                      <a:pt x="0" y="362265"/>
                      <a:pt x="0" y="358351"/>
                    </a:cubicBezTo>
                    <a:lnTo>
                      <a:pt x="0" y="7079"/>
                    </a:lnTo>
                    <a:cubicBezTo>
                      <a:pt x="0" y="3165"/>
                      <a:pt x="3165" y="0"/>
                      <a:pt x="7079" y="0"/>
                    </a:cubicBezTo>
                    <a:cubicBezTo>
                      <a:pt x="10993" y="0"/>
                      <a:pt x="14157" y="3165"/>
                      <a:pt x="14157" y="7079"/>
                    </a:cubicBezTo>
                    <a:lnTo>
                      <a:pt x="14157" y="351272"/>
                    </a:lnTo>
                    <a:lnTo>
                      <a:pt x="165782" y="351466"/>
                    </a:lnTo>
                    <a:lnTo>
                      <a:pt x="165782" y="133913"/>
                    </a:lnTo>
                    <a:cubicBezTo>
                      <a:pt x="165782" y="129999"/>
                      <a:pt x="168946" y="126834"/>
                      <a:pt x="172860" y="126834"/>
                    </a:cubicBezTo>
                    <a:lnTo>
                      <a:pt x="252142" y="126834"/>
                    </a:lnTo>
                    <a:cubicBezTo>
                      <a:pt x="256056" y="126834"/>
                      <a:pt x="259221" y="129999"/>
                      <a:pt x="259221" y="133913"/>
                    </a:cubicBezTo>
                    <a:cubicBezTo>
                      <a:pt x="259221" y="137827"/>
                      <a:pt x="256056" y="140992"/>
                      <a:pt x="252142" y="140992"/>
                    </a:cubicBezTo>
                    <a:lnTo>
                      <a:pt x="179939" y="140992"/>
                    </a:lnTo>
                    <a:lnTo>
                      <a:pt x="179939" y="358573"/>
                    </a:lnTo>
                    <a:cubicBezTo>
                      <a:pt x="179939" y="360461"/>
                      <a:pt x="179189" y="362265"/>
                      <a:pt x="177857" y="363570"/>
                    </a:cubicBezTo>
                    <a:cubicBezTo>
                      <a:pt x="176525" y="364902"/>
                      <a:pt x="174720" y="365652"/>
                      <a:pt x="172860" y="365652"/>
                    </a:cubicBezTo>
                    <a:close/>
                  </a:path>
                </a:pathLst>
              </a:custGeom>
              <a:solidFill>
                <a:srgbClr val="262626"/>
              </a:solidFill>
              <a:ln w="27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770" name="Gráfico 2">
              <a:extLst>
                <a:ext uri="{FF2B5EF4-FFF2-40B4-BE49-F238E27FC236}">
                  <a16:creationId xmlns:a16="http://schemas.microsoft.com/office/drawing/2014/main" id="{B99F7FF3-AF97-3008-9922-2FCE1E905D3E}"/>
                </a:ext>
              </a:extLst>
            </p:cNvPr>
            <p:cNvGrpSpPr/>
            <p:nvPr/>
          </p:nvGrpSpPr>
          <p:grpSpPr>
            <a:xfrm>
              <a:off x="6072387" y="3729604"/>
              <a:ext cx="287480" cy="350543"/>
              <a:chOff x="6072387" y="3729604"/>
              <a:chExt cx="287480" cy="350543"/>
            </a:xfrm>
            <a:solidFill>
              <a:srgbClr val="262626"/>
            </a:solidFill>
          </p:grpSpPr>
          <p:sp>
            <p:nvSpPr>
              <p:cNvPr id="771" name="Forma Livre: Forma 770">
                <a:extLst>
                  <a:ext uri="{FF2B5EF4-FFF2-40B4-BE49-F238E27FC236}">
                    <a16:creationId xmlns:a16="http://schemas.microsoft.com/office/drawing/2014/main" id="{7FA1523D-B787-9CD3-05E5-6FDBF66DB7BF}"/>
                  </a:ext>
                </a:extLst>
              </p:cNvPr>
              <p:cNvSpPr/>
              <p:nvPr/>
            </p:nvSpPr>
            <p:spPr>
              <a:xfrm>
                <a:off x="6072387" y="3729604"/>
                <a:ext cx="287480" cy="350543"/>
              </a:xfrm>
              <a:custGeom>
                <a:avLst/>
                <a:gdLst>
                  <a:gd name="connsiteX0" fmla="*/ 143740 w 287480"/>
                  <a:gd name="connsiteY0" fmla="*/ 350543 h 350543"/>
                  <a:gd name="connsiteX1" fmla="*/ 0 w 287480"/>
                  <a:gd name="connsiteY1" fmla="*/ 206803 h 350543"/>
                  <a:gd name="connsiteX2" fmla="*/ 0 w 287480"/>
                  <a:gd name="connsiteY2" fmla="*/ 39412 h 350543"/>
                  <a:gd name="connsiteX3" fmla="*/ 5441 w 287480"/>
                  <a:gd name="connsiteY3" fmla="*/ 32528 h 350543"/>
                  <a:gd name="connsiteX4" fmla="*/ 142102 w 287480"/>
                  <a:gd name="connsiteY4" fmla="*/ 187 h 350543"/>
                  <a:gd name="connsiteX5" fmla="*/ 145378 w 287480"/>
                  <a:gd name="connsiteY5" fmla="*/ 187 h 350543"/>
                  <a:gd name="connsiteX6" fmla="*/ 282039 w 287480"/>
                  <a:gd name="connsiteY6" fmla="*/ 32528 h 350543"/>
                  <a:gd name="connsiteX7" fmla="*/ 287480 w 287480"/>
                  <a:gd name="connsiteY7" fmla="*/ 39412 h 350543"/>
                  <a:gd name="connsiteX8" fmla="*/ 287480 w 287480"/>
                  <a:gd name="connsiteY8" fmla="*/ 206803 h 350543"/>
                  <a:gd name="connsiteX9" fmla="*/ 143740 w 287480"/>
                  <a:gd name="connsiteY9" fmla="*/ 350543 h 350543"/>
                  <a:gd name="connsiteX10" fmla="*/ 14157 w 287480"/>
                  <a:gd name="connsiteY10" fmla="*/ 44992 h 350543"/>
                  <a:gd name="connsiteX11" fmla="*/ 14157 w 287480"/>
                  <a:gd name="connsiteY11" fmla="*/ 206776 h 350543"/>
                  <a:gd name="connsiteX12" fmla="*/ 143740 w 287480"/>
                  <a:gd name="connsiteY12" fmla="*/ 336358 h 350543"/>
                  <a:gd name="connsiteX13" fmla="*/ 143740 w 287480"/>
                  <a:gd name="connsiteY13" fmla="*/ 336358 h 350543"/>
                  <a:gd name="connsiteX14" fmla="*/ 273323 w 287480"/>
                  <a:gd name="connsiteY14" fmla="*/ 206776 h 350543"/>
                  <a:gd name="connsiteX15" fmla="*/ 273323 w 287480"/>
                  <a:gd name="connsiteY15" fmla="*/ 44992 h 350543"/>
                  <a:gd name="connsiteX16" fmla="*/ 143740 w 287480"/>
                  <a:gd name="connsiteY16" fmla="*/ 14317 h 350543"/>
                  <a:gd name="connsiteX17" fmla="*/ 14157 w 287480"/>
                  <a:gd name="connsiteY17" fmla="*/ 44992 h 3505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87480" h="350543">
                    <a:moveTo>
                      <a:pt x="143740" y="350543"/>
                    </a:moveTo>
                    <a:cubicBezTo>
                      <a:pt x="64486" y="350543"/>
                      <a:pt x="0" y="286058"/>
                      <a:pt x="0" y="206803"/>
                    </a:cubicBezTo>
                    <a:lnTo>
                      <a:pt x="0" y="39412"/>
                    </a:lnTo>
                    <a:cubicBezTo>
                      <a:pt x="0" y="36136"/>
                      <a:pt x="2249" y="33277"/>
                      <a:pt x="5441" y="32528"/>
                    </a:cubicBezTo>
                    <a:lnTo>
                      <a:pt x="142102" y="187"/>
                    </a:lnTo>
                    <a:cubicBezTo>
                      <a:pt x="143185" y="-62"/>
                      <a:pt x="144295" y="-62"/>
                      <a:pt x="145378" y="187"/>
                    </a:cubicBezTo>
                    <a:lnTo>
                      <a:pt x="282039" y="32528"/>
                    </a:lnTo>
                    <a:cubicBezTo>
                      <a:pt x="285232" y="33277"/>
                      <a:pt x="287480" y="36136"/>
                      <a:pt x="287480" y="39412"/>
                    </a:cubicBezTo>
                    <a:lnTo>
                      <a:pt x="287480" y="206803"/>
                    </a:lnTo>
                    <a:cubicBezTo>
                      <a:pt x="287480" y="286058"/>
                      <a:pt x="222994" y="350543"/>
                      <a:pt x="143740" y="350543"/>
                    </a:cubicBezTo>
                    <a:close/>
                    <a:moveTo>
                      <a:pt x="14157" y="44992"/>
                    </a:moveTo>
                    <a:lnTo>
                      <a:pt x="14157" y="206776"/>
                    </a:lnTo>
                    <a:cubicBezTo>
                      <a:pt x="14157" y="278229"/>
                      <a:pt x="72287" y="336358"/>
                      <a:pt x="143740" y="336358"/>
                    </a:cubicBezTo>
                    <a:lnTo>
                      <a:pt x="143740" y="336358"/>
                    </a:lnTo>
                    <a:cubicBezTo>
                      <a:pt x="215194" y="336358"/>
                      <a:pt x="273323" y="278229"/>
                      <a:pt x="273323" y="206776"/>
                    </a:cubicBezTo>
                    <a:lnTo>
                      <a:pt x="273323" y="44992"/>
                    </a:lnTo>
                    <a:lnTo>
                      <a:pt x="143740" y="14317"/>
                    </a:lnTo>
                    <a:lnTo>
                      <a:pt x="14157" y="44992"/>
                    </a:lnTo>
                    <a:close/>
                  </a:path>
                </a:pathLst>
              </a:custGeom>
              <a:solidFill>
                <a:srgbClr val="262626"/>
              </a:solidFill>
              <a:ln w="27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772" name="Forma Livre: Forma 771">
                <a:extLst>
                  <a:ext uri="{FF2B5EF4-FFF2-40B4-BE49-F238E27FC236}">
                    <a16:creationId xmlns:a16="http://schemas.microsoft.com/office/drawing/2014/main" id="{044456ED-033C-D5EC-A109-200B26939006}"/>
                  </a:ext>
                </a:extLst>
              </p:cNvPr>
              <p:cNvSpPr/>
              <p:nvPr/>
            </p:nvSpPr>
            <p:spPr>
              <a:xfrm>
                <a:off x="6137068" y="3796051"/>
                <a:ext cx="86132" cy="147435"/>
              </a:xfrm>
              <a:custGeom>
                <a:avLst/>
                <a:gdLst>
                  <a:gd name="connsiteX0" fmla="*/ 7079 w 86132"/>
                  <a:gd name="connsiteY0" fmla="*/ 147435 h 147435"/>
                  <a:gd name="connsiteX1" fmla="*/ 0 w 86132"/>
                  <a:gd name="connsiteY1" fmla="*/ 140357 h 147435"/>
                  <a:gd name="connsiteX2" fmla="*/ 0 w 86132"/>
                  <a:gd name="connsiteY2" fmla="*/ 24126 h 147435"/>
                  <a:gd name="connsiteX3" fmla="*/ 5441 w 86132"/>
                  <a:gd name="connsiteY3" fmla="*/ 17242 h 147435"/>
                  <a:gd name="connsiteX4" fmla="*/ 77422 w 86132"/>
                  <a:gd name="connsiteY4" fmla="*/ 197 h 147435"/>
                  <a:gd name="connsiteX5" fmla="*/ 85944 w 86132"/>
                  <a:gd name="connsiteY5" fmla="*/ 5444 h 147435"/>
                  <a:gd name="connsiteX6" fmla="*/ 80697 w 86132"/>
                  <a:gd name="connsiteY6" fmla="*/ 13966 h 147435"/>
                  <a:gd name="connsiteX7" fmla="*/ 14157 w 86132"/>
                  <a:gd name="connsiteY7" fmla="*/ 29706 h 147435"/>
                  <a:gd name="connsiteX8" fmla="*/ 14157 w 86132"/>
                  <a:gd name="connsiteY8" fmla="*/ 140329 h 147435"/>
                  <a:gd name="connsiteX9" fmla="*/ 7079 w 86132"/>
                  <a:gd name="connsiteY9" fmla="*/ 147408 h 1474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6132" h="147435">
                    <a:moveTo>
                      <a:pt x="7079" y="147435"/>
                    </a:moveTo>
                    <a:cubicBezTo>
                      <a:pt x="3165" y="147435"/>
                      <a:pt x="0" y="144271"/>
                      <a:pt x="0" y="140357"/>
                    </a:cubicBezTo>
                    <a:lnTo>
                      <a:pt x="0" y="24126"/>
                    </a:lnTo>
                    <a:cubicBezTo>
                      <a:pt x="0" y="20851"/>
                      <a:pt x="2248" y="17991"/>
                      <a:pt x="5441" y="17242"/>
                    </a:cubicBezTo>
                    <a:lnTo>
                      <a:pt x="77422" y="197"/>
                    </a:lnTo>
                    <a:cubicBezTo>
                      <a:pt x="81225" y="-719"/>
                      <a:pt x="85028" y="1641"/>
                      <a:pt x="85944" y="5444"/>
                    </a:cubicBezTo>
                    <a:cubicBezTo>
                      <a:pt x="86832" y="9247"/>
                      <a:pt x="84501" y="13050"/>
                      <a:pt x="80697" y="13966"/>
                    </a:cubicBezTo>
                    <a:lnTo>
                      <a:pt x="14157" y="29706"/>
                    </a:lnTo>
                    <a:lnTo>
                      <a:pt x="14157" y="140329"/>
                    </a:lnTo>
                    <a:cubicBezTo>
                      <a:pt x="14157" y="144243"/>
                      <a:pt x="10993" y="147408"/>
                      <a:pt x="7079" y="147408"/>
                    </a:cubicBezTo>
                    <a:close/>
                  </a:path>
                </a:pathLst>
              </a:custGeom>
              <a:solidFill>
                <a:srgbClr val="262626"/>
              </a:solidFill>
              <a:ln w="27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grpSp>
        <p:nvGrpSpPr>
          <p:cNvPr id="776" name="Gráfico 2">
            <a:extLst>
              <a:ext uri="{FF2B5EF4-FFF2-40B4-BE49-F238E27FC236}">
                <a16:creationId xmlns:a16="http://schemas.microsoft.com/office/drawing/2014/main" id="{F7192A38-696B-67C5-4306-986538544229}"/>
              </a:ext>
            </a:extLst>
          </p:cNvPr>
          <p:cNvGrpSpPr/>
          <p:nvPr/>
        </p:nvGrpSpPr>
        <p:grpSpPr>
          <a:xfrm>
            <a:off x="7679642" y="3445777"/>
            <a:ext cx="498610" cy="605380"/>
            <a:chOff x="7646894" y="3406016"/>
            <a:chExt cx="564106" cy="684902"/>
          </a:xfrm>
          <a:solidFill>
            <a:srgbClr val="262626"/>
          </a:solidFill>
        </p:grpSpPr>
        <p:sp>
          <p:nvSpPr>
            <p:cNvPr id="777" name="Forma Livre: Forma 776">
              <a:extLst>
                <a:ext uri="{FF2B5EF4-FFF2-40B4-BE49-F238E27FC236}">
                  <a16:creationId xmlns:a16="http://schemas.microsoft.com/office/drawing/2014/main" id="{2B0ABF96-A6B2-3EC6-DED1-DB9544A7C39A}"/>
                </a:ext>
              </a:extLst>
            </p:cNvPr>
            <p:cNvSpPr/>
            <p:nvPr/>
          </p:nvSpPr>
          <p:spPr>
            <a:xfrm>
              <a:off x="7646894" y="3406016"/>
              <a:ext cx="564106" cy="684902"/>
            </a:xfrm>
            <a:custGeom>
              <a:avLst/>
              <a:gdLst>
                <a:gd name="connsiteX0" fmla="*/ 282039 w 564106"/>
                <a:gd name="connsiteY0" fmla="*/ 684903 h 684902"/>
                <a:gd name="connsiteX1" fmla="*/ 279680 w 564106"/>
                <a:gd name="connsiteY1" fmla="*/ 684487 h 684902"/>
                <a:gd name="connsiteX2" fmla="*/ 23984 w 564106"/>
                <a:gd name="connsiteY2" fmla="*/ 466545 h 684902"/>
                <a:gd name="connsiteX3" fmla="*/ 23763 w 564106"/>
                <a:gd name="connsiteY3" fmla="*/ 466100 h 684902"/>
                <a:gd name="connsiteX4" fmla="*/ 23540 w 564106"/>
                <a:gd name="connsiteY4" fmla="*/ 465629 h 684902"/>
                <a:gd name="connsiteX5" fmla="*/ 0 w 564106"/>
                <a:gd name="connsiteY5" fmla="*/ 358309 h 684902"/>
                <a:gd name="connsiteX6" fmla="*/ 0 w 564106"/>
                <a:gd name="connsiteY6" fmla="*/ 79601 h 684902"/>
                <a:gd name="connsiteX7" fmla="*/ 7079 w 564106"/>
                <a:gd name="connsiteY7" fmla="*/ 72522 h 684902"/>
                <a:gd name="connsiteX8" fmla="*/ 277986 w 564106"/>
                <a:gd name="connsiteY8" fmla="*/ 1291 h 684902"/>
                <a:gd name="connsiteX9" fmla="*/ 286147 w 564106"/>
                <a:gd name="connsiteY9" fmla="*/ 1291 h 684902"/>
                <a:gd name="connsiteX10" fmla="*/ 557027 w 564106"/>
                <a:gd name="connsiteY10" fmla="*/ 72522 h 684902"/>
                <a:gd name="connsiteX11" fmla="*/ 564106 w 564106"/>
                <a:gd name="connsiteY11" fmla="*/ 79601 h 684902"/>
                <a:gd name="connsiteX12" fmla="*/ 564106 w 564106"/>
                <a:gd name="connsiteY12" fmla="*/ 358226 h 684902"/>
                <a:gd name="connsiteX13" fmla="*/ 540371 w 564106"/>
                <a:gd name="connsiteY13" fmla="*/ 465989 h 684902"/>
                <a:gd name="connsiteX14" fmla="*/ 540094 w 564106"/>
                <a:gd name="connsiteY14" fmla="*/ 466545 h 684902"/>
                <a:gd name="connsiteX15" fmla="*/ 284399 w 564106"/>
                <a:gd name="connsiteY15" fmla="*/ 684487 h 684902"/>
                <a:gd name="connsiteX16" fmla="*/ 282039 w 564106"/>
                <a:gd name="connsiteY16" fmla="*/ 684903 h 684902"/>
                <a:gd name="connsiteX17" fmla="*/ 14185 w 564106"/>
                <a:gd name="connsiteY17" fmla="*/ 86624 h 684902"/>
                <a:gd name="connsiteX18" fmla="*/ 14185 w 564106"/>
                <a:gd name="connsiteY18" fmla="*/ 358309 h 684902"/>
                <a:gd name="connsiteX19" fmla="*/ 36365 w 564106"/>
                <a:gd name="connsiteY19" fmla="*/ 459605 h 684902"/>
                <a:gd name="connsiteX20" fmla="*/ 36782 w 564106"/>
                <a:gd name="connsiteY20" fmla="*/ 460493 h 684902"/>
                <a:gd name="connsiteX21" fmla="*/ 282039 w 564106"/>
                <a:gd name="connsiteY21" fmla="*/ 670301 h 684902"/>
                <a:gd name="connsiteX22" fmla="*/ 527324 w 564106"/>
                <a:gd name="connsiteY22" fmla="*/ 460437 h 684902"/>
                <a:gd name="connsiteX23" fmla="*/ 533987 w 564106"/>
                <a:gd name="connsiteY23" fmla="*/ 462936 h 684902"/>
                <a:gd name="connsiteX24" fmla="*/ 527602 w 564106"/>
                <a:gd name="connsiteY24" fmla="*/ 459882 h 684902"/>
                <a:gd name="connsiteX25" fmla="*/ 549976 w 564106"/>
                <a:gd name="connsiteY25" fmla="*/ 358226 h 684902"/>
                <a:gd name="connsiteX26" fmla="*/ 549976 w 564106"/>
                <a:gd name="connsiteY26" fmla="*/ 86624 h 684902"/>
                <a:gd name="connsiteX27" fmla="*/ 282122 w 564106"/>
                <a:gd name="connsiteY27" fmla="*/ 15670 h 684902"/>
                <a:gd name="connsiteX28" fmla="*/ 14213 w 564106"/>
                <a:gd name="connsiteY28" fmla="*/ 86624 h 684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64106" h="684902">
                  <a:moveTo>
                    <a:pt x="282039" y="684903"/>
                  </a:moveTo>
                  <a:cubicBezTo>
                    <a:pt x="281234" y="684903"/>
                    <a:pt x="280429" y="684764"/>
                    <a:pt x="279680" y="684487"/>
                  </a:cubicBezTo>
                  <a:cubicBezTo>
                    <a:pt x="168973" y="645318"/>
                    <a:pt x="68622" y="559762"/>
                    <a:pt x="23984" y="466545"/>
                  </a:cubicBezTo>
                  <a:cubicBezTo>
                    <a:pt x="23984" y="466545"/>
                    <a:pt x="23790" y="466100"/>
                    <a:pt x="23763" y="466100"/>
                  </a:cubicBezTo>
                  <a:lnTo>
                    <a:pt x="23540" y="465629"/>
                  </a:lnTo>
                  <a:cubicBezTo>
                    <a:pt x="8161" y="433122"/>
                    <a:pt x="0" y="396007"/>
                    <a:pt x="0" y="358309"/>
                  </a:cubicBezTo>
                  <a:lnTo>
                    <a:pt x="0" y="79601"/>
                  </a:lnTo>
                  <a:cubicBezTo>
                    <a:pt x="0" y="75687"/>
                    <a:pt x="3164" y="72522"/>
                    <a:pt x="7079" y="72522"/>
                  </a:cubicBezTo>
                  <a:cubicBezTo>
                    <a:pt x="113343" y="72522"/>
                    <a:pt x="214611" y="45901"/>
                    <a:pt x="277986" y="1291"/>
                  </a:cubicBezTo>
                  <a:cubicBezTo>
                    <a:pt x="280429" y="-430"/>
                    <a:pt x="283705" y="-430"/>
                    <a:pt x="286147" y="1291"/>
                  </a:cubicBezTo>
                  <a:cubicBezTo>
                    <a:pt x="349523" y="45901"/>
                    <a:pt x="450791" y="72522"/>
                    <a:pt x="557027" y="72522"/>
                  </a:cubicBezTo>
                  <a:cubicBezTo>
                    <a:pt x="560942" y="72522"/>
                    <a:pt x="564106" y="75687"/>
                    <a:pt x="564106" y="79601"/>
                  </a:cubicBezTo>
                  <a:lnTo>
                    <a:pt x="564106" y="358226"/>
                  </a:lnTo>
                  <a:cubicBezTo>
                    <a:pt x="564106" y="396146"/>
                    <a:pt x="555889" y="433399"/>
                    <a:pt x="540371" y="465989"/>
                  </a:cubicBezTo>
                  <a:cubicBezTo>
                    <a:pt x="540371" y="465989"/>
                    <a:pt x="540094" y="466545"/>
                    <a:pt x="540094" y="466545"/>
                  </a:cubicBezTo>
                  <a:cubicBezTo>
                    <a:pt x="495456" y="559762"/>
                    <a:pt x="395104" y="645318"/>
                    <a:pt x="284399" y="684487"/>
                  </a:cubicBezTo>
                  <a:cubicBezTo>
                    <a:pt x="283649" y="684764"/>
                    <a:pt x="282844" y="684903"/>
                    <a:pt x="282039" y="684903"/>
                  </a:cubicBezTo>
                  <a:close/>
                  <a:moveTo>
                    <a:pt x="14185" y="86624"/>
                  </a:moveTo>
                  <a:lnTo>
                    <a:pt x="14185" y="358309"/>
                  </a:lnTo>
                  <a:cubicBezTo>
                    <a:pt x="14185" y="393897"/>
                    <a:pt x="21847" y="428930"/>
                    <a:pt x="36365" y="459605"/>
                  </a:cubicBezTo>
                  <a:lnTo>
                    <a:pt x="36782" y="460493"/>
                  </a:lnTo>
                  <a:cubicBezTo>
                    <a:pt x="79531" y="549796"/>
                    <a:pt x="175636" y="631937"/>
                    <a:pt x="282039" y="670301"/>
                  </a:cubicBezTo>
                  <a:cubicBezTo>
                    <a:pt x="388442" y="631937"/>
                    <a:pt x="484547" y="549796"/>
                    <a:pt x="527324" y="460437"/>
                  </a:cubicBezTo>
                  <a:lnTo>
                    <a:pt x="533987" y="462936"/>
                  </a:lnTo>
                  <a:lnTo>
                    <a:pt x="527602" y="459882"/>
                  </a:lnTo>
                  <a:cubicBezTo>
                    <a:pt x="542231" y="429180"/>
                    <a:pt x="549976" y="394036"/>
                    <a:pt x="549976" y="358226"/>
                  </a:cubicBezTo>
                  <a:lnTo>
                    <a:pt x="549976" y="86624"/>
                  </a:lnTo>
                  <a:cubicBezTo>
                    <a:pt x="444295" y="85514"/>
                    <a:pt x="347358" y="59836"/>
                    <a:pt x="282122" y="15670"/>
                  </a:cubicBezTo>
                  <a:cubicBezTo>
                    <a:pt x="216887" y="59864"/>
                    <a:pt x="119922" y="85542"/>
                    <a:pt x="14213" y="86624"/>
                  </a:cubicBezTo>
                  <a:close/>
                </a:path>
              </a:pathLst>
            </a:custGeom>
            <a:solidFill>
              <a:srgbClr val="262626"/>
            </a:solidFill>
            <a:ln w="27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78" name="Forma Livre: Forma 777">
              <a:extLst>
                <a:ext uri="{FF2B5EF4-FFF2-40B4-BE49-F238E27FC236}">
                  <a16:creationId xmlns:a16="http://schemas.microsoft.com/office/drawing/2014/main" id="{1E5A3517-DEB4-1F92-1C2B-303F48229479}"/>
                </a:ext>
              </a:extLst>
            </p:cNvPr>
            <p:cNvSpPr/>
            <p:nvPr/>
          </p:nvSpPr>
          <p:spPr>
            <a:xfrm>
              <a:off x="7983548" y="3899305"/>
              <a:ext cx="127448" cy="111887"/>
            </a:xfrm>
            <a:custGeom>
              <a:avLst/>
              <a:gdLst>
                <a:gd name="connsiteX0" fmla="*/ 7094 w 127448"/>
                <a:gd name="connsiteY0" fmla="*/ 111888 h 111887"/>
                <a:gd name="connsiteX1" fmla="*/ 1015 w 127448"/>
                <a:gd name="connsiteY1" fmla="*/ 108445 h 111887"/>
                <a:gd name="connsiteX2" fmla="*/ 3430 w 127448"/>
                <a:gd name="connsiteY2" fmla="*/ 98729 h 111887"/>
                <a:gd name="connsiteX3" fmla="*/ 114802 w 127448"/>
                <a:gd name="connsiteY3" fmla="*/ 2708 h 111887"/>
                <a:gd name="connsiteX4" fmla="*/ 124740 w 127448"/>
                <a:gd name="connsiteY4" fmla="*/ 1515 h 111887"/>
                <a:gd name="connsiteX5" fmla="*/ 125934 w 127448"/>
                <a:gd name="connsiteY5" fmla="*/ 11453 h 111887"/>
                <a:gd name="connsiteX6" fmla="*/ 10703 w 127448"/>
                <a:gd name="connsiteY6" fmla="*/ 110833 h 111887"/>
                <a:gd name="connsiteX7" fmla="*/ 7067 w 127448"/>
                <a:gd name="connsiteY7" fmla="*/ 111832 h 111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7448" h="111887">
                  <a:moveTo>
                    <a:pt x="7094" y="111888"/>
                  </a:moveTo>
                  <a:cubicBezTo>
                    <a:pt x="4679" y="111888"/>
                    <a:pt x="2347" y="110666"/>
                    <a:pt x="1015" y="108445"/>
                  </a:cubicBezTo>
                  <a:cubicBezTo>
                    <a:pt x="-1011" y="105086"/>
                    <a:pt x="99" y="100756"/>
                    <a:pt x="3430" y="98729"/>
                  </a:cubicBezTo>
                  <a:cubicBezTo>
                    <a:pt x="47818" y="72080"/>
                    <a:pt x="86348" y="38879"/>
                    <a:pt x="114802" y="2708"/>
                  </a:cubicBezTo>
                  <a:cubicBezTo>
                    <a:pt x="117218" y="-373"/>
                    <a:pt x="121659" y="-900"/>
                    <a:pt x="124740" y="1515"/>
                  </a:cubicBezTo>
                  <a:cubicBezTo>
                    <a:pt x="127822" y="3930"/>
                    <a:pt x="128349" y="8371"/>
                    <a:pt x="125934" y="11453"/>
                  </a:cubicBezTo>
                  <a:cubicBezTo>
                    <a:pt x="96398" y="48956"/>
                    <a:pt x="56562" y="83323"/>
                    <a:pt x="10703" y="110833"/>
                  </a:cubicBezTo>
                  <a:cubicBezTo>
                    <a:pt x="9565" y="111527"/>
                    <a:pt x="8316" y="111832"/>
                    <a:pt x="7067" y="111832"/>
                  </a:cubicBezTo>
                  <a:close/>
                </a:path>
              </a:pathLst>
            </a:custGeom>
            <a:solidFill>
              <a:srgbClr val="262626"/>
            </a:solidFill>
            <a:ln w="27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779" name="Forma Livre: Forma 778">
              <a:extLst>
                <a:ext uri="{FF2B5EF4-FFF2-40B4-BE49-F238E27FC236}">
                  <a16:creationId xmlns:a16="http://schemas.microsoft.com/office/drawing/2014/main" id="{A2372DE9-68E0-1023-2A39-16BE5D6C0A8E}"/>
                </a:ext>
              </a:extLst>
            </p:cNvPr>
            <p:cNvSpPr/>
            <p:nvPr/>
          </p:nvSpPr>
          <p:spPr>
            <a:xfrm>
              <a:off x="7692544" y="3459972"/>
              <a:ext cx="243540" cy="76861"/>
            </a:xfrm>
            <a:custGeom>
              <a:avLst/>
              <a:gdLst>
                <a:gd name="connsiteX0" fmla="*/ 7066 w 243540"/>
                <a:gd name="connsiteY0" fmla="*/ 76862 h 76861"/>
                <a:gd name="connsiteX1" fmla="*/ 15 w 243540"/>
                <a:gd name="connsiteY1" fmla="*/ 70255 h 76861"/>
                <a:gd name="connsiteX2" fmla="*/ 6621 w 243540"/>
                <a:gd name="connsiteY2" fmla="*/ 62732 h 76861"/>
                <a:gd name="connsiteX3" fmla="*/ 232947 w 243540"/>
                <a:gd name="connsiteY3" fmla="*/ 939 h 76861"/>
                <a:gd name="connsiteX4" fmla="*/ 242607 w 243540"/>
                <a:gd name="connsiteY4" fmla="*/ 3576 h 76861"/>
                <a:gd name="connsiteX5" fmla="*/ 239970 w 243540"/>
                <a:gd name="connsiteY5" fmla="*/ 13237 h 76861"/>
                <a:gd name="connsiteX6" fmla="*/ 7565 w 243540"/>
                <a:gd name="connsiteY6" fmla="*/ 76862 h 76861"/>
                <a:gd name="connsiteX7" fmla="*/ 7094 w 243540"/>
                <a:gd name="connsiteY7" fmla="*/ 76862 h 7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540" h="76861">
                  <a:moveTo>
                    <a:pt x="7066" y="76862"/>
                  </a:moveTo>
                  <a:cubicBezTo>
                    <a:pt x="3374" y="76862"/>
                    <a:pt x="265" y="74003"/>
                    <a:pt x="15" y="70255"/>
                  </a:cubicBezTo>
                  <a:cubicBezTo>
                    <a:pt x="-235" y="66341"/>
                    <a:pt x="2707" y="62982"/>
                    <a:pt x="6621" y="62732"/>
                  </a:cubicBezTo>
                  <a:cubicBezTo>
                    <a:pt x="92622" y="57153"/>
                    <a:pt x="172986" y="35195"/>
                    <a:pt x="232947" y="939"/>
                  </a:cubicBezTo>
                  <a:cubicBezTo>
                    <a:pt x="236333" y="-1004"/>
                    <a:pt x="240664" y="162"/>
                    <a:pt x="242607" y="3576"/>
                  </a:cubicBezTo>
                  <a:cubicBezTo>
                    <a:pt x="244551" y="6963"/>
                    <a:pt x="243357" y="11293"/>
                    <a:pt x="239970" y="13237"/>
                  </a:cubicBezTo>
                  <a:cubicBezTo>
                    <a:pt x="178205" y="48547"/>
                    <a:pt x="95675" y="71143"/>
                    <a:pt x="7565" y="76862"/>
                  </a:cubicBezTo>
                  <a:cubicBezTo>
                    <a:pt x="7399" y="76862"/>
                    <a:pt x="7260" y="76862"/>
                    <a:pt x="7094" y="76862"/>
                  </a:cubicBezTo>
                  <a:close/>
                </a:path>
              </a:pathLst>
            </a:custGeom>
            <a:solidFill>
              <a:srgbClr val="262626"/>
            </a:solidFill>
            <a:ln w="27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grpSp>
          <p:nvGrpSpPr>
            <p:cNvPr id="780" name="Gráfico 2">
              <a:extLst>
                <a:ext uri="{FF2B5EF4-FFF2-40B4-BE49-F238E27FC236}">
                  <a16:creationId xmlns:a16="http://schemas.microsoft.com/office/drawing/2014/main" id="{4BE9CC91-08F4-2853-90FA-63AB1DD468FC}"/>
                </a:ext>
              </a:extLst>
            </p:cNvPr>
            <p:cNvGrpSpPr/>
            <p:nvPr/>
          </p:nvGrpSpPr>
          <p:grpSpPr>
            <a:xfrm>
              <a:off x="7803570" y="3596961"/>
              <a:ext cx="250781" cy="283010"/>
              <a:chOff x="7803570" y="3596961"/>
              <a:chExt cx="250781" cy="283010"/>
            </a:xfrm>
            <a:solidFill>
              <a:srgbClr val="262626"/>
            </a:solidFill>
          </p:grpSpPr>
          <p:sp>
            <p:nvSpPr>
              <p:cNvPr id="781" name="Forma Livre: Forma 780">
                <a:extLst>
                  <a:ext uri="{FF2B5EF4-FFF2-40B4-BE49-F238E27FC236}">
                    <a16:creationId xmlns:a16="http://schemas.microsoft.com/office/drawing/2014/main" id="{2D2C2473-5B6B-F7A9-0F39-5730942044F0}"/>
                  </a:ext>
                </a:extLst>
              </p:cNvPr>
              <p:cNvSpPr/>
              <p:nvPr/>
            </p:nvSpPr>
            <p:spPr>
              <a:xfrm>
                <a:off x="7803570" y="3753998"/>
                <a:ext cx="250781" cy="125973"/>
              </a:xfrm>
              <a:custGeom>
                <a:avLst/>
                <a:gdLst>
                  <a:gd name="connsiteX0" fmla="*/ 125391 w 250781"/>
                  <a:gd name="connsiteY0" fmla="*/ 125974 h 125973"/>
                  <a:gd name="connsiteX1" fmla="*/ 0 w 250781"/>
                  <a:gd name="connsiteY1" fmla="*/ 62987 h 125973"/>
                  <a:gd name="connsiteX2" fmla="*/ 125391 w 250781"/>
                  <a:gd name="connsiteY2" fmla="*/ 0 h 125973"/>
                  <a:gd name="connsiteX3" fmla="*/ 250782 w 250781"/>
                  <a:gd name="connsiteY3" fmla="*/ 62987 h 125973"/>
                  <a:gd name="connsiteX4" fmla="*/ 125391 w 250781"/>
                  <a:gd name="connsiteY4" fmla="*/ 125974 h 125973"/>
                  <a:gd name="connsiteX5" fmla="*/ 125391 w 250781"/>
                  <a:gd name="connsiteY5" fmla="*/ 14157 h 125973"/>
                  <a:gd name="connsiteX6" fmla="*/ 14158 w 250781"/>
                  <a:gd name="connsiteY6" fmla="*/ 62987 h 125973"/>
                  <a:gd name="connsiteX7" fmla="*/ 125391 w 250781"/>
                  <a:gd name="connsiteY7" fmla="*/ 111816 h 125973"/>
                  <a:gd name="connsiteX8" fmla="*/ 236624 w 250781"/>
                  <a:gd name="connsiteY8" fmla="*/ 62987 h 125973"/>
                  <a:gd name="connsiteX9" fmla="*/ 125391 w 250781"/>
                  <a:gd name="connsiteY9" fmla="*/ 14157 h 1259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50781" h="125973">
                    <a:moveTo>
                      <a:pt x="125391" y="125974"/>
                    </a:moveTo>
                    <a:cubicBezTo>
                      <a:pt x="55076" y="125974"/>
                      <a:pt x="0" y="98297"/>
                      <a:pt x="0" y="62987"/>
                    </a:cubicBezTo>
                    <a:cubicBezTo>
                      <a:pt x="0" y="27676"/>
                      <a:pt x="55076" y="0"/>
                      <a:pt x="125391" y="0"/>
                    </a:cubicBezTo>
                    <a:cubicBezTo>
                      <a:pt x="195706" y="0"/>
                      <a:pt x="250782" y="27676"/>
                      <a:pt x="250782" y="62987"/>
                    </a:cubicBezTo>
                    <a:cubicBezTo>
                      <a:pt x="250782" y="98297"/>
                      <a:pt x="195706" y="125974"/>
                      <a:pt x="125391" y="125974"/>
                    </a:cubicBezTo>
                    <a:close/>
                    <a:moveTo>
                      <a:pt x="125391" y="14157"/>
                    </a:moveTo>
                    <a:cubicBezTo>
                      <a:pt x="58851" y="14157"/>
                      <a:pt x="14158" y="39391"/>
                      <a:pt x="14158" y="62987"/>
                    </a:cubicBezTo>
                    <a:cubicBezTo>
                      <a:pt x="14158" y="86583"/>
                      <a:pt x="58851" y="111816"/>
                      <a:pt x="125391" y="111816"/>
                    </a:cubicBezTo>
                    <a:cubicBezTo>
                      <a:pt x="191931" y="111816"/>
                      <a:pt x="236624" y="86583"/>
                      <a:pt x="236624" y="62987"/>
                    </a:cubicBezTo>
                    <a:cubicBezTo>
                      <a:pt x="236624" y="39391"/>
                      <a:pt x="191931" y="14157"/>
                      <a:pt x="125391" y="14157"/>
                    </a:cubicBezTo>
                    <a:close/>
                  </a:path>
                </a:pathLst>
              </a:custGeom>
              <a:solidFill>
                <a:srgbClr val="262626"/>
              </a:solidFill>
              <a:ln w="27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782" name="Forma Livre: Forma 781">
                <a:extLst>
                  <a:ext uri="{FF2B5EF4-FFF2-40B4-BE49-F238E27FC236}">
                    <a16:creationId xmlns:a16="http://schemas.microsoft.com/office/drawing/2014/main" id="{8B2E5C46-3220-4B0F-3CF6-2987AE395016}"/>
                  </a:ext>
                </a:extLst>
              </p:cNvPr>
              <p:cNvSpPr/>
              <p:nvPr/>
            </p:nvSpPr>
            <p:spPr>
              <a:xfrm>
                <a:off x="7863753" y="3596961"/>
                <a:ext cx="130415" cy="130415"/>
              </a:xfrm>
              <a:custGeom>
                <a:avLst/>
                <a:gdLst>
                  <a:gd name="connsiteX0" fmla="*/ 65208 w 130415"/>
                  <a:gd name="connsiteY0" fmla="*/ 130415 h 130415"/>
                  <a:gd name="connsiteX1" fmla="*/ 0 w 130415"/>
                  <a:gd name="connsiteY1" fmla="*/ 65208 h 130415"/>
                  <a:gd name="connsiteX2" fmla="*/ 65208 w 130415"/>
                  <a:gd name="connsiteY2" fmla="*/ 0 h 130415"/>
                  <a:gd name="connsiteX3" fmla="*/ 130415 w 130415"/>
                  <a:gd name="connsiteY3" fmla="*/ 65208 h 130415"/>
                  <a:gd name="connsiteX4" fmla="*/ 65208 w 130415"/>
                  <a:gd name="connsiteY4" fmla="*/ 130415 h 130415"/>
                  <a:gd name="connsiteX5" fmla="*/ 65208 w 130415"/>
                  <a:gd name="connsiteY5" fmla="*/ 14185 h 130415"/>
                  <a:gd name="connsiteX6" fmla="*/ 14158 w 130415"/>
                  <a:gd name="connsiteY6" fmla="*/ 65235 h 130415"/>
                  <a:gd name="connsiteX7" fmla="*/ 65208 w 130415"/>
                  <a:gd name="connsiteY7" fmla="*/ 116286 h 130415"/>
                  <a:gd name="connsiteX8" fmla="*/ 116258 w 130415"/>
                  <a:gd name="connsiteY8" fmla="*/ 65235 h 130415"/>
                  <a:gd name="connsiteX9" fmla="*/ 65208 w 130415"/>
                  <a:gd name="connsiteY9" fmla="*/ 14185 h 1304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0415" h="130415">
                    <a:moveTo>
                      <a:pt x="65208" y="130415"/>
                    </a:moveTo>
                    <a:cubicBezTo>
                      <a:pt x="29259" y="130415"/>
                      <a:pt x="0" y="101157"/>
                      <a:pt x="0" y="65208"/>
                    </a:cubicBezTo>
                    <a:cubicBezTo>
                      <a:pt x="0" y="29259"/>
                      <a:pt x="29259" y="0"/>
                      <a:pt x="65208" y="0"/>
                    </a:cubicBezTo>
                    <a:cubicBezTo>
                      <a:pt x="101157" y="0"/>
                      <a:pt x="130415" y="29259"/>
                      <a:pt x="130415" y="65208"/>
                    </a:cubicBezTo>
                    <a:cubicBezTo>
                      <a:pt x="130415" y="101157"/>
                      <a:pt x="101157" y="130415"/>
                      <a:pt x="65208" y="130415"/>
                    </a:cubicBezTo>
                    <a:close/>
                    <a:moveTo>
                      <a:pt x="65208" y="14185"/>
                    </a:moveTo>
                    <a:cubicBezTo>
                      <a:pt x="37060" y="14185"/>
                      <a:pt x="14158" y="37087"/>
                      <a:pt x="14158" y="65235"/>
                    </a:cubicBezTo>
                    <a:cubicBezTo>
                      <a:pt x="14158" y="93384"/>
                      <a:pt x="37060" y="116286"/>
                      <a:pt x="65208" y="116286"/>
                    </a:cubicBezTo>
                    <a:cubicBezTo>
                      <a:pt x="93356" y="116286"/>
                      <a:pt x="116258" y="93384"/>
                      <a:pt x="116258" y="65235"/>
                    </a:cubicBezTo>
                    <a:cubicBezTo>
                      <a:pt x="116258" y="37087"/>
                      <a:pt x="93356" y="14185"/>
                      <a:pt x="65208" y="14185"/>
                    </a:cubicBezTo>
                    <a:close/>
                  </a:path>
                </a:pathLst>
              </a:custGeom>
              <a:solidFill>
                <a:srgbClr val="262626"/>
              </a:solidFill>
              <a:ln w="27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grpSp>
        <p:nvGrpSpPr>
          <p:cNvPr id="783" name="Gráfico 2">
            <a:extLst>
              <a:ext uri="{FF2B5EF4-FFF2-40B4-BE49-F238E27FC236}">
                <a16:creationId xmlns:a16="http://schemas.microsoft.com/office/drawing/2014/main" id="{42FFA090-207E-E2DF-1A23-908CE6847149}"/>
              </a:ext>
            </a:extLst>
          </p:cNvPr>
          <p:cNvGrpSpPr/>
          <p:nvPr/>
        </p:nvGrpSpPr>
        <p:grpSpPr>
          <a:xfrm>
            <a:off x="1937754" y="5293515"/>
            <a:ext cx="544198" cy="567878"/>
            <a:chOff x="1902012" y="5256218"/>
            <a:chExt cx="615682" cy="642472"/>
          </a:xfrm>
          <a:solidFill>
            <a:srgbClr val="262626"/>
          </a:solidFill>
        </p:grpSpPr>
        <p:grpSp>
          <p:nvGrpSpPr>
            <p:cNvPr id="784" name="Gráfico 2">
              <a:extLst>
                <a:ext uri="{FF2B5EF4-FFF2-40B4-BE49-F238E27FC236}">
                  <a16:creationId xmlns:a16="http://schemas.microsoft.com/office/drawing/2014/main" id="{A5908F4A-EE80-EC22-B72A-67CD24E24A44}"/>
                </a:ext>
              </a:extLst>
            </p:cNvPr>
            <p:cNvGrpSpPr/>
            <p:nvPr/>
          </p:nvGrpSpPr>
          <p:grpSpPr>
            <a:xfrm>
              <a:off x="1902012" y="5256218"/>
              <a:ext cx="589116" cy="642472"/>
              <a:chOff x="1902012" y="5256218"/>
              <a:chExt cx="589116" cy="642472"/>
            </a:xfrm>
            <a:solidFill>
              <a:srgbClr val="262626"/>
            </a:solidFill>
          </p:grpSpPr>
          <p:sp>
            <p:nvSpPr>
              <p:cNvPr id="791" name="Forma Livre: Forma 790">
                <a:extLst>
                  <a:ext uri="{FF2B5EF4-FFF2-40B4-BE49-F238E27FC236}">
                    <a16:creationId xmlns:a16="http://schemas.microsoft.com/office/drawing/2014/main" id="{67EBC951-CFD3-169E-2B9D-B1A6D0945125}"/>
                  </a:ext>
                </a:extLst>
              </p:cNvPr>
              <p:cNvSpPr/>
              <p:nvPr/>
            </p:nvSpPr>
            <p:spPr>
              <a:xfrm>
                <a:off x="1974681" y="5650974"/>
                <a:ext cx="175072" cy="175096"/>
              </a:xfrm>
              <a:custGeom>
                <a:avLst/>
                <a:gdLst>
                  <a:gd name="connsiteX0" fmla="*/ 143022 w 175072"/>
                  <a:gd name="connsiteY0" fmla="*/ 175069 h 175096"/>
                  <a:gd name="connsiteX1" fmla="*/ 47306 w 175072"/>
                  <a:gd name="connsiteY1" fmla="*/ 127766 h 175096"/>
                  <a:gd name="connsiteX2" fmla="*/ 7554 w 175072"/>
                  <a:gd name="connsiteY2" fmla="*/ 7567 h 175096"/>
                  <a:gd name="connsiteX3" fmla="*/ 127754 w 175072"/>
                  <a:gd name="connsiteY3" fmla="*/ 47319 h 175096"/>
                  <a:gd name="connsiteX4" fmla="*/ 167506 w 175072"/>
                  <a:gd name="connsiteY4" fmla="*/ 167518 h 175096"/>
                  <a:gd name="connsiteX5" fmla="*/ 167506 w 175072"/>
                  <a:gd name="connsiteY5" fmla="*/ 167518 h 175096"/>
                  <a:gd name="connsiteX6" fmla="*/ 143022 w 175072"/>
                  <a:gd name="connsiteY6" fmla="*/ 175097 h 175096"/>
                  <a:gd name="connsiteX7" fmla="*/ 162509 w 175072"/>
                  <a:gd name="connsiteY7" fmla="*/ 162494 h 175096"/>
                  <a:gd name="connsiteX8" fmla="*/ 162565 w 175072"/>
                  <a:gd name="connsiteY8" fmla="*/ 162494 h 175096"/>
                  <a:gd name="connsiteX9" fmla="*/ 162509 w 175072"/>
                  <a:gd name="connsiteY9" fmla="*/ 162494 h 175096"/>
                  <a:gd name="connsiteX10" fmla="*/ 32149 w 175072"/>
                  <a:gd name="connsiteY10" fmla="*/ 13951 h 175096"/>
                  <a:gd name="connsiteX11" fmla="*/ 17576 w 175072"/>
                  <a:gd name="connsiteY11" fmla="*/ 17588 h 175096"/>
                  <a:gd name="connsiteX12" fmla="*/ 57328 w 175072"/>
                  <a:gd name="connsiteY12" fmla="*/ 117745 h 175096"/>
                  <a:gd name="connsiteX13" fmla="*/ 157513 w 175072"/>
                  <a:gd name="connsiteY13" fmla="*/ 157497 h 175096"/>
                  <a:gd name="connsiteX14" fmla="*/ 157929 w 175072"/>
                  <a:gd name="connsiteY14" fmla="*/ 122103 h 175096"/>
                  <a:gd name="connsiteX15" fmla="*/ 117761 w 175072"/>
                  <a:gd name="connsiteY15" fmla="*/ 57312 h 175096"/>
                  <a:gd name="connsiteX16" fmla="*/ 52969 w 175072"/>
                  <a:gd name="connsiteY16" fmla="*/ 17144 h 175096"/>
                  <a:gd name="connsiteX17" fmla="*/ 32149 w 175072"/>
                  <a:gd name="connsiteY17" fmla="*/ 13924 h 17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75072" h="175096">
                    <a:moveTo>
                      <a:pt x="143022" y="175069"/>
                    </a:moveTo>
                    <a:cubicBezTo>
                      <a:pt x="118010" y="175069"/>
                      <a:pt x="80729" y="161161"/>
                      <a:pt x="47306" y="127766"/>
                    </a:cubicBezTo>
                    <a:cubicBezTo>
                      <a:pt x="-774" y="79686"/>
                      <a:pt x="-8435" y="23584"/>
                      <a:pt x="7554" y="7567"/>
                    </a:cubicBezTo>
                    <a:cubicBezTo>
                      <a:pt x="23572" y="-8451"/>
                      <a:pt x="79674" y="-761"/>
                      <a:pt x="127754" y="47319"/>
                    </a:cubicBezTo>
                    <a:cubicBezTo>
                      <a:pt x="175834" y="95399"/>
                      <a:pt x="183523" y="151501"/>
                      <a:pt x="167506" y="167518"/>
                    </a:cubicBezTo>
                    <a:lnTo>
                      <a:pt x="167506" y="167518"/>
                    </a:lnTo>
                    <a:cubicBezTo>
                      <a:pt x="162620" y="172404"/>
                      <a:pt x="154015" y="175097"/>
                      <a:pt x="143022" y="175097"/>
                    </a:cubicBezTo>
                    <a:close/>
                    <a:moveTo>
                      <a:pt x="162509" y="162494"/>
                    </a:moveTo>
                    <a:lnTo>
                      <a:pt x="162565" y="162494"/>
                    </a:lnTo>
                    <a:lnTo>
                      <a:pt x="162509" y="162494"/>
                    </a:lnTo>
                    <a:close/>
                    <a:moveTo>
                      <a:pt x="32149" y="13951"/>
                    </a:moveTo>
                    <a:cubicBezTo>
                      <a:pt x="24404" y="13951"/>
                      <a:pt x="19491" y="15700"/>
                      <a:pt x="17576" y="17588"/>
                    </a:cubicBezTo>
                    <a:cubicBezTo>
                      <a:pt x="9803" y="25361"/>
                      <a:pt x="11413" y="71858"/>
                      <a:pt x="57328" y="117745"/>
                    </a:cubicBezTo>
                    <a:cubicBezTo>
                      <a:pt x="103214" y="163632"/>
                      <a:pt x="149740" y="165242"/>
                      <a:pt x="157513" y="157497"/>
                    </a:cubicBezTo>
                    <a:cubicBezTo>
                      <a:pt x="160760" y="154249"/>
                      <a:pt x="163564" y="142146"/>
                      <a:pt x="157929" y="122103"/>
                    </a:cubicBezTo>
                    <a:cubicBezTo>
                      <a:pt x="151711" y="100007"/>
                      <a:pt x="137470" y="76994"/>
                      <a:pt x="117761" y="57312"/>
                    </a:cubicBezTo>
                    <a:cubicBezTo>
                      <a:pt x="98079" y="37630"/>
                      <a:pt x="75066" y="23362"/>
                      <a:pt x="52969" y="17144"/>
                    </a:cubicBezTo>
                    <a:cubicBezTo>
                      <a:pt x="44641" y="14812"/>
                      <a:pt x="37674" y="13924"/>
                      <a:pt x="32149" y="13924"/>
                    </a:cubicBezTo>
                    <a:close/>
                  </a:path>
                </a:pathLst>
              </a:custGeom>
              <a:solidFill>
                <a:srgbClr val="262626"/>
              </a:solidFill>
              <a:ln w="27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grpSp>
            <p:nvGrpSpPr>
              <p:cNvPr id="792" name="Gráfico 2">
                <a:extLst>
                  <a:ext uri="{FF2B5EF4-FFF2-40B4-BE49-F238E27FC236}">
                    <a16:creationId xmlns:a16="http://schemas.microsoft.com/office/drawing/2014/main" id="{1C7C9F1E-114E-B7E1-5E01-54473BB5E2C6}"/>
                  </a:ext>
                </a:extLst>
              </p:cNvPr>
              <p:cNvGrpSpPr/>
              <p:nvPr/>
            </p:nvGrpSpPr>
            <p:grpSpPr>
              <a:xfrm>
                <a:off x="1902012" y="5256218"/>
                <a:ext cx="589116" cy="642472"/>
                <a:chOff x="1902012" y="5256218"/>
                <a:chExt cx="589116" cy="642472"/>
              </a:xfrm>
              <a:solidFill>
                <a:srgbClr val="262626"/>
              </a:solidFill>
            </p:grpSpPr>
            <p:sp>
              <p:nvSpPr>
                <p:cNvPr id="793" name="Forma Livre: Forma 792">
                  <a:extLst>
                    <a:ext uri="{FF2B5EF4-FFF2-40B4-BE49-F238E27FC236}">
                      <a16:creationId xmlns:a16="http://schemas.microsoft.com/office/drawing/2014/main" id="{FA7623A4-749F-CFAF-58DD-9D31EB6F09EF}"/>
                    </a:ext>
                  </a:extLst>
                </p:cNvPr>
                <p:cNvSpPr/>
                <p:nvPr/>
              </p:nvSpPr>
              <p:spPr>
                <a:xfrm>
                  <a:off x="1902012" y="5309517"/>
                  <a:ext cx="589116" cy="589173"/>
                </a:xfrm>
                <a:custGeom>
                  <a:avLst/>
                  <a:gdLst>
                    <a:gd name="connsiteX0" fmla="*/ 215719 w 589116"/>
                    <a:gd name="connsiteY0" fmla="*/ 589173 h 589173"/>
                    <a:gd name="connsiteX1" fmla="*/ 68509 w 589116"/>
                    <a:gd name="connsiteY1" fmla="*/ 520662 h 589173"/>
                    <a:gd name="connsiteX2" fmla="*/ 28757 w 589116"/>
                    <a:gd name="connsiteY2" fmla="*/ 297557 h 589173"/>
                    <a:gd name="connsiteX3" fmla="*/ 221827 w 589116"/>
                    <a:gd name="connsiteY3" fmla="*/ 311437 h 589173"/>
                    <a:gd name="connsiteX4" fmla="*/ 531182 w 589116"/>
                    <a:gd name="connsiteY4" fmla="*/ 2082 h 589173"/>
                    <a:gd name="connsiteX5" fmla="*/ 536178 w 589116"/>
                    <a:gd name="connsiteY5" fmla="*/ 0 h 589173"/>
                    <a:gd name="connsiteX6" fmla="*/ 536178 w 589116"/>
                    <a:gd name="connsiteY6" fmla="*/ 0 h 589173"/>
                    <a:gd name="connsiteX7" fmla="*/ 541175 w 589116"/>
                    <a:gd name="connsiteY7" fmla="*/ 2082 h 589173"/>
                    <a:gd name="connsiteX8" fmla="*/ 587034 w 589116"/>
                    <a:gd name="connsiteY8" fmla="*/ 47941 h 589173"/>
                    <a:gd name="connsiteX9" fmla="*/ 587034 w 589116"/>
                    <a:gd name="connsiteY9" fmla="*/ 57962 h 589173"/>
                    <a:gd name="connsiteX10" fmla="*/ 277679 w 589116"/>
                    <a:gd name="connsiteY10" fmla="*/ 367345 h 589173"/>
                    <a:gd name="connsiteX11" fmla="*/ 291587 w 589116"/>
                    <a:gd name="connsiteY11" fmla="*/ 560414 h 589173"/>
                    <a:gd name="connsiteX12" fmla="*/ 215692 w 589116"/>
                    <a:gd name="connsiteY12" fmla="*/ 589173 h 589173"/>
                    <a:gd name="connsiteX13" fmla="*/ 104958 w 589116"/>
                    <a:gd name="connsiteY13" fmla="*/ 282678 h 589173"/>
                    <a:gd name="connsiteX14" fmla="*/ 38779 w 589116"/>
                    <a:gd name="connsiteY14" fmla="*/ 307578 h 589173"/>
                    <a:gd name="connsiteX15" fmla="*/ 78531 w 589116"/>
                    <a:gd name="connsiteY15" fmla="*/ 510669 h 589173"/>
                    <a:gd name="connsiteX16" fmla="*/ 281621 w 589116"/>
                    <a:gd name="connsiteY16" fmla="*/ 550421 h 589173"/>
                    <a:gd name="connsiteX17" fmla="*/ 262745 w 589116"/>
                    <a:gd name="connsiteY17" fmla="*/ 371037 h 589173"/>
                    <a:gd name="connsiteX18" fmla="*/ 263522 w 589116"/>
                    <a:gd name="connsiteY18" fmla="*/ 361515 h 589173"/>
                    <a:gd name="connsiteX19" fmla="*/ 263827 w 589116"/>
                    <a:gd name="connsiteY19" fmla="*/ 361238 h 589173"/>
                    <a:gd name="connsiteX20" fmla="*/ 572072 w 589116"/>
                    <a:gd name="connsiteY20" fmla="*/ 52993 h 589173"/>
                    <a:gd name="connsiteX21" fmla="*/ 536206 w 589116"/>
                    <a:gd name="connsiteY21" fmla="*/ 17128 h 589173"/>
                    <a:gd name="connsiteX22" fmla="*/ 389718 w 589116"/>
                    <a:gd name="connsiteY22" fmla="*/ 163644 h 589173"/>
                    <a:gd name="connsiteX23" fmla="*/ 227934 w 589116"/>
                    <a:gd name="connsiteY23" fmla="*/ 325400 h 589173"/>
                    <a:gd name="connsiteX24" fmla="*/ 227878 w 589116"/>
                    <a:gd name="connsiteY24" fmla="*/ 325456 h 589173"/>
                    <a:gd name="connsiteX25" fmla="*/ 218190 w 589116"/>
                    <a:gd name="connsiteY25" fmla="*/ 326455 h 589173"/>
                    <a:gd name="connsiteX26" fmla="*/ 104958 w 589116"/>
                    <a:gd name="connsiteY26" fmla="*/ 282705 h 5891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589116" h="589173">
                      <a:moveTo>
                        <a:pt x="215719" y="589173"/>
                      </a:moveTo>
                      <a:cubicBezTo>
                        <a:pt x="168167" y="589173"/>
                        <a:pt x="113119" y="565272"/>
                        <a:pt x="68509" y="520662"/>
                      </a:cubicBezTo>
                      <a:cubicBezTo>
                        <a:pt x="-3944" y="448181"/>
                        <a:pt x="-21793" y="348107"/>
                        <a:pt x="28757" y="297557"/>
                      </a:cubicBezTo>
                      <a:cubicBezTo>
                        <a:pt x="72118" y="254196"/>
                        <a:pt x="152538" y="260275"/>
                        <a:pt x="221827" y="311437"/>
                      </a:cubicBezTo>
                      <a:lnTo>
                        <a:pt x="531182" y="2082"/>
                      </a:lnTo>
                      <a:cubicBezTo>
                        <a:pt x="532514" y="749"/>
                        <a:pt x="534318" y="0"/>
                        <a:pt x="536178" y="0"/>
                      </a:cubicBezTo>
                      <a:lnTo>
                        <a:pt x="536178" y="0"/>
                      </a:lnTo>
                      <a:cubicBezTo>
                        <a:pt x="538066" y="0"/>
                        <a:pt x="539843" y="749"/>
                        <a:pt x="541175" y="2082"/>
                      </a:cubicBezTo>
                      <a:lnTo>
                        <a:pt x="587034" y="47941"/>
                      </a:lnTo>
                      <a:cubicBezTo>
                        <a:pt x="589810" y="50717"/>
                        <a:pt x="589810" y="55186"/>
                        <a:pt x="587034" y="57962"/>
                      </a:cubicBezTo>
                      <a:lnTo>
                        <a:pt x="277679" y="367345"/>
                      </a:lnTo>
                      <a:cubicBezTo>
                        <a:pt x="328868" y="436606"/>
                        <a:pt x="334948" y="517053"/>
                        <a:pt x="291587" y="560414"/>
                      </a:cubicBezTo>
                      <a:cubicBezTo>
                        <a:pt x="272155" y="579846"/>
                        <a:pt x="245395" y="589173"/>
                        <a:pt x="215692" y="589173"/>
                      </a:cubicBezTo>
                      <a:close/>
                      <a:moveTo>
                        <a:pt x="104958" y="282678"/>
                      </a:moveTo>
                      <a:cubicBezTo>
                        <a:pt x="78753" y="282678"/>
                        <a:pt x="55490" y="290839"/>
                        <a:pt x="38779" y="307578"/>
                      </a:cubicBezTo>
                      <a:cubicBezTo>
                        <a:pt x="-6248" y="352605"/>
                        <a:pt x="11574" y="443712"/>
                        <a:pt x="78531" y="510669"/>
                      </a:cubicBezTo>
                      <a:cubicBezTo>
                        <a:pt x="145487" y="577625"/>
                        <a:pt x="236567" y="595447"/>
                        <a:pt x="281621" y="550421"/>
                      </a:cubicBezTo>
                      <a:cubicBezTo>
                        <a:pt x="320929" y="511113"/>
                        <a:pt x="312990" y="435689"/>
                        <a:pt x="262745" y="371037"/>
                      </a:cubicBezTo>
                      <a:cubicBezTo>
                        <a:pt x="260496" y="368150"/>
                        <a:pt x="260829" y="364014"/>
                        <a:pt x="263522" y="361515"/>
                      </a:cubicBezTo>
                      <a:cubicBezTo>
                        <a:pt x="263633" y="361432"/>
                        <a:pt x="263716" y="361321"/>
                        <a:pt x="263827" y="361238"/>
                      </a:cubicBezTo>
                      <a:lnTo>
                        <a:pt x="572072" y="52993"/>
                      </a:lnTo>
                      <a:lnTo>
                        <a:pt x="536206" y="17128"/>
                      </a:lnTo>
                      <a:lnTo>
                        <a:pt x="389718" y="163644"/>
                      </a:lnTo>
                      <a:lnTo>
                        <a:pt x="227934" y="325400"/>
                      </a:lnTo>
                      <a:cubicBezTo>
                        <a:pt x="227934" y="325400"/>
                        <a:pt x="227906" y="325456"/>
                        <a:pt x="227878" y="325456"/>
                      </a:cubicBezTo>
                      <a:cubicBezTo>
                        <a:pt x="225435" y="328315"/>
                        <a:pt x="221160" y="328787"/>
                        <a:pt x="218190" y="326455"/>
                      </a:cubicBezTo>
                      <a:cubicBezTo>
                        <a:pt x="181047" y="297585"/>
                        <a:pt x="140324" y="282705"/>
                        <a:pt x="104958" y="282705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277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794" name="Forma Livre: Forma 793">
                  <a:extLst>
                    <a:ext uri="{FF2B5EF4-FFF2-40B4-BE49-F238E27FC236}">
                      <a16:creationId xmlns:a16="http://schemas.microsoft.com/office/drawing/2014/main" id="{A66020DC-02B8-3BFA-9F1A-1170FC678961}"/>
                    </a:ext>
                  </a:extLst>
                </p:cNvPr>
                <p:cNvSpPr/>
                <p:nvPr/>
              </p:nvSpPr>
              <p:spPr>
                <a:xfrm>
                  <a:off x="2203287" y="5256218"/>
                  <a:ext cx="219052" cy="218996"/>
                </a:xfrm>
                <a:custGeom>
                  <a:avLst/>
                  <a:gdLst>
                    <a:gd name="connsiteX0" fmla="*/ 83446 w 219052"/>
                    <a:gd name="connsiteY0" fmla="*/ 218997 h 218996"/>
                    <a:gd name="connsiteX1" fmla="*/ 78449 w 219052"/>
                    <a:gd name="connsiteY1" fmla="*/ 216915 h 218996"/>
                    <a:gd name="connsiteX2" fmla="*/ 2082 w 219052"/>
                    <a:gd name="connsiteY2" fmla="*/ 140548 h 218996"/>
                    <a:gd name="connsiteX3" fmla="*/ 2082 w 219052"/>
                    <a:gd name="connsiteY3" fmla="*/ 130526 h 218996"/>
                    <a:gd name="connsiteX4" fmla="*/ 39252 w 219052"/>
                    <a:gd name="connsiteY4" fmla="*/ 93328 h 218996"/>
                    <a:gd name="connsiteX5" fmla="*/ 49274 w 219052"/>
                    <a:gd name="connsiteY5" fmla="*/ 93328 h 218996"/>
                    <a:gd name="connsiteX6" fmla="*/ 97936 w 219052"/>
                    <a:gd name="connsiteY6" fmla="*/ 97881 h 218996"/>
                    <a:gd name="connsiteX7" fmla="*/ 93384 w 219052"/>
                    <a:gd name="connsiteY7" fmla="*/ 49218 h 218996"/>
                    <a:gd name="connsiteX8" fmla="*/ 93384 w 219052"/>
                    <a:gd name="connsiteY8" fmla="*/ 39197 h 218996"/>
                    <a:gd name="connsiteX9" fmla="*/ 130554 w 219052"/>
                    <a:gd name="connsiteY9" fmla="*/ 1999 h 218996"/>
                    <a:gd name="connsiteX10" fmla="*/ 140575 w 219052"/>
                    <a:gd name="connsiteY10" fmla="*/ 1999 h 218996"/>
                    <a:gd name="connsiteX11" fmla="*/ 216970 w 219052"/>
                    <a:gd name="connsiteY11" fmla="*/ 78366 h 218996"/>
                    <a:gd name="connsiteX12" fmla="*/ 219052 w 219052"/>
                    <a:gd name="connsiteY12" fmla="*/ 83363 h 218996"/>
                    <a:gd name="connsiteX13" fmla="*/ 216970 w 219052"/>
                    <a:gd name="connsiteY13" fmla="*/ 88359 h 218996"/>
                    <a:gd name="connsiteX14" fmla="*/ 88470 w 219052"/>
                    <a:gd name="connsiteY14" fmla="*/ 216859 h 218996"/>
                    <a:gd name="connsiteX15" fmla="*/ 83474 w 219052"/>
                    <a:gd name="connsiteY15" fmla="*/ 218941 h 218996"/>
                    <a:gd name="connsiteX16" fmla="*/ 17072 w 219052"/>
                    <a:gd name="connsiteY16" fmla="*/ 135551 h 218996"/>
                    <a:gd name="connsiteX17" fmla="*/ 83446 w 219052"/>
                    <a:gd name="connsiteY17" fmla="*/ 201925 h 218996"/>
                    <a:gd name="connsiteX18" fmla="*/ 201952 w 219052"/>
                    <a:gd name="connsiteY18" fmla="*/ 83418 h 218996"/>
                    <a:gd name="connsiteX19" fmla="*/ 135579 w 219052"/>
                    <a:gd name="connsiteY19" fmla="*/ 17045 h 218996"/>
                    <a:gd name="connsiteX20" fmla="*/ 108041 w 219052"/>
                    <a:gd name="connsiteY20" fmla="*/ 44582 h 218996"/>
                    <a:gd name="connsiteX21" fmla="*/ 107958 w 219052"/>
                    <a:gd name="connsiteY21" fmla="*/ 107902 h 218996"/>
                    <a:gd name="connsiteX22" fmla="*/ 44638 w 219052"/>
                    <a:gd name="connsiteY22" fmla="*/ 107985 h 218996"/>
                    <a:gd name="connsiteX23" fmla="*/ 17100 w 219052"/>
                    <a:gd name="connsiteY23" fmla="*/ 135523 h 2189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219052" h="218996">
                      <a:moveTo>
                        <a:pt x="83446" y="218997"/>
                      </a:moveTo>
                      <a:cubicBezTo>
                        <a:pt x="81641" y="218997"/>
                        <a:pt x="79809" y="218303"/>
                        <a:pt x="78449" y="216915"/>
                      </a:cubicBezTo>
                      <a:lnTo>
                        <a:pt x="2082" y="140548"/>
                      </a:lnTo>
                      <a:cubicBezTo>
                        <a:pt x="-694" y="137772"/>
                        <a:pt x="-694" y="133302"/>
                        <a:pt x="2082" y="130526"/>
                      </a:cubicBezTo>
                      <a:lnTo>
                        <a:pt x="39252" y="93328"/>
                      </a:lnTo>
                      <a:cubicBezTo>
                        <a:pt x="42028" y="90552"/>
                        <a:pt x="46498" y="90552"/>
                        <a:pt x="49274" y="93328"/>
                      </a:cubicBezTo>
                      <a:cubicBezTo>
                        <a:pt x="61571" y="105626"/>
                        <a:pt x="85528" y="110290"/>
                        <a:pt x="97936" y="97881"/>
                      </a:cubicBezTo>
                      <a:cubicBezTo>
                        <a:pt x="110345" y="85444"/>
                        <a:pt x="105681" y="61516"/>
                        <a:pt x="93384" y="49218"/>
                      </a:cubicBezTo>
                      <a:cubicBezTo>
                        <a:pt x="90608" y="46442"/>
                        <a:pt x="90608" y="41973"/>
                        <a:pt x="93384" y="39197"/>
                      </a:cubicBezTo>
                      <a:lnTo>
                        <a:pt x="130554" y="1999"/>
                      </a:lnTo>
                      <a:cubicBezTo>
                        <a:pt x="133219" y="-666"/>
                        <a:pt x="137911" y="-666"/>
                        <a:pt x="140575" y="1999"/>
                      </a:cubicBezTo>
                      <a:lnTo>
                        <a:pt x="216970" y="78366"/>
                      </a:lnTo>
                      <a:cubicBezTo>
                        <a:pt x="218303" y="79698"/>
                        <a:pt x="219052" y="81503"/>
                        <a:pt x="219052" y="83363"/>
                      </a:cubicBezTo>
                      <a:cubicBezTo>
                        <a:pt x="219052" y="85223"/>
                        <a:pt x="218303" y="87027"/>
                        <a:pt x="216970" y="88359"/>
                      </a:cubicBezTo>
                      <a:lnTo>
                        <a:pt x="88470" y="216859"/>
                      </a:lnTo>
                      <a:cubicBezTo>
                        <a:pt x="87082" y="218247"/>
                        <a:pt x="85278" y="218941"/>
                        <a:pt x="83474" y="218941"/>
                      </a:cubicBezTo>
                      <a:close/>
                      <a:moveTo>
                        <a:pt x="17072" y="135551"/>
                      </a:moveTo>
                      <a:lnTo>
                        <a:pt x="83446" y="201925"/>
                      </a:lnTo>
                      <a:lnTo>
                        <a:pt x="201952" y="83418"/>
                      </a:lnTo>
                      <a:lnTo>
                        <a:pt x="135579" y="17045"/>
                      </a:lnTo>
                      <a:lnTo>
                        <a:pt x="108041" y="44582"/>
                      </a:lnTo>
                      <a:cubicBezTo>
                        <a:pt x="121532" y="62682"/>
                        <a:pt x="124558" y="91302"/>
                        <a:pt x="107958" y="107902"/>
                      </a:cubicBezTo>
                      <a:cubicBezTo>
                        <a:pt x="91357" y="124503"/>
                        <a:pt x="62737" y="121504"/>
                        <a:pt x="44638" y="107985"/>
                      </a:cubicBezTo>
                      <a:lnTo>
                        <a:pt x="17100" y="135523"/>
                      </a:lnTo>
                      <a:close/>
                    </a:path>
                  </a:pathLst>
                </a:custGeom>
                <a:solidFill>
                  <a:srgbClr val="262626"/>
                </a:solidFill>
                <a:ln w="277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</p:grpSp>
        <p:grpSp>
          <p:nvGrpSpPr>
            <p:cNvPr id="785" name="Gráfico 2">
              <a:extLst>
                <a:ext uri="{FF2B5EF4-FFF2-40B4-BE49-F238E27FC236}">
                  <a16:creationId xmlns:a16="http://schemas.microsoft.com/office/drawing/2014/main" id="{1430160B-5F13-2580-22AB-D010BA98948F}"/>
                </a:ext>
              </a:extLst>
            </p:cNvPr>
            <p:cNvGrpSpPr/>
            <p:nvPr/>
          </p:nvGrpSpPr>
          <p:grpSpPr>
            <a:xfrm>
              <a:off x="2326568" y="5613514"/>
              <a:ext cx="191126" cy="102627"/>
              <a:chOff x="2326568" y="5613514"/>
              <a:chExt cx="191126" cy="102627"/>
            </a:xfrm>
            <a:solidFill>
              <a:srgbClr val="262626"/>
            </a:solidFill>
          </p:grpSpPr>
          <p:sp>
            <p:nvSpPr>
              <p:cNvPr id="789" name="Forma Livre: Forma 788">
                <a:extLst>
                  <a:ext uri="{FF2B5EF4-FFF2-40B4-BE49-F238E27FC236}">
                    <a16:creationId xmlns:a16="http://schemas.microsoft.com/office/drawing/2014/main" id="{573906AD-1038-4AB7-3C66-57A0E98DCAA6}"/>
                  </a:ext>
                </a:extLst>
              </p:cNvPr>
              <p:cNvSpPr/>
              <p:nvPr/>
            </p:nvSpPr>
            <p:spPr>
              <a:xfrm>
                <a:off x="2326568" y="5613514"/>
                <a:ext cx="191126" cy="14157"/>
              </a:xfrm>
              <a:custGeom>
                <a:avLst/>
                <a:gdLst>
                  <a:gd name="connsiteX0" fmla="*/ 184047 w 191126"/>
                  <a:gd name="connsiteY0" fmla="*/ 14158 h 14157"/>
                  <a:gd name="connsiteX1" fmla="*/ 7079 w 191126"/>
                  <a:gd name="connsiteY1" fmla="*/ 14158 h 14157"/>
                  <a:gd name="connsiteX2" fmla="*/ 0 w 191126"/>
                  <a:gd name="connsiteY2" fmla="*/ 7079 h 14157"/>
                  <a:gd name="connsiteX3" fmla="*/ 7079 w 191126"/>
                  <a:gd name="connsiteY3" fmla="*/ 0 h 14157"/>
                  <a:gd name="connsiteX4" fmla="*/ 184047 w 191126"/>
                  <a:gd name="connsiteY4" fmla="*/ 0 h 14157"/>
                  <a:gd name="connsiteX5" fmla="*/ 191126 w 191126"/>
                  <a:gd name="connsiteY5" fmla="*/ 7079 h 14157"/>
                  <a:gd name="connsiteX6" fmla="*/ 184047 w 191126"/>
                  <a:gd name="connsiteY6" fmla="*/ 14158 h 14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91126" h="14157">
                    <a:moveTo>
                      <a:pt x="184047" y="14158"/>
                    </a:moveTo>
                    <a:lnTo>
                      <a:pt x="7079" y="14158"/>
                    </a:lnTo>
                    <a:cubicBezTo>
                      <a:pt x="3165" y="14158"/>
                      <a:pt x="0" y="10993"/>
                      <a:pt x="0" y="7079"/>
                    </a:cubicBezTo>
                    <a:cubicBezTo>
                      <a:pt x="0" y="3165"/>
                      <a:pt x="3165" y="0"/>
                      <a:pt x="7079" y="0"/>
                    </a:cubicBezTo>
                    <a:lnTo>
                      <a:pt x="184047" y="0"/>
                    </a:lnTo>
                    <a:cubicBezTo>
                      <a:pt x="187961" y="0"/>
                      <a:pt x="191126" y="3165"/>
                      <a:pt x="191126" y="7079"/>
                    </a:cubicBezTo>
                    <a:cubicBezTo>
                      <a:pt x="191126" y="10993"/>
                      <a:pt x="187961" y="14158"/>
                      <a:pt x="184047" y="14158"/>
                    </a:cubicBezTo>
                    <a:close/>
                  </a:path>
                </a:pathLst>
              </a:custGeom>
              <a:solidFill>
                <a:srgbClr val="262626"/>
              </a:solidFill>
              <a:ln w="27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790" name="Forma Livre: Forma 789">
                <a:extLst>
                  <a:ext uri="{FF2B5EF4-FFF2-40B4-BE49-F238E27FC236}">
                    <a16:creationId xmlns:a16="http://schemas.microsoft.com/office/drawing/2014/main" id="{B4ED9E3F-3B35-9C56-5D47-6FEC2CB3AB10}"/>
                  </a:ext>
                </a:extLst>
              </p:cNvPr>
              <p:cNvSpPr/>
              <p:nvPr/>
            </p:nvSpPr>
            <p:spPr>
              <a:xfrm>
                <a:off x="2359574" y="5701985"/>
                <a:ext cx="83778" cy="14157"/>
              </a:xfrm>
              <a:custGeom>
                <a:avLst/>
                <a:gdLst>
                  <a:gd name="connsiteX0" fmla="*/ 76700 w 83778"/>
                  <a:gd name="connsiteY0" fmla="*/ 14157 h 14157"/>
                  <a:gd name="connsiteX1" fmla="*/ 7079 w 83778"/>
                  <a:gd name="connsiteY1" fmla="*/ 14157 h 14157"/>
                  <a:gd name="connsiteX2" fmla="*/ 0 w 83778"/>
                  <a:gd name="connsiteY2" fmla="*/ 7079 h 14157"/>
                  <a:gd name="connsiteX3" fmla="*/ 7079 w 83778"/>
                  <a:gd name="connsiteY3" fmla="*/ 0 h 14157"/>
                  <a:gd name="connsiteX4" fmla="*/ 76700 w 83778"/>
                  <a:gd name="connsiteY4" fmla="*/ 0 h 14157"/>
                  <a:gd name="connsiteX5" fmla="*/ 83779 w 83778"/>
                  <a:gd name="connsiteY5" fmla="*/ 7079 h 14157"/>
                  <a:gd name="connsiteX6" fmla="*/ 76700 w 83778"/>
                  <a:gd name="connsiteY6" fmla="*/ 14157 h 14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3778" h="14157">
                    <a:moveTo>
                      <a:pt x="76700" y="14157"/>
                    </a:moveTo>
                    <a:lnTo>
                      <a:pt x="7079" y="14157"/>
                    </a:lnTo>
                    <a:cubicBezTo>
                      <a:pt x="3165" y="14157"/>
                      <a:pt x="0" y="10993"/>
                      <a:pt x="0" y="7079"/>
                    </a:cubicBezTo>
                    <a:cubicBezTo>
                      <a:pt x="0" y="3164"/>
                      <a:pt x="3165" y="0"/>
                      <a:pt x="7079" y="0"/>
                    </a:cubicBezTo>
                    <a:lnTo>
                      <a:pt x="76700" y="0"/>
                    </a:lnTo>
                    <a:cubicBezTo>
                      <a:pt x="80614" y="0"/>
                      <a:pt x="83779" y="3164"/>
                      <a:pt x="83779" y="7079"/>
                    </a:cubicBezTo>
                    <a:cubicBezTo>
                      <a:pt x="83779" y="10993"/>
                      <a:pt x="80614" y="14157"/>
                      <a:pt x="76700" y="14157"/>
                    </a:cubicBezTo>
                    <a:close/>
                  </a:path>
                </a:pathLst>
              </a:custGeom>
              <a:solidFill>
                <a:srgbClr val="262626"/>
              </a:solidFill>
              <a:ln w="27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786" name="Gráfico 2">
              <a:extLst>
                <a:ext uri="{FF2B5EF4-FFF2-40B4-BE49-F238E27FC236}">
                  <a16:creationId xmlns:a16="http://schemas.microsoft.com/office/drawing/2014/main" id="{D5C9C61A-C3B5-E4B3-D544-9161CCC3F661}"/>
                </a:ext>
              </a:extLst>
            </p:cNvPr>
            <p:cNvGrpSpPr/>
            <p:nvPr/>
          </p:nvGrpSpPr>
          <p:grpSpPr>
            <a:xfrm>
              <a:off x="1927216" y="5383330"/>
              <a:ext cx="191126" cy="102655"/>
              <a:chOff x="1927216" y="5383330"/>
              <a:chExt cx="191126" cy="102655"/>
            </a:xfrm>
            <a:solidFill>
              <a:srgbClr val="262626"/>
            </a:solidFill>
          </p:grpSpPr>
          <p:sp>
            <p:nvSpPr>
              <p:cNvPr id="787" name="Forma Livre: Forma 786">
                <a:extLst>
                  <a:ext uri="{FF2B5EF4-FFF2-40B4-BE49-F238E27FC236}">
                    <a16:creationId xmlns:a16="http://schemas.microsoft.com/office/drawing/2014/main" id="{C8FCFBDD-B59E-BD99-BE91-069E071DE30A}"/>
                  </a:ext>
                </a:extLst>
              </p:cNvPr>
              <p:cNvSpPr/>
              <p:nvPr/>
            </p:nvSpPr>
            <p:spPr>
              <a:xfrm>
                <a:off x="1927216" y="5471828"/>
                <a:ext cx="191126" cy="14157"/>
              </a:xfrm>
              <a:custGeom>
                <a:avLst/>
                <a:gdLst>
                  <a:gd name="connsiteX0" fmla="*/ 184047 w 191126"/>
                  <a:gd name="connsiteY0" fmla="*/ 14157 h 14157"/>
                  <a:gd name="connsiteX1" fmla="*/ 7079 w 191126"/>
                  <a:gd name="connsiteY1" fmla="*/ 14157 h 14157"/>
                  <a:gd name="connsiteX2" fmla="*/ 0 w 191126"/>
                  <a:gd name="connsiteY2" fmla="*/ 7079 h 14157"/>
                  <a:gd name="connsiteX3" fmla="*/ 7079 w 191126"/>
                  <a:gd name="connsiteY3" fmla="*/ 0 h 14157"/>
                  <a:gd name="connsiteX4" fmla="*/ 184047 w 191126"/>
                  <a:gd name="connsiteY4" fmla="*/ 0 h 14157"/>
                  <a:gd name="connsiteX5" fmla="*/ 191126 w 191126"/>
                  <a:gd name="connsiteY5" fmla="*/ 7079 h 14157"/>
                  <a:gd name="connsiteX6" fmla="*/ 184047 w 191126"/>
                  <a:gd name="connsiteY6" fmla="*/ 14157 h 14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91126" h="14157">
                    <a:moveTo>
                      <a:pt x="184047" y="14157"/>
                    </a:moveTo>
                    <a:lnTo>
                      <a:pt x="7079" y="14157"/>
                    </a:lnTo>
                    <a:cubicBezTo>
                      <a:pt x="3165" y="14157"/>
                      <a:pt x="0" y="10993"/>
                      <a:pt x="0" y="7079"/>
                    </a:cubicBezTo>
                    <a:cubicBezTo>
                      <a:pt x="0" y="3165"/>
                      <a:pt x="3165" y="0"/>
                      <a:pt x="7079" y="0"/>
                    </a:cubicBezTo>
                    <a:lnTo>
                      <a:pt x="184047" y="0"/>
                    </a:lnTo>
                    <a:cubicBezTo>
                      <a:pt x="187961" y="0"/>
                      <a:pt x="191126" y="3165"/>
                      <a:pt x="191126" y="7079"/>
                    </a:cubicBezTo>
                    <a:cubicBezTo>
                      <a:pt x="191126" y="10993"/>
                      <a:pt x="187961" y="14157"/>
                      <a:pt x="184047" y="14157"/>
                    </a:cubicBezTo>
                    <a:close/>
                  </a:path>
                </a:pathLst>
              </a:custGeom>
              <a:solidFill>
                <a:srgbClr val="262626"/>
              </a:solidFill>
              <a:ln w="27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788" name="Forma Livre: Forma 787">
                <a:extLst>
                  <a:ext uri="{FF2B5EF4-FFF2-40B4-BE49-F238E27FC236}">
                    <a16:creationId xmlns:a16="http://schemas.microsoft.com/office/drawing/2014/main" id="{118944DC-44EF-3764-882B-EF3B3CE04847}"/>
                  </a:ext>
                </a:extLst>
              </p:cNvPr>
              <p:cNvSpPr/>
              <p:nvPr/>
            </p:nvSpPr>
            <p:spPr>
              <a:xfrm>
                <a:off x="2001529" y="5383330"/>
                <a:ext cx="83778" cy="14157"/>
              </a:xfrm>
              <a:custGeom>
                <a:avLst/>
                <a:gdLst>
                  <a:gd name="connsiteX0" fmla="*/ 76700 w 83778"/>
                  <a:gd name="connsiteY0" fmla="*/ 14158 h 14157"/>
                  <a:gd name="connsiteX1" fmla="*/ 7079 w 83778"/>
                  <a:gd name="connsiteY1" fmla="*/ 14158 h 14157"/>
                  <a:gd name="connsiteX2" fmla="*/ 0 w 83778"/>
                  <a:gd name="connsiteY2" fmla="*/ 7079 h 14157"/>
                  <a:gd name="connsiteX3" fmla="*/ 7079 w 83778"/>
                  <a:gd name="connsiteY3" fmla="*/ 0 h 14157"/>
                  <a:gd name="connsiteX4" fmla="*/ 76700 w 83778"/>
                  <a:gd name="connsiteY4" fmla="*/ 0 h 14157"/>
                  <a:gd name="connsiteX5" fmla="*/ 83779 w 83778"/>
                  <a:gd name="connsiteY5" fmla="*/ 7079 h 14157"/>
                  <a:gd name="connsiteX6" fmla="*/ 76700 w 83778"/>
                  <a:gd name="connsiteY6" fmla="*/ 14158 h 14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3778" h="14157">
                    <a:moveTo>
                      <a:pt x="76700" y="14158"/>
                    </a:moveTo>
                    <a:lnTo>
                      <a:pt x="7079" y="14158"/>
                    </a:lnTo>
                    <a:cubicBezTo>
                      <a:pt x="3165" y="14158"/>
                      <a:pt x="0" y="10993"/>
                      <a:pt x="0" y="7079"/>
                    </a:cubicBezTo>
                    <a:cubicBezTo>
                      <a:pt x="0" y="3165"/>
                      <a:pt x="3165" y="0"/>
                      <a:pt x="7079" y="0"/>
                    </a:cubicBezTo>
                    <a:lnTo>
                      <a:pt x="76700" y="0"/>
                    </a:lnTo>
                    <a:cubicBezTo>
                      <a:pt x="80614" y="0"/>
                      <a:pt x="83779" y="3165"/>
                      <a:pt x="83779" y="7079"/>
                    </a:cubicBezTo>
                    <a:cubicBezTo>
                      <a:pt x="83779" y="10993"/>
                      <a:pt x="80614" y="14158"/>
                      <a:pt x="76700" y="14158"/>
                    </a:cubicBezTo>
                    <a:close/>
                  </a:path>
                </a:pathLst>
              </a:custGeom>
              <a:solidFill>
                <a:srgbClr val="262626"/>
              </a:solidFill>
              <a:ln w="27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grpSp>
        <p:nvGrpSpPr>
          <p:cNvPr id="795" name="Gráfico 2">
            <a:extLst>
              <a:ext uri="{FF2B5EF4-FFF2-40B4-BE49-F238E27FC236}">
                <a16:creationId xmlns:a16="http://schemas.microsoft.com/office/drawing/2014/main" id="{92F73D51-F02F-B978-FC75-59A642A67E96}"/>
              </a:ext>
            </a:extLst>
          </p:cNvPr>
          <p:cNvGrpSpPr/>
          <p:nvPr/>
        </p:nvGrpSpPr>
        <p:grpSpPr>
          <a:xfrm>
            <a:off x="4802645" y="3475834"/>
            <a:ext cx="539144" cy="545266"/>
            <a:chOff x="4767234" y="3440021"/>
            <a:chExt cx="609965" cy="616891"/>
          </a:xfrm>
          <a:solidFill>
            <a:srgbClr val="262626"/>
          </a:solidFill>
        </p:grpSpPr>
        <p:sp>
          <p:nvSpPr>
            <p:cNvPr id="796" name="Forma Livre: Forma 795">
              <a:extLst>
                <a:ext uri="{FF2B5EF4-FFF2-40B4-BE49-F238E27FC236}">
                  <a16:creationId xmlns:a16="http://schemas.microsoft.com/office/drawing/2014/main" id="{79B1C3A4-E549-01FD-26D3-14306FC45E7C}"/>
                </a:ext>
              </a:extLst>
            </p:cNvPr>
            <p:cNvSpPr/>
            <p:nvPr/>
          </p:nvSpPr>
          <p:spPr>
            <a:xfrm>
              <a:off x="4767234" y="3440021"/>
              <a:ext cx="382750" cy="616891"/>
            </a:xfrm>
            <a:custGeom>
              <a:avLst/>
              <a:gdLst>
                <a:gd name="connsiteX0" fmla="*/ 189599 w 382750"/>
                <a:gd name="connsiteY0" fmla="*/ 616892 h 616891"/>
                <a:gd name="connsiteX1" fmla="*/ 185990 w 382750"/>
                <a:gd name="connsiteY1" fmla="*/ 615892 h 616891"/>
                <a:gd name="connsiteX2" fmla="*/ 22957 w 382750"/>
                <a:gd name="connsiteY2" fmla="*/ 446086 h 616891"/>
                <a:gd name="connsiteX3" fmla="*/ 22708 w 382750"/>
                <a:gd name="connsiteY3" fmla="*/ 445530 h 616891"/>
                <a:gd name="connsiteX4" fmla="*/ 0 w 382750"/>
                <a:gd name="connsiteY4" fmla="*/ 342569 h 616891"/>
                <a:gd name="connsiteX5" fmla="*/ 0 w 382750"/>
                <a:gd name="connsiteY5" fmla="*/ 76353 h 616891"/>
                <a:gd name="connsiteX6" fmla="*/ 7079 w 382750"/>
                <a:gd name="connsiteY6" fmla="*/ 69275 h 616891"/>
                <a:gd name="connsiteX7" fmla="*/ 265661 w 382750"/>
                <a:gd name="connsiteY7" fmla="*/ 1291 h 616891"/>
                <a:gd name="connsiteX8" fmla="*/ 273822 w 382750"/>
                <a:gd name="connsiteY8" fmla="*/ 1291 h 616891"/>
                <a:gd name="connsiteX9" fmla="*/ 377616 w 382750"/>
                <a:gd name="connsiteY9" fmla="*/ 48593 h 616891"/>
                <a:gd name="connsiteX10" fmla="*/ 382474 w 382750"/>
                <a:gd name="connsiteY10" fmla="*/ 57338 h 616891"/>
                <a:gd name="connsiteX11" fmla="*/ 373730 w 382750"/>
                <a:gd name="connsiteY11" fmla="*/ 62196 h 616891"/>
                <a:gd name="connsiteX12" fmla="*/ 269770 w 382750"/>
                <a:gd name="connsiteY12" fmla="*/ 15670 h 616891"/>
                <a:gd name="connsiteX13" fmla="*/ 14186 w 382750"/>
                <a:gd name="connsiteY13" fmla="*/ 83376 h 616891"/>
                <a:gd name="connsiteX14" fmla="*/ 14186 w 382750"/>
                <a:gd name="connsiteY14" fmla="*/ 342569 h 616891"/>
                <a:gd name="connsiteX15" fmla="*/ 35366 w 382750"/>
                <a:gd name="connsiteY15" fmla="*/ 439146 h 616891"/>
                <a:gd name="connsiteX16" fmla="*/ 35616 w 382750"/>
                <a:gd name="connsiteY16" fmla="*/ 439673 h 616891"/>
                <a:gd name="connsiteX17" fmla="*/ 193263 w 382750"/>
                <a:gd name="connsiteY17" fmla="*/ 603733 h 616891"/>
                <a:gd name="connsiteX18" fmla="*/ 195706 w 382750"/>
                <a:gd name="connsiteY18" fmla="*/ 613449 h 616891"/>
                <a:gd name="connsiteX19" fmla="*/ 189627 w 382750"/>
                <a:gd name="connsiteY19" fmla="*/ 616892 h 616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82750" h="616891">
                  <a:moveTo>
                    <a:pt x="189599" y="616892"/>
                  </a:moveTo>
                  <a:cubicBezTo>
                    <a:pt x="188378" y="616892"/>
                    <a:pt x="187101" y="616558"/>
                    <a:pt x="185990" y="615892"/>
                  </a:cubicBezTo>
                  <a:cubicBezTo>
                    <a:pt x="112177" y="571810"/>
                    <a:pt x="54270" y="511488"/>
                    <a:pt x="22957" y="446086"/>
                  </a:cubicBezTo>
                  <a:lnTo>
                    <a:pt x="22708" y="445530"/>
                  </a:lnTo>
                  <a:cubicBezTo>
                    <a:pt x="7801" y="414023"/>
                    <a:pt x="0" y="378546"/>
                    <a:pt x="0" y="342569"/>
                  </a:cubicBezTo>
                  <a:lnTo>
                    <a:pt x="0" y="76353"/>
                  </a:lnTo>
                  <a:cubicBezTo>
                    <a:pt x="0" y="72439"/>
                    <a:pt x="3165" y="69275"/>
                    <a:pt x="7079" y="69275"/>
                  </a:cubicBezTo>
                  <a:cubicBezTo>
                    <a:pt x="108513" y="69275"/>
                    <a:pt x="205173" y="43847"/>
                    <a:pt x="265661" y="1291"/>
                  </a:cubicBezTo>
                  <a:cubicBezTo>
                    <a:pt x="268104" y="-430"/>
                    <a:pt x="271352" y="-430"/>
                    <a:pt x="273822" y="1291"/>
                  </a:cubicBezTo>
                  <a:cubicBezTo>
                    <a:pt x="301332" y="20639"/>
                    <a:pt x="337226" y="37018"/>
                    <a:pt x="377616" y="48593"/>
                  </a:cubicBezTo>
                  <a:cubicBezTo>
                    <a:pt x="381364" y="49676"/>
                    <a:pt x="383557" y="53590"/>
                    <a:pt x="382474" y="57338"/>
                  </a:cubicBezTo>
                  <a:cubicBezTo>
                    <a:pt x="381391" y="61085"/>
                    <a:pt x="377450" y="63251"/>
                    <a:pt x="373730" y="62196"/>
                  </a:cubicBezTo>
                  <a:cubicBezTo>
                    <a:pt x="333201" y="50564"/>
                    <a:pt x="298251" y="34936"/>
                    <a:pt x="269770" y="15670"/>
                  </a:cubicBezTo>
                  <a:cubicBezTo>
                    <a:pt x="207476" y="57810"/>
                    <a:pt x="115009" y="82294"/>
                    <a:pt x="14186" y="83376"/>
                  </a:cubicBezTo>
                  <a:lnTo>
                    <a:pt x="14186" y="342569"/>
                  </a:lnTo>
                  <a:cubicBezTo>
                    <a:pt x="14186" y="376464"/>
                    <a:pt x="21514" y="409859"/>
                    <a:pt x="35366" y="439146"/>
                  </a:cubicBezTo>
                  <a:lnTo>
                    <a:pt x="35616" y="439673"/>
                  </a:lnTo>
                  <a:cubicBezTo>
                    <a:pt x="65874" y="502882"/>
                    <a:pt x="121810" y="561039"/>
                    <a:pt x="193263" y="603733"/>
                  </a:cubicBezTo>
                  <a:cubicBezTo>
                    <a:pt x="196623" y="605732"/>
                    <a:pt x="197705" y="610090"/>
                    <a:pt x="195706" y="613449"/>
                  </a:cubicBezTo>
                  <a:cubicBezTo>
                    <a:pt x="194374" y="615670"/>
                    <a:pt x="192042" y="616892"/>
                    <a:pt x="189627" y="616892"/>
                  </a:cubicBezTo>
                  <a:close/>
                </a:path>
              </a:pathLst>
            </a:custGeom>
            <a:solidFill>
              <a:srgbClr val="262626"/>
            </a:solidFill>
            <a:ln w="27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grpSp>
          <p:nvGrpSpPr>
            <p:cNvPr id="797" name="Gráfico 2">
              <a:extLst>
                <a:ext uri="{FF2B5EF4-FFF2-40B4-BE49-F238E27FC236}">
                  <a16:creationId xmlns:a16="http://schemas.microsoft.com/office/drawing/2014/main" id="{523EC82B-660B-7F16-82FE-8296AB7C71D8}"/>
                </a:ext>
              </a:extLst>
            </p:cNvPr>
            <p:cNvGrpSpPr/>
            <p:nvPr/>
          </p:nvGrpSpPr>
          <p:grpSpPr>
            <a:xfrm>
              <a:off x="4934637" y="3518623"/>
              <a:ext cx="442562" cy="521356"/>
              <a:chOff x="4934637" y="3518623"/>
              <a:chExt cx="442562" cy="521356"/>
            </a:xfrm>
            <a:solidFill>
              <a:srgbClr val="262626"/>
            </a:solidFill>
          </p:grpSpPr>
          <p:grpSp>
            <p:nvGrpSpPr>
              <p:cNvPr id="798" name="Gráfico 2">
                <a:extLst>
                  <a:ext uri="{FF2B5EF4-FFF2-40B4-BE49-F238E27FC236}">
                    <a16:creationId xmlns:a16="http://schemas.microsoft.com/office/drawing/2014/main" id="{13E7D917-01EB-6CAC-2191-B636D1553559}"/>
                  </a:ext>
                </a:extLst>
              </p:cNvPr>
              <p:cNvGrpSpPr/>
              <p:nvPr/>
            </p:nvGrpSpPr>
            <p:grpSpPr>
              <a:xfrm>
                <a:off x="5056741" y="3518623"/>
                <a:ext cx="308272" cy="451734"/>
                <a:chOff x="5056741" y="3518623"/>
                <a:chExt cx="308272" cy="451734"/>
              </a:xfrm>
              <a:solidFill>
                <a:srgbClr val="262626"/>
              </a:solidFill>
            </p:grpSpPr>
            <p:sp>
              <p:nvSpPr>
                <p:cNvPr id="802" name="Forma Livre: Forma 801">
                  <a:extLst>
                    <a:ext uri="{FF2B5EF4-FFF2-40B4-BE49-F238E27FC236}">
                      <a16:creationId xmlns:a16="http://schemas.microsoft.com/office/drawing/2014/main" id="{199BFBEF-A065-9DF8-5C02-D5A0734C8AD7}"/>
                    </a:ext>
                  </a:extLst>
                </p:cNvPr>
                <p:cNvSpPr/>
                <p:nvPr/>
              </p:nvSpPr>
              <p:spPr>
                <a:xfrm>
                  <a:off x="5128417" y="3518623"/>
                  <a:ext cx="164837" cy="164837"/>
                </a:xfrm>
                <a:custGeom>
                  <a:avLst/>
                  <a:gdLst>
                    <a:gd name="connsiteX0" fmla="*/ 82419 w 164837"/>
                    <a:gd name="connsiteY0" fmla="*/ 164838 h 164837"/>
                    <a:gd name="connsiteX1" fmla="*/ 0 w 164837"/>
                    <a:gd name="connsiteY1" fmla="*/ 82419 h 164837"/>
                    <a:gd name="connsiteX2" fmla="*/ 82419 w 164837"/>
                    <a:gd name="connsiteY2" fmla="*/ 0 h 164837"/>
                    <a:gd name="connsiteX3" fmla="*/ 164837 w 164837"/>
                    <a:gd name="connsiteY3" fmla="*/ 82419 h 164837"/>
                    <a:gd name="connsiteX4" fmla="*/ 82419 w 164837"/>
                    <a:gd name="connsiteY4" fmla="*/ 164838 h 164837"/>
                    <a:gd name="connsiteX5" fmla="*/ 82419 w 164837"/>
                    <a:gd name="connsiteY5" fmla="*/ 14185 h 164837"/>
                    <a:gd name="connsiteX6" fmla="*/ 14157 w 164837"/>
                    <a:gd name="connsiteY6" fmla="*/ 82447 h 164837"/>
                    <a:gd name="connsiteX7" fmla="*/ 82419 w 164837"/>
                    <a:gd name="connsiteY7" fmla="*/ 150708 h 164837"/>
                    <a:gd name="connsiteX8" fmla="*/ 150680 w 164837"/>
                    <a:gd name="connsiteY8" fmla="*/ 82447 h 164837"/>
                    <a:gd name="connsiteX9" fmla="*/ 82419 w 164837"/>
                    <a:gd name="connsiteY9" fmla="*/ 14185 h 164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64837" h="164837">
                      <a:moveTo>
                        <a:pt x="82419" y="164838"/>
                      </a:moveTo>
                      <a:cubicBezTo>
                        <a:pt x="36976" y="164838"/>
                        <a:pt x="0" y="127862"/>
                        <a:pt x="0" y="82419"/>
                      </a:cubicBezTo>
                      <a:cubicBezTo>
                        <a:pt x="0" y="36976"/>
                        <a:pt x="36976" y="0"/>
                        <a:pt x="82419" y="0"/>
                      </a:cubicBezTo>
                      <a:cubicBezTo>
                        <a:pt x="127861" y="0"/>
                        <a:pt x="164837" y="36976"/>
                        <a:pt x="164837" y="82419"/>
                      </a:cubicBezTo>
                      <a:cubicBezTo>
                        <a:pt x="164837" y="127862"/>
                        <a:pt x="127861" y="164838"/>
                        <a:pt x="82419" y="164838"/>
                      </a:cubicBezTo>
                      <a:close/>
                      <a:moveTo>
                        <a:pt x="82419" y="14185"/>
                      </a:moveTo>
                      <a:cubicBezTo>
                        <a:pt x="44776" y="14185"/>
                        <a:pt x="14157" y="44804"/>
                        <a:pt x="14157" y="82447"/>
                      </a:cubicBezTo>
                      <a:cubicBezTo>
                        <a:pt x="14157" y="120089"/>
                        <a:pt x="44776" y="150708"/>
                        <a:pt x="82419" y="150708"/>
                      </a:cubicBezTo>
                      <a:cubicBezTo>
                        <a:pt x="120061" y="150708"/>
                        <a:pt x="150680" y="120089"/>
                        <a:pt x="150680" y="82447"/>
                      </a:cubicBezTo>
                      <a:cubicBezTo>
                        <a:pt x="150680" y="44804"/>
                        <a:pt x="120061" y="14185"/>
                        <a:pt x="82419" y="14185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277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803" name="Forma Livre: Forma 802">
                  <a:extLst>
                    <a:ext uri="{FF2B5EF4-FFF2-40B4-BE49-F238E27FC236}">
                      <a16:creationId xmlns:a16="http://schemas.microsoft.com/office/drawing/2014/main" id="{93D2E661-BED9-3295-F188-8D723B92D3E7}"/>
                    </a:ext>
                  </a:extLst>
                </p:cNvPr>
                <p:cNvSpPr/>
                <p:nvPr/>
              </p:nvSpPr>
              <p:spPr>
                <a:xfrm>
                  <a:off x="5223216" y="3826951"/>
                  <a:ext cx="73535" cy="73035"/>
                </a:xfrm>
                <a:custGeom>
                  <a:avLst/>
                  <a:gdLst>
                    <a:gd name="connsiteX0" fmla="*/ 66457 w 73535"/>
                    <a:gd name="connsiteY0" fmla="*/ 73036 h 73035"/>
                    <a:gd name="connsiteX1" fmla="*/ 7079 w 73535"/>
                    <a:gd name="connsiteY1" fmla="*/ 73036 h 73035"/>
                    <a:gd name="connsiteX2" fmla="*/ 0 w 73535"/>
                    <a:gd name="connsiteY2" fmla="*/ 65957 h 73035"/>
                    <a:gd name="connsiteX3" fmla="*/ 7079 w 73535"/>
                    <a:gd name="connsiteY3" fmla="*/ 58878 h 73035"/>
                    <a:gd name="connsiteX4" fmla="*/ 59378 w 73535"/>
                    <a:gd name="connsiteY4" fmla="*/ 58878 h 73035"/>
                    <a:gd name="connsiteX5" fmla="*/ 59378 w 73535"/>
                    <a:gd name="connsiteY5" fmla="*/ 7079 h 73035"/>
                    <a:gd name="connsiteX6" fmla="*/ 66457 w 73535"/>
                    <a:gd name="connsiteY6" fmla="*/ 0 h 73035"/>
                    <a:gd name="connsiteX7" fmla="*/ 73536 w 73535"/>
                    <a:gd name="connsiteY7" fmla="*/ 7079 h 73035"/>
                    <a:gd name="connsiteX8" fmla="*/ 73536 w 73535"/>
                    <a:gd name="connsiteY8" fmla="*/ 65957 h 73035"/>
                    <a:gd name="connsiteX9" fmla="*/ 66457 w 73535"/>
                    <a:gd name="connsiteY9" fmla="*/ 73036 h 730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73535" h="73035">
                      <a:moveTo>
                        <a:pt x="66457" y="73036"/>
                      </a:moveTo>
                      <a:lnTo>
                        <a:pt x="7079" y="73036"/>
                      </a:lnTo>
                      <a:cubicBezTo>
                        <a:pt x="3165" y="73036"/>
                        <a:pt x="0" y="69871"/>
                        <a:pt x="0" y="65957"/>
                      </a:cubicBezTo>
                      <a:cubicBezTo>
                        <a:pt x="0" y="62043"/>
                        <a:pt x="3165" y="58878"/>
                        <a:pt x="7079" y="58878"/>
                      </a:cubicBezTo>
                      <a:lnTo>
                        <a:pt x="59378" y="58878"/>
                      </a:lnTo>
                      <a:lnTo>
                        <a:pt x="59378" y="7079"/>
                      </a:lnTo>
                      <a:cubicBezTo>
                        <a:pt x="59378" y="3165"/>
                        <a:pt x="62543" y="0"/>
                        <a:pt x="66457" y="0"/>
                      </a:cubicBezTo>
                      <a:cubicBezTo>
                        <a:pt x="70371" y="0"/>
                        <a:pt x="73536" y="3165"/>
                        <a:pt x="73536" y="7079"/>
                      </a:cubicBezTo>
                      <a:lnTo>
                        <a:pt x="73536" y="65957"/>
                      </a:lnTo>
                      <a:cubicBezTo>
                        <a:pt x="73536" y="69871"/>
                        <a:pt x="70371" y="73036"/>
                        <a:pt x="66457" y="73036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277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804" name="Forma Livre: Forma 803">
                  <a:extLst>
                    <a:ext uri="{FF2B5EF4-FFF2-40B4-BE49-F238E27FC236}">
                      <a16:creationId xmlns:a16="http://schemas.microsoft.com/office/drawing/2014/main" id="{A687C099-AA0C-8175-DED4-2393BE013DCD}"/>
                    </a:ext>
                  </a:extLst>
                </p:cNvPr>
                <p:cNvSpPr/>
                <p:nvPr/>
              </p:nvSpPr>
              <p:spPr>
                <a:xfrm>
                  <a:off x="5056741" y="3725989"/>
                  <a:ext cx="308272" cy="244369"/>
                </a:xfrm>
                <a:custGeom>
                  <a:avLst/>
                  <a:gdLst>
                    <a:gd name="connsiteX0" fmla="*/ 255890 w 308272"/>
                    <a:gd name="connsiteY0" fmla="*/ 244369 h 244369"/>
                    <a:gd name="connsiteX1" fmla="*/ 194430 w 308272"/>
                    <a:gd name="connsiteY1" fmla="*/ 244369 h 244369"/>
                    <a:gd name="connsiteX2" fmla="*/ 187351 w 308272"/>
                    <a:gd name="connsiteY2" fmla="*/ 237291 h 244369"/>
                    <a:gd name="connsiteX3" fmla="*/ 194430 w 308272"/>
                    <a:gd name="connsiteY3" fmla="*/ 230212 h 244369"/>
                    <a:gd name="connsiteX4" fmla="*/ 255890 w 308272"/>
                    <a:gd name="connsiteY4" fmla="*/ 230212 h 244369"/>
                    <a:gd name="connsiteX5" fmla="*/ 294115 w 308272"/>
                    <a:gd name="connsiteY5" fmla="*/ 191987 h 244369"/>
                    <a:gd name="connsiteX6" fmla="*/ 294115 w 308272"/>
                    <a:gd name="connsiteY6" fmla="*/ 87027 h 244369"/>
                    <a:gd name="connsiteX7" fmla="*/ 226964 w 308272"/>
                    <a:gd name="connsiteY7" fmla="*/ 14157 h 244369"/>
                    <a:gd name="connsiteX8" fmla="*/ 81364 w 308272"/>
                    <a:gd name="connsiteY8" fmla="*/ 14157 h 244369"/>
                    <a:gd name="connsiteX9" fmla="*/ 14157 w 308272"/>
                    <a:gd name="connsiteY9" fmla="*/ 87027 h 244369"/>
                    <a:gd name="connsiteX10" fmla="*/ 14157 w 308272"/>
                    <a:gd name="connsiteY10" fmla="*/ 95827 h 244369"/>
                    <a:gd name="connsiteX11" fmla="*/ 7079 w 308272"/>
                    <a:gd name="connsiteY11" fmla="*/ 102905 h 244369"/>
                    <a:gd name="connsiteX12" fmla="*/ 0 w 308272"/>
                    <a:gd name="connsiteY12" fmla="*/ 95827 h 244369"/>
                    <a:gd name="connsiteX13" fmla="*/ 0 w 308272"/>
                    <a:gd name="connsiteY13" fmla="*/ 87027 h 244369"/>
                    <a:gd name="connsiteX14" fmla="*/ 81364 w 308272"/>
                    <a:gd name="connsiteY14" fmla="*/ 0 h 244369"/>
                    <a:gd name="connsiteX15" fmla="*/ 226964 w 308272"/>
                    <a:gd name="connsiteY15" fmla="*/ 0 h 244369"/>
                    <a:gd name="connsiteX16" fmla="*/ 308272 w 308272"/>
                    <a:gd name="connsiteY16" fmla="*/ 87027 h 244369"/>
                    <a:gd name="connsiteX17" fmla="*/ 308272 w 308272"/>
                    <a:gd name="connsiteY17" fmla="*/ 191987 h 244369"/>
                    <a:gd name="connsiteX18" fmla="*/ 255890 w 308272"/>
                    <a:gd name="connsiteY18" fmla="*/ 244369 h 2443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308272" h="244369">
                      <a:moveTo>
                        <a:pt x="255890" y="244369"/>
                      </a:moveTo>
                      <a:lnTo>
                        <a:pt x="194430" y="244369"/>
                      </a:lnTo>
                      <a:cubicBezTo>
                        <a:pt x="190515" y="244369"/>
                        <a:pt x="187351" y="241205"/>
                        <a:pt x="187351" y="237291"/>
                      </a:cubicBezTo>
                      <a:cubicBezTo>
                        <a:pt x="187351" y="233376"/>
                        <a:pt x="190515" y="230212"/>
                        <a:pt x="194430" y="230212"/>
                      </a:cubicBezTo>
                      <a:lnTo>
                        <a:pt x="255890" y="230212"/>
                      </a:lnTo>
                      <a:cubicBezTo>
                        <a:pt x="276959" y="230212"/>
                        <a:pt x="294115" y="213056"/>
                        <a:pt x="294115" y="191987"/>
                      </a:cubicBezTo>
                      <a:lnTo>
                        <a:pt x="294115" y="87027"/>
                      </a:lnTo>
                      <a:cubicBezTo>
                        <a:pt x="294115" y="45498"/>
                        <a:pt x="265245" y="14157"/>
                        <a:pt x="226964" y="14157"/>
                      </a:cubicBezTo>
                      <a:lnTo>
                        <a:pt x="81364" y="14157"/>
                      </a:lnTo>
                      <a:cubicBezTo>
                        <a:pt x="43055" y="14157"/>
                        <a:pt x="14157" y="45470"/>
                        <a:pt x="14157" y="87027"/>
                      </a:cubicBezTo>
                      <a:lnTo>
                        <a:pt x="14157" y="95827"/>
                      </a:lnTo>
                      <a:cubicBezTo>
                        <a:pt x="14157" y="99741"/>
                        <a:pt x="10993" y="102905"/>
                        <a:pt x="7079" y="102905"/>
                      </a:cubicBezTo>
                      <a:cubicBezTo>
                        <a:pt x="3165" y="102905"/>
                        <a:pt x="0" y="99741"/>
                        <a:pt x="0" y="95827"/>
                      </a:cubicBezTo>
                      <a:lnTo>
                        <a:pt x="0" y="87027"/>
                      </a:lnTo>
                      <a:cubicBezTo>
                        <a:pt x="0" y="37420"/>
                        <a:pt x="34977" y="0"/>
                        <a:pt x="81364" y="0"/>
                      </a:cubicBezTo>
                      <a:lnTo>
                        <a:pt x="226964" y="0"/>
                      </a:lnTo>
                      <a:cubicBezTo>
                        <a:pt x="273323" y="0"/>
                        <a:pt x="308272" y="37420"/>
                        <a:pt x="308272" y="87027"/>
                      </a:cubicBezTo>
                      <a:lnTo>
                        <a:pt x="308272" y="191987"/>
                      </a:lnTo>
                      <a:cubicBezTo>
                        <a:pt x="308272" y="220857"/>
                        <a:pt x="284787" y="244369"/>
                        <a:pt x="255890" y="244369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277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  <p:grpSp>
            <p:nvGrpSpPr>
              <p:cNvPr id="799" name="Gráfico 2">
                <a:extLst>
                  <a:ext uri="{FF2B5EF4-FFF2-40B4-BE49-F238E27FC236}">
                    <a16:creationId xmlns:a16="http://schemas.microsoft.com/office/drawing/2014/main" id="{27D7C05B-D6F2-4895-25C4-2A81C9039FBD}"/>
                  </a:ext>
                </a:extLst>
              </p:cNvPr>
              <p:cNvGrpSpPr/>
              <p:nvPr/>
            </p:nvGrpSpPr>
            <p:grpSpPr>
              <a:xfrm>
                <a:off x="4934637" y="3814737"/>
                <a:ext cx="442562" cy="225242"/>
                <a:chOff x="4934637" y="3814737"/>
                <a:chExt cx="442562" cy="225242"/>
              </a:xfrm>
              <a:solidFill>
                <a:srgbClr val="262626"/>
              </a:solidFill>
            </p:grpSpPr>
            <p:sp>
              <p:nvSpPr>
                <p:cNvPr id="800" name="Forma Livre: Forma 799">
                  <a:extLst>
                    <a:ext uri="{FF2B5EF4-FFF2-40B4-BE49-F238E27FC236}">
                      <a16:creationId xmlns:a16="http://schemas.microsoft.com/office/drawing/2014/main" id="{42A7CBAD-4203-E9BF-E625-065C5803FF66}"/>
                    </a:ext>
                  </a:extLst>
                </p:cNvPr>
                <p:cNvSpPr/>
                <p:nvPr/>
              </p:nvSpPr>
              <p:spPr>
                <a:xfrm>
                  <a:off x="4934637" y="3814737"/>
                  <a:ext cx="344281" cy="225242"/>
                </a:xfrm>
                <a:custGeom>
                  <a:avLst/>
                  <a:gdLst>
                    <a:gd name="connsiteX0" fmla="*/ 337214 w 344281"/>
                    <a:gd name="connsiteY0" fmla="*/ 225243 h 225242"/>
                    <a:gd name="connsiteX1" fmla="*/ 69721 w 344281"/>
                    <a:gd name="connsiteY1" fmla="*/ 225243 h 225242"/>
                    <a:gd name="connsiteX2" fmla="*/ 62948 w 344281"/>
                    <a:gd name="connsiteY2" fmla="*/ 220191 h 225242"/>
                    <a:gd name="connsiteX3" fmla="*/ 294 w 344281"/>
                    <a:gd name="connsiteY3" fmla="*/ 9077 h 225242"/>
                    <a:gd name="connsiteX4" fmla="*/ 1404 w 344281"/>
                    <a:gd name="connsiteY4" fmla="*/ 2832 h 225242"/>
                    <a:gd name="connsiteX5" fmla="*/ 7067 w 344281"/>
                    <a:gd name="connsiteY5" fmla="*/ 0 h 225242"/>
                    <a:gd name="connsiteX6" fmla="*/ 274560 w 344281"/>
                    <a:gd name="connsiteY6" fmla="*/ 0 h 225242"/>
                    <a:gd name="connsiteX7" fmla="*/ 281334 w 344281"/>
                    <a:gd name="connsiteY7" fmla="*/ 5052 h 225242"/>
                    <a:gd name="connsiteX8" fmla="*/ 343988 w 344281"/>
                    <a:gd name="connsiteY8" fmla="*/ 216165 h 225242"/>
                    <a:gd name="connsiteX9" fmla="*/ 342877 w 344281"/>
                    <a:gd name="connsiteY9" fmla="*/ 222411 h 225242"/>
                    <a:gd name="connsiteX10" fmla="*/ 337214 w 344281"/>
                    <a:gd name="connsiteY10" fmla="*/ 225243 h 225242"/>
                    <a:gd name="connsiteX11" fmla="*/ 75023 w 344281"/>
                    <a:gd name="connsiteY11" fmla="*/ 211085 h 225242"/>
                    <a:gd name="connsiteX12" fmla="*/ 327748 w 344281"/>
                    <a:gd name="connsiteY12" fmla="*/ 211085 h 225242"/>
                    <a:gd name="connsiteX13" fmla="*/ 269314 w 344281"/>
                    <a:gd name="connsiteY13" fmla="*/ 14130 h 225242"/>
                    <a:gd name="connsiteX14" fmla="*/ 16589 w 344281"/>
                    <a:gd name="connsiteY14" fmla="*/ 14130 h 225242"/>
                    <a:gd name="connsiteX15" fmla="*/ 75023 w 344281"/>
                    <a:gd name="connsiteY15" fmla="*/ 211085 h 2252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44281" h="225242">
                      <a:moveTo>
                        <a:pt x="337214" y="225243"/>
                      </a:moveTo>
                      <a:lnTo>
                        <a:pt x="69721" y="225243"/>
                      </a:lnTo>
                      <a:cubicBezTo>
                        <a:pt x="66584" y="225243"/>
                        <a:pt x="63836" y="223189"/>
                        <a:pt x="62948" y="220191"/>
                      </a:cubicBezTo>
                      <a:lnTo>
                        <a:pt x="294" y="9077"/>
                      </a:lnTo>
                      <a:cubicBezTo>
                        <a:pt x="-345" y="6940"/>
                        <a:pt x="72" y="4608"/>
                        <a:pt x="1404" y="2832"/>
                      </a:cubicBezTo>
                      <a:cubicBezTo>
                        <a:pt x="2737" y="1055"/>
                        <a:pt x="4846" y="0"/>
                        <a:pt x="7067" y="0"/>
                      </a:cubicBezTo>
                      <a:lnTo>
                        <a:pt x="274560" y="0"/>
                      </a:lnTo>
                      <a:cubicBezTo>
                        <a:pt x="277697" y="0"/>
                        <a:pt x="280445" y="2054"/>
                        <a:pt x="281334" y="5052"/>
                      </a:cubicBezTo>
                      <a:lnTo>
                        <a:pt x="343988" y="216165"/>
                      </a:lnTo>
                      <a:cubicBezTo>
                        <a:pt x="344626" y="218303"/>
                        <a:pt x="344210" y="220635"/>
                        <a:pt x="342877" y="222411"/>
                      </a:cubicBezTo>
                      <a:cubicBezTo>
                        <a:pt x="341545" y="224188"/>
                        <a:pt x="339435" y="225243"/>
                        <a:pt x="337214" y="225243"/>
                      </a:cubicBezTo>
                      <a:close/>
                      <a:moveTo>
                        <a:pt x="75023" y="211085"/>
                      </a:moveTo>
                      <a:lnTo>
                        <a:pt x="327748" y="211085"/>
                      </a:lnTo>
                      <a:lnTo>
                        <a:pt x="269314" y="14130"/>
                      </a:lnTo>
                      <a:lnTo>
                        <a:pt x="16589" y="14130"/>
                      </a:lnTo>
                      <a:lnTo>
                        <a:pt x="75023" y="211085"/>
                      </a:lnTo>
                      <a:close/>
                    </a:path>
                  </a:pathLst>
                </a:custGeom>
                <a:solidFill>
                  <a:srgbClr val="262626"/>
                </a:solidFill>
                <a:ln w="277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801" name="Forma Livre: Forma 800">
                  <a:extLst>
                    <a:ext uri="{FF2B5EF4-FFF2-40B4-BE49-F238E27FC236}">
                      <a16:creationId xmlns:a16="http://schemas.microsoft.com/office/drawing/2014/main" id="{69CEAC80-68EB-B309-1A2C-4F4E6ABC9606}"/>
                    </a:ext>
                  </a:extLst>
                </p:cNvPr>
                <p:cNvSpPr/>
                <p:nvPr/>
              </p:nvSpPr>
              <p:spPr>
                <a:xfrm>
                  <a:off x="5264745" y="4025822"/>
                  <a:ext cx="112454" cy="14157"/>
                </a:xfrm>
                <a:custGeom>
                  <a:avLst/>
                  <a:gdLst>
                    <a:gd name="connsiteX0" fmla="*/ 105376 w 112454"/>
                    <a:gd name="connsiteY0" fmla="*/ 14158 h 14157"/>
                    <a:gd name="connsiteX1" fmla="*/ 7079 w 112454"/>
                    <a:gd name="connsiteY1" fmla="*/ 14158 h 14157"/>
                    <a:gd name="connsiteX2" fmla="*/ 0 w 112454"/>
                    <a:gd name="connsiteY2" fmla="*/ 7079 h 14157"/>
                    <a:gd name="connsiteX3" fmla="*/ 7079 w 112454"/>
                    <a:gd name="connsiteY3" fmla="*/ 0 h 14157"/>
                    <a:gd name="connsiteX4" fmla="*/ 105376 w 112454"/>
                    <a:gd name="connsiteY4" fmla="*/ 0 h 14157"/>
                    <a:gd name="connsiteX5" fmla="*/ 112455 w 112454"/>
                    <a:gd name="connsiteY5" fmla="*/ 7079 h 14157"/>
                    <a:gd name="connsiteX6" fmla="*/ 105376 w 112454"/>
                    <a:gd name="connsiteY6" fmla="*/ 14158 h 141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12454" h="14157">
                      <a:moveTo>
                        <a:pt x="105376" y="14158"/>
                      </a:moveTo>
                      <a:lnTo>
                        <a:pt x="7079" y="14158"/>
                      </a:lnTo>
                      <a:cubicBezTo>
                        <a:pt x="3165" y="14158"/>
                        <a:pt x="0" y="10993"/>
                        <a:pt x="0" y="7079"/>
                      </a:cubicBezTo>
                      <a:cubicBezTo>
                        <a:pt x="0" y="3165"/>
                        <a:pt x="3165" y="0"/>
                        <a:pt x="7079" y="0"/>
                      </a:cubicBezTo>
                      <a:lnTo>
                        <a:pt x="105376" y="0"/>
                      </a:lnTo>
                      <a:cubicBezTo>
                        <a:pt x="109290" y="0"/>
                        <a:pt x="112455" y="3165"/>
                        <a:pt x="112455" y="7079"/>
                      </a:cubicBezTo>
                      <a:cubicBezTo>
                        <a:pt x="112455" y="10993"/>
                        <a:pt x="109290" y="14158"/>
                        <a:pt x="105376" y="14158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277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</p:grpSp>
      </p:grpSp>
      <p:grpSp>
        <p:nvGrpSpPr>
          <p:cNvPr id="805" name="Gráfico 2">
            <a:extLst>
              <a:ext uri="{FF2B5EF4-FFF2-40B4-BE49-F238E27FC236}">
                <a16:creationId xmlns:a16="http://schemas.microsoft.com/office/drawing/2014/main" id="{2CF5833C-312F-AE67-4634-646BA53A8ED7}"/>
              </a:ext>
            </a:extLst>
          </p:cNvPr>
          <p:cNvGrpSpPr/>
          <p:nvPr/>
        </p:nvGrpSpPr>
        <p:grpSpPr>
          <a:xfrm>
            <a:off x="2930253" y="3471289"/>
            <a:ext cx="518066" cy="554350"/>
            <a:chOff x="2896226" y="3434879"/>
            <a:chExt cx="586119" cy="627169"/>
          </a:xfrm>
          <a:solidFill>
            <a:srgbClr val="262626"/>
          </a:solidFill>
        </p:grpSpPr>
        <p:grpSp>
          <p:nvGrpSpPr>
            <p:cNvPr id="806" name="Gráfico 2">
              <a:extLst>
                <a:ext uri="{FF2B5EF4-FFF2-40B4-BE49-F238E27FC236}">
                  <a16:creationId xmlns:a16="http://schemas.microsoft.com/office/drawing/2014/main" id="{F198C071-24CD-6D20-4E4A-536E8D484D04}"/>
                </a:ext>
              </a:extLst>
            </p:cNvPr>
            <p:cNvGrpSpPr/>
            <p:nvPr/>
          </p:nvGrpSpPr>
          <p:grpSpPr>
            <a:xfrm>
              <a:off x="2896226" y="3434879"/>
              <a:ext cx="493846" cy="578423"/>
              <a:chOff x="2896226" y="3434879"/>
              <a:chExt cx="493846" cy="578423"/>
            </a:xfrm>
            <a:solidFill>
              <a:srgbClr val="262626"/>
            </a:solidFill>
          </p:grpSpPr>
          <p:sp>
            <p:nvSpPr>
              <p:cNvPr id="813" name="Forma Livre: Forma 812">
                <a:extLst>
                  <a:ext uri="{FF2B5EF4-FFF2-40B4-BE49-F238E27FC236}">
                    <a16:creationId xmlns:a16="http://schemas.microsoft.com/office/drawing/2014/main" id="{4F3E80FD-2894-07EB-235F-9A15449A893A}"/>
                  </a:ext>
                </a:extLst>
              </p:cNvPr>
              <p:cNvSpPr/>
              <p:nvPr/>
            </p:nvSpPr>
            <p:spPr>
              <a:xfrm>
                <a:off x="2896226" y="3434879"/>
                <a:ext cx="493846" cy="578423"/>
              </a:xfrm>
              <a:custGeom>
                <a:avLst/>
                <a:gdLst>
                  <a:gd name="connsiteX0" fmla="*/ 131637 w 493846"/>
                  <a:gd name="connsiteY0" fmla="*/ 578396 h 578423"/>
                  <a:gd name="connsiteX1" fmla="*/ 128139 w 493846"/>
                  <a:gd name="connsiteY1" fmla="*/ 577480 h 578423"/>
                  <a:gd name="connsiteX2" fmla="*/ 42556 w 493846"/>
                  <a:gd name="connsiteY2" fmla="*/ 509690 h 578423"/>
                  <a:gd name="connsiteX3" fmla="*/ 0 w 493846"/>
                  <a:gd name="connsiteY3" fmla="*/ 400567 h 578423"/>
                  <a:gd name="connsiteX4" fmla="*/ 0 w 493846"/>
                  <a:gd name="connsiteY4" fmla="*/ 84938 h 578423"/>
                  <a:gd name="connsiteX5" fmla="*/ 23290 w 493846"/>
                  <a:gd name="connsiteY5" fmla="*/ 61786 h 578423"/>
                  <a:gd name="connsiteX6" fmla="*/ 251476 w 493846"/>
                  <a:gd name="connsiteY6" fmla="*/ 1020 h 578423"/>
                  <a:gd name="connsiteX7" fmla="*/ 258804 w 493846"/>
                  <a:gd name="connsiteY7" fmla="*/ 1020 h 578423"/>
                  <a:gd name="connsiteX8" fmla="*/ 471555 w 493846"/>
                  <a:gd name="connsiteY8" fmla="*/ 61536 h 578423"/>
                  <a:gd name="connsiteX9" fmla="*/ 493846 w 493846"/>
                  <a:gd name="connsiteY9" fmla="*/ 84633 h 578423"/>
                  <a:gd name="connsiteX10" fmla="*/ 493791 w 493846"/>
                  <a:gd name="connsiteY10" fmla="*/ 304434 h 578423"/>
                  <a:gd name="connsiteX11" fmla="*/ 486712 w 493846"/>
                  <a:gd name="connsiteY11" fmla="*/ 311513 h 578423"/>
                  <a:gd name="connsiteX12" fmla="*/ 486712 w 493846"/>
                  <a:gd name="connsiteY12" fmla="*/ 311513 h 578423"/>
                  <a:gd name="connsiteX13" fmla="*/ 479633 w 493846"/>
                  <a:gd name="connsiteY13" fmla="*/ 304434 h 578423"/>
                  <a:gd name="connsiteX14" fmla="*/ 479689 w 493846"/>
                  <a:gd name="connsiteY14" fmla="*/ 84660 h 578423"/>
                  <a:gd name="connsiteX15" fmla="*/ 471139 w 493846"/>
                  <a:gd name="connsiteY15" fmla="*/ 75722 h 578423"/>
                  <a:gd name="connsiteX16" fmla="*/ 255168 w 493846"/>
                  <a:gd name="connsiteY16" fmla="*/ 15344 h 578423"/>
                  <a:gd name="connsiteX17" fmla="*/ 23485 w 493846"/>
                  <a:gd name="connsiteY17" fmla="*/ 75972 h 578423"/>
                  <a:gd name="connsiteX18" fmla="*/ 14213 w 493846"/>
                  <a:gd name="connsiteY18" fmla="*/ 84966 h 578423"/>
                  <a:gd name="connsiteX19" fmla="*/ 14213 w 493846"/>
                  <a:gd name="connsiteY19" fmla="*/ 400594 h 578423"/>
                  <a:gd name="connsiteX20" fmla="*/ 52910 w 493846"/>
                  <a:gd name="connsiteY20" fmla="*/ 500002 h 578423"/>
                  <a:gd name="connsiteX21" fmla="*/ 135190 w 493846"/>
                  <a:gd name="connsiteY21" fmla="*/ 565182 h 578423"/>
                  <a:gd name="connsiteX22" fmla="*/ 137855 w 493846"/>
                  <a:gd name="connsiteY22" fmla="*/ 574842 h 578423"/>
                  <a:gd name="connsiteX23" fmla="*/ 131692 w 493846"/>
                  <a:gd name="connsiteY23" fmla="*/ 578423 h 5784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493846" h="578423">
                    <a:moveTo>
                      <a:pt x="131637" y="578396"/>
                    </a:moveTo>
                    <a:cubicBezTo>
                      <a:pt x="130443" y="578396"/>
                      <a:pt x="129249" y="578090"/>
                      <a:pt x="128139" y="577480"/>
                    </a:cubicBezTo>
                    <a:cubicBezTo>
                      <a:pt x="97215" y="559908"/>
                      <a:pt x="68428" y="537089"/>
                      <a:pt x="42556" y="509690"/>
                    </a:cubicBezTo>
                    <a:cubicBezTo>
                      <a:pt x="15101" y="480598"/>
                      <a:pt x="0" y="441845"/>
                      <a:pt x="0" y="400567"/>
                    </a:cubicBezTo>
                    <a:lnTo>
                      <a:pt x="0" y="84938"/>
                    </a:lnTo>
                    <a:cubicBezTo>
                      <a:pt x="0" y="72168"/>
                      <a:pt x="10438" y="61786"/>
                      <a:pt x="23290" y="61786"/>
                    </a:cubicBezTo>
                    <a:cubicBezTo>
                      <a:pt x="106764" y="61786"/>
                      <a:pt x="185630" y="40772"/>
                      <a:pt x="251476" y="1020"/>
                    </a:cubicBezTo>
                    <a:cubicBezTo>
                      <a:pt x="253724" y="-340"/>
                      <a:pt x="256556" y="-340"/>
                      <a:pt x="258804" y="1020"/>
                    </a:cubicBezTo>
                    <a:cubicBezTo>
                      <a:pt x="320237" y="38163"/>
                      <a:pt x="393800" y="59094"/>
                      <a:pt x="471555" y="61536"/>
                    </a:cubicBezTo>
                    <a:cubicBezTo>
                      <a:pt x="483825" y="61897"/>
                      <a:pt x="493846" y="72252"/>
                      <a:pt x="493846" y="84633"/>
                    </a:cubicBezTo>
                    <a:lnTo>
                      <a:pt x="493791" y="304434"/>
                    </a:lnTo>
                    <a:cubicBezTo>
                      <a:pt x="493791" y="308349"/>
                      <a:pt x="490626" y="311513"/>
                      <a:pt x="486712" y="311513"/>
                    </a:cubicBezTo>
                    <a:lnTo>
                      <a:pt x="486712" y="311513"/>
                    </a:lnTo>
                    <a:cubicBezTo>
                      <a:pt x="482798" y="311513"/>
                      <a:pt x="479633" y="308349"/>
                      <a:pt x="479633" y="304434"/>
                    </a:cubicBezTo>
                    <a:lnTo>
                      <a:pt x="479689" y="84660"/>
                    </a:lnTo>
                    <a:cubicBezTo>
                      <a:pt x="479689" y="79858"/>
                      <a:pt x="475858" y="75861"/>
                      <a:pt x="471139" y="75722"/>
                    </a:cubicBezTo>
                    <a:cubicBezTo>
                      <a:pt x="392495" y="73223"/>
                      <a:pt x="317905" y="52376"/>
                      <a:pt x="255168" y="15344"/>
                    </a:cubicBezTo>
                    <a:cubicBezTo>
                      <a:pt x="187850" y="55013"/>
                      <a:pt x="107847" y="75972"/>
                      <a:pt x="23485" y="75972"/>
                    </a:cubicBezTo>
                    <a:cubicBezTo>
                      <a:pt x="18294" y="75972"/>
                      <a:pt x="14213" y="79997"/>
                      <a:pt x="14213" y="84966"/>
                    </a:cubicBezTo>
                    <a:lnTo>
                      <a:pt x="14213" y="400594"/>
                    </a:lnTo>
                    <a:cubicBezTo>
                      <a:pt x="14213" y="438237"/>
                      <a:pt x="27954" y="473547"/>
                      <a:pt x="52910" y="500002"/>
                    </a:cubicBezTo>
                    <a:cubicBezTo>
                      <a:pt x="77811" y="526374"/>
                      <a:pt x="105487" y="548304"/>
                      <a:pt x="135190" y="565182"/>
                    </a:cubicBezTo>
                    <a:cubicBezTo>
                      <a:pt x="138577" y="567125"/>
                      <a:pt x="139770" y="571428"/>
                      <a:pt x="137855" y="574842"/>
                    </a:cubicBezTo>
                    <a:cubicBezTo>
                      <a:pt x="136550" y="577146"/>
                      <a:pt x="134163" y="578423"/>
                      <a:pt x="131692" y="578423"/>
                    </a:cubicBezTo>
                    <a:close/>
                  </a:path>
                </a:pathLst>
              </a:custGeom>
              <a:solidFill>
                <a:srgbClr val="262626"/>
              </a:solidFill>
              <a:ln w="27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14" name="Forma Livre: Forma 813">
                <a:extLst>
                  <a:ext uri="{FF2B5EF4-FFF2-40B4-BE49-F238E27FC236}">
                    <a16:creationId xmlns:a16="http://schemas.microsoft.com/office/drawing/2014/main" id="{6AD9896D-64CF-4E34-D8ED-9EBAA270152C}"/>
                  </a:ext>
                </a:extLst>
              </p:cNvPr>
              <p:cNvSpPr/>
              <p:nvPr/>
            </p:nvSpPr>
            <p:spPr>
              <a:xfrm>
                <a:off x="2945666" y="3491537"/>
                <a:ext cx="212771" cy="174601"/>
              </a:xfrm>
              <a:custGeom>
                <a:avLst/>
                <a:gdLst>
                  <a:gd name="connsiteX0" fmla="*/ 7079 w 212771"/>
                  <a:gd name="connsiteY0" fmla="*/ 174574 h 174601"/>
                  <a:gd name="connsiteX1" fmla="*/ 0 w 212771"/>
                  <a:gd name="connsiteY1" fmla="*/ 167495 h 174601"/>
                  <a:gd name="connsiteX2" fmla="*/ 0 w 212771"/>
                  <a:gd name="connsiteY2" fmla="*/ 60648 h 174601"/>
                  <a:gd name="connsiteX3" fmla="*/ 6635 w 212771"/>
                  <a:gd name="connsiteY3" fmla="*/ 53597 h 174601"/>
                  <a:gd name="connsiteX4" fmla="*/ 202424 w 212771"/>
                  <a:gd name="connsiteY4" fmla="*/ 798 h 174601"/>
                  <a:gd name="connsiteX5" fmla="*/ 211974 w 212771"/>
                  <a:gd name="connsiteY5" fmla="*/ 3824 h 174601"/>
                  <a:gd name="connsiteX6" fmla="*/ 208948 w 212771"/>
                  <a:gd name="connsiteY6" fmla="*/ 13373 h 174601"/>
                  <a:gd name="connsiteX7" fmla="*/ 14157 w 212771"/>
                  <a:gd name="connsiteY7" fmla="*/ 67283 h 174601"/>
                  <a:gd name="connsiteX8" fmla="*/ 14157 w 212771"/>
                  <a:gd name="connsiteY8" fmla="*/ 167523 h 174601"/>
                  <a:gd name="connsiteX9" fmla="*/ 7079 w 212771"/>
                  <a:gd name="connsiteY9" fmla="*/ 174602 h 1746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12771" h="174601">
                    <a:moveTo>
                      <a:pt x="7079" y="174574"/>
                    </a:moveTo>
                    <a:cubicBezTo>
                      <a:pt x="3165" y="174574"/>
                      <a:pt x="0" y="171410"/>
                      <a:pt x="0" y="167495"/>
                    </a:cubicBezTo>
                    <a:lnTo>
                      <a:pt x="0" y="60648"/>
                    </a:lnTo>
                    <a:cubicBezTo>
                      <a:pt x="0" y="56900"/>
                      <a:pt x="2915" y="53819"/>
                      <a:pt x="6635" y="53597"/>
                    </a:cubicBezTo>
                    <a:cubicBezTo>
                      <a:pt x="77283" y="49294"/>
                      <a:pt x="143157" y="31528"/>
                      <a:pt x="202424" y="798"/>
                    </a:cubicBezTo>
                    <a:cubicBezTo>
                      <a:pt x="205894" y="-1006"/>
                      <a:pt x="210169" y="354"/>
                      <a:pt x="211974" y="3824"/>
                    </a:cubicBezTo>
                    <a:cubicBezTo>
                      <a:pt x="213778" y="7294"/>
                      <a:pt x="212418" y="11569"/>
                      <a:pt x="208948" y="13373"/>
                    </a:cubicBezTo>
                    <a:cubicBezTo>
                      <a:pt x="149792" y="44048"/>
                      <a:pt x="84279" y="62203"/>
                      <a:pt x="14157" y="67283"/>
                    </a:cubicBezTo>
                    <a:lnTo>
                      <a:pt x="14157" y="167523"/>
                    </a:lnTo>
                    <a:cubicBezTo>
                      <a:pt x="14157" y="171437"/>
                      <a:pt x="10993" y="174602"/>
                      <a:pt x="7079" y="174602"/>
                    </a:cubicBezTo>
                    <a:close/>
                  </a:path>
                </a:pathLst>
              </a:custGeom>
              <a:solidFill>
                <a:srgbClr val="262626"/>
              </a:solidFill>
              <a:ln w="27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15" name="Forma Livre: Forma 814">
                <a:extLst>
                  <a:ext uri="{FF2B5EF4-FFF2-40B4-BE49-F238E27FC236}">
                    <a16:creationId xmlns:a16="http://schemas.microsoft.com/office/drawing/2014/main" id="{0FC1936E-1678-30E9-A257-3304DA40EBF5}"/>
                  </a:ext>
                </a:extLst>
              </p:cNvPr>
              <p:cNvSpPr/>
              <p:nvPr/>
            </p:nvSpPr>
            <p:spPr>
              <a:xfrm>
                <a:off x="2945666" y="3736704"/>
                <a:ext cx="14157" cy="74396"/>
              </a:xfrm>
              <a:custGeom>
                <a:avLst/>
                <a:gdLst>
                  <a:gd name="connsiteX0" fmla="*/ 7079 w 14157"/>
                  <a:gd name="connsiteY0" fmla="*/ 74396 h 74396"/>
                  <a:gd name="connsiteX1" fmla="*/ 0 w 14157"/>
                  <a:gd name="connsiteY1" fmla="*/ 67317 h 74396"/>
                  <a:gd name="connsiteX2" fmla="*/ 0 w 14157"/>
                  <a:gd name="connsiteY2" fmla="*/ 7079 h 74396"/>
                  <a:gd name="connsiteX3" fmla="*/ 7079 w 14157"/>
                  <a:gd name="connsiteY3" fmla="*/ 0 h 74396"/>
                  <a:gd name="connsiteX4" fmla="*/ 14157 w 14157"/>
                  <a:gd name="connsiteY4" fmla="*/ 7079 h 74396"/>
                  <a:gd name="connsiteX5" fmla="*/ 14157 w 14157"/>
                  <a:gd name="connsiteY5" fmla="*/ 67317 h 74396"/>
                  <a:gd name="connsiteX6" fmla="*/ 7079 w 14157"/>
                  <a:gd name="connsiteY6" fmla="*/ 74396 h 743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4157" h="74396">
                    <a:moveTo>
                      <a:pt x="7079" y="74396"/>
                    </a:moveTo>
                    <a:cubicBezTo>
                      <a:pt x="3165" y="74396"/>
                      <a:pt x="0" y="71232"/>
                      <a:pt x="0" y="67317"/>
                    </a:cubicBezTo>
                    <a:lnTo>
                      <a:pt x="0" y="7079"/>
                    </a:lnTo>
                    <a:cubicBezTo>
                      <a:pt x="0" y="3165"/>
                      <a:pt x="3165" y="0"/>
                      <a:pt x="7079" y="0"/>
                    </a:cubicBezTo>
                    <a:cubicBezTo>
                      <a:pt x="10993" y="0"/>
                      <a:pt x="14157" y="3165"/>
                      <a:pt x="14157" y="7079"/>
                    </a:cubicBezTo>
                    <a:lnTo>
                      <a:pt x="14157" y="67317"/>
                    </a:lnTo>
                    <a:cubicBezTo>
                      <a:pt x="14157" y="71232"/>
                      <a:pt x="10993" y="74396"/>
                      <a:pt x="7079" y="74396"/>
                    </a:cubicBezTo>
                    <a:close/>
                  </a:path>
                </a:pathLst>
              </a:custGeom>
              <a:solidFill>
                <a:srgbClr val="262626"/>
              </a:solidFill>
              <a:ln w="27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807" name="Gráfico 2">
              <a:extLst>
                <a:ext uri="{FF2B5EF4-FFF2-40B4-BE49-F238E27FC236}">
                  <a16:creationId xmlns:a16="http://schemas.microsoft.com/office/drawing/2014/main" id="{CD55417A-7DAD-7C88-71ED-80AF95FC0C19}"/>
                </a:ext>
              </a:extLst>
            </p:cNvPr>
            <p:cNvGrpSpPr/>
            <p:nvPr/>
          </p:nvGrpSpPr>
          <p:grpSpPr>
            <a:xfrm>
              <a:off x="3070224" y="3781703"/>
              <a:ext cx="412121" cy="280345"/>
              <a:chOff x="3070224" y="3781703"/>
              <a:chExt cx="412121" cy="280345"/>
            </a:xfrm>
            <a:solidFill>
              <a:srgbClr val="262626"/>
            </a:solidFill>
          </p:grpSpPr>
          <p:sp>
            <p:nvSpPr>
              <p:cNvPr id="808" name="Forma Livre: Forma 807">
                <a:extLst>
                  <a:ext uri="{FF2B5EF4-FFF2-40B4-BE49-F238E27FC236}">
                    <a16:creationId xmlns:a16="http://schemas.microsoft.com/office/drawing/2014/main" id="{29E04ECC-50DA-C696-EB4E-584FCFA6B6BA}"/>
                  </a:ext>
                </a:extLst>
              </p:cNvPr>
              <p:cNvSpPr/>
              <p:nvPr/>
            </p:nvSpPr>
            <p:spPr>
              <a:xfrm>
                <a:off x="3070252" y="3781703"/>
                <a:ext cx="412093" cy="280345"/>
              </a:xfrm>
              <a:custGeom>
                <a:avLst/>
                <a:gdLst>
                  <a:gd name="connsiteX0" fmla="*/ 377061 w 412093"/>
                  <a:gd name="connsiteY0" fmla="*/ 280346 h 280345"/>
                  <a:gd name="connsiteX1" fmla="*/ 35033 w 412093"/>
                  <a:gd name="connsiteY1" fmla="*/ 280346 h 280345"/>
                  <a:gd name="connsiteX2" fmla="*/ 0 w 412093"/>
                  <a:gd name="connsiteY2" fmla="*/ 245313 h 280345"/>
                  <a:gd name="connsiteX3" fmla="*/ 0 w 412093"/>
                  <a:gd name="connsiteY3" fmla="*/ 35033 h 280345"/>
                  <a:gd name="connsiteX4" fmla="*/ 35033 w 412093"/>
                  <a:gd name="connsiteY4" fmla="*/ 0 h 280345"/>
                  <a:gd name="connsiteX5" fmla="*/ 377061 w 412093"/>
                  <a:gd name="connsiteY5" fmla="*/ 0 h 280345"/>
                  <a:gd name="connsiteX6" fmla="*/ 412094 w 412093"/>
                  <a:gd name="connsiteY6" fmla="*/ 35033 h 280345"/>
                  <a:gd name="connsiteX7" fmla="*/ 412094 w 412093"/>
                  <a:gd name="connsiteY7" fmla="*/ 245313 h 280345"/>
                  <a:gd name="connsiteX8" fmla="*/ 377061 w 412093"/>
                  <a:gd name="connsiteY8" fmla="*/ 280346 h 280345"/>
                  <a:gd name="connsiteX9" fmla="*/ 35033 w 412093"/>
                  <a:gd name="connsiteY9" fmla="*/ 14130 h 280345"/>
                  <a:gd name="connsiteX10" fmla="*/ 14157 w 412093"/>
                  <a:gd name="connsiteY10" fmla="*/ 35005 h 280345"/>
                  <a:gd name="connsiteX11" fmla="*/ 14157 w 412093"/>
                  <a:gd name="connsiteY11" fmla="*/ 245285 h 280345"/>
                  <a:gd name="connsiteX12" fmla="*/ 35033 w 412093"/>
                  <a:gd name="connsiteY12" fmla="*/ 266161 h 280345"/>
                  <a:gd name="connsiteX13" fmla="*/ 377061 w 412093"/>
                  <a:gd name="connsiteY13" fmla="*/ 266161 h 280345"/>
                  <a:gd name="connsiteX14" fmla="*/ 397936 w 412093"/>
                  <a:gd name="connsiteY14" fmla="*/ 245285 h 280345"/>
                  <a:gd name="connsiteX15" fmla="*/ 397936 w 412093"/>
                  <a:gd name="connsiteY15" fmla="*/ 35005 h 280345"/>
                  <a:gd name="connsiteX16" fmla="*/ 377061 w 412093"/>
                  <a:gd name="connsiteY16" fmla="*/ 14130 h 280345"/>
                  <a:gd name="connsiteX17" fmla="*/ 35033 w 412093"/>
                  <a:gd name="connsiteY17" fmla="*/ 14130 h 2803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412093" h="280345">
                    <a:moveTo>
                      <a:pt x="377061" y="280346"/>
                    </a:moveTo>
                    <a:lnTo>
                      <a:pt x="35033" y="280346"/>
                    </a:lnTo>
                    <a:cubicBezTo>
                      <a:pt x="15712" y="280346"/>
                      <a:pt x="0" y="264634"/>
                      <a:pt x="0" y="245313"/>
                    </a:cubicBezTo>
                    <a:lnTo>
                      <a:pt x="0" y="35033"/>
                    </a:lnTo>
                    <a:cubicBezTo>
                      <a:pt x="0" y="15712"/>
                      <a:pt x="15712" y="0"/>
                      <a:pt x="35033" y="0"/>
                    </a:cubicBezTo>
                    <a:lnTo>
                      <a:pt x="377061" y="0"/>
                    </a:lnTo>
                    <a:cubicBezTo>
                      <a:pt x="396382" y="0"/>
                      <a:pt x="412094" y="15712"/>
                      <a:pt x="412094" y="35033"/>
                    </a:cubicBezTo>
                    <a:lnTo>
                      <a:pt x="412094" y="245313"/>
                    </a:lnTo>
                    <a:cubicBezTo>
                      <a:pt x="412094" y="264634"/>
                      <a:pt x="396382" y="280346"/>
                      <a:pt x="377061" y="280346"/>
                    </a:cubicBezTo>
                    <a:close/>
                    <a:moveTo>
                      <a:pt x="35033" y="14130"/>
                    </a:moveTo>
                    <a:cubicBezTo>
                      <a:pt x="23512" y="14130"/>
                      <a:pt x="14157" y="23485"/>
                      <a:pt x="14157" y="35005"/>
                    </a:cubicBezTo>
                    <a:lnTo>
                      <a:pt x="14157" y="245285"/>
                    </a:lnTo>
                    <a:cubicBezTo>
                      <a:pt x="14157" y="256806"/>
                      <a:pt x="23540" y="266161"/>
                      <a:pt x="35033" y="266161"/>
                    </a:cubicBezTo>
                    <a:lnTo>
                      <a:pt x="377061" y="266161"/>
                    </a:lnTo>
                    <a:cubicBezTo>
                      <a:pt x="388581" y="266161"/>
                      <a:pt x="397936" y="256778"/>
                      <a:pt x="397936" y="245285"/>
                    </a:cubicBezTo>
                    <a:lnTo>
                      <a:pt x="397936" y="35005"/>
                    </a:lnTo>
                    <a:cubicBezTo>
                      <a:pt x="397936" y="23485"/>
                      <a:pt x="388581" y="14130"/>
                      <a:pt x="377061" y="14130"/>
                    </a:cubicBezTo>
                    <a:lnTo>
                      <a:pt x="35033" y="14130"/>
                    </a:lnTo>
                    <a:close/>
                  </a:path>
                </a:pathLst>
              </a:custGeom>
              <a:solidFill>
                <a:srgbClr val="262626"/>
              </a:solidFill>
              <a:ln w="27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09" name="Forma Livre: Forma 808">
                <a:extLst>
                  <a:ext uri="{FF2B5EF4-FFF2-40B4-BE49-F238E27FC236}">
                    <a16:creationId xmlns:a16="http://schemas.microsoft.com/office/drawing/2014/main" id="{4D24F2D7-F972-37F0-2F94-6F947EF28486}"/>
                  </a:ext>
                </a:extLst>
              </p:cNvPr>
              <p:cNvSpPr/>
              <p:nvPr/>
            </p:nvSpPr>
            <p:spPr>
              <a:xfrm>
                <a:off x="3070224" y="3855099"/>
                <a:ext cx="412121" cy="14157"/>
              </a:xfrm>
              <a:custGeom>
                <a:avLst/>
                <a:gdLst>
                  <a:gd name="connsiteX0" fmla="*/ 405043 w 412121"/>
                  <a:gd name="connsiteY0" fmla="*/ 14158 h 14157"/>
                  <a:gd name="connsiteX1" fmla="*/ 7079 w 412121"/>
                  <a:gd name="connsiteY1" fmla="*/ 14158 h 14157"/>
                  <a:gd name="connsiteX2" fmla="*/ 0 w 412121"/>
                  <a:gd name="connsiteY2" fmla="*/ 7079 h 14157"/>
                  <a:gd name="connsiteX3" fmla="*/ 7079 w 412121"/>
                  <a:gd name="connsiteY3" fmla="*/ 0 h 14157"/>
                  <a:gd name="connsiteX4" fmla="*/ 405043 w 412121"/>
                  <a:gd name="connsiteY4" fmla="*/ 0 h 14157"/>
                  <a:gd name="connsiteX5" fmla="*/ 412122 w 412121"/>
                  <a:gd name="connsiteY5" fmla="*/ 7079 h 14157"/>
                  <a:gd name="connsiteX6" fmla="*/ 405043 w 412121"/>
                  <a:gd name="connsiteY6" fmla="*/ 14158 h 14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12121" h="14157">
                    <a:moveTo>
                      <a:pt x="405043" y="14158"/>
                    </a:moveTo>
                    <a:lnTo>
                      <a:pt x="7079" y="14158"/>
                    </a:lnTo>
                    <a:cubicBezTo>
                      <a:pt x="3165" y="14158"/>
                      <a:pt x="0" y="10993"/>
                      <a:pt x="0" y="7079"/>
                    </a:cubicBezTo>
                    <a:cubicBezTo>
                      <a:pt x="0" y="3165"/>
                      <a:pt x="3165" y="0"/>
                      <a:pt x="7079" y="0"/>
                    </a:cubicBezTo>
                    <a:lnTo>
                      <a:pt x="405043" y="0"/>
                    </a:lnTo>
                    <a:cubicBezTo>
                      <a:pt x="408957" y="0"/>
                      <a:pt x="412122" y="3165"/>
                      <a:pt x="412122" y="7079"/>
                    </a:cubicBezTo>
                    <a:cubicBezTo>
                      <a:pt x="412122" y="10993"/>
                      <a:pt x="408957" y="14158"/>
                      <a:pt x="405043" y="14158"/>
                    </a:cubicBezTo>
                    <a:close/>
                  </a:path>
                </a:pathLst>
              </a:custGeom>
              <a:solidFill>
                <a:srgbClr val="262626"/>
              </a:solidFill>
              <a:ln w="27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grpSp>
            <p:nvGrpSpPr>
              <p:cNvPr id="810" name="Gráfico 2">
                <a:extLst>
                  <a:ext uri="{FF2B5EF4-FFF2-40B4-BE49-F238E27FC236}">
                    <a16:creationId xmlns:a16="http://schemas.microsoft.com/office/drawing/2014/main" id="{57E8D86A-53E4-E45F-012D-587D4A1B83AE}"/>
                  </a:ext>
                </a:extLst>
              </p:cNvPr>
              <p:cNvGrpSpPr/>
              <p:nvPr/>
            </p:nvGrpSpPr>
            <p:grpSpPr>
              <a:xfrm>
                <a:off x="3122551" y="3962197"/>
                <a:ext cx="81724" cy="52882"/>
                <a:chOff x="3122551" y="3962197"/>
                <a:chExt cx="81724" cy="52882"/>
              </a:xfrm>
              <a:solidFill>
                <a:srgbClr val="262626"/>
              </a:solidFill>
            </p:grpSpPr>
            <p:sp>
              <p:nvSpPr>
                <p:cNvPr id="811" name="Forma Livre: Forma 810">
                  <a:extLst>
                    <a:ext uri="{FF2B5EF4-FFF2-40B4-BE49-F238E27FC236}">
                      <a16:creationId xmlns:a16="http://schemas.microsoft.com/office/drawing/2014/main" id="{56088B96-611C-2B1F-7AAD-34CF7CAFC8BC}"/>
                    </a:ext>
                  </a:extLst>
                </p:cNvPr>
                <p:cNvSpPr/>
                <p:nvPr/>
              </p:nvSpPr>
              <p:spPr>
                <a:xfrm>
                  <a:off x="3122551" y="3962197"/>
                  <a:ext cx="81724" cy="14157"/>
                </a:xfrm>
                <a:custGeom>
                  <a:avLst/>
                  <a:gdLst>
                    <a:gd name="connsiteX0" fmla="*/ 74646 w 81724"/>
                    <a:gd name="connsiteY0" fmla="*/ 14157 h 14157"/>
                    <a:gd name="connsiteX1" fmla="*/ 7079 w 81724"/>
                    <a:gd name="connsiteY1" fmla="*/ 14157 h 14157"/>
                    <a:gd name="connsiteX2" fmla="*/ 0 w 81724"/>
                    <a:gd name="connsiteY2" fmla="*/ 7079 h 14157"/>
                    <a:gd name="connsiteX3" fmla="*/ 7079 w 81724"/>
                    <a:gd name="connsiteY3" fmla="*/ 0 h 14157"/>
                    <a:gd name="connsiteX4" fmla="*/ 74646 w 81724"/>
                    <a:gd name="connsiteY4" fmla="*/ 0 h 14157"/>
                    <a:gd name="connsiteX5" fmla="*/ 81725 w 81724"/>
                    <a:gd name="connsiteY5" fmla="*/ 7079 h 14157"/>
                    <a:gd name="connsiteX6" fmla="*/ 74646 w 81724"/>
                    <a:gd name="connsiteY6" fmla="*/ 14157 h 141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1724" h="14157">
                      <a:moveTo>
                        <a:pt x="74646" y="14157"/>
                      </a:moveTo>
                      <a:lnTo>
                        <a:pt x="7079" y="14157"/>
                      </a:lnTo>
                      <a:cubicBezTo>
                        <a:pt x="3165" y="14157"/>
                        <a:pt x="0" y="10993"/>
                        <a:pt x="0" y="7079"/>
                      </a:cubicBezTo>
                      <a:cubicBezTo>
                        <a:pt x="0" y="3165"/>
                        <a:pt x="3165" y="0"/>
                        <a:pt x="7079" y="0"/>
                      </a:cubicBezTo>
                      <a:lnTo>
                        <a:pt x="74646" y="0"/>
                      </a:lnTo>
                      <a:cubicBezTo>
                        <a:pt x="78560" y="0"/>
                        <a:pt x="81725" y="3165"/>
                        <a:pt x="81725" y="7079"/>
                      </a:cubicBezTo>
                      <a:cubicBezTo>
                        <a:pt x="81725" y="10993"/>
                        <a:pt x="78560" y="14157"/>
                        <a:pt x="74646" y="14157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277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812" name="Forma Livre: Forma 811">
                  <a:extLst>
                    <a:ext uri="{FF2B5EF4-FFF2-40B4-BE49-F238E27FC236}">
                      <a16:creationId xmlns:a16="http://schemas.microsoft.com/office/drawing/2014/main" id="{4292C299-E425-E4E3-5483-AD435B1E37CB}"/>
                    </a:ext>
                  </a:extLst>
                </p:cNvPr>
                <p:cNvSpPr/>
                <p:nvPr/>
              </p:nvSpPr>
              <p:spPr>
                <a:xfrm>
                  <a:off x="3122579" y="4000921"/>
                  <a:ext cx="39613" cy="14157"/>
                </a:xfrm>
                <a:custGeom>
                  <a:avLst/>
                  <a:gdLst>
                    <a:gd name="connsiteX0" fmla="*/ 32535 w 39613"/>
                    <a:gd name="connsiteY0" fmla="*/ 14158 h 14157"/>
                    <a:gd name="connsiteX1" fmla="*/ 7079 w 39613"/>
                    <a:gd name="connsiteY1" fmla="*/ 14158 h 14157"/>
                    <a:gd name="connsiteX2" fmla="*/ 0 w 39613"/>
                    <a:gd name="connsiteY2" fmla="*/ 7079 h 14157"/>
                    <a:gd name="connsiteX3" fmla="*/ 7079 w 39613"/>
                    <a:gd name="connsiteY3" fmla="*/ 0 h 14157"/>
                    <a:gd name="connsiteX4" fmla="*/ 32535 w 39613"/>
                    <a:gd name="connsiteY4" fmla="*/ 0 h 14157"/>
                    <a:gd name="connsiteX5" fmla="*/ 39613 w 39613"/>
                    <a:gd name="connsiteY5" fmla="*/ 7079 h 14157"/>
                    <a:gd name="connsiteX6" fmla="*/ 32535 w 39613"/>
                    <a:gd name="connsiteY6" fmla="*/ 14158 h 141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9613" h="14157">
                      <a:moveTo>
                        <a:pt x="32535" y="14158"/>
                      </a:moveTo>
                      <a:lnTo>
                        <a:pt x="7079" y="14158"/>
                      </a:lnTo>
                      <a:cubicBezTo>
                        <a:pt x="3165" y="14158"/>
                        <a:pt x="0" y="10993"/>
                        <a:pt x="0" y="7079"/>
                      </a:cubicBezTo>
                      <a:cubicBezTo>
                        <a:pt x="0" y="3165"/>
                        <a:pt x="3165" y="0"/>
                        <a:pt x="7079" y="0"/>
                      </a:cubicBezTo>
                      <a:lnTo>
                        <a:pt x="32535" y="0"/>
                      </a:lnTo>
                      <a:cubicBezTo>
                        <a:pt x="36449" y="0"/>
                        <a:pt x="39613" y="3165"/>
                        <a:pt x="39613" y="7079"/>
                      </a:cubicBezTo>
                      <a:cubicBezTo>
                        <a:pt x="39613" y="10993"/>
                        <a:pt x="36449" y="14158"/>
                        <a:pt x="32535" y="14158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277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</p:grpSp>
      </p:grpSp>
      <p:grpSp>
        <p:nvGrpSpPr>
          <p:cNvPr id="816" name="Gráfico 2">
            <a:extLst>
              <a:ext uri="{FF2B5EF4-FFF2-40B4-BE49-F238E27FC236}">
                <a16:creationId xmlns:a16="http://schemas.microsoft.com/office/drawing/2014/main" id="{F286CCED-097E-7BA8-A2E2-C1670A2E5385}"/>
              </a:ext>
            </a:extLst>
          </p:cNvPr>
          <p:cNvGrpSpPr/>
          <p:nvPr/>
        </p:nvGrpSpPr>
        <p:grpSpPr>
          <a:xfrm>
            <a:off x="8614751" y="5239495"/>
            <a:ext cx="572048" cy="568242"/>
            <a:chOff x="8577179" y="5202174"/>
            <a:chExt cx="647191" cy="642884"/>
          </a:xfrm>
          <a:solidFill>
            <a:srgbClr val="262626"/>
          </a:solidFill>
        </p:grpSpPr>
        <p:grpSp>
          <p:nvGrpSpPr>
            <p:cNvPr id="817" name="Gráfico 2">
              <a:extLst>
                <a:ext uri="{FF2B5EF4-FFF2-40B4-BE49-F238E27FC236}">
                  <a16:creationId xmlns:a16="http://schemas.microsoft.com/office/drawing/2014/main" id="{237F6E96-CD60-3E85-BB9E-5E06282DDB5B}"/>
                </a:ext>
              </a:extLst>
            </p:cNvPr>
            <p:cNvGrpSpPr/>
            <p:nvPr/>
          </p:nvGrpSpPr>
          <p:grpSpPr>
            <a:xfrm>
              <a:off x="8787820" y="5202174"/>
              <a:ext cx="225877" cy="223601"/>
              <a:chOff x="8787820" y="5202174"/>
              <a:chExt cx="225877" cy="223601"/>
            </a:xfrm>
            <a:solidFill>
              <a:srgbClr val="262626"/>
            </a:solidFill>
          </p:grpSpPr>
          <p:sp>
            <p:nvSpPr>
              <p:cNvPr id="828" name="Forma Livre: Forma 827">
                <a:extLst>
                  <a:ext uri="{FF2B5EF4-FFF2-40B4-BE49-F238E27FC236}">
                    <a16:creationId xmlns:a16="http://schemas.microsoft.com/office/drawing/2014/main" id="{C127469E-0DF7-D6DC-F2BF-C3B56F21CB53}"/>
                  </a:ext>
                </a:extLst>
              </p:cNvPr>
              <p:cNvSpPr/>
              <p:nvPr/>
            </p:nvSpPr>
            <p:spPr>
              <a:xfrm>
                <a:off x="8827892" y="5202963"/>
                <a:ext cx="145764" cy="221979"/>
              </a:xfrm>
              <a:custGeom>
                <a:avLst/>
                <a:gdLst>
                  <a:gd name="connsiteX0" fmla="*/ 7064 w 145764"/>
                  <a:gd name="connsiteY0" fmla="*/ 221980 h 221979"/>
                  <a:gd name="connsiteX1" fmla="*/ 3288 w 145764"/>
                  <a:gd name="connsiteY1" fmla="*/ 220869 h 221979"/>
                  <a:gd name="connsiteX2" fmla="*/ 1095 w 145764"/>
                  <a:gd name="connsiteY2" fmla="*/ 211098 h 221979"/>
                  <a:gd name="connsiteX3" fmla="*/ 132705 w 145764"/>
                  <a:gd name="connsiteY3" fmla="*/ 3288 h 221979"/>
                  <a:gd name="connsiteX4" fmla="*/ 142476 w 145764"/>
                  <a:gd name="connsiteY4" fmla="*/ 1095 h 221979"/>
                  <a:gd name="connsiteX5" fmla="*/ 144669 w 145764"/>
                  <a:gd name="connsiteY5" fmla="*/ 10867 h 221979"/>
                  <a:gd name="connsiteX6" fmla="*/ 13060 w 145764"/>
                  <a:gd name="connsiteY6" fmla="*/ 218676 h 221979"/>
                  <a:gd name="connsiteX7" fmla="*/ 7064 w 145764"/>
                  <a:gd name="connsiteY7" fmla="*/ 221980 h 2219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5764" h="221979">
                    <a:moveTo>
                      <a:pt x="7064" y="221980"/>
                    </a:moveTo>
                    <a:cubicBezTo>
                      <a:pt x="5759" y="221980"/>
                      <a:pt x="4455" y="221619"/>
                      <a:pt x="3288" y="220869"/>
                    </a:cubicBezTo>
                    <a:cubicBezTo>
                      <a:pt x="-15" y="218787"/>
                      <a:pt x="-987" y="214401"/>
                      <a:pt x="1095" y="211098"/>
                    </a:cubicBezTo>
                    <a:lnTo>
                      <a:pt x="132705" y="3288"/>
                    </a:lnTo>
                    <a:cubicBezTo>
                      <a:pt x="134814" y="-15"/>
                      <a:pt x="139173" y="-987"/>
                      <a:pt x="142476" y="1095"/>
                    </a:cubicBezTo>
                    <a:cubicBezTo>
                      <a:pt x="145779" y="3177"/>
                      <a:pt x="146751" y="7563"/>
                      <a:pt x="144669" y="10867"/>
                    </a:cubicBezTo>
                    <a:lnTo>
                      <a:pt x="13060" y="218676"/>
                    </a:lnTo>
                    <a:cubicBezTo>
                      <a:pt x="11699" y="220814"/>
                      <a:pt x="9423" y="221980"/>
                      <a:pt x="7064" y="221980"/>
                    </a:cubicBezTo>
                    <a:close/>
                  </a:path>
                </a:pathLst>
              </a:custGeom>
              <a:solidFill>
                <a:srgbClr val="262626"/>
              </a:solidFill>
              <a:ln w="27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29" name="Forma Livre: Forma 828">
                <a:extLst>
                  <a:ext uri="{FF2B5EF4-FFF2-40B4-BE49-F238E27FC236}">
                    <a16:creationId xmlns:a16="http://schemas.microsoft.com/office/drawing/2014/main" id="{EE7B2BBB-2DDA-1B90-59C2-3DB553862A78}"/>
                  </a:ext>
                </a:extLst>
              </p:cNvPr>
              <p:cNvSpPr/>
              <p:nvPr/>
            </p:nvSpPr>
            <p:spPr>
              <a:xfrm>
                <a:off x="8787820" y="5202174"/>
                <a:ext cx="96464" cy="96433"/>
              </a:xfrm>
              <a:custGeom>
                <a:avLst/>
                <a:gdLst>
                  <a:gd name="connsiteX0" fmla="*/ 48135 w 96464"/>
                  <a:gd name="connsiteY0" fmla="*/ 96434 h 96433"/>
                  <a:gd name="connsiteX1" fmla="*/ 22429 w 96464"/>
                  <a:gd name="connsiteY1" fmla="*/ 88939 h 96433"/>
                  <a:gd name="connsiteX2" fmla="*/ 1193 w 96464"/>
                  <a:gd name="connsiteY2" fmla="*/ 58764 h 96433"/>
                  <a:gd name="connsiteX3" fmla="*/ 7495 w 96464"/>
                  <a:gd name="connsiteY3" fmla="*/ 22398 h 96433"/>
                  <a:gd name="connsiteX4" fmla="*/ 74035 w 96464"/>
                  <a:gd name="connsiteY4" fmla="*/ 7464 h 96433"/>
                  <a:gd name="connsiteX5" fmla="*/ 95272 w 96464"/>
                  <a:gd name="connsiteY5" fmla="*/ 37639 h 96433"/>
                  <a:gd name="connsiteX6" fmla="*/ 88970 w 96464"/>
                  <a:gd name="connsiteY6" fmla="*/ 74004 h 96433"/>
                  <a:gd name="connsiteX7" fmla="*/ 88970 w 96464"/>
                  <a:gd name="connsiteY7" fmla="*/ 74004 h 96433"/>
                  <a:gd name="connsiteX8" fmla="*/ 58795 w 96464"/>
                  <a:gd name="connsiteY8" fmla="*/ 95240 h 96433"/>
                  <a:gd name="connsiteX9" fmla="*/ 48135 w 96464"/>
                  <a:gd name="connsiteY9" fmla="*/ 96434 h 96433"/>
                  <a:gd name="connsiteX10" fmla="*/ 48274 w 96464"/>
                  <a:gd name="connsiteY10" fmla="*/ 14154 h 96433"/>
                  <a:gd name="connsiteX11" fmla="*/ 19460 w 96464"/>
                  <a:gd name="connsiteY11" fmla="*/ 29977 h 96433"/>
                  <a:gd name="connsiteX12" fmla="*/ 14990 w 96464"/>
                  <a:gd name="connsiteY12" fmla="*/ 55655 h 96433"/>
                  <a:gd name="connsiteX13" fmla="*/ 30008 w 96464"/>
                  <a:gd name="connsiteY13" fmla="*/ 76946 h 96433"/>
                  <a:gd name="connsiteX14" fmla="*/ 55686 w 96464"/>
                  <a:gd name="connsiteY14" fmla="*/ 81416 h 96433"/>
                  <a:gd name="connsiteX15" fmla="*/ 77006 w 96464"/>
                  <a:gd name="connsiteY15" fmla="*/ 66398 h 96433"/>
                  <a:gd name="connsiteX16" fmla="*/ 77006 w 96464"/>
                  <a:gd name="connsiteY16" fmla="*/ 66398 h 96433"/>
                  <a:gd name="connsiteX17" fmla="*/ 81474 w 96464"/>
                  <a:gd name="connsiteY17" fmla="*/ 40720 h 96433"/>
                  <a:gd name="connsiteX18" fmla="*/ 66457 w 96464"/>
                  <a:gd name="connsiteY18" fmla="*/ 19400 h 96433"/>
                  <a:gd name="connsiteX19" fmla="*/ 48302 w 96464"/>
                  <a:gd name="connsiteY19" fmla="*/ 14126 h 964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96464" h="96433">
                    <a:moveTo>
                      <a:pt x="48135" y="96434"/>
                    </a:moveTo>
                    <a:cubicBezTo>
                      <a:pt x="39113" y="96434"/>
                      <a:pt x="30258" y="93880"/>
                      <a:pt x="22429" y="88939"/>
                    </a:cubicBezTo>
                    <a:cubicBezTo>
                      <a:pt x="11548" y="82054"/>
                      <a:pt x="3997" y="71339"/>
                      <a:pt x="1193" y="58764"/>
                    </a:cubicBezTo>
                    <a:cubicBezTo>
                      <a:pt x="-1638" y="46189"/>
                      <a:pt x="611" y="33280"/>
                      <a:pt x="7495" y="22398"/>
                    </a:cubicBezTo>
                    <a:cubicBezTo>
                      <a:pt x="21708" y="-59"/>
                      <a:pt x="51550" y="-6749"/>
                      <a:pt x="74035" y="7464"/>
                    </a:cubicBezTo>
                    <a:cubicBezTo>
                      <a:pt x="84917" y="14348"/>
                      <a:pt x="92468" y="25063"/>
                      <a:pt x="95272" y="37639"/>
                    </a:cubicBezTo>
                    <a:cubicBezTo>
                      <a:pt x="98103" y="50214"/>
                      <a:pt x="95855" y="63122"/>
                      <a:pt x="88970" y="74004"/>
                    </a:cubicBezTo>
                    <a:lnTo>
                      <a:pt x="88970" y="74004"/>
                    </a:lnTo>
                    <a:cubicBezTo>
                      <a:pt x="82086" y="84886"/>
                      <a:pt x="71370" y="92436"/>
                      <a:pt x="58795" y="95240"/>
                    </a:cubicBezTo>
                    <a:cubicBezTo>
                      <a:pt x="55269" y="96045"/>
                      <a:pt x="51688" y="96434"/>
                      <a:pt x="48135" y="96434"/>
                    </a:cubicBezTo>
                    <a:close/>
                    <a:moveTo>
                      <a:pt x="48274" y="14154"/>
                    </a:moveTo>
                    <a:cubicBezTo>
                      <a:pt x="36976" y="14154"/>
                      <a:pt x="25927" y="19761"/>
                      <a:pt x="19460" y="29977"/>
                    </a:cubicBezTo>
                    <a:cubicBezTo>
                      <a:pt x="14602" y="37666"/>
                      <a:pt x="13019" y="46772"/>
                      <a:pt x="14990" y="55655"/>
                    </a:cubicBezTo>
                    <a:cubicBezTo>
                      <a:pt x="16989" y="64538"/>
                      <a:pt x="22319" y="72088"/>
                      <a:pt x="30008" y="76946"/>
                    </a:cubicBezTo>
                    <a:cubicBezTo>
                      <a:pt x="37697" y="81804"/>
                      <a:pt x="46803" y="83415"/>
                      <a:pt x="55686" y="81416"/>
                    </a:cubicBezTo>
                    <a:cubicBezTo>
                      <a:pt x="64569" y="79417"/>
                      <a:pt x="72120" y="74087"/>
                      <a:pt x="77006" y="66398"/>
                    </a:cubicBezTo>
                    <a:lnTo>
                      <a:pt x="77006" y="66398"/>
                    </a:lnTo>
                    <a:cubicBezTo>
                      <a:pt x="81864" y="58708"/>
                      <a:pt x="83446" y="49603"/>
                      <a:pt x="81474" y="40720"/>
                    </a:cubicBezTo>
                    <a:cubicBezTo>
                      <a:pt x="79476" y="31837"/>
                      <a:pt x="74146" y="24286"/>
                      <a:pt x="66457" y="19400"/>
                    </a:cubicBezTo>
                    <a:cubicBezTo>
                      <a:pt x="60821" y="15819"/>
                      <a:pt x="54520" y="14126"/>
                      <a:pt x="48302" y="14126"/>
                    </a:cubicBezTo>
                    <a:close/>
                  </a:path>
                </a:pathLst>
              </a:custGeom>
              <a:solidFill>
                <a:srgbClr val="262626"/>
              </a:solidFill>
              <a:ln w="27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30" name="Forma Livre: Forma 829">
                <a:extLst>
                  <a:ext uri="{FF2B5EF4-FFF2-40B4-BE49-F238E27FC236}">
                    <a16:creationId xmlns:a16="http://schemas.microsoft.com/office/drawing/2014/main" id="{F17C59F1-C526-3702-817A-9BAED5305FD0}"/>
                  </a:ext>
                </a:extLst>
              </p:cNvPr>
              <p:cNvSpPr/>
              <p:nvPr/>
            </p:nvSpPr>
            <p:spPr>
              <a:xfrm>
                <a:off x="8917264" y="5329329"/>
                <a:ext cx="96433" cy="96446"/>
              </a:xfrm>
              <a:custGeom>
                <a:avLst/>
                <a:gdLst>
                  <a:gd name="connsiteX0" fmla="*/ 48135 w 96433"/>
                  <a:gd name="connsiteY0" fmla="*/ 96446 h 96446"/>
                  <a:gd name="connsiteX1" fmla="*/ 22430 w 96433"/>
                  <a:gd name="connsiteY1" fmla="*/ 88951 h 96446"/>
                  <a:gd name="connsiteX2" fmla="*/ 1194 w 96433"/>
                  <a:gd name="connsiteY2" fmla="*/ 58776 h 96446"/>
                  <a:gd name="connsiteX3" fmla="*/ 7494 w 96433"/>
                  <a:gd name="connsiteY3" fmla="*/ 22411 h 96446"/>
                  <a:gd name="connsiteX4" fmla="*/ 7494 w 96433"/>
                  <a:gd name="connsiteY4" fmla="*/ 22411 h 96446"/>
                  <a:gd name="connsiteX5" fmla="*/ 74035 w 96433"/>
                  <a:gd name="connsiteY5" fmla="*/ 7476 h 96446"/>
                  <a:gd name="connsiteX6" fmla="*/ 88970 w 96433"/>
                  <a:gd name="connsiteY6" fmla="*/ 74016 h 96446"/>
                  <a:gd name="connsiteX7" fmla="*/ 58795 w 96433"/>
                  <a:gd name="connsiteY7" fmla="*/ 95252 h 96446"/>
                  <a:gd name="connsiteX8" fmla="*/ 48135 w 96433"/>
                  <a:gd name="connsiteY8" fmla="*/ 96446 h 96446"/>
                  <a:gd name="connsiteX9" fmla="*/ 19459 w 96433"/>
                  <a:gd name="connsiteY9" fmla="*/ 29989 h 96446"/>
                  <a:gd name="connsiteX10" fmla="*/ 14990 w 96433"/>
                  <a:gd name="connsiteY10" fmla="*/ 55667 h 96446"/>
                  <a:gd name="connsiteX11" fmla="*/ 30008 w 96433"/>
                  <a:gd name="connsiteY11" fmla="*/ 76987 h 96446"/>
                  <a:gd name="connsiteX12" fmla="*/ 55686 w 96433"/>
                  <a:gd name="connsiteY12" fmla="*/ 81456 h 96446"/>
                  <a:gd name="connsiteX13" fmla="*/ 77005 w 96433"/>
                  <a:gd name="connsiteY13" fmla="*/ 66438 h 96446"/>
                  <a:gd name="connsiteX14" fmla="*/ 66457 w 96433"/>
                  <a:gd name="connsiteY14" fmla="*/ 19440 h 96446"/>
                  <a:gd name="connsiteX15" fmla="*/ 19459 w 96433"/>
                  <a:gd name="connsiteY15" fmla="*/ 29989 h 96446"/>
                  <a:gd name="connsiteX16" fmla="*/ 19459 w 96433"/>
                  <a:gd name="connsiteY16" fmla="*/ 29989 h 964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96433" h="96446">
                    <a:moveTo>
                      <a:pt x="48135" y="96446"/>
                    </a:moveTo>
                    <a:cubicBezTo>
                      <a:pt x="39113" y="96446"/>
                      <a:pt x="30258" y="93892"/>
                      <a:pt x="22430" y="88951"/>
                    </a:cubicBezTo>
                    <a:cubicBezTo>
                      <a:pt x="11548" y="82066"/>
                      <a:pt x="3997" y="71351"/>
                      <a:pt x="1194" y="58776"/>
                    </a:cubicBezTo>
                    <a:cubicBezTo>
                      <a:pt x="-1638" y="46201"/>
                      <a:pt x="610" y="33293"/>
                      <a:pt x="7494" y="22411"/>
                    </a:cubicBezTo>
                    <a:lnTo>
                      <a:pt x="7494" y="22411"/>
                    </a:lnTo>
                    <a:cubicBezTo>
                      <a:pt x="21708" y="-47"/>
                      <a:pt x="51550" y="-6765"/>
                      <a:pt x="74035" y="7476"/>
                    </a:cubicBezTo>
                    <a:cubicBezTo>
                      <a:pt x="96492" y="21689"/>
                      <a:pt x="103183" y="51531"/>
                      <a:pt x="88970" y="74016"/>
                    </a:cubicBezTo>
                    <a:cubicBezTo>
                      <a:pt x="82085" y="84898"/>
                      <a:pt x="71370" y="92449"/>
                      <a:pt x="58795" y="95252"/>
                    </a:cubicBezTo>
                    <a:cubicBezTo>
                      <a:pt x="55242" y="96057"/>
                      <a:pt x="51688" y="96446"/>
                      <a:pt x="48135" y="96446"/>
                    </a:cubicBezTo>
                    <a:close/>
                    <a:moveTo>
                      <a:pt x="19459" y="29989"/>
                    </a:moveTo>
                    <a:cubicBezTo>
                      <a:pt x="14601" y="37679"/>
                      <a:pt x="13019" y="46784"/>
                      <a:pt x="14990" y="55667"/>
                    </a:cubicBezTo>
                    <a:cubicBezTo>
                      <a:pt x="16989" y="64550"/>
                      <a:pt x="22318" y="72101"/>
                      <a:pt x="30008" y="76987"/>
                    </a:cubicBezTo>
                    <a:cubicBezTo>
                      <a:pt x="37697" y="81872"/>
                      <a:pt x="46803" y="83454"/>
                      <a:pt x="55686" y="81456"/>
                    </a:cubicBezTo>
                    <a:cubicBezTo>
                      <a:pt x="64569" y="79457"/>
                      <a:pt x="72119" y="74127"/>
                      <a:pt x="77005" y="66438"/>
                    </a:cubicBezTo>
                    <a:cubicBezTo>
                      <a:pt x="87054" y="50587"/>
                      <a:pt x="82308" y="29489"/>
                      <a:pt x="66457" y="19440"/>
                    </a:cubicBezTo>
                    <a:cubicBezTo>
                      <a:pt x="50578" y="9391"/>
                      <a:pt x="29508" y="14138"/>
                      <a:pt x="19459" y="29989"/>
                    </a:cubicBezTo>
                    <a:lnTo>
                      <a:pt x="19459" y="29989"/>
                    </a:lnTo>
                    <a:close/>
                  </a:path>
                </a:pathLst>
              </a:custGeom>
              <a:solidFill>
                <a:srgbClr val="262626"/>
              </a:solidFill>
              <a:ln w="27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818" name="Gráfico 2">
              <a:extLst>
                <a:ext uri="{FF2B5EF4-FFF2-40B4-BE49-F238E27FC236}">
                  <a16:creationId xmlns:a16="http://schemas.microsoft.com/office/drawing/2014/main" id="{7A77F3BF-3D0B-CB18-248F-480B046E9568}"/>
                </a:ext>
              </a:extLst>
            </p:cNvPr>
            <p:cNvGrpSpPr/>
            <p:nvPr/>
          </p:nvGrpSpPr>
          <p:grpSpPr>
            <a:xfrm>
              <a:off x="8577179" y="5561576"/>
              <a:ext cx="647191" cy="283482"/>
              <a:chOff x="8577179" y="5561576"/>
              <a:chExt cx="647191" cy="283482"/>
            </a:xfrm>
            <a:solidFill>
              <a:srgbClr val="262626"/>
            </a:solidFill>
          </p:grpSpPr>
          <p:grpSp>
            <p:nvGrpSpPr>
              <p:cNvPr id="822" name="Gráfico 2">
                <a:extLst>
                  <a:ext uri="{FF2B5EF4-FFF2-40B4-BE49-F238E27FC236}">
                    <a16:creationId xmlns:a16="http://schemas.microsoft.com/office/drawing/2014/main" id="{EA4C1D10-ED12-ECBA-D277-8C61EF43218D}"/>
                  </a:ext>
                </a:extLst>
              </p:cNvPr>
              <p:cNvGrpSpPr/>
              <p:nvPr/>
            </p:nvGrpSpPr>
            <p:grpSpPr>
              <a:xfrm>
                <a:off x="8577179" y="5561576"/>
                <a:ext cx="224465" cy="283482"/>
                <a:chOff x="8577179" y="5561576"/>
                <a:chExt cx="224465" cy="283482"/>
              </a:xfrm>
              <a:solidFill>
                <a:srgbClr val="262626"/>
              </a:solidFill>
            </p:grpSpPr>
            <p:sp>
              <p:nvSpPr>
                <p:cNvPr id="826" name="Forma Livre: Forma 825">
                  <a:extLst>
                    <a:ext uri="{FF2B5EF4-FFF2-40B4-BE49-F238E27FC236}">
                      <a16:creationId xmlns:a16="http://schemas.microsoft.com/office/drawing/2014/main" id="{EF2F02B1-6B77-B457-AE6A-11BD95B619AB}"/>
                    </a:ext>
                  </a:extLst>
                </p:cNvPr>
                <p:cNvSpPr/>
                <p:nvPr/>
              </p:nvSpPr>
              <p:spPr>
                <a:xfrm>
                  <a:off x="8577179" y="5714477"/>
                  <a:ext cx="224465" cy="130581"/>
                </a:xfrm>
                <a:custGeom>
                  <a:avLst/>
                  <a:gdLst>
                    <a:gd name="connsiteX0" fmla="*/ 112233 w 224465"/>
                    <a:gd name="connsiteY0" fmla="*/ 130582 h 130581"/>
                    <a:gd name="connsiteX1" fmla="*/ 0 w 224465"/>
                    <a:gd name="connsiteY1" fmla="*/ 65291 h 130581"/>
                    <a:gd name="connsiteX2" fmla="*/ 112233 w 224465"/>
                    <a:gd name="connsiteY2" fmla="*/ 0 h 130581"/>
                    <a:gd name="connsiteX3" fmla="*/ 224466 w 224465"/>
                    <a:gd name="connsiteY3" fmla="*/ 65291 h 130581"/>
                    <a:gd name="connsiteX4" fmla="*/ 112233 w 224465"/>
                    <a:gd name="connsiteY4" fmla="*/ 130582 h 130581"/>
                    <a:gd name="connsiteX5" fmla="*/ 112233 w 224465"/>
                    <a:gd name="connsiteY5" fmla="*/ 14157 h 130581"/>
                    <a:gd name="connsiteX6" fmla="*/ 14158 w 224465"/>
                    <a:gd name="connsiteY6" fmla="*/ 65291 h 130581"/>
                    <a:gd name="connsiteX7" fmla="*/ 112233 w 224465"/>
                    <a:gd name="connsiteY7" fmla="*/ 116424 h 130581"/>
                    <a:gd name="connsiteX8" fmla="*/ 210308 w 224465"/>
                    <a:gd name="connsiteY8" fmla="*/ 65291 h 130581"/>
                    <a:gd name="connsiteX9" fmla="*/ 112233 w 224465"/>
                    <a:gd name="connsiteY9" fmla="*/ 14157 h 1305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24465" h="130581">
                      <a:moveTo>
                        <a:pt x="112233" y="130582"/>
                      </a:moveTo>
                      <a:cubicBezTo>
                        <a:pt x="49301" y="130582"/>
                        <a:pt x="0" y="101906"/>
                        <a:pt x="0" y="65291"/>
                      </a:cubicBezTo>
                      <a:cubicBezTo>
                        <a:pt x="0" y="28676"/>
                        <a:pt x="49301" y="0"/>
                        <a:pt x="112233" y="0"/>
                      </a:cubicBezTo>
                      <a:cubicBezTo>
                        <a:pt x="175164" y="0"/>
                        <a:pt x="224466" y="28676"/>
                        <a:pt x="224466" y="65291"/>
                      </a:cubicBezTo>
                      <a:cubicBezTo>
                        <a:pt x="224466" y="101906"/>
                        <a:pt x="175164" y="130582"/>
                        <a:pt x="112233" y="130582"/>
                      </a:cubicBezTo>
                      <a:close/>
                      <a:moveTo>
                        <a:pt x="112233" y="14157"/>
                      </a:moveTo>
                      <a:cubicBezTo>
                        <a:pt x="59073" y="14157"/>
                        <a:pt x="14158" y="37587"/>
                        <a:pt x="14158" y="65291"/>
                      </a:cubicBezTo>
                      <a:cubicBezTo>
                        <a:pt x="14158" y="92995"/>
                        <a:pt x="59073" y="116424"/>
                        <a:pt x="112233" y="116424"/>
                      </a:cubicBezTo>
                      <a:cubicBezTo>
                        <a:pt x="165393" y="116424"/>
                        <a:pt x="210308" y="92995"/>
                        <a:pt x="210308" y="65291"/>
                      </a:cubicBezTo>
                      <a:cubicBezTo>
                        <a:pt x="210308" y="37587"/>
                        <a:pt x="165393" y="14157"/>
                        <a:pt x="112233" y="14157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277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827" name="Forma Livre: Forma 826">
                  <a:extLst>
                    <a:ext uri="{FF2B5EF4-FFF2-40B4-BE49-F238E27FC236}">
                      <a16:creationId xmlns:a16="http://schemas.microsoft.com/office/drawing/2014/main" id="{948E9F8B-F3F9-F639-4064-75EF7D514960}"/>
                    </a:ext>
                  </a:extLst>
                </p:cNvPr>
                <p:cNvSpPr/>
                <p:nvPr/>
              </p:nvSpPr>
              <p:spPr>
                <a:xfrm>
                  <a:off x="8628562" y="5561576"/>
                  <a:ext cx="121699" cy="121698"/>
                </a:xfrm>
                <a:custGeom>
                  <a:avLst/>
                  <a:gdLst>
                    <a:gd name="connsiteX0" fmla="*/ 60850 w 121699"/>
                    <a:gd name="connsiteY0" fmla="*/ 121699 h 121698"/>
                    <a:gd name="connsiteX1" fmla="*/ 0 w 121699"/>
                    <a:gd name="connsiteY1" fmla="*/ 60849 h 121698"/>
                    <a:gd name="connsiteX2" fmla="*/ 60850 w 121699"/>
                    <a:gd name="connsiteY2" fmla="*/ 0 h 121698"/>
                    <a:gd name="connsiteX3" fmla="*/ 121699 w 121699"/>
                    <a:gd name="connsiteY3" fmla="*/ 60849 h 121698"/>
                    <a:gd name="connsiteX4" fmla="*/ 60850 w 121699"/>
                    <a:gd name="connsiteY4" fmla="*/ 121699 h 121698"/>
                    <a:gd name="connsiteX5" fmla="*/ 60850 w 121699"/>
                    <a:gd name="connsiteY5" fmla="*/ 14157 h 121698"/>
                    <a:gd name="connsiteX6" fmla="*/ 14158 w 121699"/>
                    <a:gd name="connsiteY6" fmla="*/ 60849 h 121698"/>
                    <a:gd name="connsiteX7" fmla="*/ 60850 w 121699"/>
                    <a:gd name="connsiteY7" fmla="*/ 107541 h 121698"/>
                    <a:gd name="connsiteX8" fmla="*/ 107541 w 121699"/>
                    <a:gd name="connsiteY8" fmla="*/ 60849 h 121698"/>
                    <a:gd name="connsiteX9" fmla="*/ 60850 w 121699"/>
                    <a:gd name="connsiteY9" fmla="*/ 14157 h 1216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21699" h="121698">
                      <a:moveTo>
                        <a:pt x="60850" y="121699"/>
                      </a:moveTo>
                      <a:cubicBezTo>
                        <a:pt x="27288" y="121699"/>
                        <a:pt x="0" y="94411"/>
                        <a:pt x="0" y="60849"/>
                      </a:cubicBezTo>
                      <a:cubicBezTo>
                        <a:pt x="0" y="27288"/>
                        <a:pt x="27288" y="0"/>
                        <a:pt x="60850" y="0"/>
                      </a:cubicBezTo>
                      <a:cubicBezTo>
                        <a:pt x="94411" y="0"/>
                        <a:pt x="121699" y="27288"/>
                        <a:pt x="121699" y="60849"/>
                      </a:cubicBezTo>
                      <a:cubicBezTo>
                        <a:pt x="121699" y="94411"/>
                        <a:pt x="94411" y="121699"/>
                        <a:pt x="60850" y="121699"/>
                      </a:cubicBezTo>
                      <a:close/>
                      <a:moveTo>
                        <a:pt x="60850" y="14157"/>
                      </a:moveTo>
                      <a:cubicBezTo>
                        <a:pt x="35089" y="14157"/>
                        <a:pt x="14158" y="35116"/>
                        <a:pt x="14158" y="60849"/>
                      </a:cubicBezTo>
                      <a:cubicBezTo>
                        <a:pt x="14158" y="86583"/>
                        <a:pt x="35117" y="107541"/>
                        <a:pt x="60850" y="107541"/>
                      </a:cubicBezTo>
                      <a:cubicBezTo>
                        <a:pt x="86583" y="107541"/>
                        <a:pt x="107541" y="86583"/>
                        <a:pt x="107541" y="60849"/>
                      </a:cubicBezTo>
                      <a:cubicBezTo>
                        <a:pt x="107541" y="35116"/>
                        <a:pt x="86583" y="14157"/>
                        <a:pt x="60850" y="14157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277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  <p:grpSp>
            <p:nvGrpSpPr>
              <p:cNvPr id="823" name="Gráfico 2">
                <a:extLst>
                  <a:ext uri="{FF2B5EF4-FFF2-40B4-BE49-F238E27FC236}">
                    <a16:creationId xmlns:a16="http://schemas.microsoft.com/office/drawing/2014/main" id="{898566A1-A2AD-4E76-E75A-0766A91A51E8}"/>
                  </a:ext>
                </a:extLst>
              </p:cNvPr>
              <p:cNvGrpSpPr/>
              <p:nvPr/>
            </p:nvGrpSpPr>
            <p:grpSpPr>
              <a:xfrm>
                <a:off x="8999904" y="5561576"/>
                <a:ext cx="224465" cy="283482"/>
                <a:chOff x="8999904" y="5561576"/>
                <a:chExt cx="224465" cy="283482"/>
              </a:xfrm>
              <a:solidFill>
                <a:srgbClr val="262626"/>
              </a:solidFill>
            </p:grpSpPr>
            <p:sp>
              <p:nvSpPr>
                <p:cNvPr id="824" name="Forma Livre: Forma 823">
                  <a:extLst>
                    <a:ext uri="{FF2B5EF4-FFF2-40B4-BE49-F238E27FC236}">
                      <a16:creationId xmlns:a16="http://schemas.microsoft.com/office/drawing/2014/main" id="{B1D73832-6AA5-8691-AAD5-25DCA024C9A0}"/>
                    </a:ext>
                  </a:extLst>
                </p:cNvPr>
                <p:cNvSpPr/>
                <p:nvPr/>
              </p:nvSpPr>
              <p:spPr>
                <a:xfrm>
                  <a:off x="8999904" y="5714477"/>
                  <a:ext cx="224465" cy="130581"/>
                </a:xfrm>
                <a:custGeom>
                  <a:avLst/>
                  <a:gdLst>
                    <a:gd name="connsiteX0" fmla="*/ 112233 w 224465"/>
                    <a:gd name="connsiteY0" fmla="*/ 130582 h 130581"/>
                    <a:gd name="connsiteX1" fmla="*/ 0 w 224465"/>
                    <a:gd name="connsiteY1" fmla="*/ 65291 h 130581"/>
                    <a:gd name="connsiteX2" fmla="*/ 112233 w 224465"/>
                    <a:gd name="connsiteY2" fmla="*/ 0 h 130581"/>
                    <a:gd name="connsiteX3" fmla="*/ 224466 w 224465"/>
                    <a:gd name="connsiteY3" fmla="*/ 65291 h 130581"/>
                    <a:gd name="connsiteX4" fmla="*/ 112233 w 224465"/>
                    <a:gd name="connsiteY4" fmla="*/ 130582 h 130581"/>
                    <a:gd name="connsiteX5" fmla="*/ 112233 w 224465"/>
                    <a:gd name="connsiteY5" fmla="*/ 14157 h 130581"/>
                    <a:gd name="connsiteX6" fmla="*/ 14158 w 224465"/>
                    <a:gd name="connsiteY6" fmla="*/ 65291 h 130581"/>
                    <a:gd name="connsiteX7" fmla="*/ 112233 w 224465"/>
                    <a:gd name="connsiteY7" fmla="*/ 116424 h 130581"/>
                    <a:gd name="connsiteX8" fmla="*/ 210308 w 224465"/>
                    <a:gd name="connsiteY8" fmla="*/ 65291 h 130581"/>
                    <a:gd name="connsiteX9" fmla="*/ 112233 w 224465"/>
                    <a:gd name="connsiteY9" fmla="*/ 14157 h 1305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24465" h="130581">
                      <a:moveTo>
                        <a:pt x="112233" y="130582"/>
                      </a:moveTo>
                      <a:cubicBezTo>
                        <a:pt x="49301" y="130582"/>
                        <a:pt x="0" y="101906"/>
                        <a:pt x="0" y="65291"/>
                      </a:cubicBezTo>
                      <a:cubicBezTo>
                        <a:pt x="0" y="28676"/>
                        <a:pt x="49301" y="0"/>
                        <a:pt x="112233" y="0"/>
                      </a:cubicBezTo>
                      <a:cubicBezTo>
                        <a:pt x="175164" y="0"/>
                        <a:pt x="224466" y="28676"/>
                        <a:pt x="224466" y="65291"/>
                      </a:cubicBezTo>
                      <a:cubicBezTo>
                        <a:pt x="224466" y="101906"/>
                        <a:pt x="175164" y="130582"/>
                        <a:pt x="112233" y="130582"/>
                      </a:cubicBezTo>
                      <a:close/>
                      <a:moveTo>
                        <a:pt x="112233" y="14157"/>
                      </a:moveTo>
                      <a:cubicBezTo>
                        <a:pt x="59073" y="14157"/>
                        <a:pt x="14158" y="37587"/>
                        <a:pt x="14158" y="65291"/>
                      </a:cubicBezTo>
                      <a:cubicBezTo>
                        <a:pt x="14158" y="92995"/>
                        <a:pt x="59073" y="116424"/>
                        <a:pt x="112233" y="116424"/>
                      </a:cubicBezTo>
                      <a:cubicBezTo>
                        <a:pt x="165393" y="116424"/>
                        <a:pt x="210308" y="92995"/>
                        <a:pt x="210308" y="65291"/>
                      </a:cubicBezTo>
                      <a:cubicBezTo>
                        <a:pt x="210308" y="37587"/>
                        <a:pt x="165393" y="14157"/>
                        <a:pt x="112233" y="14157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277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825" name="Forma Livre: Forma 824">
                  <a:extLst>
                    <a:ext uri="{FF2B5EF4-FFF2-40B4-BE49-F238E27FC236}">
                      <a16:creationId xmlns:a16="http://schemas.microsoft.com/office/drawing/2014/main" id="{80422CD2-5277-7298-0237-ACD74E3C6CC0}"/>
                    </a:ext>
                  </a:extLst>
                </p:cNvPr>
                <p:cNvSpPr/>
                <p:nvPr/>
              </p:nvSpPr>
              <p:spPr>
                <a:xfrm>
                  <a:off x="9051288" y="5561576"/>
                  <a:ext cx="121699" cy="121698"/>
                </a:xfrm>
                <a:custGeom>
                  <a:avLst/>
                  <a:gdLst>
                    <a:gd name="connsiteX0" fmla="*/ 60849 w 121699"/>
                    <a:gd name="connsiteY0" fmla="*/ 121699 h 121698"/>
                    <a:gd name="connsiteX1" fmla="*/ 0 w 121699"/>
                    <a:gd name="connsiteY1" fmla="*/ 60849 h 121698"/>
                    <a:gd name="connsiteX2" fmla="*/ 60849 w 121699"/>
                    <a:gd name="connsiteY2" fmla="*/ 0 h 121698"/>
                    <a:gd name="connsiteX3" fmla="*/ 121699 w 121699"/>
                    <a:gd name="connsiteY3" fmla="*/ 60849 h 121698"/>
                    <a:gd name="connsiteX4" fmla="*/ 60849 w 121699"/>
                    <a:gd name="connsiteY4" fmla="*/ 121699 h 121698"/>
                    <a:gd name="connsiteX5" fmla="*/ 60849 w 121699"/>
                    <a:gd name="connsiteY5" fmla="*/ 14157 h 121698"/>
                    <a:gd name="connsiteX6" fmla="*/ 14158 w 121699"/>
                    <a:gd name="connsiteY6" fmla="*/ 60849 h 121698"/>
                    <a:gd name="connsiteX7" fmla="*/ 60849 w 121699"/>
                    <a:gd name="connsiteY7" fmla="*/ 107541 h 121698"/>
                    <a:gd name="connsiteX8" fmla="*/ 107541 w 121699"/>
                    <a:gd name="connsiteY8" fmla="*/ 60849 h 121698"/>
                    <a:gd name="connsiteX9" fmla="*/ 60849 w 121699"/>
                    <a:gd name="connsiteY9" fmla="*/ 14157 h 1216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21699" h="121698">
                      <a:moveTo>
                        <a:pt x="60849" y="121699"/>
                      </a:moveTo>
                      <a:cubicBezTo>
                        <a:pt x="27288" y="121699"/>
                        <a:pt x="0" y="94411"/>
                        <a:pt x="0" y="60849"/>
                      </a:cubicBezTo>
                      <a:cubicBezTo>
                        <a:pt x="0" y="27288"/>
                        <a:pt x="27288" y="0"/>
                        <a:pt x="60849" y="0"/>
                      </a:cubicBezTo>
                      <a:cubicBezTo>
                        <a:pt x="94411" y="0"/>
                        <a:pt x="121699" y="27288"/>
                        <a:pt x="121699" y="60849"/>
                      </a:cubicBezTo>
                      <a:cubicBezTo>
                        <a:pt x="121699" y="94411"/>
                        <a:pt x="94411" y="121699"/>
                        <a:pt x="60849" y="121699"/>
                      </a:cubicBezTo>
                      <a:close/>
                      <a:moveTo>
                        <a:pt x="60849" y="14157"/>
                      </a:moveTo>
                      <a:cubicBezTo>
                        <a:pt x="35089" y="14157"/>
                        <a:pt x="14158" y="35116"/>
                        <a:pt x="14158" y="60849"/>
                      </a:cubicBezTo>
                      <a:cubicBezTo>
                        <a:pt x="14158" y="86583"/>
                        <a:pt x="35117" y="107541"/>
                        <a:pt x="60849" y="107541"/>
                      </a:cubicBezTo>
                      <a:cubicBezTo>
                        <a:pt x="86583" y="107541"/>
                        <a:pt x="107541" y="86583"/>
                        <a:pt x="107541" y="60849"/>
                      </a:cubicBezTo>
                      <a:cubicBezTo>
                        <a:pt x="107541" y="35116"/>
                        <a:pt x="86583" y="14157"/>
                        <a:pt x="60849" y="14157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277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</p:grpSp>
        <p:grpSp>
          <p:nvGrpSpPr>
            <p:cNvPr id="819" name="Gráfico 2">
              <a:extLst>
                <a:ext uri="{FF2B5EF4-FFF2-40B4-BE49-F238E27FC236}">
                  <a16:creationId xmlns:a16="http://schemas.microsoft.com/office/drawing/2014/main" id="{2EA33BB8-5490-F23E-076F-205C0016D984}"/>
                </a:ext>
              </a:extLst>
            </p:cNvPr>
            <p:cNvGrpSpPr/>
            <p:nvPr/>
          </p:nvGrpSpPr>
          <p:grpSpPr>
            <a:xfrm>
              <a:off x="8638222" y="5323452"/>
              <a:ext cx="525076" cy="214638"/>
              <a:chOff x="8638222" y="5323452"/>
              <a:chExt cx="525076" cy="214638"/>
            </a:xfrm>
            <a:solidFill>
              <a:srgbClr val="262626"/>
            </a:solidFill>
          </p:grpSpPr>
          <p:sp>
            <p:nvSpPr>
              <p:cNvPr id="820" name="Forma Livre: Forma 819">
                <a:extLst>
                  <a:ext uri="{FF2B5EF4-FFF2-40B4-BE49-F238E27FC236}">
                    <a16:creationId xmlns:a16="http://schemas.microsoft.com/office/drawing/2014/main" id="{8556812A-E2D1-2A14-55F2-A8E6906AF678}"/>
                  </a:ext>
                </a:extLst>
              </p:cNvPr>
              <p:cNvSpPr/>
              <p:nvPr/>
            </p:nvSpPr>
            <p:spPr>
              <a:xfrm>
                <a:off x="9045126" y="5351074"/>
                <a:ext cx="118173" cy="187016"/>
              </a:xfrm>
              <a:custGeom>
                <a:avLst/>
                <a:gdLst>
                  <a:gd name="connsiteX0" fmla="*/ 111122 w 118173"/>
                  <a:gd name="connsiteY0" fmla="*/ 186989 h 187016"/>
                  <a:gd name="connsiteX1" fmla="*/ 104071 w 118173"/>
                  <a:gd name="connsiteY1" fmla="*/ 180604 h 187016"/>
                  <a:gd name="connsiteX2" fmla="*/ 2914 w 118173"/>
                  <a:gd name="connsiteY2" fmla="*/ 12797 h 187016"/>
                  <a:gd name="connsiteX3" fmla="*/ 1360 w 118173"/>
                  <a:gd name="connsiteY3" fmla="*/ 2914 h 187016"/>
                  <a:gd name="connsiteX4" fmla="*/ 11242 w 118173"/>
                  <a:gd name="connsiteY4" fmla="*/ 1360 h 187016"/>
                  <a:gd name="connsiteX5" fmla="*/ 118117 w 118173"/>
                  <a:gd name="connsiteY5" fmla="*/ 178939 h 187016"/>
                  <a:gd name="connsiteX6" fmla="*/ 118173 w 118173"/>
                  <a:gd name="connsiteY6" fmla="*/ 179910 h 187016"/>
                  <a:gd name="connsiteX7" fmla="*/ 111094 w 118173"/>
                  <a:gd name="connsiteY7" fmla="*/ 187017 h 1870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18173" h="187016">
                    <a:moveTo>
                      <a:pt x="111122" y="186989"/>
                    </a:moveTo>
                    <a:cubicBezTo>
                      <a:pt x="107430" y="186989"/>
                      <a:pt x="104404" y="184185"/>
                      <a:pt x="104071" y="180604"/>
                    </a:cubicBezTo>
                    <a:cubicBezTo>
                      <a:pt x="94688" y="113842"/>
                      <a:pt x="57851" y="52687"/>
                      <a:pt x="2914" y="12797"/>
                    </a:cubicBezTo>
                    <a:cubicBezTo>
                      <a:pt x="-251" y="10493"/>
                      <a:pt x="-945" y="6079"/>
                      <a:pt x="1360" y="2914"/>
                    </a:cubicBezTo>
                    <a:cubicBezTo>
                      <a:pt x="3664" y="-250"/>
                      <a:pt x="8077" y="-944"/>
                      <a:pt x="11242" y="1360"/>
                    </a:cubicBezTo>
                    <a:cubicBezTo>
                      <a:pt x="69316" y="43554"/>
                      <a:pt x="108290" y="108290"/>
                      <a:pt x="118117" y="178939"/>
                    </a:cubicBezTo>
                    <a:cubicBezTo>
                      <a:pt x="118173" y="179272"/>
                      <a:pt x="118173" y="179577"/>
                      <a:pt x="118173" y="179910"/>
                    </a:cubicBezTo>
                    <a:cubicBezTo>
                      <a:pt x="118173" y="183825"/>
                      <a:pt x="115008" y="187017"/>
                      <a:pt x="111094" y="187017"/>
                    </a:cubicBezTo>
                    <a:close/>
                  </a:path>
                </a:pathLst>
              </a:custGeom>
              <a:solidFill>
                <a:srgbClr val="262626"/>
              </a:solidFill>
              <a:ln w="27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21" name="Forma Livre: Forma 820">
                <a:extLst>
                  <a:ext uri="{FF2B5EF4-FFF2-40B4-BE49-F238E27FC236}">
                    <a16:creationId xmlns:a16="http://schemas.microsoft.com/office/drawing/2014/main" id="{0E39F3B2-A34F-F568-A671-915061235606}"/>
                  </a:ext>
                </a:extLst>
              </p:cNvPr>
              <p:cNvSpPr/>
              <p:nvPr/>
            </p:nvSpPr>
            <p:spPr>
              <a:xfrm>
                <a:off x="8638222" y="5323452"/>
                <a:ext cx="166448" cy="214610"/>
              </a:xfrm>
              <a:custGeom>
                <a:avLst/>
                <a:gdLst>
                  <a:gd name="connsiteX0" fmla="*/ 7079 w 166448"/>
                  <a:gd name="connsiteY0" fmla="*/ 214611 h 214610"/>
                  <a:gd name="connsiteX1" fmla="*/ 0 w 166448"/>
                  <a:gd name="connsiteY1" fmla="*/ 207560 h 214610"/>
                  <a:gd name="connsiteX2" fmla="*/ 56 w 166448"/>
                  <a:gd name="connsiteY2" fmla="*/ 206533 h 214610"/>
                  <a:gd name="connsiteX3" fmla="*/ 156510 w 166448"/>
                  <a:gd name="connsiteY3" fmla="*/ 583 h 214610"/>
                  <a:gd name="connsiteX4" fmla="*/ 159341 w 166448"/>
                  <a:gd name="connsiteY4" fmla="*/ 0 h 214610"/>
                  <a:gd name="connsiteX5" fmla="*/ 166448 w 166448"/>
                  <a:gd name="connsiteY5" fmla="*/ 7079 h 214610"/>
                  <a:gd name="connsiteX6" fmla="*/ 161728 w 166448"/>
                  <a:gd name="connsiteY6" fmla="*/ 13769 h 214610"/>
                  <a:gd name="connsiteX7" fmla="*/ 14102 w 166448"/>
                  <a:gd name="connsiteY7" fmla="*/ 208393 h 214610"/>
                  <a:gd name="connsiteX8" fmla="*/ 7079 w 166448"/>
                  <a:gd name="connsiteY8" fmla="*/ 214611 h 2146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6448" h="214610">
                    <a:moveTo>
                      <a:pt x="7079" y="214611"/>
                    </a:moveTo>
                    <a:cubicBezTo>
                      <a:pt x="3165" y="214611"/>
                      <a:pt x="0" y="211474"/>
                      <a:pt x="0" y="207560"/>
                    </a:cubicBezTo>
                    <a:cubicBezTo>
                      <a:pt x="0" y="207227"/>
                      <a:pt x="0" y="206866"/>
                      <a:pt x="56" y="206533"/>
                    </a:cubicBezTo>
                    <a:cubicBezTo>
                      <a:pt x="12659" y="116175"/>
                      <a:pt x="72620" y="37254"/>
                      <a:pt x="156510" y="583"/>
                    </a:cubicBezTo>
                    <a:cubicBezTo>
                      <a:pt x="157398" y="194"/>
                      <a:pt x="158370" y="0"/>
                      <a:pt x="159341" y="0"/>
                    </a:cubicBezTo>
                    <a:cubicBezTo>
                      <a:pt x="163255" y="0"/>
                      <a:pt x="166448" y="3165"/>
                      <a:pt x="166448" y="7079"/>
                    </a:cubicBezTo>
                    <a:cubicBezTo>
                      <a:pt x="166448" y="10160"/>
                      <a:pt x="164477" y="12797"/>
                      <a:pt x="161728" y="13769"/>
                    </a:cubicBezTo>
                    <a:cubicBezTo>
                      <a:pt x="82585" y="48524"/>
                      <a:pt x="26039" y="123059"/>
                      <a:pt x="14102" y="208393"/>
                    </a:cubicBezTo>
                    <a:cubicBezTo>
                      <a:pt x="13686" y="211890"/>
                      <a:pt x="10688" y="214611"/>
                      <a:pt x="7079" y="214611"/>
                    </a:cubicBezTo>
                    <a:close/>
                  </a:path>
                </a:pathLst>
              </a:custGeom>
              <a:solidFill>
                <a:srgbClr val="262626"/>
              </a:solidFill>
              <a:ln w="27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grpSp>
        <p:nvGrpSpPr>
          <p:cNvPr id="831" name="Gráfico 2">
            <a:extLst>
              <a:ext uri="{FF2B5EF4-FFF2-40B4-BE49-F238E27FC236}">
                <a16:creationId xmlns:a16="http://schemas.microsoft.com/office/drawing/2014/main" id="{E125F02D-C2D6-3AE8-2B9F-DBFEC445DB21}"/>
              </a:ext>
            </a:extLst>
          </p:cNvPr>
          <p:cNvGrpSpPr/>
          <p:nvPr/>
        </p:nvGrpSpPr>
        <p:grpSpPr>
          <a:xfrm>
            <a:off x="3828232" y="5277195"/>
            <a:ext cx="572268" cy="533230"/>
            <a:chOff x="3790646" y="5242172"/>
            <a:chExt cx="647440" cy="603275"/>
          </a:xfrm>
          <a:solidFill>
            <a:srgbClr val="262626"/>
          </a:solidFill>
        </p:grpSpPr>
        <p:grpSp>
          <p:nvGrpSpPr>
            <p:cNvPr id="832" name="Gráfico 2">
              <a:extLst>
                <a:ext uri="{FF2B5EF4-FFF2-40B4-BE49-F238E27FC236}">
                  <a16:creationId xmlns:a16="http://schemas.microsoft.com/office/drawing/2014/main" id="{C3C1C7B6-5F86-40E0-CFFD-24A8183CF230}"/>
                </a:ext>
              </a:extLst>
            </p:cNvPr>
            <p:cNvGrpSpPr/>
            <p:nvPr/>
          </p:nvGrpSpPr>
          <p:grpSpPr>
            <a:xfrm>
              <a:off x="3970085" y="5242172"/>
              <a:ext cx="288507" cy="105292"/>
              <a:chOff x="3970085" y="5242172"/>
              <a:chExt cx="288507" cy="105292"/>
            </a:xfrm>
            <a:solidFill>
              <a:srgbClr val="262626"/>
            </a:solidFill>
          </p:grpSpPr>
          <p:sp>
            <p:nvSpPr>
              <p:cNvPr id="838" name="Forma Livre: Forma 837">
                <a:extLst>
                  <a:ext uri="{FF2B5EF4-FFF2-40B4-BE49-F238E27FC236}">
                    <a16:creationId xmlns:a16="http://schemas.microsoft.com/office/drawing/2014/main" id="{75749DF2-F61D-D8CA-11FF-074C2094813C}"/>
                  </a:ext>
                </a:extLst>
              </p:cNvPr>
              <p:cNvSpPr/>
              <p:nvPr/>
            </p:nvSpPr>
            <p:spPr>
              <a:xfrm>
                <a:off x="3970085" y="5242172"/>
                <a:ext cx="288507" cy="105292"/>
              </a:xfrm>
              <a:custGeom>
                <a:avLst/>
                <a:gdLst>
                  <a:gd name="connsiteX0" fmla="*/ 281429 w 288507"/>
                  <a:gd name="connsiteY0" fmla="*/ 105293 h 105292"/>
                  <a:gd name="connsiteX1" fmla="*/ 274350 w 288507"/>
                  <a:gd name="connsiteY1" fmla="*/ 98214 h 105292"/>
                  <a:gd name="connsiteX2" fmla="*/ 274350 w 288507"/>
                  <a:gd name="connsiteY2" fmla="*/ 64125 h 105292"/>
                  <a:gd name="connsiteX3" fmla="*/ 224382 w 288507"/>
                  <a:gd name="connsiteY3" fmla="*/ 14157 h 105292"/>
                  <a:gd name="connsiteX4" fmla="*/ 64125 w 288507"/>
                  <a:gd name="connsiteY4" fmla="*/ 14157 h 105292"/>
                  <a:gd name="connsiteX5" fmla="*/ 14157 w 288507"/>
                  <a:gd name="connsiteY5" fmla="*/ 64125 h 105292"/>
                  <a:gd name="connsiteX6" fmla="*/ 14157 w 288507"/>
                  <a:gd name="connsiteY6" fmla="*/ 98214 h 105292"/>
                  <a:gd name="connsiteX7" fmla="*/ 7079 w 288507"/>
                  <a:gd name="connsiteY7" fmla="*/ 105293 h 105292"/>
                  <a:gd name="connsiteX8" fmla="*/ 0 w 288507"/>
                  <a:gd name="connsiteY8" fmla="*/ 98214 h 105292"/>
                  <a:gd name="connsiteX9" fmla="*/ 0 w 288507"/>
                  <a:gd name="connsiteY9" fmla="*/ 64125 h 105292"/>
                  <a:gd name="connsiteX10" fmla="*/ 64125 w 288507"/>
                  <a:gd name="connsiteY10" fmla="*/ 0 h 105292"/>
                  <a:gd name="connsiteX11" fmla="*/ 224382 w 288507"/>
                  <a:gd name="connsiteY11" fmla="*/ 0 h 105292"/>
                  <a:gd name="connsiteX12" fmla="*/ 288507 w 288507"/>
                  <a:gd name="connsiteY12" fmla="*/ 64125 h 105292"/>
                  <a:gd name="connsiteX13" fmla="*/ 288507 w 288507"/>
                  <a:gd name="connsiteY13" fmla="*/ 98214 h 105292"/>
                  <a:gd name="connsiteX14" fmla="*/ 281429 w 288507"/>
                  <a:gd name="connsiteY14" fmla="*/ 105293 h 1052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88507" h="105292">
                    <a:moveTo>
                      <a:pt x="281429" y="105293"/>
                    </a:moveTo>
                    <a:cubicBezTo>
                      <a:pt x="277514" y="105293"/>
                      <a:pt x="274350" y="102128"/>
                      <a:pt x="274350" y="98214"/>
                    </a:cubicBezTo>
                    <a:lnTo>
                      <a:pt x="274350" y="64125"/>
                    </a:lnTo>
                    <a:cubicBezTo>
                      <a:pt x="274350" y="36560"/>
                      <a:pt x="251920" y="14157"/>
                      <a:pt x="224382" y="14157"/>
                    </a:cubicBezTo>
                    <a:lnTo>
                      <a:pt x="64125" y="14157"/>
                    </a:lnTo>
                    <a:cubicBezTo>
                      <a:pt x="36559" y="14157"/>
                      <a:pt x="14157" y="36587"/>
                      <a:pt x="14157" y="64125"/>
                    </a:cubicBezTo>
                    <a:lnTo>
                      <a:pt x="14157" y="98214"/>
                    </a:lnTo>
                    <a:cubicBezTo>
                      <a:pt x="14157" y="102128"/>
                      <a:pt x="10993" y="105293"/>
                      <a:pt x="7079" y="105293"/>
                    </a:cubicBezTo>
                    <a:cubicBezTo>
                      <a:pt x="3165" y="105293"/>
                      <a:pt x="0" y="102128"/>
                      <a:pt x="0" y="98214"/>
                    </a:cubicBezTo>
                    <a:lnTo>
                      <a:pt x="0" y="64125"/>
                    </a:lnTo>
                    <a:cubicBezTo>
                      <a:pt x="0" y="28759"/>
                      <a:pt x="28759" y="0"/>
                      <a:pt x="64125" y="0"/>
                    </a:cubicBezTo>
                    <a:lnTo>
                      <a:pt x="224382" y="0"/>
                    </a:lnTo>
                    <a:cubicBezTo>
                      <a:pt x="259748" y="0"/>
                      <a:pt x="288507" y="28759"/>
                      <a:pt x="288507" y="64125"/>
                    </a:cubicBezTo>
                    <a:lnTo>
                      <a:pt x="288507" y="98214"/>
                    </a:lnTo>
                    <a:cubicBezTo>
                      <a:pt x="288507" y="102128"/>
                      <a:pt x="285342" y="105293"/>
                      <a:pt x="281429" y="105293"/>
                    </a:cubicBezTo>
                    <a:close/>
                  </a:path>
                </a:pathLst>
              </a:custGeom>
              <a:solidFill>
                <a:srgbClr val="262626"/>
              </a:solidFill>
              <a:ln w="27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39" name="Forma Livre: Forma 838">
                <a:extLst>
                  <a:ext uri="{FF2B5EF4-FFF2-40B4-BE49-F238E27FC236}">
                    <a16:creationId xmlns:a16="http://schemas.microsoft.com/office/drawing/2014/main" id="{5F9D83F6-53C4-1525-1F18-EC7C1379F403}"/>
                  </a:ext>
                </a:extLst>
              </p:cNvPr>
              <p:cNvSpPr/>
              <p:nvPr/>
            </p:nvSpPr>
            <p:spPr>
              <a:xfrm>
                <a:off x="4036653" y="5308740"/>
                <a:ext cx="155399" cy="38724"/>
              </a:xfrm>
              <a:custGeom>
                <a:avLst/>
                <a:gdLst>
                  <a:gd name="connsiteX0" fmla="*/ 148320 w 155399"/>
                  <a:gd name="connsiteY0" fmla="*/ 38725 h 38724"/>
                  <a:gd name="connsiteX1" fmla="*/ 141242 w 155399"/>
                  <a:gd name="connsiteY1" fmla="*/ 31646 h 38724"/>
                  <a:gd name="connsiteX2" fmla="*/ 141242 w 155399"/>
                  <a:gd name="connsiteY2" fmla="*/ 14157 h 38724"/>
                  <a:gd name="connsiteX3" fmla="*/ 14157 w 155399"/>
                  <a:gd name="connsiteY3" fmla="*/ 14157 h 38724"/>
                  <a:gd name="connsiteX4" fmla="*/ 14157 w 155399"/>
                  <a:gd name="connsiteY4" fmla="*/ 31646 h 38724"/>
                  <a:gd name="connsiteX5" fmla="*/ 7079 w 155399"/>
                  <a:gd name="connsiteY5" fmla="*/ 38725 h 38724"/>
                  <a:gd name="connsiteX6" fmla="*/ 0 w 155399"/>
                  <a:gd name="connsiteY6" fmla="*/ 31646 h 38724"/>
                  <a:gd name="connsiteX7" fmla="*/ 0 w 155399"/>
                  <a:gd name="connsiteY7" fmla="*/ 7079 h 38724"/>
                  <a:gd name="connsiteX8" fmla="*/ 7079 w 155399"/>
                  <a:gd name="connsiteY8" fmla="*/ 0 h 38724"/>
                  <a:gd name="connsiteX9" fmla="*/ 148320 w 155399"/>
                  <a:gd name="connsiteY9" fmla="*/ 0 h 38724"/>
                  <a:gd name="connsiteX10" fmla="*/ 155399 w 155399"/>
                  <a:gd name="connsiteY10" fmla="*/ 7079 h 38724"/>
                  <a:gd name="connsiteX11" fmla="*/ 155399 w 155399"/>
                  <a:gd name="connsiteY11" fmla="*/ 31646 h 38724"/>
                  <a:gd name="connsiteX12" fmla="*/ 148320 w 155399"/>
                  <a:gd name="connsiteY12" fmla="*/ 38725 h 38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55399" h="38724">
                    <a:moveTo>
                      <a:pt x="148320" y="38725"/>
                    </a:moveTo>
                    <a:cubicBezTo>
                      <a:pt x="144406" y="38725"/>
                      <a:pt x="141242" y="35560"/>
                      <a:pt x="141242" y="31646"/>
                    </a:cubicBezTo>
                    <a:lnTo>
                      <a:pt x="141242" y="14157"/>
                    </a:lnTo>
                    <a:lnTo>
                      <a:pt x="14157" y="14157"/>
                    </a:lnTo>
                    <a:lnTo>
                      <a:pt x="14157" y="31646"/>
                    </a:lnTo>
                    <a:cubicBezTo>
                      <a:pt x="14157" y="35560"/>
                      <a:pt x="10993" y="38725"/>
                      <a:pt x="7079" y="38725"/>
                    </a:cubicBezTo>
                    <a:cubicBezTo>
                      <a:pt x="3165" y="38725"/>
                      <a:pt x="0" y="35560"/>
                      <a:pt x="0" y="31646"/>
                    </a:cubicBezTo>
                    <a:lnTo>
                      <a:pt x="0" y="7079"/>
                    </a:lnTo>
                    <a:cubicBezTo>
                      <a:pt x="0" y="3165"/>
                      <a:pt x="3165" y="0"/>
                      <a:pt x="7079" y="0"/>
                    </a:cubicBezTo>
                    <a:lnTo>
                      <a:pt x="148320" y="0"/>
                    </a:lnTo>
                    <a:cubicBezTo>
                      <a:pt x="152234" y="0"/>
                      <a:pt x="155399" y="3165"/>
                      <a:pt x="155399" y="7079"/>
                    </a:cubicBezTo>
                    <a:lnTo>
                      <a:pt x="155399" y="31646"/>
                    </a:lnTo>
                    <a:cubicBezTo>
                      <a:pt x="155399" y="35560"/>
                      <a:pt x="152234" y="38725"/>
                      <a:pt x="148320" y="38725"/>
                    </a:cubicBezTo>
                    <a:close/>
                  </a:path>
                </a:pathLst>
              </a:custGeom>
              <a:solidFill>
                <a:srgbClr val="262626"/>
              </a:solidFill>
              <a:ln w="27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sp>
          <p:nvSpPr>
            <p:cNvPr id="833" name="Forma Livre: Forma 832">
              <a:extLst>
                <a:ext uri="{FF2B5EF4-FFF2-40B4-BE49-F238E27FC236}">
                  <a16:creationId xmlns:a16="http://schemas.microsoft.com/office/drawing/2014/main" id="{CF5D6511-9FC5-0D15-6BDA-EF5E13B1A82A}"/>
                </a:ext>
              </a:extLst>
            </p:cNvPr>
            <p:cNvSpPr/>
            <p:nvPr/>
          </p:nvSpPr>
          <p:spPr>
            <a:xfrm>
              <a:off x="3790646" y="5380860"/>
              <a:ext cx="647440" cy="226880"/>
            </a:xfrm>
            <a:custGeom>
              <a:avLst/>
              <a:gdLst>
                <a:gd name="connsiteX0" fmla="*/ 323707 w 647440"/>
                <a:gd name="connsiteY0" fmla="*/ 226881 h 226880"/>
                <a:gd name="connsiteX1" fmla="*/ 322763 w 647440"/>
                <a:gd name="connsiteY1" fmla="*/ 226825 h 226880"/>
                <a:gd name="connsiteX2" fmla="*/ 40252 w 647440"/>
                <a:gd name="connsiteY2" fmla="*/ 188655 h 226880"/>
                <a:gd name="connsiteX3" fmla="*/ 0 w 647440"/>
                <a:gd name="connsiteY3" fmla="*/ 142602 h 226880"/>
                <a:gd name="connsiteX4" fmla="*/ 0 w 647440"/>
                <a:gd name="connsiteY4" fmla="*/ 45110 h 226880"/>
                <a:gd name="connsiteX5" fmla="*/ 45110 w 647440"/>
                <a:gd name="connsiteY5" fmla="*/ 0 h 226880"/>
                <a:gd name="connsiteX6" fmla="*/ 602331 w 647440"/>
                <a:gd name="connsiteY6" fmla="*/ 0 h 226880"/>
                <a:gd name="connsiteX7" fmla="*/ 647441 w 647440"/>
                <a:gd name="connsiteY7" fmla="*/ 45110 h 226880"/>
                <a:gd name="connsiteX8" fmla="*/ 647441 w 647440"/>
                <a:gd name="connsiteY8" fmla="*/ 142602 h 226880"/>
                <a:gd name="connsiteX9" fmla="*/ 607189 w 647440"/>
                <a:gd name="connsiteY9" fmla="*/ 188655 h 226880"/>
                <a:gd name="connsiteX10" fmla="*/ 324678 w 647440"/>
                <a:gd name="connsiteY10" fmla="*/ 226825 h 226880"/>
                <a:gd name="connsiteX11" fmla="*/ 323734 w 647440"/>
                <a:gd name="connsiteY11" fmla="*/ 226881 h 226880"/>
                <a:gd name="connsiteX12" fmla="*/ 45110 w 647440"/>
                <a:gd name="connsiteY12" fmla="*/ 14130 h 226880"/>
                <a:gd name="connsiteX13" fmla="*/ 14157 w 647440"/>
                <a:gd name="connsiteY13" fmla="*/ 45082 h 226880"/>
                <a:gd name="connsiteX14" fmla="*/ 14157 w 647440"/>
                <a:gd name="connsiteY14" fmla="*/ 142574 h 226880"/>
                <a:gd name="connsiteX15" fmla="*/ 42167 w 647440"/>
                <a:gd name="connsiteY15" fmla="*/ 174609 h 226880"/>
                <a:gd name="connsiteX16" fmla="*/ 323734 w 647440"/>
                <a:gd name="connsiteY16" fmla="*/ 212668 h 226880"/>
                <a:gd name="connsiteX17" fmla="*/ 605302 w 647440"/>
                <a:gd name="connsiteY17" fmla="*/ 174609 h 226880"/>
                <a:gd name="connsiteX18" fmla="*/ 605302 w 647440"/>
                <a:gd name="connsiteY18" fmla="*/ 174609 h 226880"/>
                <a:gd name="connsiteX19" fmla="*/ 633311 w 647440"/>
                <a:gd name="connsiteY19" fmla="*/ 142574 h 226880"/>
                <a:gd name="connsiteX20" fmla="*/ 633311 w 647440"/>
                <a:gd name="connsiteY20" fmla="*/ 45082 h 226880"/>
                <a:gd name="connsiteX21" fmla="*/ 602359 w 647440"/>
                <a:gd name="connsiteY21" fmla="*/ 14130 h 226880"/>
                <a:gd name="connsiteX22" fmla="*/ 45137 w 647440"/>
                <a:gd name="connsiteY22" fmla="*/ 14130 h 226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647440" h="226880">
                  <a:moveTo>
                    <a:pt x="323707" y="226881"/>
                  </a:moveTo>
                  <a:cubicBezTo>
                    <a:pt x="323401" y="226881"/>
                    <a:pt x="323068" y="226881"/>
                    <a:pt x="322763" y="226825"/>
                  </a:cubicBezTo>
                  <a:lnTo>
                    <a:pt x="40252" y="188655"/>
                  </a:lnTo>
                  <a:cubicBezTo>
                    <a:pt x="17294" y="185546"/>
                    <a:pt x="0" y="165754"/>
                    <a:pt x="0" y="142602"/>
                  </a:cubicBezTo>
                  <a:lnTo>
                    <a:pt x="0" y="45110"/>
                  </a:lnTo>
                  <a:cubicBezTo>
                    <a:pt x="0" y="20237"/>
                    <a:pt x="20237" y="0"/>
                    <a:pt x="45110" y="0"/>
                  </a:cubicBezTo>
                  <a:lnTo>
                    <a:pt x="602331" y="0"/>
                  </a:lnTo>
                  <a:cubicBezTo>
                    <a:pt x="627204" y="0"/>
                    <a:pt x="647441" y="20237"/>
                    <a:pt x="647441" y="45110"/>
                  </a:cubicBezTo>
                  <a:lnTo>
                    <a:pt x="647441" y="142602"/>
                  </a:lnTo>
                  <a:cubicBezTo>
                    <a:pt x="647441" y="165754"/>
                    <a:pt x="630119" y="185574"/>
                    <a:pt x="607189" y="188655"/>
                  </a:cubicBezTo>
                  <a:lnTo>
                    <a:pt x="324678" y="226825"/>
                  </a:lnTo>
                  <a:cubicBezTo>
                    <a:pt x="324373" y="226853"/>
                    <a:pt x="324040" y="226881"/>
                    <a:pt x="323734" y="226881"/>
                  </a:cubicBezTo>
                  <a:close/>
                  <a:moveTo>
                    <a:pt x="45110" y="14130"/>
                  </a:moveTo>
                  <a:cubicBezTo>
                    <a:pt x="28037" y="14130"/>
                    <a:pt x="14157" y="28010"/>
                    <a:pt x="14157" y="45082"/>
                  </a:cubicBezTo>
                  <a:lnTo>
                    <a:pt x="14157" y="142574"/>
                  </a:lnTo>
                  <a:cubicBezTo>
                    <a:pt x="14157" y="158675"/>
                    <a:pt x="26205" y="172444"/>
                    <a:pt x="42167" y="174609"/>
                  </a:cubicBezTo>
                  <a:lnTo>
                    <a:pt x="323734" y="212668"/>
                  </a:lnTo>
                  <a:lnTo>
                    <a:pt x="605302" y="174609"/>
                  </a:lnTo>
                  <a:lnTo>
                    <a:pt x="605302" y="174609"/>
                  </a:lnTo>
                  <a:cubicBezTo>
                    <a:pt x="621263" y="172444"/>
                    <a:pt x="633311" y="158675"/>
                    <a:pt x="633311" y="142574"/>
                  </a:cubicBezTo>
                  <a:lnTo>
                    <a:pt x="633311" y="45082"/>
                  </a:lnTo>
                  <a:cubicBezTo>
                    <a:pt x="633311" y="28010"/>
                    <a:pt x="619432" y="14130"/>
                    <a:pt x="602359" y="14130"/>
                  </a:cubicBezTo>
                  <a:lnTo>
                    <a:pt x="45137" y="14130"/>
                  </a:lnTo>
                  <a:close/>
                </a:path>
              </a:pathLst>
            </a:custGeom>
            <a:solidFill>
              <a:srgbClr val="262626"/>
            </a:solidFill>
            <a:ln w="27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grpSp>
          <p:nvGrpSpPr>
            <p:cNvPr id="834" name="Gráfico 2">
              <a:extLst>
                <a:ext uri="{FF2B5EF4-FFF2-40B4-BE49-F238E27FC236}">
                  <a16:creationId xmlns:a16="http://schemas.microsoft.com/office/drawing/2014/main" id="{19C08067-72FC-804C-A6F3-C680229F44BD}"/>
                </a:ext>
              </a:extLst>
            </p:cNvPr>
            <p:cNvGrpSpPr/>
            <p:nvPr/>
          </p:nvGrpSpPr>
          <p:grpSpPr>
            <a:xfrm>
              <a:off x="3835783" y="5604853"/>
              <a:ext cx="557138" cy="240594"/>
              <a:chOff x="3835783" y="5604853"/>
              <a:chExt cx="557138" cy="240594"/>
            </a:xfrm>
            <a:solidFill>
              <a:srgbClr val="262626"/>
            </a:solidFill>
          </p:grpSpPr>
          <p:sp>
            <p:nvSpPr>
              <p:cNvPr id="835" name="Forma Livre: Forma 834">
                <a:extLst>
                  <a:ext uri="{FF2B5EF4-FFF2-40B4-BE49-F238E27FC236}">
                    <a16:creationId xmlns:a16="http://schemas.microsoft.com/office/drawing/2014/main" id="{9B4AA280-0A7B-00E4-824B-8C805AD720AA}"/>
                  </a:ext>
                </a:extLst>
              </p:cNvPr>
              <p:cNvSpPr/>
              <p:nvPr/>
            </p:nvSpPr>
            <p:spPr>
              <a:xfrm>
                <a:off x="3835783" y="5604853"/>
                <a:ext cx="557138" cy="240594"/>
              </a:xfrm>
              <a:custGeom>
                <a:avLst/>
                <a:gdLst>
                  <a:gd name="connsiteX0" fmla="*/ 490626 w 557138"/>
                  <a:gd name="connsiteY0" fmla="*/ 240594 h 240594"/>
                  <a:gd name="connsiteX1" fmla="*/ 66512 w 557138"/>
                  <a:gd name="connsiteY1" fmla="*/ 240594 h 240594"/>
                  <a:gd name="connsiteX2" fmla="*/ 0 w 557138"/>
                  <a:gd name="connsiteY2" fmla="*/ 174082 h 240594"/>
                  <a:gd name="connsiteX3" fmla="*/ 0 w 557138"/>
                  <a:gd name="connsiteY3" fmla="*/ 7079 h 240594"/>
                  <a:gd name="connsiteX4" fmla="*/ 7079 w 557138"/>
                  <a:gd name="connsiteY4" fmla="*/ 0 h 240594"/>
                  <a:gd name="connsiteX5" fmla="*/ 14157 w 557138"/>
                  <a:gd name="connsiteY5" fmla="*/ 7079 h 240594"/>
                  <a:gd name="connsiteX6" fmla="*/ 14157 w 557138"/>
                  <a:gd name="connsiteY6" fmla="*/ 174082 h 240594"/>
                  <a:gd name="connsiteX7" fmla="*/ 66512 w 557138"/>
                  <a:gd name="connsiteY7" fmla="*/ 226436 h 240594"/>
                  <a:gd name="connsiteX8" fmla="*/ 490626 w 557138"/>
                  <a:gd name="connsiteY8" fmla="*/ 226436 h 240594"/>
                  <a:gd name="connsiteX9" fmla="*/ 542981 w 557138"/>
                  <a:gd name="connsiteY9" fmla="*/ 174082 h 240594"/>
                  <a:gd name="connsiteX10" fmla="*/ 542981 w 557138"/>
                  <a:gd name="connsiteY10" fmla="*/ 7079 h 240594"/>
                  <a:gd name="connsiteX11" fmla="*/ 550060 w 557138"/>
                  <a:gd name="connsiteY11" fmla="*/ 0 h 240594"/>
                  <a:gd name="connsiteX12" fmla="*/ 557138 w 557138"/>
                  <a:gd name="connsiteY12" fmla="*/ 7079 h 240594"/>
                  <a:gd name="connsiteX13" fmla="*/ 557138 w 557138"/>
                  <a:gd name="connsiteY13" fmla="*/ 174082 h 240594"/>
                  <a:gd name="connsiteX14" fmla="*/ 490626 w 557138"/>
                  <a:gd name="connsiteY14" fmla="*/ 240594 h 2405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557138" h="240594">
                    <a:moveTo>
                      <a:pt x="490626" y="240594"/>
                    </a:moveTo>
                    <a:lnTo>
                      <a:pt x="66512" y="240594"/>
                    </a:lnTo>
                    <a:cubicBezTo>
                      <a:pt x="29842" y="240594"/>
                      <a:pt x="0" y="210752"/>
                      <a:pt x="0" y="174082"/>
                    </a:cubicBezTo>
                    <a:lnTo>
                      <a:pt x="0" y="7079"/>
                    </a:lnTo>
                    <a:cubicBezTo>
                      <a:pt x="0" y="3165"/>
                      <a:pt x="3165" y="0"/>
                      <a:pt x="7079" y="0"/>
                    </a:cubicBezTo>
                    <a:cubicBezTo>
                      <a:pt x="10993" y="0"/>
                      <a:pt x="14157" y="3165"/>
                      <a:pt x="14157" y="7079"/>
                    </a:cubicBezTo>
                    <a:lnTo>
                      <a:pt x="14157" y="174082"/>
                    </a:lnTo>
                    <a:cubicBezTo>
                      <a:pt x="14157" y="202952"/>
                      <a:pt x="37642" y="226436"/>
                      <a:pt x="66512" y="226436"/>
                    </a:cubicBezTo>
                    <a:lnTo>
                      <a:pt x="490626" y="226436"/>
                    </a:lnTo>
                    <a:cubicBezTo>
                      <a:pt x="519496" y="226436"/>
                      <a:pt x="542981" y="202952"/>
                      <a:pt x="542981" y="174082"/>
                    </a:cubicBezTo>
                    <a:lnTo>
                      <a:pt x="542981" y="7079"/>
                    </a:lnTo>
                    <a:cubicBezTo>
                      <a:pt x="542981" y="3165"/>
                      <a:pt x="546146" y="0"/>
                      <a:pt x="550060" y="0"/>
                    </a:cubicBezTo>
                    <a:cubicBezTo>
                      <a:pt x="553974" y="0"/>
                      <a:pt x="557138" y="3165"/>
                      <a:pt x="557138" y="7079"/>
                    </a:cubicBezTo>
                    <a:lnTo>
                      <a:pt x="557138" y="174082"/>
                    </a:lnTo>
                    <a:cubicBezTo>
                      <a:pt x="557138" y="210752"/>
                      <a:pt x="527297" y="240594"/>
                      <a:pt x="490626" y="240594"/>
                    </a:cubicBezTo>
                    <a:close/>
                  </a:path>
                </a:pathLst>
              </a:custGeom>
              <a:solidFill>
                <a:srgbClr val="262626"/>
              </a:solidFill>
              <a:ln w="27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36" name="Forma Livre: Forma 835">
                <a:extLst>
                  <a:ext uri="{FF2B5EF4-FFF2-40B4-BE49-F238E27FC236}">
                    <a16:creationId xmlns:a16="http://schemas.microsoft.com/office/drawing/2014/main" id="{EDCA4266-1747-1EBB-33B5-F0A108A46048}"/>
                  </a:ext>
                </a:extLst>
              </p:cNvPr>
              <p:cNvSpPr/>
              <p:nvPr/>
            </p:nvSpPr>
            <p:spPr>
              <a:xfrm>
                <a:off x="3949681" y="5620260"/>
                <a:ext cx="14157" cy="225187"/>
              </a:xfrm>
              <a:custGeom>
                <a:avLst/>
                <a:gdLst>
                  <a:gd name="connsiteX0" fmla="*/ 7079 w 14157"/>
                  <a:gd name="connsiteY0" fmla="*/ 225187 h 225187"/>
                  <a:gd name="connsiteX1" fmla="*/ 0 w 14157"/>
                  <a:gd name="connsiteY1" fmla="*/ 218108 h 225187"/>
                  <a:gd name="connsiteX2" fmla="*/ 0 w 14157"/>
                  <a:gd name="connsiteY2" fmla="*/ 7079 h 225187"/>
                  <a:gd name="connsiteX3" fmla="*/ 7079 w 14157"/>
                  <a:gd name="connsiteY3" fmla="*/ 0 h 225187"/>
                  <a:gd name="connsiteX4" fmla="*/ 14158 w 14157"/>
                  <a:gd name="connsiteY4" fmla="*/ 7079 h 225187"/>
                  <a:gd name="connsiteX5" fmla="*/ 14158 w 14157"/>
                  <a:gd name="connsiteY5" fmla="*/ 218108 h 225187"/>
                  <a:gd name="connsiteX6" fmla="*/ 7079 w 14157"/>
                  <a:gd name="connsiteY6" fmla="*/ 225187 h 2251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4157" h="225187">
                    <a:moveTo>
                      <a:pt x="7079" y="225187"/>
                    </a:moveTo>
                    <a:cubicBezTo>
                      <a:pt x="3165" y="225187"/>
                      <a:pt x="0" y="222023"/>
                      <a:pt x="0" y="218108"/>
                    </a:cubicBezTo>
                    <a:lnTo>
                      <a:pt x="0" y="7079"/>
                    </a:lnTo>
                    <a:cubicBezTo>
                      <a:pt x="0" y="3164"/>
                      <a:pt x="3165" y="0"/>
                      <a:pt x="7079" y="0"/>
                    </a:cubicBezTo>
                    <a:cubicBezTo>
                      <a:pt x="10993" y="0"/>
                      <a:pt x="14158" y="3164"/>
                      <a:pt x="14158" y="7079"/>
                    </a:cubicBezTo>
                    <a:lnTo>
                      <a:pt x="14158" y="218108"/>
                    </a:lnTo>
                    <a:cubicBezTo>
                      <a:pt x="14158" y="222023"/>
                      <a:pt x="10993" y="225187"/>
                      <a:pt x="7079" y="225187"/>
                    </a:cubicBezTo>
                    <a:close/>
                  </a:path>
                </a:pathLst>
              </a:custGeom>
              <a:solidFill>
                <a:srgbClr val="262626"/>
              </a:solidFill>
              <a:ln w="27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37" name="Forma Livre: Forma 836">
                <a:extLst>
                  <a:ext uri="{FF2B5EF4-FFF2-40B4-BE49-F238E27FC236}">
                    <a16:creationId xmlns:a16="http://schemas.microsoft.com/office/drawing/2014/main" id="{4F84F2A0-A33B-DF5A-62C1-66821B9441B7}"/>
                  </a:ext>
                </a:extLst>
              </p:cNvPr>
              <p:cNvSpPr/>
              <p:nvPr/>
            </p:nvSpPr>
            <p:spPr>
              <a:xfrm>
                <a:off x="4264893" y="5620260"/>
                <a:ext cx="14157" cy="225187"/>
              </a:xfrm>
              <a:custGeom>
                <a:avLst/>
                <a:gdLst>
                  <a:gd name="connsiteX0" fmla="*/ 7079 w 14157"/>
                  <a:gd name="connsiteY0" fmla="*/ 225187 h 225187"/>
                  <a:gd name="connsiteX1" fmla="*/ 0 w 14157"/>
                  <a:gd name="connsiteY1" fmla="*/ 218108 h 225187"/>
                  <a:gd name="connsiteX2" fmla="*/ 0 w 14157"/>
                  <a:gd name="connsiteY2" fmla="*/ 7079 h 225187"/>
                  <a:gd name="connsiteX3" fmla="*/ 7079 w 14157"/>
                  <a:gd name="connsiteY3" fmla="*/ 0 h 225187"/>
                  <a:gd name="connsiteX4" fmla="*/ 14157 w 14157"/>
                  <a:gd name="connsiteY4" fmla="*/ 7079 h 225187"/>
                  <a:gd name="connsiteX5" fmla="*/ 14157 w 14157"/>
                  <a:gd name="connsiteY5" fmla="*/ 218108 h 225187"/>
                  <a:gd name="connsiteX6" fmla="*/ 7079 w 14157"/>
                  <a:gd name="connsiteY6" fmla="*/ 225187 h 2251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4157" h="225187">
                    <a:moveTo>
                      <a:pt x="7079" y="225187"/>
                    </a:moveTo>
                    <a:cubicBezTo>
                      <a:pt x="3165" y="225187"/>
                      <a:pt x="0" y="222023"/>
                      <a:pt x="0" y="218108"/>
                    </a:cubicBezTo>
                    <a:lnTo>
                      <a:pt x="0" y="7079"/>
                    </a:lnTo>
                    <a:cubicBezTo>
                      <a:pt x="0" y="3164"/>
                      <a:pt x="3165" y="0"/>
                      <a:pt x="7079" y="0"/>
                    </a:cubicBezTo>
                    <a:cubicBezTo>
                      <a:pt x="10993" y="0"/>
                      <a:pt x="14157" y="3164"/>
                      <a:pt x="14157" y="7079"/>
                    </a:cubicBezTo>
                    <a:lnTo>
                      <a:pt x="14157" y="218108"/>
                    </a:lnTo>
                    <a:cubicBezTo>
                      <a:pt x="14157" y="222023"/>
                      <a:pt x="10993" y="225187"/>
                      <a:pt x="7079" y="225187"/>
                    </a:cubicBezTo>
                    <a:close/>
                  </a:path>
                </a:pathLst>
              </a:custGeom>
              <a:solidFill>
                <a:srgbClr val="262626"/>
              </a:solidFill>
              <a:ln w="27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grpSp>
        <p:nvGrpSpPr>
          <p:cNvPr id="840" name="Gráfico 2">
            <a:extLst>
              <a:ext uri="{FF2B5EF4-FFF2-40B4-BE49-F238E27FC236}">
                <a16:creationId xmlns:a16="http://schemas.microsoft.com/office/drawing/2014/main" id="{76549FA6-142D-3E37-88EA-428679EEBA9C}"/>
              </a:ext>
            </a:extLst>
          </p:cNvPr>
          <p:cNvGrpSpPr/>
          <p:nvPr/>
        </p:nvGrpSpPr>
        <p:grpSpPr>
          <a:xfrm>
            <a:off x="5765907" y="4340295"/>
            <a:ext cx="517134" cy="588070"/>
            <a:chOff x="5731942" y="4301671"/>
            <a:chExt cx="585064" cy="665318"/>
          </a:xfrm>
          <a:solidFill>
            <a:srgbClr val="262626"/>
          </a:solidFill>
        </p:grpSpPr>
        <p:grpSp>
          <p:nvGrpSpPr>
            <p:cNvPr id="841" name="Gráfico 2">
              <a:extLst>
                <a:ext uri="{FF2B5EF4-FFF2-40B4-BE49-F238E27FC236}">
                  <a16:creationId xmlns:a16="http://schemas.microsoft.com/office/drawing/2014/main" id="{EC077D52-18AB-E9CE-978B-3803C6AFDD9B}"/>
                </a:ext>
              </a:extLst>
            </p:cNvPr>
            <p:cNvGrpSpPr/>
            <p:nvPr/>
          </p:nvGrpSpPr>
          <p:grpSpPr>
            <a:xfrm>
              <a:off x="5731942" y="4382979"/>
              <a:ext cx="518358" cy="284926"/>
              <a:chOff x="5731942" y="4382979"/>
              <a:chExt cx="518358" cy="284926"/>
            </a:xfrm>
            <a:solidFill>
              <a:srgbClr val="262626"/>
            </a:solidFill>
          </p:grpSpPr>
          <p:grpSp>
            <p:nvGrpSpPr>
              <p:cNvPr id="846" name="Gráfico 2">
                <a:extLst>
                  <a:ext uri="{FF2B5EF4-FFF2-40B4-BE49-F238E27FC236}">
                    <a16:creationId xmlns:a16="http://schemas.microsoft.com/office/drawing/2014/main" id="{555D44D1-7898-2AB4-5877-C465E2E8BB1D}"/>
                  </a:ext>
                </a:extLst>
              </p:cNvPr>
              <p:cNvGrpSpPr/>
              <p:nvPr/>
            </p:nvGrpSpPr>
            <p:grpSpPr>
              <a:xfrm>
                <a:off x="5907092" y="4382979"/>
                <a:ext cx="343207" cy="284926"/>
                <a:chOff x="5907092" y="4382979"/>
                <a:chExt cx="343207" cy="284926"/>
              </a:xfrm>
              <a:solidFill>
                <a:srgbClr val="262626"/>
              </a:solidFill>
            </p:grpSpPr>
            <p:sp>
              <p:nvSpPr>
                <p:cNvPr id="848" name="Forma Livre: Forma 847">
                  <a:extLst>
                    <a:ext uri="{FF2B5EF4-FFF2-40B4-BE49-F238E27FC236}">
                      <a16:creationId xmlns:a16="http://schemas.microsoft.com/office/drawing/2014/main" id="{33BEDA52-5BF7-331E-915E-7B4A9EE97ECD}"/>
                    </a:ext>
                  </a:extLst>
                </p:cNvPr>
                <p:cNvSpPr/>
                <p:nvPr/>
              </p:nvSpPr>
              <p:spPr>
                <a:xfrm>
                  <a:off x="5907092" y="4382979"/>
                  <a:ext cx="207351" cy="63458"/>
                </a:xfrm>
                <a:custGeom>
                  <a:avLst/>
                  <a:gdLst>
                    <a:gd name="connsiteX0" fmla="*/ 7092 w 207351"/>
                    <a:gd name="connsiteY0" fmla="*/ 63459 h 63458"/>
                    <a:gd name="connsiteX1" fmla="*/ 680 w 207351"/>
                    <a:gd name="connsiteY1" fmla="*/ 59406 h 63458"/>
                    <a:gd name="connsiteX2" fmla="*/ 4039 w 207351"/>
                    <a:gd name="connsiteY2" fmla="*/ 49968 h 63458"/>
                    <a:gd name="connsiteX3" fmla="*/ 24498 w 207351"/>
                    <a:gd name="connsiteY3" fmla="*/ 36948 h 63458"/>
                    <a:gd name="connsiteX4" fmla="*/ 72106 w 207351"/>
                    <a:gd name="connsiteY4" fmla="*/ 9494 h 63458"/>
                    <a:gd name="connsiteX5" fmla="*/ 125238 w 207351"/>
                    <a:gd name="connsiteY5" fmla="*/ 0 h 63458"/>
                    <a:gd name="connsiteX6" fmla="*/ 200272 w 207351"/>
                    <a:gd name="connsiteY6" fmla="*/ 0 h 63458"/>
                    <a:gd name="connsiteX7" fmla="*/ 207351 w 207351"/>
                    <a:gd name="connsiteY7" fmla="*/ 7079 h 63458"/>
                    <a:gd name="connsiteX8" fmla="*/ 200272 w 207351"/>
                    <a:gd name="connsiteY8" fmla="*/ 14158 h 63458"/>
                    <a:gd name="connsiteX9" fmla="*/ 125238 w 207351"/>
                    <a:gd name="connsiteY9" fmla="*/ 14158 h 63458"/>
                    <a:gd name="connsiteX10" fmla="*/ 76964 w 207351"/>
                    <a:gd name="connsiteY10" fmla="*/ 22791 h 63458"/>
                    <a:gd name="connsiteX11" fmla="*/ 33492 w 207351"/>
                    <a:gd name="connsiteY11" fmla="*/ 47858 h 63458"/>
                    <a:gd name="connsiteX12" fmla="*/ 10062 w 207351"/>
                    <a:gd name="connsiteY12" fmla="*/ 62737 h 63458"/>
                    <a:gd name="connsiteX13" fmla="*/ 7037 w 207351"/>
                    <a:gd name="connsiteY13" fmla="*/ 63403 h 634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07351" h="63458">
                      <a:moveTo>
                        <a:pt x="7092" y="63459"/>
                      </a:moveTo>
                      <a:cubicBezTo>
                        <a:pt x="4427" y="63459"/>
                        <a:pt x="1901" y="61960"/>
                        <a:pt x="680" y="59406"/>
                      </a:cubicBezTo>
                      <a:cubicBezTo>
                        <a:pt x="-986" y="55880"/>
                        <a:pt x="513" y="51661"/>
                        <a:pt x="4039" y="49968"/>
                      </a:cubicBezTo>
                      <a:cubicBezTo>
                        <a:pt x="11395" y="46498"/>
                        <a:pt x="18252" y="42112"/>
                        <a:pt x="24498" y="36948"/>
                      </a:cubicBezTo>
                      <a:cubicBezTo>
                        <a:pt x="38988" y="25012"/>
                        <a:pt x="55006" y="15768"/>
                        <a:pt x="72106" y="9494"/>
                      </a:cubicBezTo>
                      <a:cubicBezTo>
                        <a:pt x="89233" y="3192"/>
                        <a:pt x="107111" y="0"/>
                        <a:pt x="125238" y="0"/>
                      </a:cubicBezTo>
                      <a:lnTo>
                        <a:pt x="200272" y="0"/>
                      </a:lnTo>
                      <a:cubicBezTo>
                        <a:pt x="204187" y="0"/>
                        <a:pt x="207351" y="3165"/>
                        <a:pt x="207351" y="7079"/>
                      </a:cubicBezTo>
                      <a:cubicBezTo>
                        <a:pt x="207351" y="10993"/>
                        <a:pt x="204187" y="14158"/>
                        <a:pt x="200272" y="14158"/>
                      </a:cubicBezTo>
                      <a:lnTo>
                        <a:pt x="125238" y="14158"/>
                      </a:lnTo>
                      <a:cubicBezTo>
                        <a:pt x="108776" y="14158"/>
                        <a:pt x="92537" y="17044"/>
                        <a:pt x="76964" y="22791"/>
                      </a:cubicBezTo>
                      <a:cubicBezTo>
                        <a:pt x="61363" y="28509"/>
                        <a:pt x="46733" y="36948"/>
                        <a:pt x="33492" y="47858"/>
                      </a:cubicBezTo>
                      <a:cubicBezTo>
                        <a:pt x="26358" y="53743"/>
                        <a:pt x="18474" y="58767"/>
                        <a:pt x="10062" y="62737"/>
                      </a:cubicBezTo>
                      <a:cubicBezTo>
                        <a:pt x="9091" y="63209"/>
                        <a:pt x="8064" y="63403"/>
                        <a:pt x="7037" y="63403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277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849" name="Forma Livre: Forma 848">
                  <a:extLst>
                    <a:ext uri="{FF2B5EF4-FFF2-40B4-BE49-F238E27FC236}">
                      <a16:creationId xmlns:a16="http://schemas.microsoft.com/office/drawing/2014/main" id="{0DE9F8E6-0B48-FFBD-959A-E938284451CC}"/>
                    </a:ext>
                  </a:extLst>
                </p:cNvPr>
                <p:cNvSpPr/>
                <p:nvPr/>
              </p:nvSpPr>
              <p:spPr>
                <a:xfrm>
                  <a:off x="5907097" y="4604466"/>
                  <a:ext cx="207373" cy="63439"/>
                </a:xfrm>
                <a:custGeom>
                  <a:avLst/>
                  <a:gdLst>
                    <a:gd name="connsiteX0" fmla="*/ 200295 w 207373"/>
                    <a:gd name="connsiteY0" fmla="*/ 63412 h 63439"/>
                    <a:gd name="connsiteX1" fmla="*/ 125260 w 207373"/>
                    <a:gd name="connsiteY1" fmla="*/ 63412 h 63439"/>
                    <a:gd name="connsiteX2" fmla="*/ 72128 w 207373"/>
                    <a:gd name="connsiteY2" fmla="*/ 53918 h 63439"/>
                    <a:gd name="connsiteX3" fmla="*/ 24520 w 207373"/>
                    <a:gd name="connsiteY3" fmla="*/ 26464 h 63439"/>
                    <a:gd name="connsiteX4" fmla="*/ 4061 w 207373"/>
                    <a:gd name="connsiteY4" fmla="*/ 13472 h 63439"/>
                    <a:gd name="connsiteX5" fmla="*/ 675 w 207373"/>
                    <a:gd name="connsiteY5" fmla="*/ 4061 h 63439"/>
                    <a:gd name="connsiteX6" fmla="*/ 10085 w 207373"/>
                    <a:gd name="connsiteY6" fmla="*/ 675 h 63439"/>
                    <a:gd name="connsiteX7" fmla="*/ 33487 w 207373"/>
                    <a:gd name="connsiteY7" fmla="*/ 15554 h 63439"/>
                    <a:gd name="connsiteX8" fmla="*/ 76986 w 207373"/>
                    <a:gd name="connsiteY8" fmla="*/ 40649 h 63439"/>
                    <a:gd name="connsiteX9" fmla="*/ 125260 w 207373"/>
                    <a:gd name="connsiteY9" fmla="*/ 49282 h 63439"/>
                    <a:gd name="connsiteX10" fmla="*/ 200295 w 207373"/>
                    <a:gd name="connsiteY10" fmla="*/ 49282 h 63439"/>
                    <a:gd name="connsiteX11" fmla="*/ 207374 w 207373"/>
                    <a:gd name="connsiteY11" fmla="*/ 56361 h 63439"/>
                    <a:gd name="connsiteX12" fmla="*/ 200295 w 207373"/>
                    <a:gd name="connsiteY12" fmla="*/ 63439 h 634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07373" h="63439">
                      <a:moveTo>
                        <a:pt x="200295" y="63412"/>
                      </a:moveTo>
                      <a:lnTo>
                        <a:pt x="125260" y="63412"/>
                      </a:lnTo>
                      <a:cubicBezTo>
                        <a:pt x="107133" y="63412"/>
                        <a:pt x="89256" y="60219"/>
                        <a:pt x="72128" y="53918"/>
                      </a:cubicBezTo>
                      <a:cubicBezTo>
                        <a:pt x="54889" y="47589"/>
                        <a:pt x="38872" y="38345"/>
                        <a:pt x="24520" y="26464"/>
                      </a:cubicBezTo>
                      <a:cubicBezTo>
                        <a:pt x="18163" y="21245"/>
                        <a:pt x="11251" y="16859"/>
                        <a:pt x="4061" y="13472"/>
                      </a:cubicBezTo>
                      <a:cubicBezTo>
                        <a:pt x="536" y="11806"/>
                        <a:pt x="-991" y="7587"/>
                        <a:pt x="675" y="4061"/>
                      </a:cubicBezTo>
                      <a:cubicBezTo>
                        <a:pt x="2340" y="536"/>
                        <a:pt x="6560" y="-991"/>
                        <a:pt x="10085" y="675"/>
                      </a:cubicBezTo>
                      <a:cubicBezTo>
                        <a:pt x="18330" y="4561"/>
                        <a:pt x="26214" y="9586"/>
                        <a:pt x="33487" y="15554"/>
                      </a:cubicBezTo>
                      <a:cubicBezTo>
                        <a:pt x="46645" y="26436"/>
                        <a:pt x="61246" y="34875"/>
                        <a:pt x="76986" y="40649"/>
                      </a:cubicBezTo>
                      <a:cubicBezTo>
                        <a:pt x="92560" y="46367"/>
                        <a:pt x="108799" y="49282"/>
                        <a:pt x="125260" y="49282"/>
                      </a:cubicBezTo>
                      <a:lnTo>
                        <a:pt x="200295" y="49282"/>
                      </a:lnTo>
                      <a:cubicBezTo>
                        <a:pt x="204209" y="49282"/>
                        <a:pt x="207374" y="52447"/>
                        <a:pt x="207374" y="56361"/>
                      </a:cubicBezTo>
                      <a:cubicBezTo>
                        <a:pt x="207374" y="60275"/>
                        <a:pt x="204209" y="63439"/>
                        <a:pt x="200295" y="63439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277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850" name="Forma Livre: Forma 849">
                  <a:extLst>
                    <a:ext uri="{FF2B5EF4-FFF2-40B4-BE49-F238E27FC236}">
                      <a16:creationId xmlns:a16="http://schemas.microsoft.com/office/drawing/2014/main" id="{4E50FE07-E410-082C-D830-6361E05B2336}"/>
                    </a:ext>
                  </a:extLst>
                </p:cNvPr>
                <p:cNvSpPr/>
                <p:nvPr/>
              </p:nvSpPr>
              <p:spPr>
                <a:xfrm>
                  <a:off x="6072249" y="4383007"/>
                  <a:ext cx="146099" cy="81835"/>
                </a:xfrm>
                <a:custGeom>
                  <a:avLst/>
                  <a:gdLst>
                    <a:gd name="connsiteX0" fmla="*/ 105181 w 146099"/>
                    <a:gd name="connsiteY0" fmla="*/ 81836 h 81835"/>
                    <a:gd name="connsiteX1" fmla="*/ 98103 w 146099"/>
                    <a:gd name="connsiteY1" fmla="*/ 74757 h 81835"/>
                    <a:gd name="connsiteX2" fmla="*/ 105181 w 146099"/>
                    <a:gd name="connsiteY2" fmla="*/ 67678 h 81835"/>
                    <a:gd name="connsiteX3" fmla="*/ 131942 w 146099"/>
                    <a:gd name="connsiteY3" fmla="*/ 40918 h 81835"/>
                    <a:gd name="connsiteX4" fmla="*/ 105181 w 146099"/>
                    <a:gd name="connsiteY4" fmla="*/ 14157 h 81835"/>
                    <a:gd name="connsiteX5" fmla="*/ 7079 w 146099"/>
                    <a:gd name="connsiteY5" fmla="*/ 14157 h 81835"/>
                    <a:gd name="connsiteX6" fmla="*/ 0 w 146099"/>
                    <a:gd name="connsiteY6" fmla="*/ 7079 h 81835"/>
                    <a:gd name="connsiteX7" fmla="*/ 7079 w 146099"/>
                    <a:gd name="connsiteY7" fmla="*/ 0 h 81835"/>
                    <a:gd name="connsiteX8" fmla="*/ 105181 w 146099"/>
                    <a:gd name="connsiteY8" fmla="*/ 0 h 81835"/>
                    <a:gd name="connsiteX9" fmla="*/ 146099 w 146099"/>
                    <a:gd name="connsiteY9" fmla="*/ 40918 h 81835"/>
                    <a:gd name="connsiteX10" fmla="*/ 105181 w 146099"/>
                    <a:gd name="connsiteY10" fmla="*/ 81836 h 818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46099" h="81835">
                      <a:moveTo>
                        <a:pt x="105181" y="81836"/>
                      </a:moveTo>
                      <a:cubicBezTo>
                        <a:pt x="101268" y="81836"/>
                        <a:pt x="98103" y="78671"/>
                        <a:pt x="98103" y="74757"/>
                      </a:cubicBezTo>
                      <a:cubicBezTo>
                        <a:pt x="98103" y="70843"/>
                        <a:pt x="101268" y="67678"/>
                        <a:pt x="105181" y="67678"/>
                      </a:cubicBezTo>
                      <a:cubicBezTo>
                        <a:pt x="119950" y="67678"/>
                        <a:pt x="131942" y="55686"/>
                        <a:pt x="131942" y="40918"/>
                      </a:cubicBezTo>
                      <a:cubicBezTo>
                        <a:pt x="131942" y="26150"/>
                        <a:pt x="119922" y="14157"/>
                        <a:pt x="105181" y="14157"/>
                      </a:cubicBezTo>
                      <a:lnTo>
                        <a:pt x="7079" y="14157"/>
                      </a:lnTo>
                      <a:cubicBezTo>
                        <a:pt x="3164" y="14157"/>
                        <a:pt x="0" y="10993"/>
                        <a:pt x="0" y="7079"/>
                      </a:cubicBezTo>
                      <a:cubicBezTo>
                        <a:pt x="0" y="3165"/>
                        <a:pt x="3164" y="0"/>
                        <a:pt x="7079" y="0"/>
                      </a:cubicBezTo>
                      <a:lnTo>
                        <a:pt x="105181" y="0"/>
                      </a:lnTo>
                      <a:cubicBezTo>
                        <a:pt x="127750" y="0"/>
                        <a:pt x="146099" y="18349"/>
                        <a:pt x="146099" y="40918"/>
                      </a:cubicBezTo>
                      <a:cubicBezTo>
                        <a:pt x="146099" y="63487"/>
                        <a:pt x="127750" y="81836"/>
                        <a:pt x="105181" y="81836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277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851" name="Forma Livre: Forma 850">
                  <a:extLst>
                    <a:ext uri="{FF2B5EF4-FFF2-40B4-BE49-F238E27FC236}">
                      <a16:creationId xmlns:a16="http://schemas.microsoft.com/office/drawing/2014/main" id="{23D55FBE-F813-6E7C-11FE-7504577D2069}"/>
                    </a:ext>
                  </a:extLst>
                </p:cNvPr>
                <p:cNvSpPr/>
                <p:nvPr/>
              </p:nvSpPr>
              <p:spPr>
                <a:xfrm>
                  <a:off x="6104200" y="4450685"/>
                  <a:ext cx="146099" cy="81835"/>
                </a:xfrm>
                <a:custGeom>
                  <a:avLst/>
                  <a:gdLst>
                    <a:gd name="connsiteX0" fmla="*/ 105182 w 146099"/>
                    <a:gd name="connsiteY0" fmla="*/ 81836 h 81835"/>
                    <a:gd name="connsiteX1" fmla="*/ 7079 w 146099"/>
                    <a:gd name="connsiteY1" fmla="*/ 81836 h 81835"/>
                    <a:gd name="connsiteX2" fmla="*/ 0 w 146099"/>
                    <a:gd name="connsiteY2" fmla="*/ 74757 h 81835"/>
                    <a:gd name="connsiteX3" fmla="*/ 7079 w 146099"/>
                    <a:gd name="connsiteY3" fmla="*/ 67678 h 81835"/>
                    <a:gd name="connsiteX4" fmla="*/ 105182 w 146099"/>
                    <a:gd name="connsiteY4" fmla="*/ 67678 h 81835"/>
                    <a:gd name="connsiteX5" fmla="*/ 131942 w 146099"/>
                    <a:gd name="connsiteY5" fmla="*/ 40918 h 81835"/>
                    <a:gd name="connsiteX6" fmla="*/ 105182 w 146099"/>
                    <a:gd name="connsiteY6" fmla="*/ 14158 h 81835"/>
                    <a:gd name="connsiteX7" fmla="*/ 7079 w 146099"/>
                    <a:gd name="connsiteY7" fmla="*/ 14158 h 81835"/>
                    <a:gd name="connsiteX8" fmla="*/ 0 w 146099"/>
                    <a:gd name="connsiteY8" fmla="*/ 7079 h 81835"/>
                    <a:gd name="connsiteX9" fmla="*/ 7079 w 146099"/>
                    <a:gd name="connsiteY9" fmla="*/ 0 h 81835"/>
                    <a:gd name="connsiteX10" fmla="*/ 105182 w 146099"/>
                    <a:gd name="connsiteY10" fmla="*/ 0 h 81835"/>
                    <a:gd name="connsiteX11" fmla="*/ 146100 w 146099"/>
                    <a:gd name="connsiteY11" fmla="*/ 40918 h 81835"/>
                    <a:gd name="connsiteX12" fmla="*/ 105182 w 146099"/>
                    <a:gd name="connsiteY12" fmla="*/ 81836 h 818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46099" h="81835">
                      <a:moveTo>
                        <a:pt x="105182" y="81836"/>
                      </a:moveTo>
                      <a:lnTo>
                        <a:pt x="7079" y="81836"/>
                      </a:lnTo>
                      <a:cubicBezTo>
                        <a:pt x="3165" y="81836"/>
                        <a:pt x="0" y="78671"/>
                        <a:pt x="0" y="74757"/>
                      </a:cubicBezTo>
                      <a:cubicBezTo>
                        <a:pt x="0" y="70843"/>
                        <a:pt x="3165" y="67678"/>
                        <a:pt x="7079" y="67678"/>
                      </a:cubicBezTo>
                      <a:lnTo>
                        <a:pt x="105182" y="67678"/>
                      </a:lnTo>
                      <a:cubicBezTo>
                        <a:pt x="119950" y="67678"/>
                        <a:pt x="131942" y="55686"/>
                        <a:pt x="131942" y="40918"/>
                      </a:cubicBezTo>
                      <a:cubicBezTo>
                        <a:pt x="131942" y="26150"/>
                        <a:pt x="119950" y="14158"/>
                        <a:pt x="105182" y="14158"/>
                      </a:cubicBezTo>
                      <a:lnTo>
                        <a:pt x="7079" y="14158"/>
                      </a:lnTo>
                      <a:cubicBezTo>
                        <a:pt x="3165" y="14158"/>
                        <a:pt x="0" y="10993"/>
                        <a:pt x="0" y="7079"/>
                      </a:cubicBezTo>
                      <a:cubicBezTo>
                        <a:pt x="0" y="3165"/>
                        <a:pt x="3165" y="0"/>
                        <a:pt x="7079" y="0"/>
                      </a:cubicBezTo>
                      <a:lnTo>
                        <a:pt x="105182" y="0"/>
                      </a:lnTo>
                      <a:cubicBezTo>
                        <a:pt x="127751" y="0"/>
                        <a:pt x="146100" y="18349"/>
                        <a:pt x="146100" y="40918"/>
                      </a:cubicBezTo>
                      <a:cubicBezTo>
                        <a:pt x="146100" y="63487"/>
                        <a:pt x="127751" y="81836"/>
                        <a:pt x="105182" y="81836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277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852" name="Forma Livre: Forma 851">
                  <a:extLst>
                    <a:ext uri="{FF2B5EF4-FFF2-40B4-BE49-F238E27FC236}">
                      <a16:creationId xmlns:a16="http://schemas.microsoft.com/office/drawing/2014/main" id="{BA99F06A-6B52-4DEE-9236-E00BC8AD5C7D}"/>
                    </a:ext>
                  </a:extLst>
                </p:cNvPr>
                <p:cNvSpPr/>
                <p:nvPr/>
              </p:nvSpPr>
              <p:spPr>
                <a:xfrm>
                  <a:off x="6104200" y="4518419"/>
                  <a:ext cx="135412" cy="81863"/>
                </a:xfrm>
                <a:custGeom>
                  <a:avLst/>
                  <a:gdLst>
                    <a:gd name="connsiteX0" fmla="*/ 7079 w 135412"/>
                    <a:gd name="connsiteY0" fmla="*/ 81836 h 81863"/>
                    <a:gd name="connsiteX1" fmla="*/ 0 w 135412"/>
                    <a:gd name="connsiteY1" fmla="*/ 74757 h 81863"/>
                    <a:gd name="connsiteX2" fmla="*/ 7079 w 135412"/>
                    <a:gd name="connsiteY2" fmla="*/ 67678 h 81863"/>
                    <a:gd name="connsiteX3" fmla="*/ 94522 w 135412"/>
                    <a:gd name="connsiteY3" fmla="*/ 67623 h 81863"/>
                    <a:gd name="connsiteX4" fmla="*/ 113371 w 135412"/>
                    <a:gd name="connsiteY4" fmla="*/ 59794 h 81863"/>
                    <a:gd name="connsiteX5" fmla="*/ 121255 w 135412"/>
                    <a:gd name="connsiteY5" fmla="*/ 40890 h 81863"/>
                    <a:gd name="connsiteX6" fmla="*/ 94522 w 135412"/>
                    <a:gd name="connsiteY6" fmla="*/ 14157 h 81863"/>
                    <a:gd name="connsiteX7" fmla="*/ 87443 w 135412"/>
                    <a:gd name="connsiteY7" fmla="*/ 7079 h 81863"/>
                    <a:gd name="connsiteX8" fmla="*/ 94522 w 135412"/>
                    <a:gd name="connsiteY8" fmla="*/ 0 h 81863"/>
                    <a:gd name="connsiteX9" fmla="*/ 135412 w 135412"/>
                    <a:gd name="connsiteY9" fmla="*/ 40890 h 81863"/>
                    <a:gd name="connsiteX10" fmla="*/ 123392 w 135412"/>
                    <a:gd name="connsiteY10" fmla="*/ 69816 h 81863"/>
                    <a:gd name="connsiteX11" fmla="*/ 94522 w 135412"/>
                    <a:gd name="connsiteY11" fmla="*/ 81808 h 81863"/>
                    <a:gd name="connsiteX12" fmla="*/ 7079 w 135412"/>
                    <a:gd name="connsiteY12" fmla="*/ 81864 h 81863"/>
                    <a:gd name="connsiteX13" fmla="*/ 7079 w 135412"/>
                    <a:gd name="connsiteY13" fmla="*/ 81864 h 818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135412" h="81863">
                      <a:moveTo>
                        <a:pt x="7079" y="81836"/>
                      </a:moveTo>
                      <a:cubicBezTo>
                        <a:pt x="3165" y="81836"/>
                        <a:pt x="0" y="78671"/>
                        <a:pt x="0" y="74757"/>
                      </a:cubicBezTo>
                      <a:cubicBezTo>
                        <a:pt x="0" y="70843"/>
                        <a:pt x="3165" y="67678"/>
                        <a:pt x="7079" y="67678"/>
                      </a:cubicBezTo>
                      <a:lnTo>
                        <a:pt x="94522" y="67623"/>
                      </a:lnTo>
                      <a:cubicBezTo>
                        <a:pt x="101629" y="67623"/>
                        <a:pt x="108319" y="64847"/>
                        <a:pt x="113371" y="59794"/>
                      </a:cubicBezTo>
                      <a:cubicBezTo>
                        <a:pt x="118451" y="54714"/>
                        <a:pt x="121255" y="47997"/>
                        <a:pt x="121255" y="40890"/>
                      </a:cubicBezTo>
                      <a:cubicBezTo>
                        <a:pt x="121255" y="26150"/>
                        <a:pt x="109263" y="14157"/>
                        <a:pt x="94522" y="14157"/>
                      </a:cubicBezTo>
                      <a:cubicBezTo>
                        <a:pt x="90608" y="14157"/>
                        <a:pt x="87443" y="10993"/>
                        <a:pt x="87443" y="7079"/>
                      </a:cubicBezTo>
                      <a:cubicBezTo>
                        <a:pt x="87443" y="3165"/>
                        <a:pt x="90608" y="0"/>
                        <a:pt x="94522" y="0"/>
                      </a:cubicBezTo>
                      <a:cubicBezTo>
                        <a:pt x="117063" y="0"/>
                        <a:pt x="135412" y="18349"/>
                        <a:pt x="135412" y="40890"/>
                      </a:cubicBezTo>
                      <a:cubicBezTo>
                        <a:pt x="135412" y="51772"/>
                        <a:pt x="131137" y="62043"/>
                        <a:pt x="123392" y="69816"/>
                      </a:cubicBezTo>
                      <a:cubicBezTo>
                        <a:pt x="115675" y="77533"/>
                        <a:pt x="105404" y="81808"/>
                        <a:pt x="94522" y="81808"/>
                      </a:cubicBezTo>
                      <a:lnTo>
                        <a:pt x="7079" y="81864"/>
                      </a:lnTo>
                      <a:lnTo>
                        <a:pt x="7079" y="81864"/>
                      </a:lnTo>
                      <a:close/>
                    </a:path>
                  </a:pathLst>
                </a:custGeom>
                <a:solidFill>
                  <a:srgbClr val="262626"/>
                </a:solidFill>
                <a:ln w="277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853" name="Forma Livre: Forma 852">
                  <a:extLst>
                    <a:ext uri="{FF2B5EF4-FFF2-40B4-BE49-F238E27FC236}">
                      <a16:creationId xmlns:a16="http://schemas.microsoft.com/office/drawing/2014/main" id="{DD355A80-BFA9-E880-1759-9B95CFD51271}"/>
                    </a:ext>
                  </a:extLst>
                </p:cNvPr>
                <p:cNvSpPr/>
                <p:nvPr/>
              </p:nvSpPr>
              <p:spPr>
                <a:xfrm>
                  <a:off x="6072249" y="4586070"/>
                  <a:ext cx="146099" cy="81835"/>
                </a:xfrm>
                <a:custGeom>
                  <a:avLst/>
                  <a:gdLst>
                    <a:gd name="connsiteX0" fmla="*/ 105181 w 146099"/>
                    <a:gd name="connsiteY0" fmla="*/ 81836 h 81835"/>
                    <a:gd name="connsiteX1" fmla="*/ 7079 w 146099"/>
                    <a:gd name="connsiteY1" fmla="*/ 81836 h 81835"/>
                    <a:gd name="connsiteX2" fmla="*/ 0 w 146099"/>
                    <a:gd name="connsiteY2" fmla="*/ 74757 h 81835"/>
                    <a:gd name="connsiteX3" fmla="*/ 7079 w 146099"/>
                    <a:gd name="connsiteY3" fmla="*/ 67678 h 81835"/>
                    <a:gd name="connsiteX4" fmla="*/ 105181 w 146099"/>
                    <a:gd name="connsiteY4" fmla="*/ 67678 h 81835"/>
                    <a:gd name="connsiteX5" fmla="*/ 131942 w 146099"/>
                    <a:gd name="connsiteY5" fmla="*/ 40918 h 81835"/>
                    <a:gd name="connsiteX6" fmla="*/ 105181 w 146099"/>
                    <a:gd name="connsiteY6" fmla="*/ 14158 h 81835"/>
                    <a:gd name="connsiteX7" fmla="*/ 98103 w 146099"/>
                    <a:gd name="connsiteY7" fmla="*/ 7079 h 81835"/>
                    <a:gd name="connsiteX8" fmla="*/ 105181 w 146099"/>
                    <a:gd name="connsiteY8" fmla="*/ 0 h 81835"/>
                    <a:gd name="connsiteX9" fmla="*/ 146099 w 146099"/>
                    <a:gd name="connsiteY9" fmla="*/ 40918 h 81835"/>
                    <a:gd name="connsiteX10" fmla="*/ 105181 w 146099"/>
                    <a:gd name="connsiteY10" fmla="*/ 81836 h 818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46099" h="81835">
                      <a:moveTo>
                        <a:pt x="105181" y="81836"/>
                      </a:moveTo>
                      <a:lnTo>
                        <a:pt x="7079" y="81836"/>
                      </a:lnTo>
                      <a:cubicBezTo>
                        <a:pt x="3164" y="81836"/>
                        <a:pt x="0" y="78671"/>
                        <a:pt x="0" y="74757"/>
                      </a:cubicBezTo>
                      <a:cubicBezTo>
                        <a:pt x="0" y="70843"/>
                        <a:pt x="3164" y="67678"/>
                        <a:pt x="7079" y="67678"/>
                      </a:cubicBezTo>
                      <a:lnTo>
                        <a:pt x="105181" y="67678"/>
                      </a:lnTo>
                      <a:cubicBezTo>
                        <a:pt x="119950" y="67678"/>
                        <a:pt x="131942" y="55686"/>
                        <a:pt x="131942" y="40918"/>
                      </a:cubicBezTo>
                      <a:cubicBezTo>
                        <a:pt x="131942" y="26150"/>
                        <a:pt x="119922" y="14158"/>
                        <a:pt x="105181" y="14158"/>
                      </a:cubicBezTo>
                      <a:cubicBezTo>
                        <a:pt x="101268" y="14158"/>
                        <a:pt x="98103" y="10993"/>
                        <a:pt x="98103" y="7079"/>
                      </a:cubicBezTo>
                      <a:cubicBezTo>
                        <a:pt x="98103" y="3165"/>
                        <a:pt x="101268" y="0"/>
                        <a:pt x="105181" y="0"/>
                      </a:cubicBezTo>
                      <a:cubicBezTo>
                        <a:pt x="127750" y="0"/>
                        <a:pt x="146099" y="18349"/>
                        <a:pt x="146099" y="40918"/>
                      </a:cubicBezTo>
                      <a:cubicBezTo>
                        <a:pt x="146099" y="63487"/>
                        <a:pt x="127750" y="81836"/>
                        <a:pt x="105181" y="81836"/>
                      </a:cubicBezTo>
                      <a:close/>
                    </a:path>
                  </a:pathLst>
                </a:custGeom>
                <a:solidFill>
                  <a:srgbClr val="262626"/>
                </a:solidFill>
                <a:ln w="277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  <p:sp>
            <p:nvSpPr>
              <p:cNvPr id="847" name="Forma Livre: Forma 846">
                <a:extLst>
                  <a:ext uri="{FF2B5EF4-FFF2-40B4-BE49-F238E27FC236}">
                    <a16:creationId xmlns:a16="http://schemas.microsoft.com/office/drawing/2014/main" id="{E5790E66-717A-D723-5B52-18155A5DFDAC}"/>
                  </a:ext>
                </a:extLst>
              </p:cNvPr>
              <p:cNvSpPr/>
              <p:nvPr/>
            </p:nvSpPr>
            <p:spPr>
              <a:xfrm>
                <a:off x="5731942" y="4414653"/>
                <a:ext cx="136883" cy="221633"/>
              </a:xfrm>
              <a:custGeom>
                <a:avLst/>
                <a:gdLst>
                  <a:gd name="connsiteX0" fmla="*/ 103710 w 136883"/>
                  <a:gd name="connsiteY0" fmla="*/ 221634 h 221633"/>
                  <a:gd name="connsiteX1" fmla="*/ 33173 w 136883"/>
                  <a:gd name="connsiteY1" fmla="*/ 221634 h 221633"/>
                  <a:gd name="connsiteX2" fmla="*/ 0 w 136883"/>
                  <a:gd name="connsiteY2" fmla="*/ 188461 h 221633"/>
                  <a:gd name="connsiteX3" fmla="*/ 0 w 136883"/>
                  <a:gd name="connsiteY3" fmla="*/ 33173 h 221633"/>
                  <a:gd name="connsiteX4" fmla="*/ 33173 w 136883"/>
                  <a:gd name="connsiteY4" fmla="*/ 0 h 221633"/>
                  <a:gd name="connsiteX5" fmla="*/ 103710 w 136883"/>
                  <a:gd name="connsiteY5" fmla="*/ 0 h 221633"/>
                  <a:gd name="connsiteX6" fmla="*/ 136884 w 136883"/>
                  <a:gd name="connsiteY6" fmla="*/ 33173 h 221633"/>
                  <a:gd name="connsiteX7" fmla="*/ 136884 w 136883"/>
                  <a:gd name="connsiteY7" fmla="*/ 188461 h 221633"/>
                  <a:gd name="connsiteX8" fmla="*/ 103710 w 136883"/>
                  <a:gd name="connsiteY8" fmla="*/ 221634 h 221633"/>
                  <a:gd name="connsiteX9" fmla="*/ 33173 w 136883"/>
                  <a:gd name="connsiteY9" fmla="*/ 14158 h 221633"/>
                  <a:gd name="connsiteX10" fmla="*/ 14157 w 136883"/>
                  <a:gd name="connsiteY10" fmla="*/ 33173 h 221633"/>
                  <a:gd name="connsiteX11" fmla="*/ 14157 w 136883"/>
                  <a:gd name="connsiteY11" fmla="*/ 188461 h 221633"/>
                  <a:gd name="connsiteX12" fmla="*/ 33173 w 136883"/>
                  <a:gd name="connsiteY12" fmla="*/ 207477 h 221633"/>
                  <a:gd name="connsiteX13" fmla="*/ 103710 w 136883"/>
                  <a:gd name="connsiteY13" fmla="*/ 207477 h 221633"/>
                  <a:gd name="connsiteX14" fmla="*/ 122726 w 136883"/>
                  <a:gd name="connsiteY14" fmla="*/ 188461 h 221633"/>
                  <a:gd name="connsiteX15" fmla="*/ 122726 w 136883"/>
                  <a:gd name="connsiteY15" fmla="*/ 33173 h 221633"/>
                  <a:gd name="connsiteX16" fmla="*/ 103710 w 136883"/>
                  <a:gd name="connsiteY16" fmla="*/ 14158 h 221633"/>
                  <a:gd name="connsiteX17" fmla="*/ 33173 w 136883"/>
                  <a:gd name="connsiteY17" fmla="*/ 14158 h 221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36883" h="221633">
                    <a:moveTo>
                      <a:pt x="103710" y="221634"/>
                    </a:moveTo>
                    <a:lnTo>
                      <a:pt x="33173" y="221634"/>
                    </a:lnTo>
                    <a:cubicBezTo>
                      <a:pt x="14879" y="221634"/>
                      <a:pt x="0" y="206755"/>
                      <a:pt x="0" y="188461"/>
                    </a:cubicBezTo>
                    <a:lnTo>
                      <a:pt x="0" y="33173"/>
                    </a:lnTo>
                    <a:cubicBezTo>
                      <a:pt x="0" y="14879"/>
                      <a:pt x="14879" y="0"/>
                      <a:pt x="33173" y="0"/>
                    </a:cubicBezTo>
                    <a:lnTo>
                      <a:pt x="103710" y="0"/>
                    </a:lnTo>
                    <a:cubicBezTo>
                      <a:pt x="122004" y="0"/>
                      <a:pt x="136884" y="14879"/>
                      <a:pt x="136884" y="33173"/>
                    </a:cubicBezTo>
                    <a:lnTo>
                      <a:pt x="136884" y="188461"/>
                    </a:lnTo>
                    <a:cubicBezTo>
                      <a:pt x="136884" y="206755"/>
                      <a:pt x="122004" y="221634"/>
                      <a:pt x="103710" y="221634"/>
                    </a:cubicBezTo>
                    <a:close/>
                    <a:moveTo>
                      <a:pt x="33173" y="14158"/>
                    </a:moveTo>
                    <a:cubicBezTo>
                      <a:pt x="22680" y="14158"/>
                      <a:pt x="14157" y="22680"/>
                      <a:pt x="14157" y="33173"/>
                    </a:cubicBezTo>
                    <a:lnTo>
                      <a:pt x="14157" y="188461"/>
                    </a:lnTo>
                    <a:cubicBezTo>
                      <a:pt x="14157" y="198954"/>
                      <a:pt x="22680" y="207477"/>
                      <a:pt x="33173" y="207477"/>
                    </a:cubicBezTo>
                    <a:lnTo>
                      <a:pt x="103710" y="207477"/>
                    </a:lnTo>
                    <a:cubicBezTo>
                      <a:pt x="114204" y="207477"/>
                      <a:pt x="122726" y="198954"/>
                      <a:pt x="122726" y="188461"/>
                    </a:cubicBezTo>
                    <a:lnTo>
                      <a:pt x="122726" y="33173"/>
                    </a:lnTo>
                    <a:cubicBezTo>
                      <a:pt x="122726" y="22680"/>
                      <a:pt x="114204" y="14158"/>
                      <a:pt x="103710" y="14158"/>
                    </a:cubicBezTo>
                    <a:lnTo>
                      <a:pt x="33173" y="14158"/>
                    </a:lnTo>
                    <a:close/>
                  </a:path>
                </a:pathLst>
              </a:custGeom>
              <a:solidFill>
                <a:srgbClr val="262626"/>
              </a:solidFill>
              <a:ln w="27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842" name="Gráfico 2">
              <a:extLst>
                <a:ext uri="{FF2B5EF4-FFF2-40B4-BE49-F238E27FC236}">
                  <a16:creationId xmlns:a16="http://schemas.microsoft.com/office/drawing/2014/main" id="{FB1DEC75-9B96-F66D-1378-93E9BB32AC13}"/>
                </a:ext>
              </a:extLst>
            </p:cNvPr>
            <p:cNvGrpSpPr/>
            <p:nvPr/>
          </p:nvGrpSpPr>
          <p:grpSpPr>
            <a:xfrm>
              <a:off x="5841704" y="4301671"/>
              <a:ext cx="475302" cy="665318"/>
              <a:chOff x="5841704" y="4301671"/>
              <a:chExt cx="475302" cy="665318"/>
            </a:xfrm>
            <a:solidFill>
              <a:srgbClr val="262626"/>
            </a:solidFill>
          </p:grpSpPr>
          <p:sp>
            <p:nvSpPr>
              <p:cNvPr id="843" name="Forma Livre: Forma 842">
                <a:extLst>
                  <a:ext uri="{FF2B5EF4-FFF2-40B4-BE49-F238E27FC236}">
                    <a16:creationId xmlns:a16="http://schemas.microsoft.com/office/drawing/2014/main" id="{5C6D746F-9FB1-4264-1900-7B7D18188C4B}"/>
                  </a:ext>
                </a:extLst>
              </p:cNvPr>
              <p:cNvSpPr/>
              <p:nvPr/>
            </p:nvSpPr>
            <p:spPr>
              <a:xfrm>
                <a:off x="5841704" y="4694474"/>
                <a:ext cx="475302" cy="272515"/>
              </a:xfrm>
              <a:custGeom>
                <a:avLst/>
                <a:gdLst>
                  <a:gd name="connsiteX0" fmla="*/ 414093 w 475302"/>
                  <a:gd name="connsiteY0" fmla="*/ 272460 h 272515"/>
                  <a:gd name="connsiteX1" fmla="*/ 61127 w 475302"/>
                  <a:gd name="connsiteY1" fmla="*/ 272460 h 272515"/>
                  <a:gd name="connsiteX2" fmla="*/ 0 w 475302"/>
                  <a:gd name="connsiteY2" fmla="*/ 216857 h 272515"/>
                  <a:gd name="connsiteX3" fmla="*/ 22874 w 475302"/>
                  <a:gd name="connsiteY3" fmla="*/ 114035 h 272515"/>
                  <a:gd name="connsiteX4" fmla="*/ 87915 w 475302"/>
                  <a:gd name="connsiteY4" fmla="*/ 27202 h 272515"/>
                  <a:gd name="connsiteX5" fmla="*/ 116397 w 475302"/>
                  <a:gd name="connsiteY5" fmla="*/ 1802 h 272515"/>
                  <a:gd name="connsiteX6" fmla="*/ 126390 w 475302"/>
                  <a:gd name="connsiteY6" fmla="*/ 2385 h 272515"/>
                  <a:gd name="connsiteX7" fmla="*/ 125807 w 475302"/>
                  <a:gd name="connsiteY7" fmla="*/ 12379 h 272515"/>
                  <a:gd name="connsiteX8" fmla="*/ 97326 w 475302"/>
                  <a:gd name="connsiteY8" fmla="*/ 37779 h 272515"/>
                  <a:gd name="connsiteX9" fmla="*/ 35699 w 475302"/>
                  <a:gd name="connsiteY9" fmla="*/ 120003 h 272515"/>
                  <a:gd name="connsiteX10" fmla="*/ 14157 w 475302"/>
                  <a:gd name="connsiteY10" fmla="*/ 216885 h 272515"/>
                  <a:gd name="connsiteX11" fmla="*/ 61127 w 475302"/>
                  <a:gd name="connsiteY11" fmla="*/ 258330 h 272515"/>
                  <a:gd name="connsiteX12" fmla="*/ 414093 w 475302"/>
                  <a:gd name="connsiteY12" fmla="*/ 258330 h 272515"/>
                  <a:gd name="connsiteX13" fmla="*/ 447598 w 475302"/>
                  <a:gd name="connsiteY13" fmla="*/ 245922 h 272515"/>
                  <a:gd name="connsiteX14" fmla="*/ 461145 w 475302"/>
                  <a:gd name="connsiteY14" fmla="*/ 216885 h 272515"/>
                  <a:gd name="connsiteX15" fmla="*/ 377977 w 475302"/>
                  <a:gd name="connsiteY15" fmla="*/ 37779 h 272515"/>
                  <a:gd name="connsiteX16" fmla="*/ 358490 w 475302"/>
                  <a:gd name="connsiteY16" fmla="*/ 20429 h 272515"/>
                  <a:gd name="connsiteX17" fmla="*/ 357906 w 475302"/>
                  <a:gd name="connsiteY17" fmla="*/ 10436 h 272515"/>
                  <a:gd name="connsiteX18" fmla="*/ 367900 w 475302"/>
                  <a:gd name="connsiteY18" fmla="*/ 9853 h 272515"/>
                  <a:gd name="connsiteX19" fmla="*/ 387388 w 475302"/>
                  <a:gd name="connsiteY19" fmla="*/ 27230 h 272515"/>
                  <a:gd name="connsiteX20" fmla="*/ 475303 w 475302"/>
                  <a:gd name="connsiteY20" fmla="*/ 216913 h 272515"/>
                  <a:gd name="connsiteX21" fmla="*/ 457065 w 475302"/>
                  <a:gd name="connsiteY21" fmla="*/ 256470 h 272515"/>
                  <a:gd name="connsiteX22" fmla="*/ 414093 w 475302"/>
                  <a:gd name="connsiteY22" fmla="*/ 272516 h 2725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475302" h="272515">
                    <a:moveTo>
                      <a:pt x="414093" y="272460"/>
                    </a:moveTo>
                    <a:lnTo>
                      <a:pt x="61127" y="272460"/>
                    </a:lnTo>
                    <a:cubicBezTo>
                      <a:pt x="27427" y="272460"/>
                      <a:pt x="0" y="247532"/>
                      <a:pt x="0" y="216857"/>
                    </a:cubicBezTo>
                    <a:cubicBezTo>
                      <a:pt x="0" y="181436"/>
                      <a:pt x="7690" y="146819"/>
                      <a:pt x="22874" y="114035"/>
                    </a:cubicBezTo>
                    <a:cubicBezTo>
                      <a:pt x="38142" y="81251"/>
                      <a:pt x="60017" y="52047"/>
                      <a:pt x="87915" y="27202"/>
                    </a:cubicBezTo>
                    <a:lnTo>
                      <a:pt x="116397" y="1802"/>
                    </a:lnTo>
                    <a:cubicBezTo>
                      <a:pt x="119311" y="-807"/>
                      <a:pt x="123781" y="-557"/>
                      <a:pt x="126390" y="2385"/>
                    </a:cubicBezTo>
                    <a:cubicBezTo>
                      <a:pt x="129000" y="5300"/>
                      <a:pt x="128722" y="9769"/>
                      <a:pt x="125807" y="12379"/>
                    </a:cubicBezTo>
                    <a:lnTo>
                      <a:pt x="97326" y="37779"/>
                    </a:lnTo>
                    <a:cubicBezTo>
                      <a:pt x="70871" y="61347"/>
                      <a:pt x="50162" y="88996"/>
                      <a:pt x="35699" y="120003"/>
                    </a:cubicBezTo>
                    <a:cubicBezTo>
                      <a:pt x="21403" y="150900"/>
                      <a:pt x="14157" y="183518"/>
                      <a:pt x="14157" y="216885"/>
                    </a:cubicBezTo>
                    <a:cubicBezTo>
                      <a:pt x="14157" y="239731"/>
                      <a:pt x="35227" y="258330"/>
                      <a:pt x="61127" y="258330"/>
                    </a:cubicBezTo>
                    <a:lnTo>
                      <a:pt x="414093" y="258330"/>
                    </a:lnTo>
                    <a:cubicBezTo>
                      <a:pt x="426834" y="258330"/>
                      <a:pt x="438715" y="253916"/>
                      <a:pt x="447598" y="245922"/>
                    </a:cubicBezTo>
                    <a:cubicBezTo>
                      <a:pt x="456343" y="238093"/>
                      <a:pt x="461145" y="227795"/>
                      <a:pt x="461145" y="216885"/>
                    </a:cubicBezTo>
                    <a:cubicBezTo>
                      <a:pt x="461145" y="150206"/>
                      <a:pt x="430831" y="84915"/>
                      <a:pt x="377977" y="37779"/>
                    </a:cubicBezTo>
                    <a:lnTo>
                      <a:pt x="358490" y="20429"/>
                    </a:lnTo>
                    <a:cubicBezTo>
                      <a:pt x="355575" y="17820"/>
                      <a:pt x="355325" y="13350"/>
                      <a:pt x="357906" y="10436"/>
                    </a:cubicBezTo>
                    <a:cubicBezTo>
                      <a:pt x="360516" y="7521"/>
                      <a:pt x="364985" y="7243"/>
                      <a:pt x="367900" y="9853"/>
                    </a:cubicBezTo>
                    <a:lnTo>
                      <a:pt x="387388" y="27230"/>
                    </a:lnTo>
                    <a:cubicBezTo>
                      <a:pt x="443268" y="77059"/>
                      <a:pt x="475303" y="146181"/>
                      <a:pt x="475303" y="216913"/>
                    </a:cubicBezTo>
                    <a:cubicBezTo>
                      <a:pt x="475303" y="231903"/>
                      <a:pt x="468835" y="245949"/>
                      <a:pt x="457065" y="256470"/>
                    </a:cubicBezTo>
                    <a:cubicBezTo>
                      <a:pt x="445600" y="266797"/>
                      <a:pt x="430332" y="272516"/>
                      <a:pt x="414093" y="272516"/>
                    </a:cubicBezTo>
                    <a:close/>
                  </a:path>
                </a:pathLst>
              </a:custGeom>
              <a:solidFill>
                <a:srgbClr val="262626"/>
              </a:solidFill>
              <a:ln w="27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44" name="Forma Livre: Forma 843">
                <a:extLst>
                  <a:ext uri="{FF2B5EF4-FFF2-40B4-BE49-F238E27FC236}">
                    <a16:creationId xmlns:a16="http://schemas.microsoft.com/office/drawing/2014/main" id="{F92337CB-DB0B-7335-000D-FAB6DFDD31F8}"/>
                  </a:ext>
                </a:extLst>
              </p:cNvPr>
              <p:cNvSpPr/>
              <p:nvPr/>
            </p:nvSpPr>
            <p:spPr>
              <a:xfrm>
                <a:off x="5974328" y="4301671"/>
                <a:ext cx="209970" cy="44887"/>
              </a:xfrm>
              <a:custGeom>
                <a:avLst/>
                <a:gdLst>
                  <a:gd name="connsiteX0" fmla="*/ 25828 w 209970"/>
                  <a:gd name="connsiteY0" fmla="*/ 44888 h 44887"/>
                  <a:gd name="connsiteX1" fmla="*/ 19777 w 209970"/>
                  <a:gd name="connsiteY1" fmla="*/ 41501 h 44887"/>
                  <a:gd name="connsiteX2" fmla="*/ 1039 w 209970"/>
                  <a:gd name="connsiteY2" fmla="*/ 10771 h 44887"/>
                  <a:gd name="connsiteX3" fmla="*/ 900 w 209970"/>
                  <a:gd name="connsiteY3" fmla="*/ 3609 h 44887"/>
                  <a:gd name="connsiteX4" fmla="*/ 7063 w 209970"/>
                  <a:gd name="connsiteY4" fmla="*/ 0 h 44887"/>
                  <a:gd name="connsiteX5" fmla="*/ 202908 w 209970"/>
                  <a:gd name="connsiteY5" fmla="*/ 0 h 44887"/>
                  <a:gd name="connsiteX6" fmla="*/ 209070 w 209970"/>
                  <a:gd name="connsiteY6" fmla="*/ 3609 h 44887"/>
                  <a:gd name="connsiteX7" fmla="*/ 208932 w 209970"/>
                  <a:gd name="connsiteY7" fmla="*/ 10771 h 44887"/>
                  <a:gd name="connsiteX8" fmla="*/ 191832 w 209970"/>
                  <a:gd name="connsiteY8" fmla="*/ 38836 h 44887"/>
                  <a:gd name="connsiteX9" fmla="*/ 182116 w 209970"/>
                  <a:gd name="connsiteY9" fmla="*/ 41195 h 44887"/>
                  <a:gd name="connsiteX10" fmla="*/ 179756 w 209970"/>
                  <a:gd name="connsiteY10" fmla="*/ 31480 h 44887"/>
                  <a:gd name="connsiteX11" fmla="*/ 190305 w 209970"/>
                  <a:gd name="connsiteY11" fmla="*/ 14185 h 44887"/>
                  <a:gd name="connsiteX12" fmla="*/ 19666 w 209970"/>
                  <a:gd name="connsiteY12" fmla="*/ 14185 h 44887"/>
                  <a:gd name="connsiteX13" fmla="*/ 31852 w 209970"/>
                  <a:gd name="connsiteY13" fmla="*/ 34145 h 44887"/>
                  <a:gd name="connsiteX14" fmla="*/ 29493 w 209970"/>
                  <a:gd name="connsiteY14" fmla="*/ 43860 h 44887"/>
                  <a:gd name="connsiteX15" fmla="*/ 25800 w 209970"/>
                  <a:gd name="connsiteY15" fmla="*/ 44888 h 448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09970" h="44887">
                    <a:moveTo>
                      <a:pt x="25828" y="44888"/>
                    </a:moveTo>
                    <a:cubicBezTo>
                      <a:pt x="23441" y="44888"/>
                      <a:pt x="21109" y="43694"/>
                      <a:pt x="19777" y="41501"/>
                    </a:cubicBezTo>
                    <a:lnTo>
                      <a:pt x="1039" y="10771"/>
                    </a:lnTo>
                    <a:cubicBezTo>
                      <a:pt x="-294" y="8578"/>
                      <a:pt x="-349" y="5857"/>
                      <a:pt x="900" y="3609"/>
                    </a:cubicBezTo>
                    <a:cubicBezTo>
                      <a:pt x="2149" y="1388"/>
                      <a:pt x="4509" y="0"/>
                      <a:pt x="7063" y="0"/>
                    </a:cubicBezTo>
                    <a:lnTo>
                      <a:pt x="202908" y="0"/>
                    </a:lnTo>
                    <a:cubicBezTo>
                      <a:pt x="205462" y="0"/>
                      <a:pt x="207821" y="1388"/>
                      <a:pt x="209070" y="3609"/>
                    </a:cubicBezTo>
                    <a:cubicBezTo>
                      <a:pt x="210320" y="5830"/>
                      <a:pt x="210264" y="8578"/>
                      <a:pt x="208932" y="10771"/>
                    </a:cubicBezTo>
                    <a:lnTo>
                      <a:pt x="191832" y="38836"/>
                    </a:lnTo>
                    <a:cubicBezTo>
                      <a:pt x="189805" y="42167"/>
                      <a:pt x="185447" y="43222"/>
                      <a:pt x="182116" y="41195"/>
                    </a:cubicBezTo>
                    <a:cubicBezTo>
                      <a:pt x="178784" y="39169"/>
                      <a:pt x="177730" y="34811"/>
                      <a:pt x="179756" y="31480"/>
                    </a:cubicBezTo>
                    <a:lnTo>
                      <a:pt x="190305" y="14185"/>
                    </a:lnTo>
                    <a:lnTo>
                      <a:pt x="19666" y="14185"/>
                    </a:lnTo>
                    <a:lnTo>
                      <a:pt x="31852" y="34145"/>
                    </a:lnTo>
                    <a:cubicBezTo>
                      <a:pt x="33879" y="37476"/>
                      <a:pt x="32824" y="41834"/>
                      <a:pt x="29493" y="43860"/>
                    </a:cubicBezTo>
                    <a:cubicBezTo>
                      <a:pt x="28354" y="44554"/>
                      <a:pt x="27078" y="44888"/>
                      <a:pt x="25800" y="44888"/>
                    </a:cubicBezTo>
                    <a:close/>
                  </a:path>
                </a:pathLst>
              </a:custGeom>
              <a:solidFill>
                <a:srgbClr val="262626"/>
              </a:solidFill>
              <a:ln w="27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45" name="Forma Livre: Forma 844">
                <a:extLst>
                  <a:ext uri="{FF2B5EF4-FFF2-40B4-BE49-F238E27FC236}">
                    <a16:creationId xmlns:a16="http://schemas.microsoft.com/office/drawing/2014/main" id="{FFE5C7F9-D2A4-72BE-D473-C8415C1C1CB9}"/>
                  </a:ext>
                </a:extLst>
              </p:cNvPr>
              <p:cNvSpPr/>
              <p:nvPr/>
            </p:nvSpPr>
            <p:spPr>
              <a:xfrm>
                <a:off x="6037388" y="4759334"/>
                <a:ext cx="83995" cy="142697"/>
              </a:xfrm>
              <a:custGeom>
                <a:avLst/>
                <a:gdLst>
                  <a:gd name="connsiteX0" fmla="*/ 39719 w 83995"/>
                  <a:gd name="connsiteY0" fmla="*/ 142698 h 142697"/>
                  <a:gd name="connsiteX1" fmla="*/ 30336 w 83995"/>
                  <a:gd name="connsiteY1" fmla="*/ 141921 h 142697"/>
                  <a:gd name="connsiteX2" fmla="*/ 5796 w 83995"/>
                  <a:gd name="connsiteY2" fmla="*/ 131427 h 142697"/>
                  <a:gd name="connsiteX3" fmla="*/ 4519 w 83995"/>
                  <a:gd name="connsiteY3" fmla="*/ 121489 h 142697"/>
                  <a:gd name="connsiteX4" fmla="*/ 14457 w 83995"/>
                  <a:gd name="connsiteY4" fmla="*/ 120212 h 142697"/>
                  <a:gd name="connsiteX5" fmla="*/ 32640 w 83995"/>
                  <a:gd name="connsiteY5" fmla="*/ 127930 h 142697"/>
                  <a:gd name="connsiteX6" fmla="*/ 57707 w 83995"/>
                  <a:gd name="connsiteY6" fmla="*/ 124071 h 142697"/>
                  <a:gd name="connsiteX7" fmla="*/ 69560 w 83995"/>
                  <a:gd name="connsiteY7" fmla="*/ 108553 h 142697"/>
                  <a:gd name="connsiteX8" fmla="*/ 63342 w 83995"/>
                  <a:gd name="connsiteY8" fmla="*/ 90038 h 142697"/>
                  <a:gd name="connsiteX9" fmla="*/ 40829 w 83995"/>
                  <a:gd name="connsiteY9" fmla="*/ 78323 h 142697"/>
                  <a:gd name="connsiteX10" fmla="*/ 438 w 83995"/>
                  <a:gd name="connsiteY10" fmla="*/ 31825 h 142697"/>
                  <a:gd name="connsiteX11" fmla="*/ 53626 w 83995"/>
                  <a:gd name="connsiteY11" fmla="*/ 762 h 142697"/>
                  <a:gd name="connsiteX12" fmla="*/ 78166 w 83995"/>
                  <a:gd name="connsiteY12" fmla="*/ 11255 h 142697"/>
                  <a:gd name="connsiteX13" fmla="*/ 79443 w 83995"/>
                  <a:gd name="connsiteY13" fmla="*/ 21193 h 142697"/>
                  <a:gd name="connsiteX14" fmla="*/ 69505 w 83995"/>
                  <a:gd name="connsiteY14" fmla="*/ 22470 h 142697"/>
                  <a:gd name="connsiteX15" fmla="*/ 51322 w 83995"/>
                  <a:gd name="connsiteY15" fmla="*/ 14753 h 142697"/>
                  <a:gd name="connsiteX16" fmla="*/ 14401 w 83995"/>
                  <a:gd name="connsiteY16" fmla="*/ 34129 h 142697"/>
                  <a:gd name="connsiteX17" fmla="*/ 43133 w 83995"/>
                  <a:gd name="connsiteY17" fmla="*/ 64332 h 142697"/>
                  <a:gd name="connsiteX18" fmla="*/ 73863 w 83995"/>
                  <a:gd name="connsiteY18" fmla="*/ 80544 h 142697"/>
                  <a:gd name="connsiteX19" fmla="*/ 83551 w 83995"/>
                  <a:gd name="connsiteY19" fmla="*/ 110830 h 142697"/>
                  <a:gd name="connsiteX20" fmla="*/ 64647 w 83995"/>
                  <a:gd name="connsiteY20" fmla="*/ 136396 h 142697"/>
                  <a:gd name="connsiteX21" fmla="*/ 39746 w 83995"/>
                  <a:gd name="connsiteY21" fmla="*/ 142642 h 142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83995" h="142697">
                    <a:moveTo>
                      <a:pt x="39719" y="142698"/>
                    </a:moveTo>
                    <a:cubicBezTo>
                      <a:pt x="36609" y="142698"/>
                      <a:pt x="33473" y="142448"/>
                      <a:pt x="30336" y="141921"/>
                    </a:cubicBezTo>
                    <a:cubicBezTo>
                      <a:pt x="21203" y="140421"/>
                      <a:pt x="12708" y="136785"/>
                      <a:pt x="5796" y="131427"/>
                    </a:cubicBezTo>
                    <a:cubicBezTo>
                      <a:pt x="2715" y="129040"/>
                      <a:pt x="2132" y="124599"/>
                      <a:pt x="4519" y="121489"/>
                    </a:cubicBezTo>
                    <a:cubicBezTo>
                      <a:pt x="6906" y="118408"/>
                      <a:pt x="11348" y="117853"/>
                      <a:pt x="14457" y="120212"/>
                    </a:cubicBezTo>
                    <a:cubicBezTo>
                      <a:pt x="19509" y="124126"/>
                      <a:pt x="25811" y="126791"/>
                      <a:pt x="32640" y="127930"/>
                    </a:cubicBezTo>
                    <a:cubicBezTo>
                      <a:pt x="41689" y="129429"/>
                      <a:pt x="50600" y="128041"/>
                      <a:pt x="57707" y="124071"/>
                    </a:cubicBezTo>
                    <a:cubicBezTo>
                      <a:pt x="64286" y="120379"/>
                      <a:pt x="68505" y="114855"/>
                      <a:pt x="69560" y="108553"/>
                    </a:cubicBezTo>
                    <a:cubicBezTo>
                      <a:pt x="70615" y="102224"/>
                      <a:pt x="68394" y="95645"/>
                      <a:pt x="63342" y="90038"/>
                    </a:cubicBezTo>
                    <a:cubicBezTo>
                      <a:pt x="57873" y="83986"/>
                      <a:pt x="49878" y="79822"/>
                      <a:pt x="40829" y="78323"/>
                    </a:cubicBezTo>
                    <a:cubicBezTo>
                      <a:pt x="15040" y="74076"/>
                      <a:pt x="-3087" y="53200"/>
                      <a:pt x="438" y="31825"/>
                    </a:cubicBezTo>
                    <a:cubicBezTo>
                      <a:pt x="3964" y="10450"/>
                      <a:pt x="27837" y="-3485"/>
                      <a:pt x="53626" y="762"/>
                    </a:cubicBezTo>
                    <a:cubicBezTo>
                      <a:pt x="62759" y="2261"/>
                      <a:pt x="71226" y="5898"/>
                      <a:pt x="78166" y="11255"/>
                    </a:cubicBezTo>
                    <a:cubicBezTo>
                      <a:pt x="81247" y="13643"/>
                      <a:pt x="81830" y="18084"/>
                      <a:pt x="79443" y="21193"/>
                    </a:cubicBezTo>
                    <a:cubicBezTo>
                      <a:pt x="77055" y="24275"/>
                      <a:pt x="72614" y="24830"/>
                      <a:pt x="69505" y="22470"/>
                    </a:cubicBezTo>
                    <a:cubicBezTo>
                      <a:pt x="64424" y="18556"/>
                      <a:pt x="58151" y="15891"/>
                      <a:pt x="51322" y="14753"/>
                    </a:cubicBezTo>
                    <a:cubicBezTo>
                      <a:pt x="33250" y="11727"/>
                      <a:pt x="16678" y="20472"/>
                      <a:pt x="14401" y="34129"/>
                    </a:cubicBezTo>
                    <a:cubicBezTo>
                      <a:pt x="12153" y="47815"/>
                      <a:pt x="25034" y="61362"/>
                      <a:pt x="43133" y="64332"/>
                    </a:cubicBezTo>
                    <a:cubicBezTo>
                      <a:pt x="55347" y="66358"/>
                      <a:pt x="66257" y="72105"/>
                      <a:pt x="73863" y="80544"/>
                    </a:cubicBezTo>
                    <a:cubicBezTo>
                      <a:pt x="81858" y="89427"/>
                      <a:pt x="85300" y="100170"/>
                      <a:pt x="83551" y="110830"/>
                    </a:cubicBezTo>
                    <a:cubicBezTo>
                      <a:pt x="81802" y="121489"/>
                      <a:pt x="75084" y="130567"/>
                      <a:pt x="64647" y="136396"/>
                    </a:cubicBezTo>
                    <a:cubicBezTo>
                      <a:pt x="57290" y="140505"/>
                      <a:pt x="48685" y="142642"/>
                      <a:pt x="39746" y="142642"/>
                    </a:cubicBezTo>
                    <a:close/>
                  </a:path>
                </a:pathLst>
              </a:custGeom>
              <a:solidFill>
                <a:srgbClr val="262626"/>
              </a:solidFill>
              <a:ln w="27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grpSp>
        <p:nvGrpSpPr>
          <p:cNvPr id="854" name="Gráfico 2">
            <a:extLst>
              <a:ext uri="{FF2B5EF4-FFF2-40B4-BE49-F238E27FC236}">
                <a16:creationId xmlns:a16="http://schemas.microsoft.com/office/drawing/2014/main" id="{A53C8F3B-F21C-F0C0-14E0-A03B28482D40}"/>
              </a:ext>
            </a:extLst>
          </p:cNvPr>
          <p:cNvGrpSpPr/>
          <p:nvPr/>
        </p:nvGrpSpPr>
        <p:grpSpPr>
          <a:xfrm>
            <a:off x="2892466" y="4321291"/>
            <a:ext cx="550560" cy="626038"/>
            <a:chOff x="2856304" y="4280172"/>
            <a:chExt cx="622883" cy="708275"/>
          </a:xfrm>
          <a:solidFill>
            <a:srgbClr val="00B0F0"/>
          </a:solidFill>
        </p:grpSpPr>
        <p:grpSp>
          <p:nvGrpSpPr>
            <p:cNvPr id="855" name="Gráfico 2">
              <a:extLst>
                <a:ext uri="{FF2B5EF4-FFF2-40B4-BE49-F238E27FC236}">
                  <a16:creationId xmlns:a16="http://schemas.microsoft.com/office/drawing/2014/main" id="{C7933B86-BD6B-DA9B-FA91-DA2F44EC4B5D}"/>
                </a:ext>
              </a:extLst>
            </p:cNvPr>
            <p:cNvGrpSpPr/>
            <p:nvPr/>
          </p:nvGrpSpPr>
          <p:grpSpPr>
            <a:xfrm>
              <a:off x="2974981" y="4824200"/>
              <a:ext cx="504206" cy="164247"/>
              <a:chOff x="2974981" y="4824200"/>
              <a:chExt cx="504206" cy="164247"/>
            </a:xfrm>
            <a:grpFill/>
          </p:grpSpPr>
          <p:sp>
            <p:nvSpPr>
              <p:cNvPr id="863" name="Forma Livre: Forma 862">
                <a:extLst>
                  <a:ext uri="{FF2B5EF4-FFF2-40B4-BE49-F238E27FC236}">
                    <a16:creationId xmlns:a16="http://schemas.microsoft.com/office/drawing/2014/main" id="{8F5D9070-0F3C-E0E5-01C8-6CF2C3FC12E1}"/>
                  </a:ext>
                </a:extLst>
              </p:cNvPr>
              <p:cNvSpPr/>
              <p:nvPr/>
            </p:nvSpPr>
            <p:spPr>
              <a:xfrm>
                <a:off x="2974981" y="4895631"/>
                <a:ext cx="470854" cy="92816"/>
              </a:xfrm>
              <a:custGeom>
                <a:avLst/>
                <a:gdLst>
                  <a:gd name="connsiteX0" fmla="*/ 153094 w 470854"/>
                  <a:gd name="connsiteY0" fmla="*/ 92816 h 92816"/>
                  <a:gd name="connsiteX1" fmla="*/ 2914 w 470854"/>
                  <a:gd name="connsiteY1" fmla="*/ 40211 h 92816"/>
                  <a:gd name="connsiteX2" fmla="*/ 1360 w 470854"/>
                  <a:gd name="connsiteY2" fmla="*/ 30329 h 92816"/>
                  <a:gd name="connsiteX3" fmla="*/ 11242 w 470854"/>
                  <a:gd name="connsiteY3" fmla="*/ 28774 h 92816"/>
                  <a:gd name="connsiteX4" fmla="*/ 310437 w 470854"/>
                  <a:gd name="connsiteY4" fmla="*/ 40628 h 92816"/>
                  <a:gd name="connsiteX5" fmla="*/ 463227 w 470854"/>
                  <a:gd name="connsiteY5" fmla="*/ 15 h 92816"/>
                  <a:gd name="connsiteX6" fmla="*/ 470833 w 470854"/>
                  <a:gd name="connsiteY6" fmla="*/ 6511 h 92816"/>
                  <a:gd name="connsiteX7" fmla="*/ 464337 w 470854"/>
                  <a:gd name="connsiteY7" fmla="*/ 14117 h 92816"/>
                  <a:gd name="connsiteX8" fmla="*/ 315323 w 470854"/>
                  <a:gd name="connsiteY8" fmla="*/ 53897 h 92816"/>
                  <a:gd name="connsiteX9" fmla="*/ 153067 w 470854"/>
                  <a:gd name="connsiteY9" fmla="*/ 92816 h 928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70854" h="92816">
                    <a:moveTo>
                      <a:pt x="153094" y="92816"/>
                    </a:moveTo>
                    <a:cubicBezTo>
                      <a:pt x="105847" y="92816"/>
                      <a:pt x="56241" y="79158"/>
                      <a:pt x="2914" y="40211"/>
                    </a:cubicBezTo>
                    <a:cubicBezTo>
                      <a:pt x="-250" y="37907"/>
                      <a:pt x="-944" y="33466"/>
                      <a:pt x="1360" y="30329"/>
                    </a:cubicBezTo>
                    <a:cubicBezTo>
                      <a:pt x="3664" y="27164"/>
                      <a:pt x="8077" y="26470"/>
                      <a:pt x="11242" y="28774"/>
                    </a:cubicBezTo>
                    <a:cubicBezTo>
                      <a:pt x="122337" y="109916"/>
                      <a:pt x="213694" y="76244"/>
                      <a:pt x="310437" y="40628"/>
                    </a:cubicBezTo>
                    <a:cubicBezTo>
                      <a:pt x="358989" y="22750"/>
                      <a:pt x="409178" y="4235"/>
                      <a:pt x="463227" y="15"/>
                    </a:cubicBezTo>
                    <a:cubicBezTo>
                      <a:pt x="467168" y="-235"/>
                      <a:pt x="470527" y="2625"/>
                      <a:pt x="470833" y="6511"/>
                    </a:cubicBezTo>
                    <a:cubicBezTo>
                      <a:pt x="471138" y="10397"/>
                      <a:pt x="468223" y="13812"/>
                      <a:pt x="464337" y="14117"/>
                    </a:cubicBezTo>
                    <a:cubicBezTo>
                      <a:pt x="412232" y="18198"/>
                      <a:pt x="362958" y="36353"/>
                      <a:pt x="315323" y="53897"/>
                    </a:cubicBezTo>
                    <a:cubicBezTo>
                      <a:pt x="262995" y="73162"/>
                      <a:pt x="209697" y="92816"/>
                      <a:pt x="153067" y="92816"/>
                    </a:cubicBezTo>
                    <a:close/>
                  </a:path>
                </a:pathLst>
              </a:custGeom>
              <a:grpFill/>
              <a:ln w="27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64" name="Forma Livre: Forma 863">
                <a:extLst>
                  <a:ext uri="{FF2B5EF4-FFF2-40B4-BE49-F238E27FC236}">
                    <a16:creationId xmlns:a16="http://schemas.microsoft.com/office/drawing/2014/main" id="{6ECC5722-5A04-CE99-D3BF-34360FD11132}"/>
                  </a:ext>
                </a:extLst>
              </p:cNvPr>
              <p:cNvSpPr/>
              <p:nvPr/>
            </p:nvSpPr>
            <p:spPr>
              <a:xfrm>
                <a:off x="3262077" y="4824200"/>
                <a:ext cx="217110" cy="24948"/>
              </a:xfrm>
              <a:custGeom>
                <a:avLst/>
                <a:gdLst>
                  <a:gd name="connsiteX0" fmla="*/ 7073 w 217110"/>
                  <a:gd name="connsiteY0" fmla="*/ 24921 h 24948"/>
                  <a:gd name="connsiteX1" fmla="*/ 356 w 217110"/>
                  <a:gd name="connsiteY1" fmla="*/ 20035 h 24948"/>
                  <a:gd name="connsiteX2" fmla="*/ 4880 w 217110"/>
                  <a:gd name="connsiteY2" fmla="*/ 11097 h 24948"/>
                  <a:gd name="connsiteX3" fmla="*/ 211719 w 217110"/>
                  <a:gd name="connsiteY3" fmla="*/ 10958 h 24948"/>
                  <a:gd name="connsiteX4" fmla="*/ 216910 w 217110"/>
                  <a:gd name="connsiteY4" fmla="*/ 19536 h 24948"/>
                  <a:gd name="connsiteX5" fmla="*/ 208332 w 217110"/>
                  <a:gd name="connsiteY5" fmla="*/ 24727 h 24948"/>
                  <a:gd name="connsiteX6" fmla="*/ 9322 w 217110"/>
                  <a:gd name="connsiteY6" fmla="*/ 24588 h 24948"/>
                  <a:gd name="connsiteX7" fmla="*/ 7101 w 217110"/>
                  <a:gd name="connsiteY7" fmla="*/ 24949 h 249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17110" h="24948">
                    <a:moveTo>
                      <a:pt x="7073" y="24921"/>
                    </a:moveTo>
                    <a:cubicBezTo>
                      <a:pt x="4103" y="24921"/>
                      <a:pt x="1327" y="23033"/>
                      <a:pt x="356" y="20035"/>
                    </a:cubicBezTo>
                    <a:cubicBezTo>
                      <a:pt x="-866" y="16316"/>
                      <a:pt x="1161" y="12318"/>
                      <a:pt x="4880" y="11097"/>
                    </a:cubicBezTo>
                    <a:cubicBezTo>
                      <a:pt x="54210" y="-5087"/>
                      <a:pt x="158364" y="-2200"/>
                      <a:pt x="211719" y="10958"/>
                    </a:cubicBezTo>
                    <a:cubicBezTo>
                      <a:pt x="215522" y="11902"/>
                      <a:pt x="217826" y="15733"/>
                      <a:pt x="216910" y="19536"/>
                    </a:cubicBezTo>
                    <a:cubicBezTo>
                      <a:pt x="215966" y="23339"/>
                      <a:pt x="212163" y="25671"/>
                      <a:pt x="208332" y="24727"/>
                    </a:cubicBezTo>
                    <a:cubicBezTo>
                      <a:pt x="156782" y="11985"/>
                      <a:pt x="56514" y="9098"/>
                      <a:pt x="9322" y="24588"/>
                    </a:cubicBezTo>
                    <a:cubicBezTo>
                      <a:pt x="8600" y="24838"/>
                      <a:pt x="7851" y="24949"/>
                      <a:pt x="7101" y="24949"/>
                    </a:cubicBezTo>
                    <a:close/>
                  </a:path>
                </a:pathLst>
              </a:custGeom>
              <a:grpFill/>
              <a:ln w="27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856" name="Gráfico 2">
              <a:extLst>
                <a:ext uri="{FF2B5EF4-FFF2-40B4-BE49-F238E27FC236}">
                  <a16:creationId xmlns:a16="http://schemas.microsoft.com/office/drawing/2014/main" id="{046EAD32-452D-6371-C78C-04925253BCA4}"/>
                </a:ext>
              </a:extLst>
            </p:cNvPr>
            <p:cNvGrpSpPr/>
            <p:nvPr/>
          </p:nvGrpSpPr>
          <p:grpSpPr>
            <a:xfrm>
              <a:off x="2956515" y="4280172"/>
              <a:ext cx="408689" cy="644928"/>
              <a:chOff x="2956515" y="4280172"/>
              <a:chExt cx="408689" cy="644928"/>
            </a:xfrm>
            <a:grpFill/>
          </p:grpSpPr>
          <p:sp>
            <p:nvSpPr>
              <p:cNvPr id="861" name="Forma Livre: Forma 860">
                <a:extLst>
                  <a:ext uri="{FF2B5EF4-FFF2-40B4-BE49-F238E27FC236}">
                    <a16:creationId xmlns:a16="http://schemas.microsoft.com/office/drawing/2014/main" id="{1B8FB2C9-30F7-36ED-0F05-73F7BE7D01E7}"/>
                  </a:ext>
                </a:extLst>
              </p:cNvPr>
              <p:cNvSpPr/>
              <p:nvPr/>
            </p:nvSpPr>
            <p:spPr>
              <a:xfrm>
                <a:off x="3207563" y="4280172"/>
                <a:ext cx="140167" cy="141726"/>
              </a:xfrm>
              <a:custGeom>
                <a:avLst/>
                <a:gdLst>
                  <a:gd name="connsiteX0" fmla="*/ 69055 w 140167"/>
                  <a:gd name="connsiteY0" fmla="*/ 141727 h 141726"/>
                  <a:gd name="connsiteX1" fmla="*/ 40046 w 140167"/>
                  <a:gd name="connsiteY1" fmla="*/ 135287 h 141726"/>
                  <a:gd name="connsiteX2" fmla="*/ 4070 w 140167"/>
                  <a:gd name="connsiteY2" fmla="*/ 95479 h 141726"/>
                  <a:gd name="connsiteX3" fmla="*/ 6790 w 140167"/>
                  <a:gd name="connsiteY3" fmla="*/ 41347 h 141726"/>
                  <a:gd name="connsiteX4" fmla="*/ 46514 w 140167"/>
                  <a:gd name="connsiteY4" fmla="*/ 4482 h 141726"/>
                  <a:gd name="connsiteX5" fmla="*/ 100146 w 140167"/>
                  <a:gd name="connsiteY5" fmla="*/ 6481 h 141726"/>
                  <a:gd name="connsiteX6" fmla="*/ 133402 w 140167"/>
                  <a:gd name="connsiteY6" fmla="*/ 100420 h 141726"/>
                  <a:gd name="connsiteX7" fmla="*/ 133402 w 140167"/>
                  <a:gd name="connsiteY7" fmla="*/ 100420 h 141726"/>
                  <a:gd name="connsiteX8" fmla="*/ 69083 w 140167"/>
                  <a:gd name="connsiteY8" fmla="*/ 141727 h 141726"/>
                  <a:gd name="connsiteX9" fmla="*/ 71026 w 140167"/>
                  <a:gd name="connsiteY9" fmla="*/ 14171 h 141726"/>
                  <a:gd name="connsiteX10" fmla="*/ 51456 w 140167"/>
                  <a:gd name="connsiteY10" fmla="*/ 17752 h 141726"/>
                  <a:gd name="connsiteX11" fmla="*/ 19587 w 140167"/>
                  <a:gd name="connsiteY11" fmla="*/ 47344 h 141726"/>
                  <a:gd name="connsiteX12" fmla="*/ 17394 w 140167"/>
                  <a:gd name="connsiteY12" fmla="*/ 90760 h 141726"/>
                  <a:gd name="connsiteX13" fmla="*/ 46015 w 140167"/>
                  <a:gd name="connsiteY13" fmla="*/ 122462 h 141726"/>
                  <a:gd name="connsiteX14" fmla="*/ 120550 w 140167"/>
                  <a:gd name="connsiteY14" fmla="*/ 94452 h 141726"/>
                  <a:gd name="connsiteX15" fmla="*/ 120550 w 140167"/>
                  <a:gd name="connsiteY15" fmla="*/ 94452 h 141726"/>
                  <a:gd name="connsiteX16" fmla="*/ 94122 w 140167"/>
                  <a:gd name="connsiteY16" fmla="*/ 19334 h 141726"/>
                  <a:gd name="connsiteX17" fmla="*/ 70999 w 140167"/>
                  <a:gd name="connsiteY17" fmla="*/ 14171 h 141726"/>
                  <a:gd name="connsiteX18" fmla="*/ 126962 w 140167"/>
                  <a:gd name="connsiteY18" fmla="*/ 97422 h 141726"/>
                  <a:gd name="connsiteX19" fmla="*/ 127018 w 140167"/>
                  <a:gd name="connsiteY19" fmla="*/ 97422 h 141726"/>
                  <a:gd name="connsiteX20" fmla="*/ 126962 w 140167"/>
                  <a:gd name="connsiteY20" fmla="*/ 97422 h 1417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40167" h="141726">
                    <a:moveTo>
                      <a:pt x="69055" y="141727"/>
                    </a:moveTo>
                    <a:cubicBezTo>
                      <a:pt x="59284" y="141727"/>
                      <a:pt x="49402" y="139645"/>
                      <a:pt x="40046" y="135287"/>
                    </a:cubicBezTo>
                    <a:cubicBezTo>
                      <a:pt x="23113" y="127375"/>
                      <a:pt x="10344" y="113245"/>
                      <a:pt x="4070" y="95479"/>
                    </a:cubicBezTo>
                    <a:cubicBezTo>
                      <a:pt x="-2176" y="77768"/>
                      <a:pt x="-1205" y="58531"/>
                      <a:pt x="6790" y="41347"/>
                    </a:cubicBezTo>
                    <a:cubicBezTo>
                      <a:pt x="14813" y="24164"/>
                      <a:pt x="28915" y="11089"/>
                      <a:pt x="46514" y="4482"/>
                    </a:cubicBezTo>
                    <a:cubicBezTo>
                      <a:pt x="64170" y="-2124"/>
                      <a:pt x="83213" y="-1403"/>
                      <a:pt x="100146" y="6481"/>
                    </a:cubicBezTo>
                    <a:cubicBezTo>
                      <a:pt x="135040" y="22776"/>
                      <a:pt x="149975" y="64916"/>
                      <a:pt x="133402" y="100420"/>
                    </a:cubicBezTo>
                    <a:lnTo>
                      <a:pt x="133402" y="100420"/>
                    </a:lnTo>
                    <a:cubicBezTo>
                      <a:pt x="121299" y="126376"/>
                      <a:pt x="95621" y="141727"/>
                      <a:pt x="69083" y="141727"/>
                    </a:cubicBezTo>
                    <a:close/>
                    <a:moveTo>
                      <a:pt x="71026" y="14171"/>
                    </a:moveTo>
                    <a:cubicBezTo>
                      <a:pt x="64447" y="14171"/>
                      <a:pt x="57840" y="15364"/>
                      <a:pt x="51456" y="17752"/>
                    </a:cubicBezTo>
                    <a:cubicBezTo>
                      <a:pt x="37354" y="23026"/>
                      <a:pt x="26028" y="33547"/>
                      <a:pt x="19587" y="47344"/>
                    </a:cubicBezTo>
                    <a:cubicBezTo>
                      <a:pt x="13147" y="61140"/>
                      <a:pt x="12370" y="76575"/>
                      <a:pt x="17394" y="90760"/>
                    </a:cubicBezTo>
                    <a:cubicBezTo>
                      <a:pt x="22391" y="104917"/>
                      <a:pt x="32551" y="116188"/>
                      <a:pt x="46015" y="122462"/>
                    </a:cubicBezTo>
                    <a:cubicBezTo>
                      <a:pt x="73830" y="135425"/>
                      <a:pt x="107281" y="122878"/>
                      <a:pt x="120550" y="94452"/>
                    </a:cubicBezTo>
                    <a:lnTo>
                      <a:pt x="120550" y="94452"/>
                    </a:lnTo>
                    <a:cubicBezTo>
                      <a:pt x="133819" y="66026"/>
                      <a:pt x="121965" y="32326"/>
                      <a:pt x="94122" y="19334"/>
                    </a:cubicBezTo>
                    <a:cubicBezTo>
                      <a:pt x="86766" y="15892"/>
                      <a:pt x="78910" y="14171"/>
                      <a:pt x="70999" y="14171"/>
                    </a:cubicBezTo>
                    <a:close/>
                    <a:moveTo>
                      <a:pt x="126962" y="97422"/>
                    </a:moveTo>
                    <a:lnTo>
                      <a:pt x="127018" y="97422"/>
                    </a:lnTo>
                    <a:lnTo>
                      <a:pt x="126962" y="97422"/>
                    </a:lnTo>
                    <a:close/>
                  </a:path>
                </a:pathLst>
              </a:custGeom>
              <a:grpFill/>
              <a:ln w="27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62" name="Forma Livre: Forma 861">
                <a:extLst>
                  <a:ext uri="{FF2B5EF4-FFF2-40B4-BE49-F238E27FC236}">
                    <a16:creationId xmlns:a16="http://schemas.microsoft.com/office/drawing/2014/main" id="{BCD233E7-B46C-909F-A756-036BD57E28BD}"/>
                  </a:ext>
                </a:extLst>
              </p:cNvPr>
              <p:cNvSpPr/>
              <p:nvPr/>
            </p:nvSpPr>
            <p:spPr>
              <a:xfrm>
                <a:off x="2956515" y="4418816"/>
                <a:ext cx="408689" cy="506283"/>
              </a:xfrm>
              <a:custGeom>
                <a:avLst/>
                <a:gdLst>
                  <a:gd name="connsiteX0" fmla="*/ 230106 w 408689"/>
                  <a:gd name="connsiteY0" fmla="*/ 506284 h 506283"/>
                  <a:gd name="connsiteX1" fmla="*/ 215698 w 408689"/>
                  <a:gd name="connsiteY1" fmla="*/ 503730 h 506283"/>
                  <a:gd name="connsiteX2" fmla="*/ 191880 w 408689"/>
                  <a:gd name="connsiteY2" fmla="*/ 481939 h 506283"/>
                  <a:gd name="connsiteX3" fmla="*/ 149575 w 408689"/>
                  <a:gd name="connsiteY3" fmla="*/ 391497 h 506283"/>
                  <a:gd name="connsiteX4" fmla="*/ 145799 w 408689"/>
                  <a:gd name="connsiteY4" fmla="*/ 377506 h 506283"/>
                  <a:gd name="connsiteX5" fmla="*/ 146271 w 408689"/>
                  <a:gd name="connsiteY5" fmla="*/ 361017 h 506283"/>
                  <a:gd name="connsiteX6" fmla="*/ 161539 w 408689"/>
                  <a:gd name="connsiteY6" fmla="*/ 275434 h 506283"/>
                  <a:gd name="connsiteX7" fmla="*/ 95110 w 408689"/>
                  <a:gd name="connsiteY7" fmla="*/ 325956 h 506283"/>
                  <a:gd name="connsiteX8" fmla="*/ 84034 w 408689"/>
                  <a:gd name="connsiteY8" fmla="*/ 411984 h 506283"/>
                  <a:gd name="connsiteX9" fmla="*/ 36759 w 408689"/>
                  <a:gd name="connsiteY9" fmla="*/ 448433 h 506283"/>
                  <a:gd name="connsiteX10" fmla="*/ 8777 w 408689"/>
                  <a:gd name="connsiteY10" fmla="*/ 432332 h 506283"/>
                  <a:gd name="connsiteX11" fmla="*/ 366 w 408689"/>
                  <a:gd name="connsiteY11" fmla="*/ 401130 h 506283"/>
                  <a:gd name="connsiteX12" fmla="*/ 13135 w 408689"/>
                  <a:gd name="connsiteY12" fmla="*/ 302111 h 506283"/>
                  <a:gd name="connsiteX13" fmla="*/ 17494 w 408689"/>
                  <a:gd name="connsiteY13" fmla="*/ 288286 h 506283"/>
                  <a:gd name="connsiteX14" fmla="*/ 26710 w 408689"/>
                  <a:gd name="connsiteY14" fmla="*/ 274601 h 506283"/>
                  <a:gd name="connsiteX15" fmla="*/ 116901 w 408689"/>
                  <a:gd name="connsiteY15" fmla="*/ 188101 h 506283"/>
                  <a:gd name="connsiteX16" fmla="*/ 164204 w 408689"/>
                  <a:gd name="connsiteY16" fmla="*/ 87583 h 506283"/>
                  <a:gd name="connsiteX17" fmla="*/ 54164 w 408689"/>
                  <a:gd name="connsiteY17" fmla="*/ 137412 h 506283"/>
                  <a:gd name="connsiteX18" fmla="*/ 53554 w 408689"/>
                  <a:gd name="connsiteY18" fmla="*/ 137662 h 506283"/>
                  <a:gd name="connsiteX19" fmla="*/ 6001 w 408689"/>
                  <a:gd name="connsiteY19" fmla="*/ 117036 h 506283"/>
                  <a:gd name="connsiteX20" fmla="*/ 4613 w 408689"/>
                  <a:gd name="connsiteY20" fmla="*/ 92608 h 506283"/>
                  <a:gd name="connsiteX21" fmla="*/ 22990 w 408689"/>
                  <a:gd name="connsiteY21" fmla="*/ 68374 h 506283"/>
                  <a:gd name="connsiteX22" fmla="*/ 24017 w 408689"/>
                  <a:gd name="connsiteY22" fmla="*/ 67791 h 506283"/>
                  <a:gd name="connsiteX23" fmla="*/ 150213 w 408689"/>
                  <a:gd name="connsiteY23" fmla="*/ 11050 h 506283"/>
                  <a:gd name="connsiteX24" fmla="*/ 223499 w 408689"/>
                  <a:gd name="connsiteY24" fmla="*/ 3860 h 506283"/>
                  <a:gd name="connsiteX25" fmla="*/ 224415 w 408689"/>
                  <a:gd name="connsiteY25" fmla="*/ 4221 h 506283"/>
                  <a:gd name="connsiteX26" fmla="*/ 328153 w 408689"/>
                  <a:gd name="connsiteY26" fmla="*/ 52634 h 506283"/>
                  <a:gd name="connsiteX27" fmla="*/ 329014 w 408689"/>
                  <a:gd name="connsiteY27" fmla="*/ 53106 h 506283"/>
                  <a:gd name="connsiteX28" fmla="*/ 370626 w 408689"/>
                  <a:gd name="connsiteY28" fmla="*/ 114011 h 506283"/>
                  <a:gd name="connsiteX29" fmla="*/ 408185 w 408689"/>
                  <a:gd name="connsiteY29" fmla="*/ 247035 h 506283"/>
                  <a:gd name="connsiteX30" fmla="*/ 408407 w 408689"/>
                  <a:gd name="connsiteY30" fmla="*/ 248201 h 506283"/>
                  <a:gd name="connsiteX31" fmla="*/ 401661 w 408689"/>
                  <a:gd name="connsiteY31" fmla="*/ 277849 h 506283"/>
                  <a:gd name="connsiteX32" fmla="*/ 382063 w 408689"/>
                  <a:gd name="connsiteY32" fmla="*/ 292506 h 506283"/>
                  <a:gd name="connsiteX33" fmla="*/ 335676 w 408689"/>
                  <a:gd name="connsiteY33" fmla="*/ 269299 h 506283"/>
                  <a:gd name="connsiteX34" fmla="*/ 335454 w 408689"/>
                  <a:gd name="connsiteY34" fmla="*/ 268660 h 506283"/>
                  <a:gd name="connsiteX35" fmla="*/ 302975 w 408689"/>
                  <a:gd name="connsiteY35" fmla="*/ 152347 h 506283"/>
                  <a:gd name="connsiteX36" fmla="*/ 262640 w 408689"/>
                  <a:gd name="connsiteY36" fmla="*/ 239485 h 506283"/>
                  <a:gd name="connsiteX37" fmla="*/ 231383 w 408689"/>
                  <a:gd name="connsiteY37" fmla="*/ 367180 h 506283"/>
                  <a:gd name="connsiteX38" fmla="*/ 268331 w 408689"/>
                  <a:gd name="connsiteY38" fmla="*/ 446184 h 506283"/>
                  <a:gd name="connsiteX39" fmla="*/ 269774 w 408689"/>
                  <a:gd name="connsiteY39" fmla="*/ 478441 h 506283"/>
                  <a:gd name="connsiteX40" fmla="*/ 247983 w 408689"/>
                  <a:gd name="connsiteY40" fmla="*/ 502259 h 506283"/>
                  <a:gd name="connsiteX41" fmla="*/ 230134 w 408689"/>
                  <a:gd name="connsiteY41" fmla="*/ 506256 h 506283"/>
                  <a:gd name="connsiteX42" fmla="*/ 171699 w 408689"/>
                  <a:gd name="connsiteY42" fmla="*/ 251755 h 506283"/>
                  <a:gd name="connsiteX43" fmla="*/ 175391 w 408689"/>
                  <a:gd name="connsiteY43" fmla="*/ 252782 h 506283"/>
                  <a:gd name="connsiteX44" fmla="*/ 178667 w 408689"/>
                  <a:gd name="connsiteY44" fmla="*/ 260055 h 506283"/>
                  <a:gd name="connsiteX45" fmla="*/ 160123 w 408689"/>
                  <a:gd name="connsiteY45" fmla="*/ 363932 h 506283"/>
                  <a:gd name="connsiteX46" fmla="*/ 159790 w 408689"/>
                  <a:gd name="connsiteY46" fmla="*/ 375175 h 506283"/>
                  <a:gd name="connsiteX47" fmla="*/ 159901 w 408689"/>
                  <a:gd name="connsiteY47" fmla="*/ 375924 h 506283"/>
                  <a:gd name="connsiteX48" fmla="*/ 162427 w 408689"/>
                  <a:gd name="connsiteY48" fmla="*/ 385473 h 506283"/>
                  <a:gd name="connsiteX49" fmla="*/ 204733 w 408689"/>
                  <a:gd name="connsiteY49" fmla="*/ 475915 h 506283"/>
                  <a:gd name="connsiteX50" fmla="*/ 220556 w 408689"/>
                  <a:gd name="connsiteY50" fmla="*/ 490378 h 506283"/>
                  <a:gd name="connsiteX51" fmla="*/ 241987 w 408689"/>
                  <a:gd name="connsiteY51" fmla="*/ 489406 h 506283"/>
                  <a:gd name="connsiteX52" fmla="*/ 255506 w 408689"/>
                  <a:gd name="connsiteY52" fmla="*/ 452152 h 506283"/>
                  <a:gd name="connsiteX53" fmla="*/ 217503 w 408689"/>
                  <a:gd name="connsiteY53" fmla="*/ 370899 h 506283"/>
                  <a:gd name="connsiteX54" fmla="*/ 217031 w 408689"/>
                  <a:gd name="connsiteY54" fmla="*/ 366208 h 506283"/>
                  <a:gd name="connsiteX55" fmla="*/ 249038 w 408689"/>
                  <a:gd name="connsiteY55" fmla="*/ 235404 h 506283"/>
                  <a:gd name="connsiteX56" fmla="*/ 249482 w 408689"/>
                  <a:gd name="connsiteY56" fmla="*/ 234127 h 506283"/>
                  <a:gd name="connsiteX57" fmla="*/ 298173 w 408689"/>
                  <a:gd name="connsiteY57" fmla="*/ 128918 h 506283"/>
                  <a:gd name="connsiteX58" fmla="*/ 305168 w 408689"/>
                  <a:gd name="connsiteY58" fmla="*/ 124837 h 506283"/>
                  <a:gd name="connsiteX59" fmla="*/ 311414 w 408689"/>
                  <a:gd name="connsiteY59" fmla="*/ 130000 h 506283"/>
                  <a:gd name="connsiteX60" fmla="*/ 348973 w 408689"/>
                  <a:gd name="connsiteY60" fmla="*/ 264496 h 506283"/>
                  <a:gd name="connsiteX61" fmla="*/ 377732 w 408689"/>
                  <a:gd name="connsiteY61" fmla="*/ 279015 h 506283"/>
                  <a:gd name="connsiteX62" fmla="*/ 389891 w 408689"/>
                  <a:gd name="connsiteY62" fmla="*/ 269937 h 506283"/>
                  <a:gd name="connsiteX63" fmla="*/ 394360 w 408689"/>
                  <a:gd name="connsiteY63" fmla="*/ 250283 h 506283"/>
                  <a:gd name="connsiteX64" fmla="*/ 356940 w 408689"/>
                  <a:gd name="connsiteY64" fmla="*/ 117730 h 506283"/>
                  <a:gd name="connsiteX65" fmla="*/ 321685 w 408689"/>
                  <a:gd name="connsiteY65" fmla="*/ 65264 h 506283"/>
                  <a:gd name="connsiteX66" fmla="*/ 218835 w 408689"/>
                  <a:gd name="connsiteY66" fmla="*/ 17268 h 506283"/>
                  <a:gd name="connsiteX67" fmla="*/ 156098 w 408689"/>
                  <a:gd name="connsiteY67" fmla="*/ 23930 h 506283"/>
                  <a:gd name="connsiteX68" fmla="*/ 30346 w 408689"/>
                  <a:gd name="connsiteY68" fmla="*/ 80477 h 506283"/>
                  <a:gd name="connsiteX69" fmla="*/ 18160 w 408689"/>
                  <a:gd name="connsiteY69" fmla="*/ 96522 h 506283"/>
                  <a:gd name="connsiteX70" fmla="*/ 19048 w 408689"/>
                  <a:gd name="connsiteY70" fmla="*/ 111706 h 506283"/>
                  <a:gd name="connsiteX71" fmla="*/ 48612 w 408689"/>
                  <a:gd name="connsiteY71" fmla="*/ 124393 h 506283"/>
                  <a:gd name="connsiteX72" fmla="*/ 175835 w 408689"/>
                  <a:gd name="connsiteY72" fmla="*/ 66791 h 506283"/>
                  <a:gd name="connsiteX73" fmla="*/ 183802 w 408689"/>
                  <a:gd name="connsiteY73" fmla="*/ 68262 h 506283"/>
                  <a:gd name="connsiteX74" fmla="*/ 185163 w 408689"/>
                  <a:gd name="connsiteY74" fmla="*/ 76257 h 506283"/>
                  <a:gd name="connsiteX75" fmla="*/ 129143 w 408689"/>
                  <a:gd name="connsiteY75" fmla="*/ 195347 h 506283"/>
                  <a:gd name="connsiteX76" fmla="*/ 127644 w 408689"/>
                  <a:gd name="connsiteY76" fmla="*/ 197429 h 506283"/>
                  <a:gd name="connsiteX77" fmla="*/ 36509 w 408689"/>
                  <a:gd name="connsiteY77" fmla="*/ 284844 h 506283"/>
                  <a:gd name="connsiteX78" fmla="*/ 30541 w 408689"/>
                  <a:gd name="connsiteY78" fmla="*/ 293838 h 506283"/>
                  <a:gd name="connsiteX79" fmla="*/ 30235 w 408689"/>
                  <a:gd name="connsiteY79" fmla="*/ 294532 h 506283"/>
                  <a:gd name="connsiteX80" fmla="*/ 27210 w 408689"/>
                  <a:gd name="connsiteY80" fmla="*/ 303971 h 506283"/>
                  <a:gd name="connsiteX81" fmla="*/ 14440 w 408689"/>
                  <a:gd name="connsiteY81" fmla="*/ 402934 h 506283"/>
                  <a:gd name="connsiteX82" fmla="*/ 20020 w 408689"/>
                  <a:gd name="connsiteY82" fmla="*/ 423643 h 506283"/>
                  <a:gd name="connsiteX83" fmla="*/ 38619 w 408689"/>
                  <a:gd name="connsiteY83" fmla="*/ 434331 h 506283"/>
                  <a:gd name="connsiteX84" fmla="*/ 70043 w 408689"/>
                  <a:gd name="connsiteY84" fmla="*/ 410096 h 506283"/>
                  <a:gd name="connsiteX85" fmla="*/ 81508 w 408689"/>
                  <a:gd name="connsiteY85" fmla="*/ 321154 h 506283"/>
                  <a:gd name="connsiteX86" fmla="*/ 84256 w 408689"/>
                  <a:gd name="connsiteY86" fmla="*/ 316435 h 506283"/>
                  <a:gd name="connsiteX87" fmla="*/ 167480 w 408689"/>
                  <a:gd name="connsiteY87" fmla="*/ 253143 h 506283"/>
                  <a:gd name="connsiteX88" fmla="*/ 171755 w 408689"/>
                  <a:gd name="connsiteY88" fmla="*/ 251699 h 5062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</a:cxnLst>
                <a:rect l="l" t="t" r="r" b="b"/>
                <a:pathLst>
                  <a:path w="408689" h="506283">
                    <a:moveTo>
                      <a:pt x="230106" y="506284"/>
                    </a:moveTo>
                    <a:cubicBezTo>
                      <a:pt x="225248" y="506284"/>
                      <a:pt x="220390" y="505423"/>
                      <a:pt x="215698" y="503730"/>
                    </a:cubicBezTo>
                    <a:cubicBezTo>
                      <a:pt x="205094" y="499899"/>
                      <a:pt x="196655" y="492154"/>
                      <a:pt x="191880" y="481939"/>
                    </a:cubicBezTo>
                    <a:lnTo>
                      <a:pt x="149575" y="391497"/>
                    </a:lnTo>
                    <a:cubicBezTo>
                      <a:pt x="147520" y="387111"/>
                      <a:pt x="146271" y="382420"/>
                      <a:pt x="145799" y="377506"/>
                    </a:cubicBezTo>
                    <a:cubicBezTo>
                      <a:pt x="144772" y="371982"/>
                      <a:pt x="144939" y="366430"/>
                      <a:pt x="146271" y="361017"/>
                    </a:cubicBezTo>
                    <a:lnTo>
                      <a:pt x="161539" y="275434"/>
                    </a:lnTo>
                    <a:lnTo>
                      <a:pt x="95110" y="325956"/>
                    </a:lnTo>
                    <a:lnTo>
                      <a:pt x="84034" y="411984"/>
                    </a:lnTo>
                    <a:cubicBezTo>
                      <a:pt x="81008" y="435052"/>
                      <a:pt x="59800" y="451375"/>
                      <a:pt x="36759" y="448433"/>
                    </a:cubicBezTo>
                    <a:cubicBezTo>
                      <a:pt x="25572" y="446989"/>
                      <a:pt x="15634" y="441271"/>
                      <a:pt x="8777" y="432332"/>
                    </a:cubicBezTo>
                    <a:cubicBezTo>
                      <a:pt x="1893" y="423393"/>
                      <a:pt x="-1105" y="412317"/>
                      <a:pt x="366" y="401130"/>
                    </a:cubicBezTo>
                    <a:lnTo>
                      <a:pt x="13135" y="302111"/>
                    </a:lnTo>
                    <a:cubicBezTo>
                      <a:pt x="13802" y="297281"/>
                      <a:pt x="15245" y="292645"/>
                      <a:pt x="17494" y="288286"/>
                    </a:cubicBezTo>
                    <a:cubicBezTo>
                      <a:pt x="19631" y="283012"/>
                      <a:pt x="22712" y="278404"/>
                      <a:pt x="26710" y="274601"/>
                    </a:cubicBezTo>
                    <a:lnTo>
                      <a:pt x="116901" y="188101"/>
                    </a:lnTo>
                    <a:lnTo>
                      <a:pt x="164204" y="87583"/>
                    </a:lnTo>
                    <a:lnTo>
                      <a:pt x="54164" y="137412"/>
                    </a:lnTo>
                    <a:cubicBezTo>
                      <a:pt x="53970" y="137495"/>
                      <a:pt x="53748" y="137579"/>
                      <a:pt x="53554" y="137662"/>
                    </a:cubicBezTo>
                    <a:cubicBezTo>
                      <a:pt x="34316" y="144269"/>
                      <a:pt x="13441" y="135191"/>
                      <a:pt x="6001" y="117036"/>
                    </a:cubicBezTo>
                    <a:cubicBezTo>
                      <a:pt x="2837" y="109264"/>
                      <a:pt x="2337" y="100603"/>
                      <a:pt x="4613" y="92608"/>
                    </a:cubicBezTo>
                    <a:cubicBezTo>
                      <a:pt x="7278" y="83253"/>
                      <a:pt x="13968" y="74397"/>
                      <a:pt x="22990" y="68374"/>
                    </a:cubicBezTo>
                    <a:cubicBezTo>
                      <a:pt x="23323" y="68151"/>
                      <a:pt x="23656" y="67957"/>
                      <a:pt x="24017" y="67791"/>
                    </a:cubicBezTo>
                    <a:lnTo>
                      <a:pt x="150213" y="11050"/>
                    </a:lnTo>
                    <a:cubicBezTo>
                      <a:pt x="174753" y="-554"/>
                      <a:pt x="200847" y="-3136"/>
                      <a:pt x="223499" y="3860"/>
                    </a:cubicBezTo>
                    <a:cubicBezTo>
                      <a:pt x="223804" y="3943"/>
                      <a:pt x="224110" y="4082"/>
                      <a:pt x="224415" y="4221"/>
                    </a:cubicBezTo>
                    <a:lnTo>
                      <a:pt x="328153" y="52634"/>
                    </a:lnTo>
                    <a:cubicBezTo>
                      <a:pt x="328459" y="52772"/>
                      <a:pt x="328736" y="52939"/>
                      <a:pt x="329014" y="53106"/>
                    </a:cubicBezTo>
                    <a:cubicBezTo>
                      <a:pt x="348945" y="65986"/>
                      <a:pt x="363714" y="87611"/>
                      <a:pt x="370626" y="114011"/>
                    </a:cubicBezTo>
                    <a:lnTo>
                      <a:pt x="408185" y="247035"/>
                    </a:lnTo>
                    <a:cubicBezTo>
                      <a:pt x="408296" y="247424"/>
                      <a:pt x="408379" y="247813"/>
                      <a:pt x="408407" y="248201"/>
                    </a:cubicBezTo>
                    <a:cubicBezTo>
                      <a:pt x="409573" y="258917"/>
                      <a:pt x="407102" y="269715"/>
                      <a:pt x="401661" y="277849"/>
                    </a:cubicBezTo>
                    <a:cubicBezTo>
                      <a:pt x="396997" y="284733"/>
                      <a:pt x="390057" y="289924"/>
                      <a:pt x="382063" y="292506"/>
                    </a:cubicBezTo>
                    <a:cubicBezTo>
                      <a:pt x="363380" y="298446"/>
                      <a:pt x="343005" y="288259"/>
                      <a:pt x="335676" y="269299"/>
                    </a:cubicBezTo>
                    <a:cubicBezTo>
                      <a:pt x="335593" y="269077"/>
                      <a:pt x="335510" y="268855"/>
                      <a:pt x="335454" y="268660"/>
                    </a:cubicBezTo>
                    <a:lnTo>
                      <a:pt x="302975" y="152347"/>
                    </a:lnTo>
                    <a:lnTo>
                      <a:pt x="262640" y="239485"/>
                    </a:lnTo>
                    <a:lnTo>
                      <a:pt x="231383" y="367180"/>
                    </a:lnTo>
                    <a:lnTo>
                      <a:pt x="268331" y="446184"/>
                    </a:lnTo>
                    <a:cubicBezTo>
                      <a:pt x="273106" y="456400"/>
                      <a:pt x="273605" y="467837"/>
                      <a:pt x="269774" y="478441"/>
                    </a:cubicBezTo>
                    <a:cubicBezTo>
                      <a:pt x="265944" y="489017"/>
                      <a:pt x="258199" y="497484"/>
                      <a:pt x="247983" y="502259"/>
                    </a:cubicBezTo>
                    <a:cubicBezTo>
                      <a:pt x="242292" y="504924"/>
                      <a:pt x="236241" y="506256"/>
                      <a:pt x="230134" y="506256"/>
                    </a:cubicBezTo>
                    <a:close/>
                    <a:moveTo>
                      <a:pt x="171699" y="251755"/>
                    </a:moveTo>
                    <a:cubicBezTo>
                      <a:pt x="172976" y="251755"/>
                      <a:pt x="174253" y="252088"/>
                      <a:pt x="175391" y="252782"/>
                    </a:cubicBezTo>
                    <a:cubicBezTo>
                      <a:pt x="177890" y="254308"/>
                      <a:pt x="179194" y="257195"/>
                      <a:pt x="178667" y="260055"/>
                    </a:cubicBezTo>
                    <a:lnTo>
                      <a:pt x="160123" y="363932"/>
                    </a:lnTo>
                    <a:cubicBezTo>
                      <a:pt x="159180" y="367901"/>
                      <a:pt x="159096" y="371538"/>
                      <a:pt x="159790" y="375175"/>
                    </a:cubicBezTo>
                    <a:cubicBezTo>
                      <a:pt x="159846" y="375424"/>
                      <a:pt x="159874" y="375674"/>
                      <a:pt x="159901" y="375924"/>
                    </a:cubicBezTo>
                    <a:cubicBezTo>
                      <a:pt x="160179" y="379311"/>
                      <a:pt x="161039" y="382503"/>
                      <a:pt x="162427" y="385473"/>
                    </a:cubicBezTo>
                    <a:lnTo>
                      <a:pt x="204733" y="475915"/>
                    </a:lnTo>
                    <a:cubicBezTo>
                      <a:pt x="207898" y="482688"/>
                      <a:pt x="213533" y="487824"/>
                      <a:pt x="220556" y="490378"/>
                    </a:cubicBezTo>
                    <a:cubicBezTo>
                      <a:pt x="227580" y="492931"/>
                      <a:pt x="235214" y="492598"/>
                      <a:pt x="241987" y="489406"/>
                    </a:cubicBezTo>
                    <a:cubicBezTo>
                      <a:pt x="255978" y="482855"/>
                      <a:pt x="262057" y="466143"/>
                      <a:pt x="255506" y="452152"/>
                    </a:cubicBezTo>
                    <a:lnTo>
                      <a:pt x="217503" y="370899"/>
                    </a:lnTo>
                    <a:cubicBezTo>
                      <a:pt x="216809" y="369428"/>
                      <a:pt x="216670" y="367790"/>
                      <a:pt x="217031" y="366208"/>
                    </a:cubicBezTo>
                    <a:lnTo>
                      <a:pt x="249038" y="235404"/>
                    </a:lnTo>
                    <a:cubicBezTo>
                      <a:pt x="249149" y="234960"/>
                      <a:pt x="249288" y="234516"/>
                      <a:pt x="249482" y="234127"/>
                    </a:cubicBezTo>
                    <a:lnTo>
                      <a:pt x="298173" y="128918"/>
                    </a:lnTo>
                    <a:cubicBezTo>
                      <a:pt x="299422" y="126225"/>
                      <a:pt x="302198" y="124587"/>
                      <a:pt x="305168" y="124837"/>
                    </a:cubicBezTo>
                    <a:cubicBezTo>
                      <a:pt x="308138" y="125087"/>
                      <a:pt x="310609" y="127141"/>
                      <a:pt x="311414" y="130000"/>
                    </a:cubicBezTo>
                    <a:lnTo>
                      <a:pt x="348973" y="264496"/>
                    </a:lnTo>
                    <a:cubicBezTo>
                      <a:pt x="353692" y="276294"/>
                      <a:pt x="366295" y="282679"/>
                      <a:pt x="377732" y="279015"/>
                    </a:cubicBezTo>
                    <a:cubicBezTo>
                      <a:pt x="382701" y="277432"/>
                      <a:pt x="387032" y="274184"/>
                      <a:pt x="389891" y="269937"/>
                    </a:cubicBezTo>
                    <a:cubicBezTo>
                      <a:pt x="393416" y="264691"/>
                      <a:pt x="395026" y="257556"/>
                      <a:pt x="394360" y="250283"/>
                    </a:cubicBezTo>
                    <a:lnTo>
                      <a:pt x="356940" y="117730"/>
                    </a:lnTo>
                    <a:cubicBezTo>
                      <a:pt x="350944" y="94801"/>
                      <a:pt x="338452" y="76230"/>
                      <a:pt x="321685" y="65264"/>
                    </a:cubicBezTo>
                    <a:lnTo>
                      <a:pt x="218835" y="17268"/>
                    </a:lnTo>
                    <a:cubicBezTo>
                      <a:pt x="199653" y="11494"/>
                      <a:pt x="177390" y="13853"/>
                      <a:pt x="156098" y="23930"/>
                    </a:cubicBezTo>
                    <a:lnTo>
                      <a:pt x="30346" y="80477"/>
                    </a:lnTo>
                    <a:cubicBezTo>
                      <a:pt x="24323" y="84669"/>
                      <a:pt x="19881" y="90470"/>
                      <a:pt x="18160" y="96522"/>
                    </a:cubicBezTo>
                    <a:cubicBezTo>
                      <a:pt x="16744" y="101463"/>
                      <a:pt x="17050" y="106849"/>
                      <a:pt x="19048" y="111706"/>
                    </a:cubicBezTo>
                    <a:cubicBezTo>
                      <a:pt x="23601" y="122838"/>
                      <a:pt x="36537" y="128362"/>
                      <a:pt x="48612" y="124393"/>
                    </a:cubicBezTo>
                    <a:lnTo>
                      <a:pt x="175835" y="66791"/>
                    </a:lnTo>
                    <a:cubicBezTo>
                      <a:pt x="178528" y="65570"/>
                      <a:pt x="181720" y="66153"/>
                      <a:pt x="183802" y="68262"/>
                    </a:cubicBezTo>
                    <a:cubicBezTo>
                      <a:pt x="185884" y="70372"/>
                      <a:pt x="186440" y="73565"/>
                      <a:pt x="185163" y="76257"/>
                    </a:cubicBezTo>
                    <a:lnTo>
                      <a:pt x="129143" y="195347"/>
                    </a:lnTo>
                    <a:cubicBezTo>
                      <a:pt x="128783" y="196124"/>
                      <a:pt x="128255" y="196846"/>
                      <a:pt x="127644" y="197429"/>
                    </a:cubicBezTo>
                    <a:lnTo>
                      <a:pt x="36509" y="284844"/>
                    </a:lnTo>
                    <a:cubicBezTo>
                      <a:pt x="33900" y="287315"/>
                      <a:pt x="31901" y="290341"/>
                      <a:pt x="30541" y="293838"/>
                    </a:cubicBezTo>
                    <a:cubicBezTo>
                      <a:pt x="30458" y="294088"/>
                      <a:pt x="30346" y="294310"/>
                      <a:pt x="30235" y="294532"/>
                    </a:cubicBezTo>
                    <a:cubicBezTo>
                      <a:pt x="28681" y="297503"/>
                      <a:pt x="27654" y="300695"/>
                      <a:pt x="27210" y="303971"/>
                    </a:cubicBezTo>
                    <a:lnTo>
                      <a:pt x="14440" y="402934"/>
                    </a:lnTo>
                    <a:cubicBezTo>
                      <a:pt x="13469" y="410374"/>
                      <a:pt x="15439" y="417730"/>
                      <a:pt x="20020" y="423643"/>
                    </a:cubicBezTo>
                    <a:cubicBezTo>
                      <a:pt x="24600" y="429584"/>
                      <a:pt x="31207" y="433359"/>
                      <a:pt x="38619" y="434331"/>
                    </a:cubicBezTo>
                    <a:cubicBezTo>
                      <a:pt x="53942" y="436274"/>
                      <a:pt x="68044" y="425420"/>
                      <a:pt x="70043" y="410096"/>
                    </a:cubicBezTo>
                    <a:lnTo>
                      <a:pt x="81508" y="321154"/>
                    </a:lnTo>
                    <a:cubicBezTo>
                      <a:pt x="81758" y="319266"/>
                      <a:pt x="82729" y="317573"/>
                      <a:pt x="84256" y="316435"/>
                    </a:cubicBezTo>
                    <a:lnTo>
                      <a:pt x="167480" y="253143"/>
                    </a:lnTo>
                    <a:cubicBezTo>
                      <a:pt x="168729" y="252171"/>
                      <a:pt x="170256" y="251699"/>
                      <a:pt x="171755" y="251699"/>
                    </a:cubicBezTo>
                    <a:close/>
                  </a:path>
                </a:pathLst>
              </a:custGeom>
              <a:grpFill/>
              <a:ln w="27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857" name="Gráfico 2">
              <a:extLst>
                <a:ext uri="{FF2B5EF4-FFF2-40B4-BE49-F238E27FC236}">
                  <a16:creationId xmlns:a16="http://schemas.microsoft.com/office/drawing/2014/main" id="{45D75781-6C19-740B-C858-9BA4D934CC08}"/>
                </a:ext>
              </a:extLst>
            </p:cNvPr>
            <p:cNvGrpSpPr/>
            <p:nvPr/>
          </p:nvGrpSpPr>
          <p:grpSpPr>
            <a:xfrm>
              <a:off x="2856304" y="4593125"/>
              <a:ext cx="106819" cy="138073"/>
              <a:chOff x="2856304" y="4593125"/>
              <a:chExt cx="106819" cy="138073"/>
            </a:xfrm>
            <a:grpFill/>
          </p:grpSpPr>
          <p:sp>
            <p:nvSpPr>
              <p:cNvPr id="858" name="Forma Livre: Forma 857">
                <a:extLst>
                  <a:ext uri="{FF2B5EF4-FFF2-40B4-BE49-F238E27FC236}">
                    <a16:creationId xmlns:a16="http://schemas.microsoft.com/office/drawing/2014/main" id="{E1FC3509-E789-3701-67B2-38344E5D2317}"/>
                  </a:ext>
                </a:extLst>
              </p:cNvPr>
              <p:cNvSpPr/>
              <p:nvPr/>
            </p:nvSpPr>
            <p:spPr>
              <a:xfrm>
                <a:off x="2929903" y="4593125"/>
                <a:ext cx="33220" cy="46771"/>
              </a:xfrm>
              <a:custGeom>
                <a:avLst/>
                <a:gdLst>
                  <a:gd name="connsiteX0" fmla="*/ 26146 w 33220"/>
                  <a:gd name="connsiteY0" fmla="*/ 46771 h 46771"/>
                  <a:gd name="connsiteX1" fmla="*/ 20038 w 33220"/>
                  <a:gd name="connsiteY1" fmla="*/ 43273 h 46771"/>
                  <a:gd name="connsiteX2" fmla="*/ 967 w 33220"/>
                  <a:gd name="connsiteY2" fmla="*/ 10656 h 46771"/>
                  <a:gd name="connsiteX3" fmla="*/ 3494 w 33220"/>
                  <a:gd name="connsiteY3" fmla="*/ 967 h 46771"/>
                  <a:gd name="connsiteX4" fmla="*/ 13182 w 33220"/>
                  <a:gd name="connsiteY4" fmla="*/ 3494 h 46771"/>
                  <a:gd name="connsiteX5" fmla="*/ 32253 w 33220"/>
                  <a:gd name="connsiteY5" fmla="*/ 36111 h 46771"/>
                  <a:gd name="connsiteX6" fmla="*/ 29727 w 33220"/>
                  <a:gd name="connsiteY6" fmla="*/ 45799 h 46771"/>
                  <a:gd name="connsiteX7" fmla="*/ 26173 w 33220"/>
                  <a:gd name="connsiteY7" fmla="*/ 46771 h 467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3220" h="46771">
                    <a:moveTo>
                      <a:pt x="26146" y="46771"/>
                    </a:moveTo>
                    <a:cubicBezTo>
                      <a:pt x="23703" y="46771"/>
                      <a:pt x="21343" y="45522"/>
                      <a:pt x="20038" y="43273"/>
                    </a:cubicBezTo>
                    <a:lnTo>
                      <a:pt x="967" y="10656"/>
                    </a:lnTo>
                    <a:cubicBezTo>
                      <a:pt x="-1004" y="7269"/>
                      <a:pt x="135" y="2938"/>
                      <a:pt x="3494" y="967"/>
                    </a:cubicBezTo>
                    <a:cubicBezTo>
                      <a:pt x="6880" y="-1003"/>
                      <a:pt x="11211" y="135"/>
                      <a:pt x="13182" y="3494"/>
                    </a:cubicBezTo>
                    <a:lnTo>
                      <a:pt x="32253" y="36111"/>
                    </a:lnTo>
                    <a:cubicBezTo>
                      <a:pt x="34224" y="39498"/>
                      <a:pt x="33086" y="43829"/>
                      <a:pt x="29727" y="45799"/>
                    </a:cubicBezTo>
                    <a:cubicBezTo>
                      <a:pt x="28589" y="46466"/>
                      <a:pt x="27367" y="46771"/>
                      <a:pt x="26173" y="46771"/>
                    </a:cubicBezTo>
                    <a:close/>
                  </a:path>
                </a:pathLst>
              </a:custGeom>
              <a:grpFill/>
              <a:ln w="27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59" name="Forma Livre: Forma 858">
                <a:extLst>
                  <a:ext uri="{FF2B5EF4-FFF2-40B4-BE49-F238E27FC236}">
                    <a16:creationId xmlns:a16="http://schemas.microsoft.com/office/drawing/2014/main" id="{3D4A7B52-D627-E89C-8BF0-500038A3E21A}"/>
                  </a:ext>
                </a:extLst>
              </p:cNvPr>
              <p:cNvSpPr/>
              <p:nvPr/>
            </p:nvSpPr>
            <p:spPr>
              <a:xfrm>
                <a:off x="2876506" y="4646025"/>
                <a:ext cx="47619" cy="32456"/>
              </a:xfrm>
              <a:custGeom>
                <a:avLst/>
                <a:gdLst>
                  <a:gd name="connsiteX0" fmla="*/ 40540 w 47619"/>
                  <a:gd name="connsiteY0" fmla="*/ 32457 h 32456"/>
                  <a:gd name="connsiteX1" fmla="*/ 37153 w 47619"/>
                  <a:gd name="connsiteY1" fmla="*/ 31596 h 32456"/>
                  <a:gd name="connsiteX2" fmla="*/ 3703 w 47619"/>
                  <a:gd name="connsiteY2" fmla="*/ 13330 h 32456"/>
                  <a:gd name="connsiteX3" fmla="*/ 1066 w 47619"/>
                  <a:gd name="connsiteY3" fmla="*/ 10832 h 32456"/>
                  <a:gd name="connsiteX4" fmla="*/ 3342 w 47619"/>
                  <a:gd name="connsiteY4" fmla="*/ 1060 h 32456"/>
                  <a:gd name="connsiteX5" fmla="*/ 10976 w 47619"/>
                  <a:gd name="connsiteY5" fmla="*/ 1171 h 32456"/>
                  <a:gd name="connsiteX6" fmla="*/ 43927 w 47619"/>
                  <a:gd name="connsiteY6" fmla="*/ 19160 h 32456"/>
                  <a:gd name="connsiteX7" fmla="*/ 46758 w 47619"/>
                  <a:gd name="connsiteY7" fmla="*/ 28765 h 32456"/>
                  <a:gd name="connsiteX8" fmla="*/ 40540 w 47619"/>
                  <a:gd name="connsiteY8" fmla="*/ 32457 h 324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7619" h="32456">
                    <a:moveTo>
                      <a:pt x="40540" y="32457"/>
                    </a:moveTo>
                    <a:cubicBezTo>
                      <a:pt x="39402" y="32457"/>
                      <a:pt x="38236" y="32179"/>
                      <a:pt x="37153" y="31596"/>
                    </a:cubicBezTo>
                    <a:lnTo>
                      <a:pt x="3703" y="13330"/>
                    </a:lnTo>
                    <a:cubicBezTo>
                      <a:pt x="2620" y="12747"/>
                      <a:pt x="1732" y="11887"/>
                      <a:pt x="1066" y="10832"/>
                    </a:cubicBezTo>
                    <a:cubicBezTo>
                      <a:pt x="-989" y="7501"/>
                      <a:pt x="11" y="3115"/>
                      <a:pt x="3342" y="1060"/>
                    </a:cubicBezTo>
                    <a:cubicBezTo>
                      <a:pt x="5757" y="-439"/>
                      <a:pt x="8755" y="-300"/>
                      <a:pt x="10976" y="1171"/>
                    </a:cubicBezTo>
                    <a:lnTo>
                      <a:pt x="43927" y="19160"/>
                    </a:lnTo>
                    <a:cubicBezTo>
                      <a:pt x="47369" y="21020"/>
                      <a:pt x="48618" y="25322"/>
                      <a:pt x="46758" y="28765"/>
                    </a:cubicBezTo>
                    <a:cubicBezTo>
                      <a:pt x="45481" y="31124"/>
                      <a:pt x="43038" y="32457"/>
                      <a:pt x="40540" y="32457"/>
                    </a:cubicBezTo>
                    <a:close/>
                  </a:path>
                </a:pathLst>
              </a:custGeom>
              <a:grpFill/>
              <a:ln w="27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60" name="Forma Livre: Forma 859">
                <a:extLst>
                  <a:ext uri="{FF2B5EF4-FFF2-40B4-BE49-F238E27FC236}">
                    <a16:creationId xmlns:a16="http://schemas.microsoft.com/office/drawing/2014/main" id="{529D8568-C38C-654A-7644-FDE0F60931D1}"/>
                  </a:ext>
                </a:extLst>
              </p:cNvPr>
              <p:cNvSpPr/>
              <p:nvPr/>
            </p:nvSpPr>
            <p:spPr>
              <a:xfrm>
                <a:off x="2856304" y="4716120"/>
                <a:ext cx="53137" cy="15077"/>
              </a:xfrm>
              <a:custGeom>
                <a:avLst/>
                <a:gdLst>
                  <a:gd name="connsiteX0" fmla="*/ 7082 w 53137"/>
                  <a:gd name="connsiteY0" fmla="*/ 15078 h 15077"/>
                  <a:gd name="connsiteX1" fmla="*/ 920 w 53137"/>
                  <a:gd name="connsiteY1" fmla="*/ 11497 h 15077"/>
                  <a:gd name="connsiteX2" fmla="*/ 3585 w 53137"/>
                  <a:gd name="connsiteY2" fmla="*/ 1864 h 15077"/>
                  <a:gd name="connsiteX3" fmla="*/ 3640 w 53137"/>
                  <a:gd name="connsiteY3" fmla="*/ 1864 h 15077"/>
                  <a:gd name="connsiteX4" fmla="*/ 6971 w 53137"/>
                  <a:gd name="connsiteY4" fmla="*/ 920 h 15077"/>
                  <a:gd name="connsiteX5" fmla="*/ 45890 w 53137"/>
                  <a:gd name="connsiteY5" fmla="*/ 4 h 15077"/>
                  <a:gd name="connsiteX6" fmla="*/ 53136 w 53137"/>
                  <a:gd name="connsiteY6" fmla="*/ 6917 h 15077"/>
                  <a:gd name="connsiteX7" fmla="*/ 46224 w 53137"/>
                  <a:gd name="connsiteY7" fmla="*/ 14162 h 15077"/>
                  <a:gd name="connsiteX8" fmla="*/ 7554 w 53137"/>
                  <a:gd name="connsiteY8" fmla="*/ 15078 h 15077"/>
                  <a:gd name="connsiteX9" fmla="*/ 7138 w 53137"/>
                  <a:gd name="connsiteY9" fmla="*/ 15078 h 150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3137" h="15077">
                    <a:moveTo>
                      <a:pt x="7082" y="15078"/>
                    </a:moveTo>
                    <a:cubicBezTo>
                      <a:pt x="4612" y="15078"/>
                      <a:pt x="2197" y="13801"/>
                      <a:pt x="920" y="11497"/>
                    </a:cubicBezTo>
                    <a:cubicBezTo>
                      <a:pt x="-996" y="8082"/>
                      <a:pt x="170" y="3780"/>
                      <a:pt x="3585" y="1864"/>
                    </a:cubicBezTo>
                    <a:lnTo>
                      <a:pt x="3640" y="1864"/>
                    </a:lnTo>
                    <a:cubicBezTo>
                      <a:pt x="4667" y="1254"/>
                      <a:pt x="5805" y="948"/>
                      <a:pt x="6971" y="920"/>
                    </a:cubicBezTo>
                    <a:lnTo>
                      <a:pt x="45890" y="4"/>
                    </a:lnTo>
                    <a:cubicBezTo>
                      <a:pt x="49832" y="-134"/>
                      <a:pt x="53053" y="3002"/>
                      <a:pt x="53136" y="6917"/>
                    </a:cubicBezTo>
                    <a:cubicBezTo>
                      <a:pt x="53219" y="10831"/>
                      <a:pt x="50138" y="14079"/>
                      <a:pt x="46224" y="14162"/>
                    </a:cubicBezTo>
                    <a:lnTo>
                      <a:pt x="7554" y="15078"/>
                    </a:lnTo>
                    <a:cubicBezTo>
                      <a:pt x="7415" y="15078"/>
                      <a:pt x="7277" y="15078"/>
                      <a:pt x="7138" y="15078"/>
                    </a:cubicBezTo>
                    <a:close/>
                  </a:path>
                </a:pathLst>
              </a:custGeom>
              <a:grpFill/>
              <a:ln w="27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grpSp>
        <p:nvGrpSpPr>
          <p:cNvPr id="865" name="Gráfico 2">
            <a:extLst>
              <a:ext uri="{FF2B5EF4-FFF2-40B4-BE49-F238E27FC236}">
                <a16:creationId xmlns:a16="http://schemas.microsoft.com/office/drawing/2014/main" id="{A4FA9662-35F6-510F-124D-F9AB0202F041}"/>
              </a:ext>
            </a:extLst>
          </p:cNvPr>
          <p:cNvGrpSpPr/>
          <p:nvPr/>
        </p:nvGrpSpPr>
        <p:grpSpPr>
          <a:xfrm>
            <a:off x="10524352" y="5274948"/>
            <a:ext cx="493112" cy="593792"/>
            <a:chOff x="10491964" y="5235947"/>
            <a:chExt cx="557887" cy="671793"/>
          </a:xfrm>
          <a:solidFill>
            <a:srgbClr val="262626"/>
          </a:solidFill>
        </p:grpSpPr>
        <p:grpSp>
          <p:nvGrpSpPr>
            <p:cNvPr id="866" name="Gráfico 2">
              <a:extLst>
                <a:ext uri="{FF2B5EF4-FFF2-40B4-BE49-F238E27FC236}">
                  <a16:creationId xmlns:a16="http://schemas.microsoft.com/office/drawing/2014/main" id="{96D754E9-6423-24E5-7C61-15F88822C82E}"/>
                </a:ext>
              </a:extLst>
            </p:cNvPr>
            <p:cNvGrpSpPr/>
            <p:nvPr/>
          </p:nvGrpSpPr>
          <p:grpSpPr>
            <a:xfrm>
              <a:off x="10491964" y="5235947"/>
              <a:ext cx="557887" cy="671793"/>
              <a:chOff x="10491964" y="5235947"/>
              <a:chExt cx="557887" cy="671793"/>
            </a:xfrm>
            <a:solidFill>
              <a:srgbClr val="262626"/>
            </a:solidFill>
          </p:grpSpPr>
          <p:sp>
            <p:nvSpPr>
              <p:cNvPr id="868" name="Forma Livre: Forma 867">
                <a:extLst>
                  <a:ext uri="{FF2B5EF4-FFF2-40B4-BE49-F238E27FC236}">
                    <a16:creationId xmlns:a16="http://schemas.microsoft.com/office/drawing/2014/main" id="{EC6AE56F-0208-2286-2442-403E960E3B99}"/>
                  </a:ext>
                </a:extLst>
              </p:cNvPr>
              <p:cNvSpPr/>
              <p:nvPr/>
            </p:nvSpPr>
            <p:spPr>
              <a:xfrm>
                <a:off x="10491964" y="5235947"/>
                <a:ext cx="557887" cy="671793"/>
              </a:xfrm>
              <a:custGeom>
                <a:avLst/>
                <a:gdLst>
                  <a:gd name="connsiteX0" fmla="*/ 278902 w 557887"/>
                  <a:gd name="connsiteY0" fmla="*/ 671793 h 671793"/>
                  <a:gd name="connsiteX1" fmla="*/ 277404 w 557887"/>
                  <a:gd name="connsiteY1" fmla="*/ 671627 h 671793"/>
                  <a:gd name="connsiteX2" fmla="*/ 80476 w 557887"/>
                  <a:gd name="connsiteY2" fmla="*/ 592872 h 671793"/>
                  <a:gd name="connsiteX3" fmla="*/ 0 w 557887"/>
                  <a:gd name="connsiteY3" fmla="*/ 394945 h 671793"/>
                  <a:gd name="connsiteX4" fmla="*/ 0 w 557887"/>
                  <a:gd name="connsiteY4" fmla="*/ 76096 h 671793"/>
                  <a:gd name="connsiteX5" fmla="*/ 7079 w 557887"/>
                  <a:gd name="connsiteY5" fmla="*/ 69018 h 671793"/>
                  <a:gd name="connsiteX6" fmla="*/ 274933 w 557887"/>
                  <a:gd name="connsiteY6" fmla="*/ 1228 h 671793"/>
                  <a:gd name="connsiteX7" fmla="*/ 282900 w 557887"/>
                  <a:gd name="connsiteY7" fmla="*/ 1228 h 671793"/>
                  <a:gd name="connsiteX8" fmla="*/ 550810 w 557887"/>
                  <a:gd name="connsiteY8" fmla="*/ 69018 h 671793"/>
                  <a:gd name="connsiteX9" fmla="*/ 557888 w 557887"/>
                  <a:gd name="connsiteY9" fmla="*/ 76096 h 671793"/>
                  <a:gd name="connsiteX10" fmla="*/ 557888 w 557887"/>
                  <a:gd name="connsiteY10" fmla="*/ 394945 h 671793"/>
                  <a:gd name="connsiteX11" fmla="*/ 477412 w 557887"/>
                  <a:gd name="connsiteY11" fmla="*/ 592872 h 671793"/>
                  <a:gd name="connsiteX12" fmla="*/ 280429 w 557887"/>
                  <a:gd name="connsiteY12" fmla="*/ 671627 h 671793"/>
                  <a:gd name="connsiteX13" fmla="*/ 278930 w 557887"/>
                  <a:gd name="connsiteY13" fmla="*/ 671793 h 671793"/>
                  <a:gd name="connsiteX14" fmla="*/ 14158 w 557887"/>
                  <a:gd name="connsiteY14" fmla="*/ 83147 h 671793"/>
                  <a:gd name="connsiteX15" fmla="*/ 14158 w 557887"/>
                  <a:gd name="connsiteY15" fmla="*/ 394945 h 671793"/>
                  <a:gd name="connsiteX16" fmla="*/ 278902 w 557887"/>
                  <a:gd name="connsiteY16" fmla="*/ 657469 h 671793"/>
                  <a:gd name="connsiteX17" fmla="*/ 543731 w 557887"/>
                  <a:gd name="connsiteY17" fmla="*/ 394945 h 671793"/>
                  <a:gd name="connsiteX18" fmla="*/ 543731 w 557887"/>
                  <a:gd name="connsiteY18" fmla="*/ 83147 h 671793"/>
                  <a:gd name="connsiteX19" fmla="*/ 278902 w 557887"/>
                  <a:gd name="connsiteY19" fmla="*/ 15608 h 671793"/>
                  <a:gd name="connsiteX20" fmla="*/ 14158 w 557887"/>
                  <a:gd name="connsiteY20" fmla="*/ 83147 h 6717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557887" h="671793">
                    <a:moveTo>
                      <a:pt x="278902" y="671793"/>
                    </a:moveTo>
                    <a:cubicBezTo>
                      <a:pt x="278403" y="671793"/>
                      <a:pt x="277903" y="671738"/>
                      <a:pt x="277404" y="671627"/>
                    </a:cubicBezTo>
                    <a:cubicBezTo>
                      <a:pt x="206144" y="656165"/>
                      <a:pt x="132970" y="635928"/>
                      <a:pt x="80476" y="592872"/>
                    </a:cubicBezTo>
                    <a:cubicBezTo>
                      <a:pt x="26316" y="548484"/>
                      <a:pt x="0" y="483749"/>
                      <a:pt x="0" y="394945"/>
                    </a:cubicBezTo>
                    <a:lnTo>
                      <a:pt x="0" y="76096"/>
                    </a:lnTo>
                    <a:cubicBezTo>
                      <a:pt x="0" y="72182"/>
                      <a:pt x="3165" y="69018"/>
                      <a:pt x="7079" y="69018"/>
                    </a:cubicBezTo>
                    <a:cubicBezTo>
                      <a:pt x="112288" y="69018"/>
                      <a:pt x="212418" y="43673"/>
                      <a:pt x="274933" y="1228"/>
                    </a:cubicBezTo>
                    <a:cubicBezTo>
                      <a:pt x="277348" y="-409"/>
                      <a:pt x="280485" y="-409"/>
                      <a:pt x="282900" y="1228"/>
                    </a:cubicBezTo>
                    <a:cubicBezTo>
                      <a:pt x="345415" y="43673"/>
                      <a:pt x="445572" y="69018"/>
                      <a:pt x="550810" y="69018"/>
                    </a:cubicBezTo>
                    <a:cubicBezTo>
                      <a:pt x="554724" y="69018"/>
                      <a:pt x="557888" y="72182"/>
                      <a:pt x="557888" y="76096"/>
                    </a:cubicBezTo>
                    <a:lnTo>
                      <a:pt x="557888" y="394945"/>
                    </a:lnTo>
                    <a:cubicBezTo>
                      <a:pt x="557888" y="483721"/>
                      <a:pt x="531572" y="548457"/>
                      <a:pt x="477412" y="592872"/>
                    </a:cubicBezTo>
                    <a:cubicBezTo>
                      <a:pt x="424891" y="635928"/>
                      <a:pt x="351688" y="656165"/>
                      <a:pt x="280429" y="671627"/>
                    </a:cubicBezTo>
                    <a:cubicBezTo>
                      <a:pt x="279930" y="671738"/>
                      <a:pt x="279430" y="671793"/>
                      <a:pt x="278930" y="671793"/>
                    </a:cubicBezTo>
                    <a:close/>
                    <a:moveTo>
                      <a:pt x="14158" y="83147"/>
                    </a:moveTo>
                    <a:lnTo>
                      <a:pt x="14158" y="394945"/>
                    </a:lnTo>
                    <a:cubicBezTo>
                      <a:pt x="14158" y="583628"/>
                      <a:pt x="139216" y="627017"/>
                      <a:pt x="278902" y="657469"/>
                    </a:cubicBezTo>
                    <a:cubicBezTo>
                      <a:pt x="418645" y="627045"/>
                      <a:pt x="543731" y="583656"/>
                      <a:pt x="543731" y="394945"/>
                    </a:cubicBezTo>
                    <a:lnTo>
                      <a:pt x="543731" y="83147"/>
                    </a:lnTo>
                    <a:cubicBezTo>
                      <a:pt x="439077" y="82092"/>
                      <a:pt x="343250" y="57664"/>
                      <a:pt x="278902" y="15608"/>
                    </a:cubicBezTo>
                    <a:cubicBezTo>
                      <a:pt x="214583" y="57664"/>
                      <a:pt x="118756" y="82092"/>
                      <a:pt x="14158" y="83147"/>
                    </a:cubicBezTo>
                    <a:close/>
                  </a:path>
                </a:pathLst>
              </a:custGeom>
              <a:solidFill>
                <a:srgbClr val="262626"/>
              </a:solidFill>
              <a:ln w="27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69" name="Forma Livre: Forma 868">
                <a:extLst>
                  <a:ext uri="{FF2B5EF4-FFF2-40B4-BE49-F238E27FC236}">
                    <a16:creationId xmlns:a16="http://schemas.microsoft.com/office/drawing/2014/main" id="{9BD4C59A-1697-1FD6-360D-4C582A63C355}"/>
                  </a:ext>
                </a:extLst>
              </p:cNvPr>
              <p:cNvSpPr/>
              <p:nvPr/>
            </p:nvSpPr>
            <p:spPr>
              <a:xfrm>
                <a:off x="10860083" y="5332333"/>
                <a:ext cx="79011" cy="28151"/>
              </a:xfrm>
              <a:custGeom>
                <a:avLst/>
                <a:gdLst>
                  <a:gd name="connsiteX0" fmla="*/ 71929 w 79011"/>
                  <a:gd name="connsiteY0" fmla="*/ 28151 h 28151"/>
                  <a:gd name="connsiteX1" fmla="*/ 70791 w 79011"/>
                  <a:gd name="connsiteY1" fmla="*/ 28068 h 28151"/>
                  <a:gd name="connsiteX2" fmla="*/ 5194 w 79011"/>
                  <a:gd name="connsiteY2" fmla="*/ 13911 h 28151"/>
                  <a:gd name="connsiteX3" fmla="*/ 253 w 79011"/>
                  <a:gd name="connsiteY3" fmla="*/ 5194 h 28151"/>
                  <a:gd name="connsiteX4" fmla="*/ 8970 w 79011"/>
                  <a:gd name="connsiteY4" fmla="*/ 253 h 28151"/>
                  <a:gd name="connsiteX5" fmla="*/ 73039 w 79011"/>
                  <a:gd name="connsiteY5" fmla="*/ 14077 h 28151"/>
                  <a:gd name="connsiteX6" fmla="*/ 78924 w 79011"/>
                  <a:gd name="connsiteY6" fmla="*/ 22183 h 28151"/>
                  <a:gd name="connsiteX7" fmla="*/ 71929 w 79011"/>
                  <a:gd name="connsiteY7" fmla="*/ 28151 h 28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9011" h="28151">
                    <a:moveTo>
                      <a:pt x="71929" y="28151"/>
                    </a:moveTo>
                    <a:cubicBezTo>
                      <a:pt x="71568" y="28151"/>
                      <a:pt x="71179" y="28151"/>
                      <a:pt x="70791" y="28068"/>
                    </a:cubicBezTo>
                    <a:cubicBezTo>
                      <a:pt x="48222" y="24459"/>
                      <a:pt x="26153" y="19685"/>
                      <a:pt x="5194" y="13911"/>
                    </a:cubicBezTo>
                    <a:cubicBezTo>
                      <a:pt x="1419" y="12856"/>
                      <a:pt x="-774" y="8969"/>
                      <a:pt x="253" y="5194"/>
                    </a:cubicBezTo>
                    <a:cubicBezTo>
                      <a:pt x="1308" y="1419"/>
                      <a:pt x="5194" y="-774"/>
                      <a:pt x="8970" y="253"/>
                    </a:cubicBezTo>
                    <a:cubicBezTo>
                      <a:pt x="29428" y="5888"/>
                      <a:pt x="50998" y="10552"/>
                      <a:pt x="73039" y="14077"/>
                    </a:cubicBezTo>
                    <a:cubicBezTo>
                      <a:pt x="76898" y="14688"/>
                      <a:pt x="79535" y="18324"/>
                      <a:pt x="78924" y="22183"/>
                    </a:cubicBezTo>
                    <a:cubicBezTo>
                      <a:pt x="78369" y="25653"/>
                      <a:pt x="75343" y="28151"/>
                      <a:pt x="71929" y="28151"/>
                    </a:cubicBezTo>
                    <a:close/>
                  </a:path>
                </a:pathLst>
              </a:custGeom>
              <a:solidFill>
                <a:srgbClr val="262626"/>
              </a:solidFill>
              <a:ln w="27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70" name="Forma Livre: Forma 869">
                <a:extLst>
                  <a:ext uri="{FF2B5EF4-FFF2-40B4-BE49-F238E27FC236}">
                    <a16:creationId xmlns:a16="http://schemas.microsoft.com/office/drawing/2014/main" id="{4D008BB6-8D19-2110-DCBB-E0665B7BE8FB}"/>
                  </a:ext>
                </a:extLst>
              </p:cNvPr>
              <p:cNvSpPr/>
              <p:nvPr/>
            </p:nvSpPr>
            <p:spPr>
              <a:xfrm>
                <a:off x="10541932" y="5548168"/>
                <a:ext cx="14157" cy="63403"/>
              </a:xfrm>
              <a:custGeom>
                <a:avLst/>
                <a:gdLst>
                  <a:gd name="connsiteX0" fmla="*/ 7079 w 14157"/>
                  <a:gd name="connsiteY0" fmla="*/ 63403 h 63403"/>
                  <a:gd name="connsiteX1" fmla="*/ 0 w 14157"/>
                  <a:gd name="connsiteY1" fmla="*/ 56325 h 63403"/>
                  <a:gd name="connsiteX2" fmla="*/ 0 w 14157"/>
                  <a:gd name="connsiteY2" fmla="*/ 7079 h 63403"/>
                  <a:gd name="connsiteX3" fmla="*/ 7079 w 14157"/>
                  <a:gd name="connsiteY3" fmla="*/ 0 h 63403"/>
                  <a:gd name="connsiteX4" fmla="*/ 14158 w 14157"/>
                  <a:gd name="connsiteY4" fmla="*/ 7079 h 63403"/>
                  <a:gd name="connsiteX5" fmla="*/ 14158 w 14157"/>
                  <a:gd name="connsiteY5" fmla="*/ 56325 h 63403"/>
                  <a:gd name="connsiteX6" fmla="*/ 7079 w 14157"/>
                  <a:gd name="connsiteY6" fmla="*/ 63403 h 63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4157" h="63403">
                    <a:moveTo>
                      <a:pt x="7079" y="63403"/>
                    </a:moveTo>
                    <a:cubicBezTo>
                      <a:pt x="3165" y="63403"/>
                      <a:pt x="0" y="60239"/>
                      <a:pt x="0" y="56325"/>
                    </a:cubicBezTo>
                    <a:lnTo>
                      <a:pt x="0" y="7079"/>
                    </a:lnTo>
                    <a:cubicBezTo>
                      <a:pt x="0" y="3165"/>
                      <a:pt x="3165" y="0"/>
                      <a:pt x="7079" y="0"/>
                    </a:cubicBezTo>
                    <a:cubicBezTo>
                      <a:pt x="10993" y="0"/>
                      <a:pt x="14158" y="3165"/>
                      <a:pt x="14158" y="7079"/>
                    </a:cubicBezTo>
                    <a:lnTo>
                      <a:pt x="14158" y="56325"/>
                    </a:lnTo>
                    <a:cubicBezTo>
                      <a:pt x="14158" y="60239"/>
                      <a:pt x="10993" y="63403"/>
                      <a:pt x="7079" y="63403"/>
                    </a:cubicBezTo>
                    <a:close/>
                  </a:path>
                </a:pathLst>
              </a:custGeom>
              <a:solidFill>
                <a:srgbClr val="262626"/>
              </a:solidFill>
              <a:ln w="27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71" name="Forma Livre: Forma 870">
                <a:extLst>
                  <a:ext uri="{FF2B5EF4-FFF2-40B4-BE49-F238E27FC236}">
                    <a16:creationId xmlns:a16="http://schemas.microsoft.com/office/drawing/2014/main" id="{03566A5C-9A6B-0E14-F0AC-6F75E5CF91E9}"/>
                  </a:ext>
                </a:extLst>
              </p:cNvPr>
              <p:cNvSpPr/>
              <p:nvPr/>
            </p:nvSpPr>
            <p:spPr>
              <a:xfrm>
                <a:off x="10543751" y="5660365"/>
                <a:ext cx="40221" cy="96057"/>
              </a:xfrm>
              <a:custGeom>
                <a:avLst/>
                <a:gdLst>
                  <a:gd name="connsiteX0" fmla="*/ 33158 w 40221"/>
                  <a:gd name="connsiteY0" fmla="*/ 96002 h 96057"/>
                  <a:gd name="connsiteX1" fmla="*/ 27161 w 40221"/>
                  <a:gd name="connsiteY1" fmla="*/ 92698 h 96057"/>
                  <a:gd name="connsiteX2" fmla="*/ 41 w 40221"/>
                  <a:gd name="connsiteY2" fmla="*/ 7809 h 96057"/>
                  <a:gd name="connsiteX3" fmla="*/ 6342 w 40221"/>
                  <a:gd name="connsiteY3" fmla="*/ 36 h 96057"/>
                  <a:gd name="connsiteX4" fmla="*/ 14114 w 40221"/>
                  <a:gd name="connsiteY4" fmla="*/ 6338 h 96057"/>
                  <a:gd name="connsiteX5" fmla="*/ 39126 w 40221"/>
                  <a:gd name="connsiteY5" fmla="*/ 85175 h 96057"/>
                  <a:gd name="connsiteX6" fmla="*/ 36933 w 40221"/>
                  <a:gd name="connsiteY6" fmla="*/ 94947 h 96057"/>
                  <a:gd name="connsiteX7" fmla="*/ 33158 w 40221"/>
                  <a:gd name="connsiteY7" fmla="*/ 96057 h 960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0221" h="96057">
                    <a:moveTo>
                      <a:pt x="33158" y="96002"/>
                    </a:moveTo>
                    <a:cubicBezTo>
                      <a:pt x="30798" y="96002"/>
                      <a:pt x="28522" y="94836"/>
                      <a:pt x="27161" y="92698"/>
                    </a:cubicBezTo>
                    <a:cubicBezTo>
                      <a:pt x="12505" y="69519"/>
                      <a:pt x="3621" y="41759"/>
                      <a:pt x="41" y="7809"/>
                    </a:cubicBezTo>
                    <a:cubicBezTo>
                      <a:pt x="-376" y="3922"/>
                      <a:pt x="2455" y="425"/>
                      <a:pt x="6342" y="36"/>
                    </a:cubicBezTo>
                    <a:cubicBezTo>
                      <a:pt x="10228" y="-353"/>
                      <a:pt x="13726" y="2451"/>
                      <a:pt x="14114" y="6338"/>
                    </a:cubicBezTo>
                    <a:cubicBezTo>
                      <a:pt x="17473" y="38095"/>
                      <a:pt x="25663" y="63883"/>
                      <a:pt x="39126" y="85175"/>
                    </a:cubicBezTo>
                    <a:cubicBezTo>
                      <a:pt x="41208" y="88479"/>
                      <a:pt x="40237" y="92865"/>
                      <a:pt x="36933" y="94947"/>
                    </a:cubicBezTo>
                    <a:cubicBezTo>
                      <a:pt x="35767" y="95696"/>
                      <a:pt x="34463" y="96057"/>
                      <a:pt x="33158" y="96057"/>
                    </a:cubicBezTo>
                    <a:close/>
                  </a:path>
                </a:pathLst>
              </a:custGeom>
              <a:solidFill>
                <a:srgbClr val="262626"/>
              </a:solidFill>
              <a:ln w="27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72" name="Forma Livre: Forma 871">
                <a:extLst>
                  <a:ext uri="{FF2B5EF4-FFF2-40B4-BE49-F238E27FC236}">
                    <a16:creationId xmlns:a16="http://schemas.microsoft.com/office/drawing/2014/main" id="{6A363F55-5205-E207-A77B-DF96637E8941}"/>
                  </a:ext>
                </a:extLst>
              </p:cNvPr>
              <p:cNvSpPr/>
              <p:nvPr/>
            </p:nvSpPr>
            <p:spPr>
              <a:xfrm>
                <a:off x="10665544" y="5813799"/>
                <a:ext cx="68570" cy="31925"/>
              </a:xfrm>
              <a:custGeom>
                <a:avLst/>
                <a:gdLst>
                  <a:gd name="connsiteX0" fmla="*/ 61491 w 68570"/>
                  <a:gd name="connsiteY0" fmla="*/ 31926 h 31925"/>
                  <a:gd name="connsiteX1" fmla="*/ 59630 w 68570"/>
                  <a:gd name="connsiteY1" fmla="*/ 31676 h 31925"/>
                  <a:gd name="connsiteX2" fmla="*/ 4472 w 68570"/>
                  <a:gd name="connsiteY2" fmla="*/ 13660 h 31925"/>
                  <a:gd name="connsiteX3" fmla="*/ 502 w 68570"/>
                  <a:gd name="connsiteY3" fmla="*/ 4471 h 31925"/>
                  <a:gd name="connsiteX4" fmla="*/ 9690 w 68570"/>
                  <a:gd name="connsiteY4" fmla="*/ 502 h 31925"/>
                  <a:gd name="connsiteX5" fmla="*/ 63350 w 68570"/>
                  <a:gd name="connsiteY5" fmla="*/ 18018 h 31925"/>
                  <a:gd name="connsiteX6" fmla="*/ 68319 w 68570"/>
                  <a:gd name="connsiteY6" fmla="*/ 26707 h 31925"/>
                  <a:gd name="connsiteX7" fmla="*/ 61491 w 68570"/>
                  <a:gd name="connsiteY7" fmla="*/ 31926 h 31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8570" h="31925">
                    <a:moveTo>
                      <a:pt x="61491" y="31926"/>
                    </a:moveTo>
                    <a:cubicBezTo>
                      <a:pt x="60879" y="31926"/>
                      <a:pt x="60241" y="31843"/>
                      <a:pt x="59630" y="31676"/>
                    </a:cubicBezTo>
                    <a:cubicBezTo>
                      <a:pt x="38589" y="25930"/>
                      <a:pt x="20572" y="20045"/>
                      <a:pt x="4472" y="13660"/>
                    </a:cubicBezTo>
                    <a:cubicBezTo>
                      <a:pt x="835" y="12217"/>
                      <a:pt x="-942" y="8108"/>
                      <a:pt x="502" y="4471"/>
                    </a:cubicBezTo>
                    <a:cubicBezTo>
                      <a:pt x="1945" y="835"/>
                      <a:pt x="6054" y="-942"/>
                      <a:pt x="9690" y="502"/>
                    </a:cubicBezTo>
                    <a:cubicBezTo>
                      <a:pt x="25292" y="6665"/>
                      <a:pt x="42835" y="12411"/>
                      <a:pt x="63350" y="18018"/>
                    </a:cubicBezTo>
                    <a:cubicBezTo>
                      <a:pt x="67125" y="19045"/>
                      <a:pt x="69346" y="22932"/>
                      <a:pt x="68319" y="26707"/>
                    </a:cubicBezTo>
                    <a:cubicBezTo>
                      <a:pt x="67459" y="29844"/>
                      <a:pt x="64599" y="31926"/>
                      <a:pt x="61491" y="31926"/>
                    </a:cubicBezTo>
                    <a:close/>
                  </a:path>
                </a:pathLst>
              </a:custGeom>
              <a:solidFill>
                <a:srgbClr val="262626"/>
              </a:solidFill>
              <a:ln w="27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sp>
          <p:nvSpPr>
            <p:cNvPr id="867" name="Forma Livre: Forma 866">
              <a:extLst>
                <a:ext uri="{FF2B5EF4-FFF2-40B4-BE49-F238E27FC236}">
                  <a16:creationId xmlns:a16="http://schemas.microsoft.com/office/drawing/2014/main" id="{A1384574-75E8-B01A-CFB4-B939A5D7DE41}"/>
                </a:ext>
              </a:extLst>
            </p:cNvPr>
            <p:cNvSpPr/>
            <p:nvPr/>
          </p:nvSpPr>
          <p:spPr>
            <a:xfrm>
              <a:off x="10617688" y="5440099"/>
              <a:ext cx="342749" cy="263523"/>
            </a:xfrm>
            <a:custGeom>
              <a:avLst/>
              <a:gdLst>
                <a:gd name="connsiteX0" fmla="*/ 130998 w 342749"/>
                <a:gd name="connsiteY0" fmla="*/ 263523 h 263523"/>
                <a:gd name="connsiteX1" fmla="*/ 112677 w 342749"/>
                <a:gd name="connsiteY1" fmla="*/ 255917 h 263523"/>
                <a:gd name="connsiteX2" fmla="*/ 7578 w 342749"/>
                <a:gd name="connsiteY2" fmla="*/ 150819 h 263523"/>
                <a:gd name="connsiteX3" fmla="*/ 7578 w 342749"/>
                <a:gd name="connsiteY3" fmla="*/ 114176 h 263523"/>
                <a:gd name="connsiteX4" fmla="*/ 33423 w 342749"/>
                <a:gd name="connsiteY4" fmla="*/ 88332 h 263523"/>
                <a:gd name="connsiteX5" fmla="*/ 70065 w 342749"/>
                <a:gd name="connsiteY5" fmla="*/ 88332 h 263523"/>
                <a:gd name="connsiteX6" fmla="*/ 130998 w 342749"/>
                <a:gd name="connsiteY6" fmla="*/ 149264 h 263523"/>
                <a:gd name="connsiteX7" fmla="*/ 272684 w 342749"/>
                <a:gd name="connsiteY7" fmla="*/ 7578 h 263523"/>
                <a:gd name="connsiteX8" fmla="*/ 309327 w 342749"/>
                <a:gd name="connsiteY8" fmla="*/ 7578 h 263523"/>
                <a:gd name="connsiteX9" fmla="*/ 335171 w 342749"/>
                <a:gd name="connsiteY9" fmla="*/ 33423 h 263523"/>
                <a:gd name="connsiteX10" fmla="*/ 335171 w 342749"/>
                <a:gd name="connsiteY10" fmla="*/ 70066 h 263523"/>
                <a:gd name="connsiteX11" fmla="*/ 149320 w 342749"/>
                <a:gd name="connsiteY11" fmla="*/ 255917 h 263523"/>
                <a:gd name="connsiteX12" fmla="*/ 130998 w 342749"/>
                <a:gd name="connsiteY12" fmla="*/ 263523 h 263523"/>
                <a:gd name="connsiteX13" fmla="*/ 51717 w 342749"/>
                <a:gd name="connsiteY13" fmla="*/ 94883 h 263523"/>
                <a:gd name="connsiteX14" fmla="*/ 43416 w 342749"/>
                <a:gd name="connsiteY14" fmla="*/ 98325 h 263523"/>
                <a:gd name="connsiteX15" fmla="*/ 17572 w 342749"/>
                <a:gd name="connsiteY15" fmla="*/ 124169 h 263523"/>
                <a:gd name="connsiteX16" fmla="*/ 17572 w 342749"/>
                <a:gd name="connsiteY16" fmla="*/ 140797 h 263523"/>
                <a:gd name="connsiteX17" fmla="*/ 122670 w 342749"/>
                <a:gd name="connsiteY17" fmla="*/ 245896 h 263523"/>
                <a:gd name="connsiteX18" fmla="*/ 139298 w 342749"/>
                <a:gd name="connsiteY18" fmla="*/ 245896 h 263523"/>
                <a:gd name="connsiteX19" fmla="*/ 325150 w 342749"/>
                <a:gd name="connsiteY19" fmla="*/ 60044 h 263523"/>
                <a:gd name="connsiteX20" fmla="*/ 325150 w 342749"/>
                <a:gd name="connsiteY20" fmla="*/ 43416 h 263523"/>
                <a:gd name="connsiteX21" fmla="*/ 299306 w 342749"/>
                <a:gd name="connsiteY21" fmla="*/ 17572 h 263523"/>
                <a:gd name="connsiteX22" fmla="*/ 282678 w 342749"/>
                <a:gd name="connsiteY22" fmla="*/ 17572 h 263523"/>
                <a:gd name="connsiteX23" fmla="*/ 135995 w 342749"/>
                <a:gd name="connsiteY23" fmla="*/ 164254 h 263523"/>
                <a:gd name="connsiteX24" fmla="*/ 125974 w 342749"/>
                <a:gd name="connsiteY24" fmla="*/ 164254 h 263523"/>
                <a:gd name="connsiteX25" fmla="*/ 60017 w 342749"/>
                <a:gd name="connsiteY25" fmla="*/ 98297 h 263523"/>
                <a:gd name="connsiteX26" fmla="*/ 51689 w 342749"/>
                <a:gd name="connsiteY26" fmla="*/ 94855 h 263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2749" h="263523">
                  <a:moveTo>
                    <a:pt x="130998" y="263523"/>
                  </a:moveTo>
                  <a:cubicBezTo>
                    <a:pt x="124058" y="263523"/>
                    <a:pt x="117563" y="260831"/>
                    <a:pt x="112677" y="255917"/>
                  </a:cubicBezTo>
                  <a:lnTo>
                    <a:pt x="7578" y="150819"/>
                  </a:lnTo>
                  <a:cubicBezTo>
                    <a:pt x="-2526" y="140714"/>
                    <a:pt x="-2526" y="124253"/>
                    <a:pt x="7578" y="114176"/>
                  </a:cubicBezTo>
                  <a:lnTo>
                    <a:pt x="33423" y="88332"/>
                  </a:lnTo>
                  <a:cubicBezTo>
                    <a:pt x="43527" y="78227"/>
                    <a:pt x="59961" y="78227"/>
                    <a:pt x="70065" y="88332"/>
                  </a:cubicBezTo>
                  <a:lnTo>
                    <a:pt x="130998" y="149264"/>
                  </a:lnTo>
                  <a:lnTo>
                    <a:pt x="272684" y="7578"/>
                  </a:lnTo>
                  <a:cubicBezTo>
                    <a:pt x="282789" y="-2526"/>
                    <a:pt x="299250" y="-2526"/>
                    <a:pt x="309327" y="7578"/>
                  </a:cubicBezTo>
                  <a:lnTo>
                    <a:pt x="335171" y="33423"/>
                  </a:lnTo>
                  <a:cubicBezTo>
                    <a:pt x="345276" y="43527"/>
                    <a:pt x="345276" y="59961"/>
                    <a:pt x="335171" y="70066"/>
                  </a:cubicBezTo>
                  <a:lnTo>
                    <a:pt x="149320" y="255917"/>
                  </a:lnTo>
                  <a:cubicBezTo>
                    <a:pt x="144434" y="260803"/>
                    <a:pt x="137910" y="263523"/>
                    <a:pt x="130998" y="263523"/>
                  </a:cubicBezTo>
                  <a:close/>
                  <a:moveTo>
                    <a:pt x="51717" y="94883"/>
                  </a:moveTo>
                  <a:cubicBezTo>
                    <a:pt x="48718" y="94883"/>
                    <a:pt x="45692" y="96021"/>
                    <a:pt x="43416" y="98325"/>
                  </a:cubicBezTo>
                  <a:lnTo>
                    <a:pt x="17572" y="124169"/>
                  </a:lnTo>
                  <a:cubicBezTo>
                    <a:pt x="12991" y="128750"/>
                    <a:pt x="12991" y="136217"/>
                    <a:pt x="17572" y="140797"/>
                  </a:cubicBezTo>
                  <a:lnTo>
                    <a:pt x="122670" y="245896"/>
                  </a:lnTo>
                  <a:cubicBezTo>
                    <a:pt x="127112" y="250338"/>
                    <a:pt x="134857" y="250338"/>
                    <a:pt x="139298" y="245896"/>
                  </a:cubicBezTo>
                  <a:lnTo>
                    <a:pt x="325150" y="60044"/>
                  </a:lnTo>
                  <a:cubicBezTo>
                    <a:pt x="329730" y="55464"/>
                    <a:pt x="329730" y="47997"/>
                    <a:pt x="325150" y="43416"/>
                  </a:cubicBezTo>
                  <a:lnTo>
                    <a:pt x="299306" y="17572"/>
                  </a:lnTo>
                  <a:cubicBezTo>
                    <a:pt x="294864" y="13130"/>
                    <a:pt x="287119" y="13130"/>
                    <a:pt x="282678" y="17572"/>
                  </a:cubicBezTo>
                  <a:lnTo>
                    <a:pt x="135995" y="164254"/>
                  </a:lnTo>
                  <a:cubicBezTo>
                    <a:pt x="133219" y="167030"/>
                    <a:pt x="128750" y="167030"/>
                    <a:pt x="125974" y="164254"/>
                  </a:cubicBezTo>
                  <a:lnTo>
                    <a:pt x="60017" y="98297"/>
                  </a:lnTo>
                  <a:cubicBezTo>
                    <a:pt x="57712" y="96021"/>
                    <a:pt x="54714" y="94855"/>
                    <a:pt x="51689" y="94855"/>
                  </a:cubicBezTo>
                  <a:close/>
                </a:path>
              </a:pathLst>
            </a:custGeom>
            <a:solidFill>
              <a:srgbClr val="262626"/>
            </a:solidFill>
            <a:ln w="27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873" name="Gráfico 2">
            <a:extLst>
              <a:ext uri="{FF2B5EF4-FFF2-40B4-BE49-F238E27FC236}">
                <a16:creationId xmlns:a16="http://schemas.microsoft.com/office/drawing/2014/main" id="{8E801538-B021-5D0F-57FB-E2B55C82C194}"/>
              </a:ext>
            </a:extLst>
          </p:cNvPr>
          <p:cNvGrpSpPr/>
          <p:nvPr/>
        </p:nvGrpSpPr>
        <p:grpSpPr>
          <a:xfrm>
            <a:off x="3838992" y="3493833"/>
            <a:ext cx="561964" cy="509282"/>
            <a:chOff x="3802083" y="3460383"/>
            <a:chExt cx="635782" cy="576181"/>
          </a:xfrm>
          <a:solidFill>
            <a:srgbClr val="262626"/>
          </a:solidFill>
        </p:grpSpPr>
        <p:sp>
          <p:nvSpPr>
            <p:cNvPr id="874" name="Forma Livre: Forma 873">
              <a:extLst>
                <a:ext uri="{FF2B5EF4-FFF2-40B4-BE49-F238E27FC236}">
                  <a16:creationId xmlns:a16="http://schemas.microsoft.com/office/drawing/2014/main" id="{E33418E5-E0D6-93F7-8049-5BA33A658EE7}"/>
                </a:ext>
              </a:extLst>
            </p:cNvPr>
            <p:cNvSpPr/>
            <p:nvPr/>
          </p:nvSpPr>
          <p:spPr>
            <a:xfrm>
              <a:off x="3845721" y="3679297"/>
              <a:ext cx="548560" cy="357268"/>
            </a:xfrm>
            <a:custGeom>
              <a:avLst/>
              <a:gdLst>
                <a:gd name="connsiteX0" fmla="*/ 541427 w 548560"/>
                <a:gd name="connsiteY0" fmla="*/ 357241 h 357268"/>
                <a:gd name="connsiteX1" fmla="*/ 7079 w 548560"/>
                <a:gd name="connsiteY1" fmla="*/ 357241 h 357268"/>
                <a:gd name="connsiteX2" fmla="*/ 0 w 548560"/>
                <a:gd name="connsiteY2" fmla="*/ 350162 h 357268"/>
                <a:gd name="connsiteX3" fmla="*/ 0 w 548560"/>
                <a:gd name="connsiteY3" fmla="*/ 7079 h 357268"/>
                <a:gd name="connsiteX4" fmla="*/ 7079 w 548560"/>
                <a:gd name="connsiteY4" fmla="*/ 0 h 357268"/>
                <a:gd name="connsiteX5" fmla="*/ 14157 w 548560"/>
                <a:gd name="connsiteY5" fmla="*/ 7079 h 357268"/>
                <a:gd name="connsiteX6" fmla="*/ 14157 w 548560"/>
                <a:gd name="connsiteY6" fmla="*/ 343083 h 357268"/>
                <a:gd name="connsiteX7" fmla="*/ 534348 w 548560"/>
                <a:gd name="connsiteY7" fmla="*/ 343083 h 357268"/>
                <a:gd name="connsiteX8" fmla="*/ 534348 w 548560"/>
                <a:gd name="connsiteY8" fmla="*/ 14157 h 357268"/>
                <a:gd name="connsiteX9" fmla="*/ 363986 w 548560"/>
                <a:gd name="connsiteY9" fmla="*/ 14157 h 357268"/>
                <a:gd name="connsiteX10" fmla="*/ 392829 w 548560"/>
                <a:gd name="connsiteY10" fmla="*/ 73980 h 357268"/>
                <a:gd name="connsiteX11" fmla="*/ 392773 w 548560"/>
                <a:gd name="connsiteY11" fmla="*/ 80226 h 357268"/>
                <a:gd name="connsiteX12" fmla="*/ 300222 w 548560"/>
                <a:gd name="connsiteY12" fmla="*/ 265300 h 357268"/>
                <a:gd name="connsiteX13" fmla="*/ 291700 w 548560"/>
                <a:gd name="connsiteY13" fmla="*/ 268853 h 357268"/>
                <a:gd name="connsiteX14" fmla="*/ 286925 w 548560"/>
                <a:gd name="connsiteY14" fmla="*/ 260942 h 357268"/>
                <a:gd name="connsiteX15" fmla="*/ 310215 w 548560"/>
                <a:gd name="connsiteY15" fmla="*/ 124586 h 357268"/>
                <a:gd name="connsiteX16" fmla="*/ 247090 w 548560"/>
                <a:gd name="connsiteY16" fmla="*/ 10521 h 357268"/>
                <a:gd name="connsiteX17" fmla="*/ 249866 w 548560"/>
                <a:gd name="connsiteY17" fmla="*/ 888 h 357268"/>
                <a:gd name="connsiteX18" fmla="*/ 259498 w 548560"/>
                <a:gd name="connsiteY18" fmla="*/ 3664 h 357268"/>
                <a:gd name="connsiteX19" fmla="*/ 323818 w 548560"/>
                <a:gd name="connsiteY19" fmla="*/ 119894 h 357268"/>
                <a:gd name="connsiteX20" fmla="*/ 324595 w 548560"/>
                <a:gd name="connsiteY20" fmla="*/ 124530 h 357268"/>
                <a:gd name="connsiteX21" fmla="*/ 308939 w 548560"/>
                <a:gd name="connsiteY21" fmla="*/ 216304 h 357268"/>
                <a:gd name="connsiteX22" fmla="*/ 378588 w 548560"/>
                <a:gd name="connsiteY22" fmla="*/ 77006 h 357268"/>
                <a:gd name="connsiteX23" fmla="*/ 346386 w 548560"/>
                <a:gd name="connsiteY23" fmla="*/ 10160 h 357268"/>
                <a:gd name="connsiteX24" fmla="*/ 346775 w 548560"/>
                <a:gd name="connsiteY24" fmla="*/ 3331 h 357268"/>
                <a:gd name="connsiteX25" fmla="*/ 352771 w 548560"/>
                <a:gd name="connsiteY25" fmla="*/ 28 h 357268"/>
                <a:gd name="connsiteX26" fmla="*/ 541482 w 548560"/>
                <a:gd name="connsiteY26" fmla="*/ 28 h 357268"/>
                <a:gd name="connsiteX27" fmla="*/ 548561 w 548560"/>
                <a:gd name="connsiteY27" fmla="*/ 7106 h 357268"/>
                <a:gd name="connsiteX28" fmla="*/ 548561 w 548560"/>
                <a:gd name="connsiteY28" fmla="*/ 350190 h 357268"/>
                <a:gd name="connsiteX29" fmla="*/ 541482 w 548560"/>
                <a:gd name="connsiteY29" fmla="*/ 357268 h 357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48560" h="357268">
                  <a:moveTo>
                    <a:pt x="541427" y="357241"/>
                  </a:moveTo>
                  <a:lnTo>
                    <a:pt x="7079" y="357241"/>
                  </a:lnTo>
                  <a:cubicBezTo>
                    <a:pt x="3165" y="357241"/>
                    <a:pt x="0" y="354076"/>
                    <a:pt x="0" y="350162"/>
                  </a:cubicBezTo>
                  <a:lnTo>
                    <a:pt x="0" y="7079"/>
                  </a:lnTo>
                  <a:cubicBezTo>
                    <a:pt x="0" y="3165"/>
                    <a:pt x="3165" y="0"/>
                    <a:pt x="7079" y="0"/>
                  </a:cubicBezTo>
                  <a:cubicBezTo>
                    <a:pt x="10993" y="0"/>
                    <a:pt x="14157" y="3165"/>
                    <a:pt x="14157" y="7079"/>
                  </a:cubicBezTo>
                  <a:lnTo>
                    <a:pt x="14157" y="343083"/>
                  </a:lnTo>
                  <a:lnTo>
                    <a:pt x="534348" y="343083"/>
                  </a:lnTo>
                  <a:lnTo>
                    <a:pt x="534348" y="14157"/>
                  </a:lnTo>
                  <a:lnTo>
                    <a:pt x="363986" y="14157"/>
                  </a:lnTo>
                  <a:lnTo>
                    <a:pt x="392829" y="73980"/>
                  </a:lnTo>
                  <a:cubicBezTo>
                    <a:pt x="393772" y="75951"/>
                    <a:pt x="393772" y="78255"/>
                    <a:pt x="392773" y="80226"/>
                  </a:cubicBezTo>
                  <a:lnTo>
                    <a:pt x="300222" y="265300"/>
                  </a:lnTo>
                  <a:cubicBezTo>
                    <a:pt x="298667" y="268437"/>
                    <a:pt x="295031" y="269936"/>
                    <a:pt x="291700" y="268853"/>
                  </a:cubicBezTo>
                  <a:cubicBezTo>
                    <a:pt x="288368" y="267771"/>
                    <a:pt x="286342" y="264384"/>
                    <a:pt x="286925" y="260942"/>
                  </a:cubicBezTo>
                  <a:lnTo>
                    <a:pt x="310215" y="124586"/>
                  </a:lnTo>
                  <a:lnTo>
                    <a:pt x="247090" y="10521"/>
                  </a:lnTo>
                  <a:cubicBezTo>
                    <a:pt x="245202" y="7106"/>
                    <a:pt x="246424" y="2804"/>
                    <a:pt x="249866" y="888"/>
                  </a:cubicBezTo>
                  <a:cubicBezTo>
                    <a:pt x="253280" y="-999"/>
                    <a:pt x="257583" y="222"/>
                    <a:pt x="259498" y="3664"/>
                  </a:cubicBezTo>
                  <a:lnTo>
                    <a:pt x="323818" y="119894"/>
                  </a:lnTo>
                  <a:cubicBezTo>
                    <a:pt x="324595" y="121310"/>
                    <a:pt x="324873" y="122920"/>
                    <a:pt x="324595" y="124530"/>
                  </a:cubicBezTo>
                  <a:lnTo>
                    <a:pt x="308939" y="216304"/>
                  </a:lnTo>
                  <a:lnTo>
                    <a:pt x="378588" y="77006"/>
                  </a:lnTo>
                  <a:lnTo>
                    <a:pt x="346386" y="10160"/>
                  </a:lnTo>
                  <a:cubicBezTo>
                    <a:pt x="345332" y="7967"/>
                    <a:pt x="345470" y="5385"/>
                    <a:pt x="346775" y="3331"/>
                  </a:cubicBezTo>
                  <a:cubicBezTo>
                    <a:pt x="348080" y="1277"/>
                    <a:pt x="350328" y="28"/>
                    <a:pt x="352771" y="28"/>
                  </a:cubicBezTo>
                  <a:lnTo>
                    <a:pt x="541482" y="28"/>
                  </a:lnTo>
                  <a:cubicBezTo>
                    <a:pt x="545396" y="28"/>
                    <a:pt x="548561" y="3192"/>
                    <a:pt x="548561" y="7106"/>
                  </a:cubicBezTo>
                  <a:lnTo>
                    <a:pt x="548561" y="350190"/>
                  </a:lnTo>
                  <a:cubicBezTo>
                    <a:pt x="548561" y="354104"/>
                    <a:pt x="545396" y="357268"/>
                    <a:pt x="541482" y="357268"/>
                  </a:cubicBezTo>
                  <a:close/>
                </a:path>
              </a:pathLst>
            </a:custGeom>
            <a:solidFill>
              <a:srgbClr val="262626"/>
            </a:solidFill>
            <a:ln w="27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grpSp>
          <p:nvGrpSpPr>
            <p:cNvPr id="875" name="Gráfico 2">
              <a:extLst>
                <a:ext uri="{FF2B5EF4-FFF2-40B4-BE49-F238E27FC236}">
                  <a16:creationId xmlns:a16="http://schemas.microsoft.com/office/drawing/2014/main" id="{60E716F3-1522-0B21-A8C2-0B0B80229CC3}"/>
                </a:ext>
              </a:extLst>
            </p:cNvPr>
            <p:cNvGrpSpPr/>
            <p:nvPr/>
          </p:nvGrpSpPr>
          <p:grpSpPr>
            <a:xfrm>
              <a:off x="3802083" y="3460383"/>
              <a:ext cx="635782" cy="233098"/>
              <a:chOff x="3802083" y="3460383"/>
              <a:chExt cx="635782" cy="233098"/>
            </a:xfrm>
            <a:solidFill>
              <a:srgbClr val="262626"/>
            </a:solidFill>
          </p:grpSpPr>
          <p:sp>
            <p:nvSpPr>
              <p:cNvPr id="879" name="Forma Livre: Forma 878">
                <a:extLst>
                  <a:ext uri="{FF2B5EF4-FFF2-40B4-BE49-F238E27FC236}">
                    <a16:creationId xmlns:a16="http://schemas.microsoft.com/office/drawing/2014/main" id="{1ACF6A8F-D303-3659-DEB1-07EEAE93AF4F}"/>
                  </a:ext>
                </a:extLst>
              </p:cNvPr>
              <p:cNvSpPr/>
              <p:nvPr/>
            </p:nvSpPr>
            <p:spPr>
              <a:xfrm>
                <a:off x="3802083" y="3460383"/>
                <a:ext cx="358161" cy="233098"/>
              </a:xfrm>
              <a:custGeom>
                <a:avLst/>
                <a:gdLst>
                  <a:gd name="connsiteX0" fmla="*/ 296918 w 358161"/>
                  <a:gd name="connsiteY0" fmla="*/ 233099 h 233098"/>
                  <a:gd name="connsiteX1" fmla="*/ 190071 w 358161"/>
                  <a:gd name="connsiteY1" fmla="*/ 233099 h 233098"/>
                  <a:gd name="connsiteX2" fmla="*/ 182992 w 358161"/>
                  <a:gd name="connsiteY2" fmla="*/ 226020 h 233098"/>
                  <a:gd name="connsiteX3" fmla="*/ 190071 w 358161"/>
                  <a:gd name="connsiteY3" fmla="*/ 218941 h 233098"/>
                  <a:gd name="connsiteX4" fmla="*/ 292283 w 358161"/>
                  <a:gd name="connsiteY4" fmla="*/ 218941 h 233098"/>
                  <a:gd name="connsiteX5" fmla="*/ 343250 w 358161"/>
                  <a:gd name="connsiteY5" fmla="*/ 103183 h 233098"/>
                  <a:gd name="connsiteX6" fmla="*/ 299278 w 358161"/>
                  <a:gd name="connsiteY6" fmla="*/ 14157 h 233098"/>
                  <a:gd name="connsiteX7" fmla="*/ 175581 w 358161"/>
                  <a:gd name="connsiteY7" fmla="*/ 14157 h 233098"/>
                  <a:gd name="connsiteX8" fmla="*/ 137883 w 358161"/>
                  <a:gd name="connsiteY8" fmla="*/ 30397 h 233098"/>
                  <a:gd name="connsiteX9" fmla="*/ 19182 w 358161"/>
                  <a:gd name="connsiteY9" fmla="*/ 155816 h 233098"/>
                  <a:gd name="connsiteX10" fmla="*/ 14157 w 358161"/>
                  <a:gd name="connsiteY10" fmla="*/ 168446 h 233098"/>
                  <a:gd name="connsiteX11" fmla="*/ 14157 w 358161"/>
                  <a:gd name="connsiteY11" fmla="*/ 200564 h 233098"/>
                  <a:gd name="connsiteX12" fmla="*/ 32534 w 358161"/>
                  <a:gd name="connsiteY12" fmla="*/ 218941 h 233098"/>
                  <a:gd name="connsiteX13" fmla="*/ 116341 w 358161"/>
                  <a:gd name="connsiteY13" fmla="*/ 218941 h 233098"/>
                  <a:gd name="connsiteX14" fmla="*/ 123420 w 358161"/>
                  <a:gd name="connsiteY14" fmla="*/ 226020 h 233098"/>
                  <a:gd name="connsiteX15" fmla="*/ 116341 w 358161"/>
                  <a:gd name="connsiteY15" fmla="*/ 233099 h 233098"/>
                  <a:gd name="connsiteX16" fmla="*/ 32534 w 358161"/>
                  <a:gd name="connsiteY16" fmla="*/ 233099 h 233098"/>
                  <a:gd name="connsiteX17" fmla="*/ 0 w 358161"/>
                  <a:gd name="connsiteY17" fmla="*/ 200564 h 233098"/>
                  <a:gd name="connsiteX18" fmla="*/ 0 w 358161"/>
                  <a:gd name="connsiteY18" fmla="*/ 168446 h 233098"/>
                  <a:gd name="connsiteX19" fmla="*/ 8911 w 358161"/>
                  <a:gd name="connsiteY19" fmla="*/ 146072 h 233098"/>
                  <a:gd name="connsiteX20" fmla="*/ 127612 w 358161"/>
                  <a:gd name="connsiteY20" fmla="*/ 20653 h 233098"/>
                  <a:gd name="connsiteX21" fmla="*/ 175608 w 358161"/>
                  <a:gd name="connsiteY21" fmla="*/ 0 h 233098"/>
                  <a:gd name="connsiteX22" fmla="*/ 303692 w 358161"/>
                  <a:gd name="connsiteY22" fmla="*/ 0 h 233098"/>
                  <a:gd name="connsiteX23" fmla="*/ 310049 w 358161"/>
                  <a:gd name="connsiteY23" fmla="*/ 3942 h 233098"/>
                  <a:gd name="connsiteX24" fmla="*/ 357435 w 358161"/>
                  <a:gd name="connsiteY24" fmla="*/ 99852 h 233098"/>
                  <a:gd name="connsiteX25" fmla="*/ 357573 w 358161"/>
                  <a:gd name="connsiteY25" fmla="*/ 105848 h 233098"/>
                  <a:gd name="connsiteX26" fmla="*/ 303414 w 358161"/>
                  <a:gd name="connsiteY26" fmla="*/ 228852 h 233098"/>
                  <a:gd name="connsiteX27" fmla="*/ 296946 w 358161"/>
                  <a:gd name="connsiteY27" fmla="*/ 233071 h 2330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358161" h="233098">
                    <a:moveTo>
                      <a:pt x="296918" y="233099"/>
                    </a:moveTo>
                    <a:lnTo>
                      <a:pt x="190071" y="233099"/>
                    </a:lnTo>
                    <a:cubicBezTo>
                      <a:pt x="186157" y="233099"/>
                      <a:pt x="182992" y="229934"/>
                      <a:pt x="182992" y="226020"/>
                    </a:cubicBezTo>
                    <a:cubicBezTo>
                      <a:pt x="182992" y="222106"/>
                      <a:pt x="186157" y="218941"/>
                      <a:pt x="190071" y="218941"/>
                    </a:cubicBezTo>
                    <a:lnTo>
                      <a:pt x="292283" y="218941"/>
                    </a:lnTo>
                    <a:lnTo>
                      <a:pt x="343250" y="103183"/>
                    </a:lnTo>
                    <a:lnTo>
                      <a:pt x="299278" y="14157"/>
                    </a:lnTo>
                    <a:lnTo>
                      <a:pt x="175581" y="14157"/>
                    </a:lnTo>
                    <a:cubicBezTo>
                      <a:pt x="161368" y="14157"/>
                      <a:pt x="147626" y="20070"/>
                      <a:pt x="137883" y="30397"/>
                    </a:cubicBezTo>
                    <a:lnTo>
                      <a:pt x="19182" y="155816"/>
                    </a:lnTo>
                    <a:cubicBezTo>
                      <a:pt x="15934" y="159258"/>
                      <a:pt x="14157" y="163727"/>
                      <a:pt x="14157" y="168446"/>
                    </a:cubicBezTo>
                    <a:lnTo>
                      <a:pt x="14157" y="200564"/>
                    </a:lnTo>
                    <a:cubicBezTo>
                      <a:pt x="14157" y="210697"/>
                      <a:pt x="22402" y="218941"/>
                      <a:pt x="32534" y="218941"/>
                    </a:cubicBezTo>
                    <a:lnTo>
                      <a:pt x="116341" y="218941"/>
                    </a:lnTo>
                    <a:cubicBezTo>
                      <a:pt x="120255" y="218941"/>
                      <a:pt x="123420" y="222106"/>
                      <a:pt x="123420" y="226020"/>
                    </a:cubicBezTo>
                    <a:cubicBezTo>
                      <a:pt x="123420" y="229934"/>
                      <a:pt x="120255" y="233099"/>
                      <a:pt x="116341" y="233099"/>
                    </a:cubicBezTo>
                    <a:lnTo>
                      <a:pt x="32534" y="233099"/>
                    </a:lnTo>
                    <a:cubicBezTo>
                      <a:pt x="14602" y="233099"/>
                      <a:pt x="0" y="218497"/>
                      <a:pt x="0" y="200564"/>
                    </a:cubicBezTo>
                    <a:lnTo>
                      <a:pt x="0" y="168446"/>
                    </a:lnTo>
                    <a:cubicBezTo>
                      <a:pt x="0" y="160091"/>
                      <a:pt x="3165" y="152151"/>
                      <a:pt x="8911" y="146072"/>
                    </a:cubicBezTo>
                    <a:lnTo>
                      <a:pt x="127612" y="20653"/>
                    </a:lnTo>
                    <a:cubicBezTo>
                      <a:pt x="140020" y="7523"/>
                      <a:pt x="157537" y="0"/>
                      <a:pt x="175608" y="0"/>
                    </a:cubicBezTo>
                    <a:lnTo>
                      <a:pt x="303692" y="0"/>
                    </a:lnTo>
                    <a:cubicBezTo>
                      <a:pt x="306385" y="0"/>
                      <a:pt x="308855" y="1527"/>
                      <a:pt x="310049" y="3942"/>
                    </a:cubicBezTo>
                    <a:lnTo>
                      <a:pt x="357435" y="99852"/>
                    </a:lnTo>
                    <a:cubicBezTo>
                      <a:pt x="358351" y="101740"/>
                      <a:pt x="358406" y="103933"/>
                      <a:pt x="357573" y="105848"/>
                    </a:cubicBezTo>
                    <a:lnTo>
                      <a:pt x="303414" y="228852"/>
                    </a:lnTo>
                    <a:cubicBezTo>
                      <a:pt x="302276" y="231405"/>
                      <a:pt x="299750" y="233071"/>
                      <a:pt x="296946" y="233071"/>
                    </a:cubicBezTo>
                    <a:close/>
                  </a:path>
                </a:pathLst>
              </a:custGeom>
              <a:solidFill>
                <a:srgbClr val="262626"/>
              </a:solidFill>
              <a:ln w="27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80" name="Forma Livre: Forma 879">
                <a:extLst>
                  <a:ext uri="{FF2B5EF4-FFF2-40B4-BE49-F238E27FC236}">
                    <a16:creationId xmlns:a16="http://schemas.microsoft.com/office/drawing/2014/main" id="{B9893532-1E42-CB70-1D4F-D00402ED70F8}"/>
                  </a:ext>
                </a:extLst>
              </p:cNvPr>
              <p:cNvSpPr/>
              <p:nvPr/>
            </p:nvSpPr>
            <p:spPr>
              <a:xfrm>
                <a:off x="4179932" y="3460383"/>
                <a:ext cx="257932" cy="233098"/>
              </a:xfrm>
              <a:custGeom>
                <a:avLst/>
                <a:gdLst>
                  <a:gd name="connsiteX0" fmla="*/ 225398 w 257932"/>
                  <a:gd name="connsiteY0" fmla="*/ 233099 h 233098"/>
                  <a:gd name="connsiteX1" fmla="*/ 18505 w 257932"/>
                  <a:gd name="connsiteY1" fmla="*/ 233099 h 233098"/>
                  <a:gd name="connsiteX2" fmla="*/ 12120 w 257932"/>
                  <a:gd name="connsiteY2" fmla="*/ 229101 h 233098"/>
                  <a:gd name="connsiteX3" fmla="*/ 711 w 257932"/>
                  <a:gd name="connsiteY3" fmla="*/ 205395 h 233098"/>
                  <a:gd name="connsiteX4" fmla="*/ 1127 w 257932"/>
                  <a:gd name="connsiteY4" fmla="*/ 198482 h 233098"/>
                  <a:gd name="connsiteX5" fmla="*/ 62865 w 257932"/>
                  <a:gd name="connsiteY5" fmla="*/ 102600 h 233098"/>
                  <a:gd name="connsiteX6" fmla="*/ 47514 w 257932"/>
                  <a:gd name="connsiteY6" fmla="*/ 8217 h 233098"/>
                  <a:gd name="connsiteX7" fmla="*/ 49096 w 257932"/>
                  <a:gd name="connsiteY7" fmla="*/ 2498 h 233098"/>
                  <a:gd name="connsiteX8" fmla="*/ 54481 w 257932"/>
                  <a:gd name="connsiteY8" fmla="*/ 0 h 233098"/>
                  <a:gd name="connsiteX9" fmla="*/ 82324 w 257932"/>
                  <a:gd name="connsiteY9" fmla="*/ 0 h 233098"/>
                  <a:gd name="connsiteX10" fmla="*/ 130321 w 257932"/>
                  <a:gd name="connsiteY10" fmla="*/ 20653 h 233098"/>
                  <a:gd name="connsiteX11" fmla="*/ 249022 w 257932"/>
                  <a:gd name="connsiteY11" fmla="*/ 146072 h 233098"/>
                  <a:gd name="connsiteX12" fmla="*/ 249022 w 257932"/>
                  <a:gd name="connsiteY12" fmla="*/ 146072 h 233098"/>
                  <a:gd name="connsiteX13" fmla="*/ 257933 w 257932"/>
                  <a:gd name="connsiteY13" fmla="*/ 168446 h 233098"/>
                  <a:gd name="connsiteX14" fmla="*/ 257933 w 257932"/>
                  <a:gd name="connsiteY14" fmla="*/ 200564 h 233098"/>
                  <a:gd name="connsiteX15" fmla="*/ 225398 w 257932"/>
                  <a:gd name="connsiteY15" fmla="*/ 233099 h 233098"/>
                  <a:gd name="connsiteX16" fmla="*/ 22946 w 257932"/>
                  <a:gd name="connsiteY16" fmla="*/ 218941 h 233098"/>
                  <a:gd name="connsiteX17" fmla="*/ 225398 w 257932"/>
                  <a:gd name="connsiteY17" fmla="*/ 218941 h 233098"/>
                  <a:gd name="connsiteX18" fmla="*/ 243775 w 257932"/>
                  <a:gd name="connsiteY18" fmla="*/ 200564 h 233098"/>
                  <a:gd name="connsiteX19" fmla="*/ 243775 w 257932"/>
                  <a:gd name="connsiteY19" fmla="*/ 168446 h 233098"/>
                  <a:gd name="connsiteX20" fmla="*/ 238751 w 257932"/>
                  <a:gd name="connsiteY20" fmla="*/ 155816 h 233098"/>
                  <a:gd name="connsiteX21" fmla="*/ 120050 w 257932"/>
                  <a:gd name="connsiteY21" fmla="*/ 30397 h 233098"/>
                  <a:gd name="connsiteX22" fmla="*/ 82352 w 257932"/>
                  <a:gd name="connsiteY22" fmla="*/ 14157 h 233098"/>
                  <a:gd name="connsiteX23" fmla="*/ 62837 w 257932"/>
                  <a:gd name="connsiteY23" fmla="*/ 14157 h 233098"/>
                  <a:gd name="connsiteX24" fmla="*/ 77300 w 257932"/>
                  <a:gd name="connsiteY24" fmla="*/ 102989 h 233098"/>
                  <a:gd name="connsiteX25" fmla="*/ 76273 w 257932"/>
                  <a:gd name="connsiteY25" fmla="*/ 107958 h 233098"/>
                  <a:gd name="connsiteX26" fmla="*/ 15229 w 257932"/>
                  <a:gd name="connsiteY26" fmla="*/ 202813 h 233098"/>
                  <a:gd name="connsiteX27" fmla="*/ 23002 w 257932"/>
                  <a:gd name="connsiteY27" fmla="*/ 218941 h 2330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257932" h="233098">
                    <a:moveTo>
                      <a:pt x="225398" y="233099"/>
                    </a:moveTo>
                    <a:lnTo>
                      <a:pt x="18505" y="233099"/>
                    </a:lnTo>
                    <a:cubicBezTo>
                      <a:pt x="15784" y="233099"/>
                      <a:pt x="13314" y="231544"/>
                      <a:pt x="12120" y="229101"/>
                    </a:cubicBezTo>
                    <a:lnTo>
                      <a:pt x="711" y="205395"/>
                    </a:lnTo>
                    <a:cubicBezTo>
                      <a:pt x="-372" y="203174"/>
                      <a:pt x="-205" y="200564"/>
                      <a:pt x="1127" y="198482"/>
                    </a:cubicBezTo>
                    <a:lnTo>
                      <a:pt x="62865" y="102600"/>
                    </a:lnTo>
                    <a:lnTo>
                      <a:pt x="47514" y="8217"/>
                    </a:lnTo>
                    <a:cubicBezTo>
                      <a:pt x="47180" y="6163"/>
                      <a:pt x="47763" y="4081"/>
                      <a:pt x="49096" y="2498"/>
                    </a:cubicBezTo>
                    <a:cubicBezTo>
                      <a:pt x="50428" y="916"/>
                      <a:pt x="52427" y="0"/>
                      <a:pt x="54481" y="0"/>
                    </a:cubicBezTo>
                    <a:lnTo>
                      <a:pt x="82324" y="0"/>
                    </a:lnTo>
                    <a:cubicBezTo>
                      <a:pt x="100396" y="0"/>
                      <a:pt x="117884" y="7523"/>
                      <a:pt x="130321" y="20653"/>
                    </a:cubicBezTo>
                    <a:lnTo>
                      <a:pt x="249022" y="146072"/>
                    </a:lnTo>
                    <a:lnTo>
                      <a:pt x="249022" y="146072"/>
                    </a:lnTo>
                    <a:cubicBezTo>
                      <a:pt x="254768" y="152151"/>
                      <a:pt x="257933" y="160091"/>
                      <a:pt x="257933" y="168446"/>
                    </a:cubicBezTo>
                    <a:lnTo>
                      <a:pt x="257933" y="200564"/>
                    </a:lnTo>
                    <a:cubicBezTo>
                      <a:pt x="257933" y="218497"/>
                      <a:pt x="243331" y="233099"/>
                      <a:pt x="225398" y="233099"/>
                    </a:cubicBezTo>
                    <a:close/>
                    <a:moveTo>
                      <a:pt x="22946" y="218941"/>
                    </a:moveTo>
                    <a:lnTo>
                      <a:pt x="225398" y="218941"/>
                    </a:lnTo>
                    <a:cubicBezTo>
                      <a:pt x="235530" y="218941"/>
                      <a:pt x="243775" y="210697"/>
                      <a:pt x="243775" y="200564"/>
                    </a:cubicBezTo>
                    <a:lnTo>
                      <a:pt x="243775" y="168446"/>
                    </a:lnTo>
                    <a:cubicBezTo>
                      <a:pt x="243775" y="163727"/>
                      <a:pt x="241999" y="159230"/>
                      <a:pt x="238751" y="155816"/>
                    </a:cubicBezTo>
                    <a:lnTo>
                      <a:pt x="120050" y="30397"/>
                    </a:lnTo>
                    <a:cubicBezTo>
                      <a:pt x="110278" y="20070"/>
                      <a:pt x="96537" y="14157"/>
                      <a:pt x="82352" y="14157"/>
                    </a:cubicBezTo>
                    <a:lnTo>
                      <a:pt x="62837" y="14157"/>
                    </a:lnTo>
                    <a:lnTo>
                      <a:pt x="77300" y="102989"/>
                    </a:lnTo>
                    <a:cubicBezTo>
                      <a:pt x="77577" y="104710"/>
                      <a:pt x="77216" y="106486"/>
                      <a:pt x="76273" y="107958"/>
                    </a:cubicBezTo>
                    <a:lnTo>
                      <a:pt x="15229" y="202813"/>
                    </a:lnTo>
                    <a:lnTo>
                      <a:pt x="23002" y="218941"/>
                    </a:lnTo>
                    <a:close/>
                  </a:path>
                </a:pathLst>
              </a:custGeom>
              <a:solidFill>
                <a:srgbClr val="262626"/>
              </a:solidFill>
              <a:ln w="27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sp>
          <p:nvSpPr>
            <p:cNvPr id="876" name="Forma Livre: Forma 875">
              <a:extLst>
                <a:ext uri="{FF2B5EF4-FFF2-40B4-BE49-F238E27FC236}">
                  <a16:creationId xmlns:a16="http://schemas.microsoft.com/office/drawing/2014/main" id="{693649EB-983F-42C8-D8A9-DFE0250EEC56}"/>
                </a:ext>
              </a:extLst>
            </p:cNvPr>
            <p:cNvSpPr/>
            <p:nvPr/>
          </p:nvSpPr>
          <p:spPr>
            <a:xfrm>
              <a:off x="3949737" y="3830532"/>
              <a:ext cx="117979" cy="206005"/>
            </a:xfrm>
            <a:custGeom>
              <a:avLst/>
              <a:gdLst>
                <a:gd name="connsiteX0" fmla="*/ 110900 w 117979"/>
                <a:gd name="connsiteY0" fmla="*/ 206005 h 206005"/>
                <a:gd name="connsiteX1" fmla="*/ 7079 w 117979"/>
                <a:gd name="connsiteY1" fmla="*/ 206005 h 206005"/>
                <a:gd name="connsiteX2" fmla="*/ 0 w 117979"/>
                <a:gd name="connsiteY2" fmla="*/ 198927 h 206005"/>
                <a:gd name="connsiteX3" fmla="*/ 0 w 117979"/>
                <a:gd name="connsiteY3" fmla="*/ 7079 h 206005"/>
                <a:gd name="connsiteX4" fmla="*/ 7079 w 117979"/>
                <a:gd name="connsiteY4" fmla="*/ 0 h 206005"/>
                <a:gd name="connsiteX5" fmla="*/ 110900 w 117979"/>
                <a:gd name="connsiteY5" fmla="*/ 0 h 206005"/>
                <a:gd name="connsiteX6" fmla="*/ 117979 w 117979"/>
                <a:gd name="connsiteY6" fmla="*/ 7079 h 206005"/>
                <a:gd name="connsiteX7" fmla="*/ 117979 w 117979"/>
                <a:gd name="connsiteY7" fmla="*/ 198927 h 206005"/>
                <a:gd name="connsiteX8" fmla="*/ 110900 w 117979"/>
                <a:gd name="connsiteY8" fmla="*/ 206005 h 206005"/>
                <a:gd name="connsiteX9" fmla="*/ 14158 w 117979"/>
                <a:gd name="connsiteY9" fmla="*/ 191848 h 206005"/>
                <a:gd name="connsiteX10" fmla="*/ 103822 w 117979"/>
                <a:gd name="connsiteY10" fmla="*/ 191848 h 206005"/>
                <a:gd name="connsiteX11" fmla="*/ 103822 w 117979"/>
                <a:gd name="connsiteY11" fmla="*/ 14158 h 206005"/>
                <a:gd name="connsiteX12" fmla="*/ 14158 w 117979"/>
                <a:gd name="connsiteY12" fmla="*/ 14158 h 206005"/>
                <a:gd name="connsiteX13" fmla="*/ 14158 w 117979"/>
                <a:gd name="connsiteY13" fmla="*/ 191848 h 206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7979" h="206005">
                  <a:moveTo>
                    <a:pt x="110900" y="206005"/>
                  </a:moveTo>
                  <a:lnTo>
                    <a:pt x="7079" y="206005"/>
                  </a:lnTo>
                  <a:cubicBezTo>
                    <a:pt x="3165" y="206005"/>
                    <a:pt x="0" y="202841"/>
                    <a:pt x="0" y="198927"/>
                  </a:cubicBezTo>
                  <a:lnTo>
                    <a:pt x="0" y="7079"/>
                  </a:lnTo>
                  <a:cubicBezTo>
                    <a:pt x="0" y="3165"/>
                    <a:pt x="3165" y="0"/>
                    <a:pt x="7079" y="0"/>
                  </a:cubicBezTo>
                  <a:lnTo>
                    <a:pt x="110900" y="0"/>
                  </a:lnTo>
                  <a:cubicBezTo>
                    <a:pt x="114814" y="0"/>
                    <a:pt x="117979" y="3165"/>
                    <a:pt x="117979" y="7079"/>
                  </a:cubicBezTo>
                  <a:lnTo>
                    <a:pt x="117979" y="198927"/>
                  </a:lnTo>
                  <a:cubicBezTo>
                    <a:pt x="117979" y="202841"/>
                    <a:pt x="114814" y="206005"/>
                    <a:pt x="110900" y="206005"/>
                  </a:cubicBezTo>
                  <a:close/>
                  <a:moveTo>
                    <a:pt x="14158" y="191848"/>
                  </a:moveTo>
                  <a:lnTo>
                    <a:pt x="103822" y="191848"/>
                  </a:lnTo>
                  <a:lnTo>
                    <a:pt x="103822" y="14158"/>
                  </a:lnTo>
                  <a:lnTo>
                    <a:pt x="14158" y="14158"/>
                  </a:lnTo>
                  <a:lnTo>
                    <a:pt x="14158" y="191848"/>
                  </a:lnTo>
                  <a:close/>
                </a:path>
              </a:pathLst>
            </a:custGeom>
            <a:solidFill>
              <a:srgbClr val="262626"/>
            </a:solidFill>
            <a:ln w="27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877" name="Forma Livre: Forma 876">
              <a:extLst>
                <a:ext uri="{FF2B5EF4-FFF2-40B4-BE49-F238E27FC236}">
                  <a16:creationId xmlns:a16="http://schemas.microsoft.com/office/drawing/2014/main" id="{C117DE34-D4E2-BE78-42F8-1059493A69D3}"/>
                </a:ext>
              </a:extLst>
            </p:cNvPr>
            <p:cNvSpPr/>
            <p:nvPr/>
          </p:nvSpPr>
          <p:spPr>
            <a:xfrm>
              <a:off x="4250653" y="3977992"/>
              <a:ext cx="96159" cy="14157"/>
            </a:xfrm>
            <a:custGeom>
              <a:avLst/>
              <a:gdLst>
                <a:gd name="connsiteX0" fmla="*/ 89081 w 96159"/>
                <a:gd name="connsiteY0" fmla="*/ 14157 h 14157"/>
                <a:gd name="connsiteX1" fmla="*/ 7079 w 96159"/>
                <a:gd name="connsiteY1" fmla="*/ 14157 h 14157"/>
                <a:gd name="connsiteX2" fmla="*/ 0 w 96159"/>
                <a:gd name="connsiteY2" fmla="*/ 7079 h 14157"/>
                <a:gd name="connsiteX3" fmla="*/ 7079 w 96159"/>
                <a:gd name="connsiteY3" fmla="*/ 0 h 14157"/>
                <a:gd name="connsiteX4" fmla="*/ 89081 w 96159"/>
                <a:gd name="connsiteY4" fmla="*/ 0 h 14157"/>
                <a:gd name="connsiteX5" fmla="*/ 96160 w 96159"/>
                <a:gd name="connsiteY5" fmla="*/ 7079 h 14157"/>
                <a:gd name="connsiteX6" fmla="*/ 89081 w 96159"/>
                <a:gd name="connsiteY6" fmla="*/ 14157 h 14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6159" h="14157">
                  <a:moveTo>
                    <a:pt x="89081" y="14157"/>
                  </a:moveTo>
                  <a:lnTo>
                    <a:pt x="7079" y="14157"/>
                  </a:lnTo>
                  <a:cubicBezTo>
                    <a:pt x="3165" y="14157"/>
                    <a:pt x="0" y="10993"/>
                    <a:pt x="0" y="7079"/>
                  </a:cubicBezTo>
                  <a:cubicBezTo>
                    <a:pt x="0" y="3165"/>
                    <a:pt x="3165" y="0"/>
                    <a:pt x="7079" y="0"/>
                  </a:cubicBezTo>
                  <a:lnTo>
                    <a:pt x="89081" y="0"/>
                  </a:lnTo>
                  <a:cubicBezTo>
                    <a:pt x="92995" y="0"/>
                    <a:pt x="96160" y="3165"/>
                    <a:pt x="96160" y="7079"/>
                  </a:cubicBezTo>
                  <a:cubicBezTo>
                    <a:pt x="96160" y="10993"/>
                    <a:pt x="92995" y="14157"/>
                    <a:pt x="89081" y="14157"/>
                  </a:cubicBezTo>
                  <a:close/>
                </a:path>
              </a:pathLst>
            </a:custGeom>
            <a:solidFill>
              <a:srgbClr val="262626"/>
            </a:solidFill>
            <a:ln w="27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878" name="Forma Livre: Forma 877">
              <a:extLst>
                <a:ext uri="{FF2B5EF4-FFF2-40B4-BE49-F238E27FC236}">
                  <a16:creationId xmlns:a16="http://schemas.microsoft.com/office/drawing/2014/main" id="{BC76514F-7A21-C49F-BB3E-3F9EBB55B389}"/>
                </a:ext>
              </a:extLst>
            </p:cNvPr>
            <p:cNvSpPr/>
            <p:nvPr/>
          </p:nvSpPr>
          <p:spPr>
            <a:xfrm>
              <a:off x="4210401" y="3735538"/>
              <a:ext cx="74646" cy="147543"/>
            </a:xfrm>
            <a:custGeom>
              <a:avLst/>
              <a:gdLst>
                <a:gd name="connsiteX0" fmla="*/ 67567 w 74646"/>
                <a:gd name="connsiteY0" fmla="*/ 147543 h 147543"/>
                <a:gd name="connsiteX1" fmla="*/ 7079 w 74646"/>
                <a:gd name="connsiteY1" fmla="*/ 147543 h 147543"/>
                <a:gd name="connsiteX2" fmla="*/ 0 w 74646"/>
                <a:gd name="connsiteY2" fmla="*/ 140464 h 147543"/>
                <a:gd name="connsiteX3" fmla="*/ 7079 w 74646"/>
                <a:gd name="connsiteY3" fmla="*/ 133386 h 147543"/>
                <a:gd name="connsiteX4" fmla="*/ 60489 w 74646"/>
                <a:gd name="connsiteY4" fmla="*/ 133386 h 147543"/>
                <a:gd name="connsiteX5" fmla="*/ 60489 w 74646"/>
                <a:gd name="connsiteY5" fmla="*/ 7079 h 147543"/>
                <a:gd name="connsiteX6" fmla="*/ 67567 w 74646"/>
                <a:gd name="connsiteY6" fmla="*/ 0 h 147543"/>
                <a:gd name="connsiteX7" fmla="*/ 74646 w 74646"/>
                <a:gd name="connsiteY7" fmla="*/ 7079 h 147543"/>
                <a:gd name="connsiteX8" fmla="*/ 74646 w 74646"/>
                <a:gd name="connsiteY8" fmla="*/ 140464 h 147543"/>
                <a:gd name="connsiteX9" fmla="*/ 67567 w 74646"/>
                <a:gd name="connsiteY9" fmla="*/ 147543 h 1475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4646" h="147543">
                  <a:moveTo>
                    <a:pt x="67567" y="147543"/>
                  </a:moveTo>
                  <a:lnTo>
                    <a:pt x="7079" y="147543"/>
                  </a:lnTo>
                  <a:cubicBezTo>
                    <a:pt x="3165" y="147543"/>
                    <a:pt x="0" y="144379"/>
                    <a:pt x="0" y="140464"/>
                  </a:cubicBezTo>
                  <a:cubicBezTo>
                    <a:pt x="0" y="136550"/>
                    <a:pt x="3165" y="133386"/>
                    <a:pt x="7079" y="133386"/>
                  </a:cubicBezTo>
                  <a:lnTo>
                    <a:pt x="60489" y="133386"/>
                  </a:lnTo>
                  <a:lnTo>
                    <a:pt x="60489" y="7079"/>
                  </a:lnTo>
                  <a:cubicBezTo>
                    <a:pt x="60489" y="3165"/>
                    <a:pt x="63653" y="0"/>
                    <a:pt x="67567" y="0"/>
                  </a:cubicBezTo>
                  <a:cubicBezTo>
                    <a:pt x="71481" y="0"/>
                    <a:pt x="74646" y="3165"/>
                    <a:pt x="74646" y="7079"/>
                  </a:cubicBezTo>
                  <a:lnTo>
                    <a:pt x="74646" y="140464"/>
                  </a:lnTo>
                  <a:cubicBezTo>
                    <a:pt x="74646" y="144379"/>
                    <a:pt x="71481" y="147543"/>
                    <a:pt x="67567" y="147543"/>
                  </a:cubicBezTo>
                  <a:close/>
                </a:path>
              </a:pathLst>
            </a:custGeom>
            <a:solidFill>
              <a:srgbClr val="262626"/>
            </a:solidFill>
            <a:ln w="27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881" name="Gráfico 2">
            <a:extLst>
              <a:ext uri="{FF2B5EF4-FFF2-40B4-BE49-F238E27FC236}">
                <a16:creationId xmlns:a16="http://schemas.microsoft.com/office/drawing/2014/main" id="{BB2510F8-279E-AD0A-B36D-EEDFC9658606}"/>
              </a:ext>
            </a:extLst>
          </p:cNvPr>
          <p:cNvGrpSpPr/>
          <p:nvPr/>
        </p:nvGrpSpPr>
        <p:grpSpPr>
          <a:xfrm>
            <a:off x="4795896" y="4348588"/>
            <a:ext cx="552680" cy="571354"/>
            <a:chOff x="4759596" y="4311062"/>
            <a:chExt cx="625279" cy="646406"/>
          </a:xfrm>
          <a:solidFill>
            <a:srgbClr val="262626"/>
          </a:solidFill>
        </p:grpSpPr>
        <p:sp>
          <p:nvSpPr>
            <p:cNvPr id="882" name="Forma Livre: Forma 881">
              <a:extLst>
                <a:ext uri="{FF2B5EF4-FFF2-40B4-BE49-F238E27FC236}">
                  <a16:creationId xmlns:a16="http://schemas.microsoft.com/office/drawing/2014/main" id="{EBB08E10-CDCA-E6F1-5493-32E4282C8AC5}"/>
                </a:ext>
              </a:extLst>
            </p:cNvPr>
            <p:cNvSpPr/>
            <p:nvPr/>
          </p:nvSpPr>
          <p:spPr>
            <a:xfrm>
              <a:off x="4759596" y="4808592"/>
              <a:ext cx="625279" cy="70759"/>
            </a:xfrm>
            <a:custGeom>
              <a:avLst/>
              <a:gdLst>
                <a:gd name="connsiteX0" fmla="*/ 434861 w 625279"/>
                <a:gd name="connsiteY0" fmla="*/ 70760 h 70759"/>
                <a:gd name="connsiteX1" fmla="*/ 368349 w 625279"/>
                <a:gd name="connsiteY1" fmla="*/ 39946 h 70759"/>
                <a:gd name="connsiteX2" fmla="*/ 312635 w 625279"/>
                <a:gd name="connsiteY2" fmla="*/ 14130 h 70759"/>
                <a:gd name="connsiteX3" fmla="*/ 256921 w 625279"/>
                <a:gd name="connsiteY3" fmla="*/ 39946 h 70759"/>
                <a:gd name="connsiteX4" fmla="*/ 190409 w 625279"/>
                <a:gd name="connsiteY4" fmla="*/ 70760 h 70759"/>
                <a:gd name="connsiteX5" fmla="*/ 123896 w 625279"/>
                <a:gd name="connsiteY5" fmla="*/ 39946 h 70759"/>
                <a:gd name="connsiteX6" fmla="*/ 68183 w 625279"/>
                <a:gd name="connsiteY6" fmla="*/ 14130 h 70759"/>
                <a:gd name="connsiteX7" fmla="*/ 12468 w 625279"/>
                <a:gd name="connsiteY7" fmla="*/ 39946 h 70759"/>
                <a:gd name="connsiteX8" fmla="*/ 2503 w 625279"/>
                <a:gd name="connsiteY8" fmla="*/ 40779 h 70759"/>
                <a:gd name="connsiteX9" fmla="*/ 1670 w 625279"/>
                <a:gd name="connsiteY9" fmla="*/ 30813 h 70759"/>
                <a:gd name="connsiteX10" fmla="*/ 68183 w 625279"/>
                <a:gd name="connsiteY10" fmla="*/ 0 h 70759"/>
                <a:gd name="connsiteX11" fmla="*/ 134695 w 625279"/>
                <a:gd name="connsiteY11" fmla="*/ 30813 h 70759"/>
                <a:gd name="connsiteX12" fmla="*/ 190409 w 625279"/>
                <a:gd name="connsiteY12" fmla="*/ 56630 h 70759"/>
                <a:gd name="connsiteX13" fmla="*/ 246123 w 625279"/>
                <a:gd name="connsiteY13" fmla="*/ 30813 h 70759"/>
                <a:gd name="connsiteX14" fmla="*/ 312635 w 625279"/>
                <a:gd name="connsiteY14" fmla="*/ 0 h 70759"/>
                <a:gd name="connsiteX15" fmla="*/ 379147 w 625279"/>
                <a:gd name="connsiteY15" fmla="*/ 30813 h 70759"/>
                <a:gd name="connsiteX16" fmla="*/ 434861 w 625279"/>
                <a:gd name="connsiteY16" fmla="*/ 56630 h 70759"/>
                <a:gd name="connsiteX17" fmla="*/ 490575 w 625279"/>
                <a:gd name="connsiteY17" fmla="*/ 30813 h 70759"/>
                <a:gd name="connsiteX18" fmla="*/ 557088 w 625279"/>
                <a:gd name="connsiteY18" fmla="*/ 0 h 70759"/>
                <a:gd name="connsiteX19" fmla="*/ 623600 w 625279"/>
                <a:gd name="connsiteY19" fmla="*/ 30813 h 70759"/>
                <a:gd name="connsiteX20" fmla="*/ 622767 w 625279"/>
                <a:gd name="connsiteY20" fmla="*/ 40779 h 70759"/>
                <a:gd name="connsiteX21" fmla="*/ 612801 w 625279"/>
                <a:gd name="connsiteY21" fmla="*/ 39946 h 70759"/>
                <a:gd name="connsiteX22" fmla="*/ 557088 w 625279"/>
                <a:gd name="connsiteY22" fmla="*/ 14130 h 70759"/>
                <a:gd name="connsiteX23" fmla="*/ 501374 w 625279"/>
                <a:gd name="connsiteY23" fmla="*/ 39946 h 70759"/>
                <a:gd name="connsiteX24" fmla="*/ 434861 w 625279"/>
                <a:gd name="connsiteY24" fmla="*/ 70760 h 70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25279" h="70759">
                  <a:moveTo>
                    <a:pt x="434861" y="70760"/>
                  </a:moveTo>
                  <a:cubicBezTo>
                    <a:pt x="409183" y="70760"/>
                    <a:pt x="384949" y="59517"/>
                    <a:pt x="368349" y="39946"/>
                  </a:cubicBezTo>
                  <a:cubicBezTo>
                    <a:pt x="354441" y="23540"/>
                    <a:pt x="334149" y="14130"/>
                    <a:pt x="312635" y="14130"/>
                  </a:cubicBezTo>
                  <a:cubicBezTo>
                    <a:pt x="291121" y="14130"/>
                    <a:pt x="270829" y="23540"/>
                    <a:pt x="256921" y="39946"/>
                  </a:cubicBezTo>
                  <a:cubicBezTo>
                    <a:pt x="240321" y="59517"/>
                    <a:pt x="216087" y="70760"/>
                    <a:pt x="190409" y="70760"/>
                  </a:cubicBezTo>
                  <a:cubicBezTo>
                    <a:pt x="164731" y="70760"/>
                    <a:pt x="140497" y="59517"/>
                    <a:pt x="123896" y="39946"/>
                  </a:cubicBezTo>
                  <a:cubicBezTo>
                    <a:pt x="109989" y="23540"/>
                    <a:pt x="89696" y="14130"/>
                    <a:pt x="68183" y="14130"/>
                  </a:cubicBezTo>
                  <a:cubicBezTo>
                    <a:pt x="46669" y="14130"/>
                    <a:pt x="26376" y="23540"/>
                    <a:pt x="12468" y="39946"/>
                  </a:cubicBezTo>
                  <a:cubicBezTo>
                    <a:pt x="9943" y="42916"/>
                    <a:pt x="5473" y="43305"/>
                    <a:pt x="2503" y="40779"/>
                  </a:cubicBezTo>
                  <a:cubicBezTo>
                    <a:pt x="-467" y="38253"/>
                    <a:pt x="-856" y="33784"/>
                    <a:pt x="1670" y="30813"/>
                  </a:cubicBezTo>
                  <a:cubicBezTo>
                    <a:pt x="18271" y="11243"/>
                    <a:pt x="42505" y="0"/>
                    <a:pt x="68183" y="0"/>
                  </a:cubicBezTo>
                  <a:cubicBezTo>
                    <a:pt x="93860" y="0"/>
                    <a:pt x="118095" y="11243"/>
                    <a:pt x="134695" y="30813"/>
                  </a:cubicBezTo>
                  <a:cubicBezTo>
                    <a:pt x="148602" y="47219"/>
                    <a:pt x="168895" y="56630"/>
                    <a:pt x="190409" y="56630"/>
                  </a:cubicBezTo>
                  <a:cubicBezTo>
                    <a:pt x="211923" y="56630"/>
                    <a:pt x="232215" y="47219"/>
                    <a:pt x="246123" y="30813"/>
                  </a:cubicBezTo>
                  <a:cubicBezTo>
                    <a:pt x="262723" y="11243"/>
                    <a:pt x="286957" y="0"/>
                    <a:pt x="312635" y="0"/>
                  </a:cubicBezTo>
                  <a:cubicBezTo>
                    <a:pt x="338313" y="0"/>
                    <a:pt x="362547" y="11243"/>
                    <a:pt x="379147" y="30813"/>
                  </a:cubicBezTo>
                  <a:cubicBezTo>
                    <a:pt x="393055" y="47219"/>
                    <a:pt x="413347" y="56630"/>
                    <a:pt x="434861" y="56630"/>
                  </a:cubicBezTo>
                  <a:cubicBezTo>
                    <a:pt x="456375" y="56630"/>
                    <a:pt x="476668" y="47219"/>
                    <a:pt x="490575" y="30813"/>
                  </a:cubicBezTo>
                  <a:cubicBezTo>
                    <a:pt x="507176" y="11243"/>
                    <a:pt x="531410" y="0"/>
                    <a:pt x="557088" y="0"/>
                  </a:cubicBezTo>
                  <a:cubicBezTo>
                    <a:pt x="582765" y="0"/>
                    <a:pt x="607000" y="11243"/>
                    <a:pt x="623600" y="30813"/>
                  </a:cubicBezTo>
                  <a:cubicBezTo>
                    <a:pt x="626126" y="33784"/>
                    <a:pt x="625765" y="38253"/>
                    <a:pt x="622767" y="40779"/>
                  </a:cubicBezTo>
                  <a:cubicBezTo>
                    <a:pt x="619769" y="43305"/>
                    <a:pt x="615327" y="42944"/>
                    <a:pt x="612801" y="39946"/>
                  </a:cubicBezTo>
                  <a:cubicBezTo>
                    <a:pt x="598894" y="23540"/>
                    <a:pt x="578601" y="14130"/>
                    <a:pt x="557088" y="14130"/>
                  </a:cubicBezTo>
                  <a:cubicBezTo>
                    <a:pt x="535574" y="14130"/>
                    <a:pt x="515281" y="23540"/>
                    <a:pt x="501374" y="39946"/>
                  </a:cubicBezTo>
                  <a:cubicBezTo>
                    <a:pt x="484773" y="59517"/>
                    <a:pt x="460539" y="70760"/>
                    <a:pt x="434861" y="70760"/>
                  </a:cubicBezTo>
                  <a:close/>
                </a:path>
              </a:pathLst>
            </a:custGeom>
            <a:solidFill>
              <a:srgbClr val="262626"/>
            </a:solidFill>
            <a:ln w="27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883" name="Forma Livre: Forma 882">
              <a:extLst>
                <a:ext uri="{FF2B5EF4-FFF2-40B4-BE49-F238E27FC236}">
                  <a16:creationId xmlns:a16="http://schemas.microsoft.com/office/drawing/2014/main" id="{85A3BEB4-B845-0FA0-A04B-99C5BC79B8E5}"/>
                </a:ext>
              </a:extLst>
            </p:cNvPr>
            <p:cNvSpPr/>
            <p:nvPr/>
          </p:nvSpPr>
          <p:spPr>
            <a:xfrm>
              <a:off x="4881813" y="4886708"/>
              <a:ext cx="380826" cy="70759"/>
            </a:xfrm>
            <a:custGeom>
              <a:avLst/>
              <a:gdLst>
                <a:gd name="connsiteX0" fmla="*/ 312644 w 380826"/>
                <a:gd name="connsiteY0" fmla="*/ 70760 h 70759"/>
                <a:gd name="connsiteX1" fmla="*/ 246132 w 380826"/>
                <a:gd name="connsiteY1" fmla="*/ 39946 h 70759"/>
                <a:gd name="connsiteX2" fmla="*/ 190418 w 380826"/>
                <a:gd name="connsiteY2" fmla="*/ 14130 h 70759"/>
                <a:gd name="connsiteX3" fmla="*/ 134704 w 380826"/>
                <a:gd name="connsiteY3" fmla="*/ 39946 h 70759"/>
                <a:gd name="connsiteX4" fmla="*/ 68192 w 380826"/>
                <a:gd name="connsiteY4" fmla="*/ 70760 h 70759"/>
                <a:gd name="connsiteX5" fmla="*/ 1679 w 380826"/>
                <a:gd name="connsiteY5" fmla="*/ 39946 h 70759"/>
                <a:gd name="connsiteX6" fmla="*/ 2512 w 380826"/>
                <a:gd name="connsiteY6" fmla="*/ 29981 h 70759"/>
                <a:gd name="connsiteX7" fmla="*/ 12478 w 380826"/>
                <a:gd name="connsiteY7" fmla="*/ 30813 h 70759"/>
                <a:gd name="connsiteX8" fmla="*/ 68192 w 380826"/>
                <a:gd name="connsiteY8" fmla="*/ 56630 h 70759"/>
                <a:gd name="connsiteX9" fmla="*/ 123905 w 380826"/>
                <a:gd name="connsiteY9" fmla="*/ 30813 h 70759"/>
                <a:gd name="connsiteX10" fmla="*/ 190418 w 380826"/>
                <a:gd name="connsiteY10" fmla="*/ 0 h 70759"/>
                <a:gd name="connsiteX11" fmla="*/ 256930 w 380826"/>
                <a:gd name="connsiteY11" fmla="*/ 30813 h 70759"/>
                <a:gd name="connsiteX12" fmla="*/ 312644 w 380826"/>
                <a:gd name="connsiteY12" fmla="*/ 56630 h 70759"/>
                <a:gd name="connsiteX13" fmla="*/ 368358 w 380826"/>
                <a:gd name="connsiteY13" fmla="*/ 30813 h 70759"/>
                <a:gd name="connsiteX14" fmla="*/ 378324 w 380826"/>
                <a:gd name="connsiteY14" fmla="*/ 29981 h 70759"/>
                <a:gd name="connsiteX15" fmla="*/ 379157 w 380826"/>
                <a:gd name="connsiteY15" fmla="*/ 39946 h 70759"/>
                <a:gd name="connsiteX16" fmla="*/ 312644 w 380826"/>
                <a:gd name="connsiteY16" fmla="*/ 70760 h 70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80826" h="70759">
                  <a:moveTo>
                    <a:pt x="312644" y="70760"/>
                  </a:moveTo>
                  <a:cubicBezTo>
                    <a:pt x="286966" y="70760"/>
                    <a:pt x="262732" y="59517"/>
                    <a:pt x="246132" y="39946"/>
                  </a:cubicBezTo>
                  <a:cubicBezTo>
                    <a:pt x="232224" y="23540"/>
                    <a:pt x="211932" y="14130"/>
                    <a:pt x="190418" y="14130"/>
                  </a:cubicBezTo>
                  <a:cubicBezTo>
                    <a:pt x="168904" y="14130"/>
                    <a:pt x="148612" y="23540"/>
                    <a:pt x="134704" y="39946"/>
                  </a:cubicBezTo>
                  <a:cubicBezTo>
                    <a:pt x="118104" y="59517"/>
                    <a:pt x="93870" y="70760"/>
                    <a:pt x="68192" y="70760"/>
                  </a:cubicBezTo>
                  <a:cubicBezTo>
                    <a:pt x="42514" y="70760"/>
                    <a:pt x="18280" y="59517"/>
                    <a:pt x="1679" y="39946"/>
                  </a:cubicBezTo>
                  <a:cubicBezTo>
                    <a:pt x="-847" y="36976"/>
                    <a:pt x="-486" y="32507"/>
                    <a:pt x="2512" y="29981"/>
                  </a:cubicBezTo>
                  <a:cubicBezTo>
                    <a:pt x="5510" y="27454"/>
                    <a:pt x="9952" y="27815"/>
                    <a:pt x="12478" y="30813"/>
                  </a:cubicBezTo>
                  <a:cubicBezTo>
                    <a:pt x="26385" y="47219"/>
                    <a:pt x="46678" y="56630"/>
                    <a:pt x="68192" y="56630"/>
                  </a:cubicBezTo>
                  <a:cubicBezTo>
                    <a:pt x="89706" y="56630"/>
                    <a:pt x="109998" y="47219"/>
                    <a:pt x="123905" y="30813"/>
                  </a:cubicBezTo>
                  <a:cubicBezTo>
                    <a:pt x="140506" y="11243"/>
                    <a:pt x="164740" y="0"/>
                    <a:pt x="190418" y="0"/>
                  </a:cubicBezTo>
                  <a:cubicBezTo>
                    <a:pt x="216096" y="0"/>
                    <a:pt x="240330" y="11243"/>
                    <a:pt x="256930" y="30813"/>
                  </a:cubicBezTo>
                  <a:cubicBezTo>
                    <a:pt x="270838" y="47219"/>
                    <a:pt x="291130" y="56630"/>
                    <a:pt x="312644" y="56630"/>
                  </a:cubicBezTo>
                  <a:cubicBezTo>
                    <a:pt x="334158" y="56630"/>
                    <a:pt x="354450" y="47219"/>
                    <a:pt x="368358" y="30813"/>
                  </a:cubicBezTo>
                  <a:cubicBezTo>
                    <a:pt x="370884" y="27815"/>
                    <a:pt x="375353" y="27454"/>
                    <a:pt x="378324" y="29981"/>
                  </a:cubicBezTo>
                  <a:cubicBezTo>
                    <a:pt x="381294" y="32507"/>
                    <a:pt x="381683" y="36976"/>
                    <a:pt x="379157" y="39946"/>
                  </a:cubicBezTo>
                  <a:cubicBezTo>
                    <a:pt x="362556" y="59517"/>
                    <a:pt x="338322" y="70760"/>
                    <a:pt x="312644" y="70760"/>
                  </a:cubicBezTo>
                  <a:close/>
                </a:path>
              </a:pathLst>
            </a:custGeom>
            <a:solidFill>
              <a:srgbClr val="262626"/>
            </a:solidFill>
            <a:ln w="27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grpSp>
          <p:nvGrpSpPr>
            <p:cNvPr id="884" name="Gráfico 2">
              <a:extLst>
                <a:ext uri="{FF2B5EF4-FFF2-40B4-BE49-F238E27FC236}">
                  <a16:creationId xmlns:a16="http://schemas.microsoft.com/office/drawing/2014/main" id="{455D6F8F-69C4-CC3F-DBB9-7597C5F8900C}"/>
                </a:ext>
              </a:extLst>
            </p:cNvPr>
            <p:cNvGrpSpPr/>
            <p:nvPr/>
          </p:nvGrpSpPr>
          <p:grpSpPr>
            <a:xfrm>
              <a:off x="4831315" y="4311062"/>
              <a:ext cx="435095" cy="459027"/>
              <a:chOff x="4831315" y="4311062"/>
              <a:chExt cx="435095" cy="459027"/>
            </a:xfrm>
            <a:solidFill>
              <a:srgbClr val="262626"/>
            </a:solidFill>
          </p:grpSpPr>
          <p:sp>
            <p:nvSpPr>
              <p:cNvPr id="885" name="Forma Livre: Forma 884">
                <a:extLst>
                  <a:ext uri="{FF2B5EF4-FFF2-40B4-BE49-F238E27FC236}">
                    <a16:creationId xmlns:a16="http://schemas.microsoft.com/office/drawing/2014/main" id="{31552BB4-9F58-83DC-503E-AB056B29F479}"/>
                  </a:ext>
                </a:extLst>
              </p:cNvPr>
              <p:cNvSpPr/>
              <p:nvPr/>
            </p:nvSpPr>
            <p:spPr>
              <a:xfrm>
                <a:off x="4831315" y="4519418"/>
                <a:ext cx="185469" cy="250670"/>
              </a:xfrm>
              <a:custGeom>
                <a:avLst/>
                <a:gdLst>
                  <a:gd name="connsiteX0" fmla="*/ 176263 w 185469"/>
                  <a:gd name="connsiteY0" fmla="*/ 250643 h 250670"/>
                  <a:gd name="connsiteX1" fmla="*/ 169184 w 185469"/>
                  <a:gd name="connsiteY1" fmla="*/ 243759 h 250670"/>
                  <a:gd name="connsiteX2" fmla="*/ 168962 w 185469"/>
                  <a:gd name="connsiteY2" fmla="*/ 238456 h 250670"/>
                  <a:gd name="connsiteX3" fmla="*/ 166741 w 185469"/>
                  <a:gd name="connsiteY3" fmla="*/ 215777 h 250670"/>
                  <a:gd name="connsiteX4" fmla="*/ 137316 w 185469"/>
                  <a:gd name="connsiteY4" fmla="*/ 195346 h 250670"/>
                  <a:gd name="connsiteX5" fmla="*/ 117495 w 185469"/>
                  <a:gd name="connsiteY5" fmla="*/ 163338 h 250670"/>
                  <a:gd name="connsiteX6" fmla="*/ 56202 w 185469"/>
                  <a:gd name="connsiteY6" fmla="*/ 99630 h 250670"/>
                  <a:gd name="connsiteX7" fmla="*/ 1515 w 185469"/>
                  <a:gd name="connsiteY7" fmla="*/ 10576 h 250670"/>
                  <a:gd name="connsiteX8" fmla="*/ 19975 w 185469"/>
                  <a:gd name="connsiteY8" fmla="*/ 0 h 250670"/>
                  <a:gd name="connsiteX9" fmla="*/ 20503 w 185469"/>
                  <a:gd name="connsiteY9" fmla="*/ 0 h 250670"/>
                  <a:gd name="connsiteX10" fmla="*/ 90791 w 185469"/>
                  <a:gd name="connsiteY10" fmla="*/ 52466 h 250670"/>
                  <a:gd name="connsiteX11" fmla="*/ 185146 w 185469"/>
                  <a:gd name="connsiteY11" fmla="*/ 132275 h 250670"/>
                  <a:gd name="connsiteX12" fmla="*/ 180510 w 185469"/>
                  <a:gd name="connsiteY12" fmla="*/ 141158 h 250670"/>
                  <a:gd name="connsiteX13" fmla="*/ 171627 w 185469"/>
                  <a:gd name="connsiteY13" fmla="*/ 136523 h 250670"/>
                  <a:gd name="connsiteX14" fmla="*/ 85960 w 185469"/>
                  <a:gd name="connsiteY14" fmla="*/ 66318 h 250670"/>
                  <a:gd name="connsiteX15" fmla="*/ 79881 w 185469"/>
                  <a:gd name="connsiteY15" fmla="*/ 62265 h 250670"/>
                  <a:gd name="connsiteX16" fmla="*/ 20225 w 185469"/>
                  <a:gd name="connsiteY16" fmla="*/ 14185 h 250670"/>
                  <a:gd name="connsiteX17" fmla="*/ 14090 w 185469"/>
                  <a:gd name="connsiteY17" fmla="*/ 17100 h 250670"/>
                  <a:gd name="connsiteX18" fmla="*/ 128572 w 185469"/>
                  <a:gd name="connsiteY18" fmla="*/ 154372 h 250670"/>
                  <a:gd name="connsiteX19" fmla="*/ 130348 w 185469"/>
                  <a:gd name="connsiteY19" fmla="*/ 157204 h 250670"/>
                  <a:gd name="connsiteX20" fmla="*/ 147559 w 185469"/>
                  <a:gd name="connsiteY20" fmla="*/ 185574 h 250670"/>
                  <a:gd name="connsiteX21" fmla="*/ 175014 w 185469"/>
                  <a:gd name="connsiteY21" fmla="*/ 203896 h 250670"/>
                  <a:gd name="connsiteX22" fmla="*/ 178761 w 185469"/>
                  <a:gd name="connsiteY22" fmla="*/ 207254 h 250670"/>
                  <a:gd name="connsiteX23" fmla="*/ 183092 w 185469"/>
                  <a:gd name="connsiteY23" fmla="*/ 237762 h 250670"/>
                  <a:gd name="connsiteX24" fmla="*/ 183314 w 185469"/>
                  <a:gd name="connsiteY24" fmla="*/ 243398 h 250670"/>
                  <a:gd name="connsiteX25" fmla="*/ 176429 w 185469"/>
                  <a:gd name="connsiteY25" fmla="*/ 250671 h 250670"/>
                  <a:gd name="connsiteX26" fmla="*/ 176235 w 185469"/>
                  <a:gd name="connsiteY26" fmla="*/ 250671 h 2506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185469" h="250670">
                    <a:moveTo>
                      <a:pt x="176263" y="250643"/>
                    </a:moveTo>
                    <a:cubicBezTo>
                      <a:pt x="172432" y="250643"/>
                      <a:pt x="169295" y="247589"/>
                      <a:pt x="169184" y="243759"/>
                    </a:cubicBezTo>
                    <a:cubicBezTo>
                      <a:pt x="169129" y="242065"/>
                      <a:pt x="169046" y="240261"/>
                      <a:pt x="168962" y="238456"/>
                    </a:cubicBezTo>
                    <a:cubicBezTo>
                      <a:pt x="168296" y="224910"/>
                      <a:pt x="167352" y="218608"/>
                      <a:pt x="166741" y="215777"/>
                    </a:cubicBezTo>
                    <a:cubicBezTo>
                      <a:pt x="155776" y="211030"/>
                      <a:pt x="145672" y="204007"/>
                      <a:pt x="137316" y="195346"/>
                    </a:cubicBezTo>
                    <a:cubicBezTo>
                      <a:pt x="128377" y="185963"/>
                      <a:pt x="121715" y="175220"/>
                      <a:pt x="117495" y="163338"/>
                    </a:cubicBezTo>
                    <a:cubicBezTo>
                      <a:pt x="111361" y="157342"/>
                      <a:pt x="83073" y="129388"/>
                      <a:pt x="56202" y="99630"/>
                    </a:cubicBezTo>
                    <a:cubicBezTo>
                      <a:pt x="-262" y="37115"/>
                      <a:pt x="-3121" y="19543"/>
                      <a:pt x="1515" y="10576"/>
                    </a:cubicBezTo>
                    <a:cubicBezTo>
                      <a:pt x="5041" y="3748"/>
                      <a:pt x="11592" y="0"/>
                      <a:pt x="19975" y="0"/>
                    </a:cubicBezTo>
                    <a:cubicBezTo>
                      <a:pt x="20142" y="0"/>
                      <a:pt x="20309" y="0"/>
                      <a:pt x="20503" y="0"/>
                    </a:cubicBezTo>
                    <a:cubicBezTo>
                      <a:pt x="41850" y="389"/>
                      <a:pt x="76605" y="26677"/>
                      <a:pt x="90791" y="52466"/>
                    </a:cubicBezTo>
                    <a:cubicBezTo>
                      <a:pt x="131542" y="56880"/>
                      <a:pt x="174403" y="97964"/>
                      <a:pt x="185146" y="132275"/>
                    </a:cubicBezTo>
                    <a:cubicBezTo>
                      <a:pt x="186312" y="135995"/>
                      <a:pt x="184230" y="139965"/>
                      <a:pt x="180510" y="141158"/>
                    </a:cubicBezTo>
                    <a:cubicBezTo>
                      <a:pt x="176763" y="142324"/>
                      <a:pt x="172821" y="140242"/>
                      <a:pt x="171627" y="136523"/>
                    </a:cubicBezTo>
                    <a:cubicBezTo>
                      <a:pt x="162161" y="106237"/>
                      <a:pt x="120771" y="67900"/>
                      <a:pt x="85960" y="66318"/>
                    </a:cubicBezTo>
                    <a:cubicBezTo>
                      <a:pt x="83351" y="66207"/>
                      <a:pt x="80991" y="64653"/>
                      <a:pt x="79881" y="62265"/>
                    </a:cubicBezTo>
                    <a:cubicBezTo>
                      <a:pt x="69610" y="40557"/>
                      <a:pt x="37297" y="14491"/>
                      <a:pt x="20225" y="14185"/>
                    </a:cubicBezTo>
                    <a:cubicBezTo>
                      <a:pt x="15534" y="14102"/>
                      <a:pt x="14590" y="16128"/>
                      <a:pt x="14090" y="17100"/>
                    </a:cubicBezTo>
                    <a:cubicBezTo>
                      <a:pt x="11203" y="30258"/>
                      <a:pt x="71248" y="98658"/>
                      <a:pt x="128572" y="154372"/>
                    </a:cubicBezTo>
                    <a:cubicBezTo>
                      <a:pt x="129377" y="155149"/>
                      <a:pt x="129987" y="156121"/>
                      <a:pt x="130348" y="157204"/>
                    </a:cubicBezTo>
                    <a:cubicBezTo>
                      <a:pt x="133874" y="167752"/>
                      <a:pt x="139676" y="177302"/>
                      <a:pt x="147559" y="185574"/>
                    </a:cubicBezTo>
                    <a:cubicBezTo>
                      <a:pt x="155249" y="193541"/>
                      <a:pt x="164743" y="199898"/>
                      <a:pt x="175014" y="203896"/>
                    </a:cubicBezTo>
                    <a:cubicBezTo>
                      <a:pt x="176624" y="204534"/>
                      <a:pt x="177956" y="205728"/>
                      <a:pt x="178761" y="207254"/>
                    </a:cubicBezTo>
                    <a:cubicBezTo>
                      <a:pt x="179705" y="209087"/>
                      <a:pt x="181898" y="213389"/>
                      <a:pt x="183092" y="237762"/>
                    </a:cubicBezTo>
                    <a:cubicBezTo>
                      <a:pt x="183175" y="239650"/>
                      <a:pt x="183286" y="241566"/>
                      <a:pt x="183314" y="243398"/>
                    </a:cubicBezTo>
                    <a:cubicBezTo>
                      <a:pt x="183425" y="247312"/>
                      <a:pt x="180344" y="250560"/>
                      <a:pt x="176429" y="250671"/>
                    </a:cubicBezTo>
                    <a:cubicBezTo>
                      <a:pt x="176374" y="250671"/>
                      <a:pt x="176319" y="250671"/>
                      <a:pt x="176235" y="250671"/>
                    </a:cubicBezTo>
                    <a:close/>
                  </a:path>
                </a:pathLst>
              </a:custGeom>
              <a:solidFill>
                <a:srgbClr val="262626"/>
              </a:solidFill>
              <a:ln w="27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886" name="Forma Livre: Forma 885">
                <a:extLst>
                  <a:ext uri="{FF2B5EF4-FFF2-40B4-BE49-F238E27FC236}">
                    <a16:creationId xmlns:a16="http://schemas.microsoft.com/office/drawing/2014/main" id="{9FE73635-28EB-AEA5-7618-331BFCDDB9E6}"/>
                  </a:ext>
                </a:extLst>
              </p:cNvPr>
              <p:cNvSpPr/>
              <p:nvPr/>
            </p:nvSpPr>
            <p:spPr>
              <a:xfrm>
                <a:off x="4891154" y="4311062"/>
                <a:ext cx="375256" cy="458056"/>
              </a:xfrm>
              <a:custGeom>
                <a:avLst/>
                <a:gdLst>
                  <a:gd name="connsiteX0" fmla="*/ 235902 w 375256"/>
                  <a:gd name="connsiteY0" fmla="*/ 458056 h 458056"/>
                  <a:gd name="connsiteX1" fmla="*/ 235542 w 375256"/>
                  <a:gd name="connsiteY1" fmla="*/ 458056 h 458056"/>
                  <a:gd name="connsiteX2" fmla="*/ 228824 w 375256"/>
                  <a:gd name="connsiteY2" fmla="*/ 450644 h 458056"/>
                  <a:gd name="connsiteX3" fmla="*/ 233404 w 375256"/>
                  <a:gd name="connsiteY3" fmla="*/ 415056 h 458056"/>
                  <a:gd name="connsiteX4" fmla="*/ 237096 w 375256"/>
                  <a:gd name="connsiteY4" fmla="*/ 411420 h 458056"/>
                  <a:gd name="connsiteX5" fmla="*/ 283761 w 375256"/>
                  <a:gd name="connsiteY5" fmla="*/ 340993 h 458056"/>
                  <a:gd name="connsiteX6" fmla="*/ 283761 w 375256"/>
                  <a:gd name="connsiteY6" fmla="*/ 305322 h 458056"/>
                  <a:gd name="connsiteX7" fmla="*/ 289923 w 375256"/>
                  <a:gd name="connsiteY7" fmla="*/ 261656 h 458056"/>
                  <a:gd name="connsiteX8" fmla="*/ 290478 w 375256"/>
                  <a:gd name="connsiteY8" fmla="*/ 260295 h 458056"/>
                  <a:gd name="connsiteX9" fmla="*/ 359378 w 375256"/>
                  <a:gd name="connsiteY9" fmla="*/ 130852 h 458056"/>
                  <a:gd name="connsiteX10" fmla="*/ 361182 w 375256"/>
                  <a:gd name="connsiteY10" fmla="*/ 123717 h 458056"/>
                  <a:gd name="connsiteX11" fmla="*/ 353049 w 375256"/>
                  <a:gd name="connsiteY11" fmla="*/ 110060 h 458056"/>
                  <a:gd name="connsiteX12" fmla="*/ 332285 w 375256"/>
                  <a:gd name="connsiteY12" fmla="*/ 116417 h 458056"/>
                  <a:gd name="connsiteX13" fmla="*/ 279680 w 375256"/>
                  <a:gd name="connsiteY13" fmla="*/ 215297 h 458056"/>
                  <a:gd name="connsiteX14" fmla="*/ 247895 w 375256"/>
                  <a:gd name="connsiteY14" fmla="*/ 226262 h 458056"/>
                  <a:gd name="connsiteX15" fmla="*/ 233238 w 375256"/>
                  <a:gd name="connsiteY15" fmla="*/ 203721 h 458056"/>
                  <a:gd name="connsiteX16" fmla="*/ 234015 w 375256"/>
                  <a:gd name="connsiteY16" fmla="*/ 197614 h 458056"/>
                  <a:gd name="connsiteX17" fmla="*/ 269409 w 375256"/>
                  <a:gd name="connsiteY17" fmla="*/ 58315 h 458056"/>
                  <a:gd name="connsiteX18" fmla="*/ 269853 w 375256"/>
                  <a:gd name="connsiteY18" fmla="*/ 54679 h 458056"/>
                  <a:gd name="connsiteX19" fmla="*/ 258221 w 375256"/>
                  <a:gd name="connsiteY19" fmla="*/ 39716 h 458056"/>
                  <a:gd name="connsiteX20" fmla="*/ 246590 w 375256"/>
                  <a:gd name="connsiteY20" fmla="*/ 41465 h 458056"/>
                  <a:gd name="connsiteX21" fmla="*/ 239567 w 375256"/>
                  <a:gd name="connsiteY21" fmla="*/ 50903 h 458056"/>
                  <a:gd name="connsiteX22" fmla="*/ 204479 w 375256"/>
                  <a:gd name="connsiteY22" fmla="*/ 189064 h 458056"/>
                  <a:gd name="connsiteX23" fmla="*/ 178773 w 375256"/>
                  <a:gd name="connsiteY23" fmla="*/ 205859 h 458056"/>
                  <a:gd name="connsiteX24" fmla="*/ 165948 w 375256"/>
                  <a:gd name="connsiteY24" fmla="*/ 199057 h 458056"/>
                  <a:gd name="connsiteX25" fmla="*/ 159896 w 375256"/>
                  <a:gd name="connsiteY25" fmla="*/ 185844 h 458056"/>
                  <a:gd name="connsiteX26" fmla="*/ 143296 w 375256"/>
                  <a:gd name="connsiteY26" fmla="*/ 27891 h 458056"/>
                  <a:gd name="connsiteX27" fmla="*/ 137661 w 375256"/>
                  <a:gd name="connsiteY27" fmla="*/ 17592 h 458056"/>
                  <a:gd name="connsiteX28" fmla="*/ 126418 w 375256"/>
                  <a:gd name="connsiteY28" fmla="*/ 14233 h 458056"/>
                  <a:gd name="connsiteX29" fmla="*/ 112622 w 375256"/>
                  <a:gd name="connsiteY29" fmla="*/ 29501 h 458056"/>
                  <a:gd name="connsiteX30" fmla="*/ 112705 w 375256"/>
                  <a:gd name="connsiteY30" fmla="*/ 31027 h 458056"/>
                  <a:gd name="connsiteX31" fmla="*/ 127972 w 375256"/>
                  <a:gd name="connsiteY31" fmla="*/ 176628 h 458056"/>
                  <a:gd name="connsiteX32" fmla="*/ 122698 w 375256"/>
                  <a:gd name="connsiteY32" fmla="*/ 194005 h 458056"/>
                  <a:gd name="connsiteX33" fmla="*/ 106570 w 375256"/>
                  <a:gd name="connsiteY33" fmla="*/ 202333 h 458056"/>
                  <a:gd name="connsiteX34" fmla="*/ 104793 w 375256"/>
                  <a:gd name="connsiteY34" fmla="*/ 202389 h 458056"/>
                  <a:gd name="connsiteX35" fmla="*/ 82863 w 375256"/>
                  <a:gd name="connsiteY35" fmla="*/ 187037 h 458056"/>
                  <a:gd name="connsiteX36" fmla="*/ 43944 w 375256"/>
                  <a:gd name="connsiteY36" fmla="*/ 80218 h 458056"/>
                  <a:gd name="connsiteX37" fmla="*/ 36005 w 375256"/>
                  <a:gd name="connsiteY37" fmla="*/ 71585 h 458056"/>
                  <a:gd name="connsiteX38" fmla="*/ 24290 w 375256"/>
                  <a:gd name="connsiteY38" fmla="*/ 71057 h 458056"/>
                  <a:gd name="connsiteX39" fmla="*/ 14185 w 375256"/>
                  <a:gd name="connsiteY39" fmla="*/ 85548 h 458056"/>
                  <a:gd name="connsiteX40" fmla="*/ 15101 w 375256"/>
                  <a:gd name="connsiteY40" fmla="*/ 90767 h 458056"/>
                  <a:gd name="connsiteX41" fmla="*/ 65013 w 375256"/>
                  <a:gd name="connsiteY41" fmla="*/ 227983 h 458056"/>
                  <a:gd name="connsiteX42" fmla="*/ 60794 w 375256"/>
                  <a:gd name="connsiteY42" fmla="*/ 237061 h 458056"/>
                  <a:gd name="connsiteX43" fmla="*/ 51716 w 375256"/>
                  <a:gd name="connsiteY43" fmla="*/ 232841 h 458056"/>
                  <a:gd name="connsiteX44" fmla="*/ 1777 w 375256"/>
                  <a:gd name="connsiteY44" fmla="*/ 95597 h 458056"/>
                  <a:gd name="connsiteX45" fmla="*/ 0 w 375256"/>
                  <a:gd name="connsiteY45" fmla="*/ 85548 h 458056"/>
                  <a:gd name="connsiteX46" fmla="*/ 19432 w 375256"/>
                  <a:gd name="connsiteY46" fmla="*/ 57760 h 458056"/>
                  <a:gd name="connsiteX47" fmla="*/ 41973 w 375256"/>
                  <a:gd name="connsiteY47" fmla="*/ 58787 h 458056"/>
                  <a:gd name="connsiteX48" fmla="*/ 57241 w 375256"/>
                  <a:gd name="connsiteY48" fmla="*/ 75415 h 458056"/>
                  <a:gd name="connsiteX49" fmla="*/ 96132 w 375256"/>
                  <a:gd name="connsiteY49" fmla="*/ 182235 h 458056"/>
                  <a:gd name="connsiteX50" fmla="*/ 104738 w 375256"/>
                  <a:gd name="connsiteY50" fmla="*/ 188259 h 458056"/>
                  <a:gd name="connsiteX51" fmla="*/ 105237 w 375256"/>
                  <a:gd name="connsiteY51" fmla="*/ 188259 h 458056"/>
                  <a:gd name="connsiteX52" fmla="*/ 111789 w 375256"/>
                  <a:gd name="connsiteY52" fmla="*/ 184955 h 458056"/>
                  <a:gd name="connsiteX53" fmla="*/ 113871 w 375256"/>
                  <a:gd name="connsiteY53" fmla="*/ 178127 h 458056"/>
                  <a:gd name="connsiteX54" fmla="*/ 98603 w 375256"/>
                  <a:gd name="connsiteY54" fmla="*/ 32610 h 458056"/>
                  <a:gd name="connsiteX55" fmla="*/ 98436 w 375256"/>
                  <a:gd name="connsiteY55" fmla="*/ 29501 h 458056"/>
                  <a:gd name="connsiteX56" fmla="*/ 124919 w 375256"/>
                  <a:gd name="connsiteY56" fmla="*/ 159 h 458056"/>
                  <a:gd name="connsiteX57" fmla="*/ 146516 w 375256"/>
                  <a:gd name="connsiteY57" fmla="*/ 6599 h 458056"/>
                  <a:gd name="connsiteX58" fmla="*/ 157315 w 375256"/>
                  <a:gd name="connsiteY58" fmla="*/ 26419 h 458056"/>
                  <a:gd name="connsiteX59" fmla="*/ 173915 w 375256"/>
                  <a:gd name="connsiteY59" fmla="*/ 184373 h 458056"/>
                  <a:gd name="connsiteX60" fmla="*/ 176247 w 375256"/>
                  <a:gd name="connsiteY60" fmla="*/ 189425 h 458056"/>
                  <a:gd name="connsiteX61" fmla="*/ 180994 w 375256"/>
                  <a:gd name="connsiteY61" fmla="*/ 191923 h 458056"/>
                  <a:gd name="connsiteX62" fmla="*/ 190682 w 375256"/>
                  <a:gd name="connsiteY62" fmla="*/ 185622 h 458056"/>
                  <a:gd name="connsiteX63" fmla="*/ 225743 w 375256"/>
                  <a:gd name="connsiteY63" fmla="*/ 47461 h 458056"/>
                  <a:gd name="connsiteX64" fmla="*/ 239206 w 375256"/>
                  <a:gd name="connsiteY64" fmla="*/ 29334 h 458056"/>
                  <a:gd name="connsiteX65" fmla="*/ 261525 w 375256"/>
                  <a:gd name="connsiteY65" fmla="*/ 26003 h 458056"/>
                  <a:gd name="connsiteX66" fmla="*/ 283899 w 375256"/>
                  <a:gd name="connsiteY66" fmla="*/ 54707 h 458056"/>
                  <a:gd name="connsiteX67" fmla="*/ 283011 w 375256"/>
                  <a:gd name="connsiteY67" fmla="*/ 61841 h 458056"/>
                  <a:gd name="connsiteX68" fmla="*/ 247617 w 375256"/>
                  <a:gd name="connsiteY68" fmla="*/ 201139 h 458056"/>
                  <a:gd name="connsiteX69" fmla="*/ 247284 w 375256"/>
                  <a:gd name="connsiteY69" fmla="*/ 203749 h 458056"/>
                  <a:gd name="connsiteX70" fmla="*/ 253530 w 375256"/>
                  <a:gd name="connsiteY70" fmla="*/ 213326 h 458056"/>
                  <a:gd name="connsiteX71" fmla="*/ 267077 w 375256"/>
                  <a:gd name="connsiteY71" fmla="*/ 208662 h 458056"/>
                  <a:gd name="connsiteX72" fmla="*/ 319682 w 375256"/>
                  <a:gd name="connsiteY72" fmla="*/ 109782 h 458056"/>
                  <a:gd name="connsiteX73" fmla="*/ 359600 w 375256"/>
                  <a:gd name="connsiteY73" fmla="*/ 97540 h 458056"/>
                  <a:gd name="connsiteX74" fmla="*/ 375257 w 375256"/>
                  <a:gd name="connsiteY74" fmla="*/ 123690 h 458056"/>
                  <a:gd name="connsiteX75" fmla="*/ 371759 w 375256"/>
                  <a:gd name="connsiteY75" fmla="*/ 137514 h 458056"/>
                  <a:gd name="connsiteX76" fmla="*/ 303248 w 375256"/>
                  <a:gd name="connsiteY76" fmla="*/ 266264 h 458056"/>
                  <a:gd name="connsiteX77" fmla="*/ 297862 w 375256"/>
                  <a:gd name="connsiteY77" fmla="*/ 305294 h 458056"/>
                  <a:gd name="connsiteX78" fmla="*/ 297862 w 375256"/>
                  <a:gd name="connsiteY78" fmla="*/ 340965 h 458056"/>
                  <a:gd name="connsiteX79" fmla="*/ 245618 w 375256"/>
                  <a:gd name="connsiteY79" fmla="*/ 423051 h 458056"/>
                  <a:gd name="connsiteX80" fmla="*/ 242898 w 375256"/>
                  <a:gd name="connsiteY80" fmla="*/ 451283 h 458056"/>
                  <a:gd name="connsiteX81" fmla="*/ 235819 w 375256"/>
                  <a:gd name="connsiteY81" fmla="*/ 458028 h 4580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</a:cxnLst>
                <a:rect l="l" t="t" r="r" b="b"/>
                <a:pathLst>
                  <a:path w="375256" h="458056">
                    <a:moveTo>
                      <a:pt x="235902" y="458056"/>
                    </a:moveTo>
                    <a:cubicBezTo>
                      <a:pt x="235902" y="458056"/>
                      <a:pt x="235680" y="458056"/>
                      <a:pt x="235542" y="458056"/>
                    </a:cubicBezTo>
                    <a:cubicBezTo>
                      <a:pt x="231628" y="457862"/>
                      <a:pt x="228629" y="454558"/>
                      <a:pt x="228824" y="450644"/>
                    </a:cubicBezTo>
                    <a:cubicBezTo>
                      <a:pt x="230212" y="422218"/>
                      <a:pt x="232627" y="416833"/>
                      <a:pt x="233404" y="415056"/>
                    </a:cubicBezTo>
                    <a:cubicBezTo>
                      <a:pt x="234126" y="413418"/>
                      <a:pt x="235459" y="412114"/>
                      <a:pt x="237096" y="411420"/>
                    </a:cubicBezTo>
                    <a:cubicBezTo>
                      <a:pt x="265439" y="399427"/>
                      <a:pt x="283761" y="371779"/>
                      <a:pt x="283761" y="340993"/>
                    </a:cubicBezTo>
                    <a:lnTo>
                      <a:pt x="283761" y="305322"/>
                    </a:lnTo>
                    <a:cubicBezTo>
                      <a:pt x="283761" y="291275"/>
                      <a:pt x="286065" y="274953"/>
                      <a:pt x="289923" y="261656"/>
                    </a:cubicBezTo>
                    <a:cubicBezTo>
                      <a:pt x="290062" y="261184"/>
                      <a:pt x="290229" y="260740"/>
                      <a:pt x="290478" y="260295"/>
                    </a:cubicBezTo>
                    <a:lnTo>
                      <a:pt x="359378" y="130852"/>
                    </a:lnTo>
                    <a:cubicBezTo>
                      <a:pt x="360599" y="128631"/>
                      <a:pt x="361182" y="126244"/>
                      <a:pt x="361182" y="123717"/>
                    </a:cubicBezTo>
                    <a:cubicBezTo>
                      <a:pt x="361182" y="117971"/>
                      <a:pt x="358073" y="112752"/>
                      <a:pt x="353049" y="110060"/>
                    </a:cubicBezTo>
                    <a:cubicBezTo>
                      <a:pt x="345581" y="106090"/>
                      <a:pt x="336254" y="108949"/>
                      <a:pt x="332285" y="116417"/>
                    </a:cubicBezTo>
                    <a:lnTo>
                      <a:pt x="279680" y="215297"/>
                    </a:lnTo>
                    <a:cubicBezTo>
                      <a:pt x="273684" y="226678"/>
                      <a:pt x="259693" y="231481"/>
                      <a:pt x="247895" y="226262"/>
                    </a:cubicBezTo>
                    <a:cubicBezTo>
                      <a:pt x="238984" y="222320"/>
                      <a:pt x="233238" y="213465"/>
                      <a:pt x="233238" y="203721"/>
                    </a:cubicBezTo>
                    <a:cubicBezTo>
                      <a:pt x="233238" y="201667"/>
                      <a:pt x="233487" y="199613"/>
                      <a:pt x="234015" y="197614"/>
                    </a:cubicBezTo>
                    <a:lnTo>
                      <a:pt x="269409" y="58315"/>
                    </a:lnTo>
                    <a:cubicBezTo>
                      <a:pt x="269714" y="57177"/>
                      <a:pt x="269853" y="56011"/>
                      <a:pt x="269853" y="54679"/>
                    </a:cubicBezTo>
                    <a:cubicBezTo>
                      <a:pt x="269853" y="47656"/>
                      <a:pt x="264967" y="41382"/>
                      <a:pt x="258221" y="39716"/>
                    </a:cubicBezTo>
                    <a:cubicBezTo>
                      <a:pt x="254224" y="38717"/>
                      <a:pt x="250115" y="39328"/>
                      <a:pt x="246590" y="41465"/>
                    </a:cubicBezTo>
                    <a:cubicBezTo>
                      <a:pt x="243065" y="43603"/>
                      <a:pt x="240566" y="46934"/>
                      <a:pt x="239567" y="50903"/>
                    </a:cubicBezTo>
                    <a:lnTo>
                      <a:pt x="204479" y="189064"/>
                    </a:lnTo>
                    <a:cubicBezTo>
                      <a:pt x="201619" y="200418"/>
                      <a:pt x="190321" y="207802"/>
                      <a:pt x="178773" y="205859"/>
                    </a:cubicBezTo>
                    <a:cubicBezTo>
                      <a:pt x="173859" y="205081"/>
                      <a:pt x="169418" y="202722"/>
                      <a:pt x="165948" y="199057"/>
                    </a:cubicBezTo>
                    <a:cubicBezTo>
                      <a:pt x="162478" y="195310"/>
                      <a:pt x="160424" y="190757"/>
                      <a:pt x="159896" y="185844"/>
                    </a:cubicBezTo>
                    <a:lnTo>
                      <a:pt x="143296" y="27891"/>
                    </a:lnTo>
                    <a:cubicBezTo>
                      <a:pt x="142880" y="23838"/>
                      <a:pt x="140881" y="20201"/>
                      <a:pt x="137661" y="17592"/>
                    </a:cubicBezTo>
                    <a:cubicBezTo>
                      <a:pt x="134468" y="15010"/>
                      <a:pt x="130499" y="13816"/>
                      <a:pt x="126418" y="14233"/>
                    </a:cubicBezTo>
                    <a:cubicBezTo>
                      <a:pt x="118673" y="15010"/>
                      <a:pt x="112622" y="21728"/>
                      <a:pt x="112622" y="29501"/>
                    </a:cubicBezTo>
                    <a:cubicBezTo>
                      <a:pt x="112622" y="30000"/>
                      <a:pt x="112649" y="30528"/>
                      <a:pt x="112705" y="31027"/>
                    </a:cubicBezTo>
                    <a:lnTo>
                      <a:pt x="127972" y="176628"/>
                    </a:lnTo>
                    <a:cubicBezTo>
                      <a:pt x="128639" y="182929"/>
                      <a:pt x="126779" y="189119"/>
                      <a:pt x="122698" y="194005"/>
                    </a:cubicBezTo>
                    <a:cubicBezTo>
                      <a:pt x="118617" y="198891"/>
                      <a:pt x="112899" y="201861"/>
                      <a:pt x="106570" y="202333"/>
                    </a:cubicBezTo>
                    <a:cubicBezTo>
                      <a:pt x="106126" y="202389"/>
                      <a:pt x="105459" y="202389"/>
                      <a:pt x="104793" y="202389"/>
                    </a:cubicBezTo>
                    <a:cubicBezTo>
                      <a:pt x="95022" y="202389"/>
                      <a:pt x="86222" y="196226"/>
                      <a:pt x="82863" y="187037"/>
                    </a:cubicBezTo>
                    <a:lnTo>
                      <a:pt x="43944" y="80218"/>
                    </a:lnTo>
                    <a:cubicBezTo>
                      <a:pt x="42556" y="76387"/>
                      <a:pt x="39724" y="73306"/>
                      <a:pt x="36005" y="71585"/>
                    </a:cubicBezTo>
                    <a:cubicBezTo>
                      <a:pt x="32285" y="69836"/>
                      <a:pt x="28121" y="69641"/>
                      <a:pt x="24290" y="71057"/>
                    </a:cubicBezTo>
                    <a:cubicBezTo>
                      <a:pt x="18238" y="73250"/>
                      <a:pt x="14185" y="79080"/>
                      <a:pt x="14185" y="85548"/>
                    </a:cubicBezTo>
                    <a:cubicBezTo>
                      <a:pt x="14185" y="87352"/>
                      <a:pt x="14491" y="89073"/>
                      <a:pt x="15101" y="90767"/>
                    </a:cubicBezTo>
                    <a:lnTo>
                      <a:pt x="65013" y="227983"/>
                    </a:lnTo>
                    <a:cubicBezTo>
                      <a:pt x="66346" y="231647"/>
                      <a:pt x="64458" y="235728"/>
                      <a:pt x="60794" y="237061"/>
                    </a:cubicBezTo>
                    <a:cubicBezTo>
                      <a:pt x="57158" y="238393"/>
                      <a:pt x="53049" y="236505"/>
                      <a:pt x="51716" y="232841"/>
                    </a:cubicBezTo>
                    <a:lnTo>
                      <a:pt x="1777" y="95597"/>
                    </a:lnTo>
                    <a:cubicBezTo>
                      <a:pt x="611" y="92377"/>
                      <a:pt x="0" y="88990"/>
                      <a:pt x="0" y="85548"/>
                    </a:cubicBezTo>
                    <a:cubicBezTo>
                      <a:pt x="0" y="73139"/>
                      <a:pt x="7801" y="61952"/>
                      <a:pt x="19432" y="57760"/>
                    </a:cubicBezTo>
                    <a:cubicBezTo>
                      <a:pt x="26816" y="55067"/>
                      <a:pt x="34811" y="55428"/>
                      <a:pt x="41973" y="58787"/>
                    </a:cubicBezTo>
                    <a:cubicBezTo>
                      <a:pt x="49135" y="62118"/>
                      <a:pt x="54548" y="68031"/>
                      <a:pt x="57241" y="75415"/>
                    </a:cubicBezTo>
                    <a:lnTo>
                      <a:pt x="96132" y="182235"/>
                    </a:lnTo>
                    <a:cubicBezTo>
                      <a:pt x="97437" y="185844"/>
                      <a:pt x="100907" y="188259"/>
                      <a:pt x="104738" y="188259"/>
                    </a:cubicBezTo>
                    <a:lnTo>
                      <a:pt x="105237" y="188259"/>
                    </a:lnTo>
                    <a:cubicBezTo>
                      <a:pt x="107930" y="188037"/>
                      <a:pt x="110179" y="186871"/>
                      <a:pt x="111789" y="184955"/>
                    </a:cubicBezTo>
                    <a:cubicBezTo>
                      <a:pt x="113399" y="183040"/>
                      <a:pt x="114120" y="180625"/>
                      <a:pt x="113871" y="178127"/>
                    </a:cubicBezTo>
                    <a:lnTo>
                      <a:pt x="98603" y="32610"/>
                    </a:lnTo>
                    <a:cubicBezTo>
                      <a:pt x="98492" y="31638"/>
                      <a:pt x="98436" y="30583"/>
                      <a:pt x="98436" y="29501"/>
                    </a:cubicBezTo>
                    <a:cubicBezTo>
                      <a:pt x="98436" y="14288"/>
                      <a:pt x="109818" y="1685"/>
                      <a:pt x="124919" y="159"/>
                    </a:cubicBezTo>
                    <a:cubicBezTo>
                      <a:pt x="132720" y="-646"/>
                      <a:pt x="140381" y="1630"/>
                      <a:pt x="146516" y="6599"/>
                    </a:cubicBezTo>
                    <a:cubicBezTo>
                      <a:pt x="152651" y="11568"/>
                      <a:pt x="156510" y="18591"/>
                      <a:pt x="157315" y="26419"/>
                    </a:cubicBezTo>
                    <a:lnTo>
                      <a:pt x="173915" y="184373"/>
                    </a:lnTo>
                    <a:cubicBezTo>
                      <a:pt x="174110" y="186232"/>
                      <a:pt x="174914" y="187981"/>
                      <a:pt x="176247" y="189425"/>
                    </a:cubicBezTo>
                    <a:cubicBezTo>
                      <a:pt x="177496" y="190729"/>
                      <a:pt x="179134" y="191618"/>
                      <a:pt x="180994" y="191923"/>
                    </a:cubicBezTo>
                    <a:cubicBezTo>
                      <a:pt x="185352" y="192645"/>
                      <a:pt x="189599" y="189869"/>
                      <a:pt x="190682" y="185622"/>
                    </a:cubicBezTo>
                    <a:lnTo>
                      <a:pt x="225743" y="47461"/>
                    </a:lnTo>
                    <a:cubicBezTo>
                      <a:pt x="227658" y="39855"/>
                      <a:pt x="232432" y="33415"/>
                      <a:pt x="239206" y="29334"/>
                    </a:cubicBezTo>
                    <a:cubicBezTo>
                      <a:pt x="245979" y="25253"/>
                      <a:pt x="253891" y="24088"/>
                      <a:pt x="261525" y="26003"/>
                    </a:cubicBezTo>
                    <a:cubicBezTo>
                      <a:pt x="274683" y="29223"/>
                      <a:pt x="283899" y="41049"/>
                      <a:pt x="283899" y="54707"/>
                    </a:cubicBezTo>
                    <a:cubicBezTo>
                      <a:pt x="283899" y="57177"/>
                      <a:pt x="283594" y="59592"/>
                      <a:pt x="283011" y="61841"/>
                    </a:cubicBezTo>
                    <a:lnTo>
                      <a:pt x="247617" y="201139"/>
                    </a:lnTo>
                    <a:cubicBezTo>
                      <a:pt x="247395" y="202000"/>
                      <a:pt x="247284" y="202888"/>
                      <a:pt x="247284" y="203749"/>
                    </a:cubicBezTo>
                    <a:cubicBezTo>
                      <a:pt x="247284" y="207885"/>
                      <a:pt x="249727" y="211660"/>
                      <a:pt x="253530" y="213326"/>
                    </a:cubicBezTo>
                    <a:cubicBezTo>
                      <a:pt x="258555" y="215547"/>
                      <a:pt x="264523" y="213520"/>
                      <a:pt x="267077" y="208662"/>
                    </a:cubicBezTo>
                    <a:lnTo>
                      <a:pt x="319682" y="109782"/>
                    </a:lnTo>
                    <a:cubicBezTo>
                      <a:pt x="327288" y="95430"/>
                      <a:pt x="345193" y="89934"/>
                      <a:pt x="359600" y="97540"/>
                    </a:cubicBezTo>
                    <a:cubicBezTo>
                      <a:pt x="369260" y="102703"/>
                      <a:pt x="375257" y="112724"/>
                      <a:pt x="375257" y="123690"/>
                    </a:cubicBezTo>
                    <a:cubicBezTo>
                      <a:pt x="375257" y="128575"/>
                      <a:pt x="374091" y="133239"/>
                      <a:pt x="371759" y="137514"/>
                    </a:cubicBezTo>
                    <a:lnTo>
                      <a:pt x="303248" y="266264"/>
                    </a:lnTo>
                    <a:cubicBezTo>
                      <a:pt x="299861" y="278228"/>
                      <a:pt x="297862" y="292747"/>
                      <a:pt x="297862" y="305294"/>
                    </a:cubicBezTo>
                    <a:lnTo>
                      <a:pt x="297862" y="340965"/>
                    </a:lnTo>
                    <a:cubicBezTo>
                      <a:pt x="297862" y="376331"/>
                      <a:pt x="277459" y="408172"/>
                      <a:pt x="245618" y="423051"/>
                    </a:cubicBezTo>
                    <a:cubicBezTo>
                      <a:pt x="244897" y="426382"/>
                      <a:pt x="243731" y="434099"/>
                      <a:pt x="242898" y="451283"/>
                    </a:cubicBezTo>
                    <a:cubicBezTo>
                      <a:pt x="242704" y="455058"/>
                      <a:pt x="239595" y="458028"/>
                      <a:pt x="235819" y="458028"/>
                    </a:cubicBezTo>
                    <a:close/>
                  </a:path>
                </a:pathLst>
              </a:custGeom>
              <a:solidFill>
                <a:srgbClr val="262626"/>
              </a:solidFill>
              <a:ln w="27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  <p:grpSp>
        <p:nvGrpSpPr>
          <p:cNvPr id="887" name="Gráfico 2">
            <a:extLst>
              <a:ext uri="{FF2B5EF4-FFF2-40B4-BE49-F238E27FC236}">
                <a16:creationId xmlns:a16="http://schemas.microsoft.com/office/drawing/2014/main" id="{7805DF69-FC17-C983-11F4-BBF62B93CF77}"/>
              </a:ext>
            </a:extLst>
          </p:cNvPr>
          <p:cNvGrpSpPr/>
          <p:nvPr/>
        </p:nvGrpSpPr>
        <p:grpSpPr>
          <a:xfrm>
            <a:off x="1005389" y="3454400"/>
            <a:ext cx="515710" cy="588120"/>
            <a:chOff x="971517" y="3415773"/>
            <a:chExt cx="583453" cy="665374"/>
          </a:xfrm>
          <a:solidFill>
            <a:srgbClr val="262626"/>
          </a:solidFill>
        </p:grpSpPr>
        <p:sp>
          <p:nvSpPr>
            <p:cNvPr id="888" name="Forma Livre: Forma 887">
              <a:extLst>
                <a:ext uri="{FF2B5EF4-FFF2-40B4-BE49-F238E27FC236}">
                  <a16:creationId xmlns:a16="http://schemas.microsoft.com/office/drawing/2014/main" id="{224B9547-E81D-3F8A-3124-5528565CBA70}"/>
                </a:ext>
              </a:extLst>
            </p:cNvPr>
            <p:cNvSpPr/>
            <p:nvPr/>
          </p:nvSpPr>
          <p:spPr>
            <a:xfrm>
              <a:off x="971517" y="3415801"/>
              <a:ext cx="298832" cy="665346"/>
            </a:xfrm>
            <a:custGeom>
              <a:avLst/>
              <a:gdLst>
                <a:gd name="connsiteX0" fmla="*/ 291713 w 298832"/>
                <a:gd name="connsiteY0" fmla="*/ 665319 h 665346"/>
                <a:gd name="connsiteX1" fmla="*/ 289964 w 298832"/>
                <a:gd name="connsiteY1" fmla="*/ 665097 h 665346"/>
                <a:gd name="connsiteX2" fmla="*/ 46927 w 298832"/>
                <a:gd name="connsiteY2" fmla="*/ 369622 h 665346"/>
                <a:gd name="connsiteX3" fmla="*/ 13 w 298832"/>
                <a:gd name="connsiteY3" fmla="*/ 126113 h 665346"/>
                <a:gd name="connsiteX4" fmla="*/ 5954 w 298832"/>
                <a:gd name="connsiteY4" fmla="*/ 118673 h 665346"/>
                <a:gd name="connsiteX5" fmla="*/ 287632 w 298832"/>
                <a:gd name="connsiteY5" fmla="*/ 1305 h 665346"/>
                <a:gd name="connsiteX6" fmla="*/ 297515 w 298832"/>
                <a:gd name="connsiteY6" fmla="*/ 2971 h 665346"/>
                <a:gd name="connsiteX7" fmla="*/ 295849 w 298832"/>
                <a:gd name="connsiteY7" fmla="*/ 12853 h 665346"/>
                <a:gd name="connsiteX8" fmla="*/ 14671 w 298832"/>
                <a:gd name="connsiteY8" fmla="*/ 131582 h 665346"/>
                <a:gd name="connsiteX9" fmla="*/ 293490 w 298832"/>
                <a:gd name="connsiteY9" fmla="*/ 651411 h 665346"/>
                <a:gd name="connsiteX10" fmla="*/ 298597 w 298832"/>
                <a:gd name="connsiteY10" fmla="*/ 660017 h 665346"/>
                <a:gd name="connsiteX11" fmla="*/ 291741 w 298832"/>
                <a:gd name="connsiteY11" fmla="*/ 665347 h 665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98832" h="665346">
                  <a:moveTo>
                    <a:pt x="291713" y="665319"/>
                  </a:moveTo>
                  <a:cubicBezTo>
                    <a:pt x="291130" y="665319"/>
                    <a:pt x="290547" y="665263"/>
                    <a:pt x="289964" y="665097"/>
                  </a:cubicBezTo>
                  <a:cubicBezTo>
                    <a:pt x="183117" y="637809"/>
                    <a:pt x="99060" y="535625"/>
                    <a:pt x="46927" y="369622"/>
                  </a:cubicBezTo>
                  <a:cubicBezTo>
                    <a:pt x="7869" y="245230"/>
                    <a:pt x="69" y="127279"/>
                    <a:pt x="13" y="126113"/>
                  </a:cubicBezTo>
                  <a:cubicBezTo>
                    <a:pt x="-209" y="122477"/>
                    <a:pt x="2345" y="119256"/>
                    <a:pt x="5954" y="118673"/>
                  </a:cubicBezTo>
                  <a:cubicBezTo>
                    <a:pt x="155468" y="94384"/>
                    <a:pt x="286328" y="2221"/>
                    <a:pt x="287632" y="1305"/>
                  </a:cubicBezTo>
                  <a:cubicBezTo>
                    <a:pt x="290825" y="-943"/>
                    <a:pt x="295239" y="-222"/>
                    <a:pt x="297515" y="2971"/>
                  </a:cubicBezTo>
                  <a:cubicBezTo>
                    <a:pt x="299791" y="6163"/>
                    <a:pt x="299042" y="10577"/>
                    <a:pt x="295849" y="12853"/>
                  </a:cubicBezTo>
                  <a:cubicBezTo>
                    <a:pt x="294545" y="13797"/>
                    <a:pt x="164823" y="105210"/>
                    <a:pt x="14671" y="131582"/>
                  </a:cubicBezTo>
                  <a:cubicBezTo>
                    <a:pt x="19473" y="187407"/>
                    <a:pt x="62168" y="592311"/>
                    <a:pt x="293490" y="651411"/>
                  </a:cubicBezTo>
                  <a:cubicBezTo>
                    <a:pt x="297265" y="652383"/>
                    <a:pt x="299569" y="656241"/>
                    <a:pt x="298597" y="660017"/>
                  </a:cubicBezTo>
                  <a:cubicBezTo>
                    <a:pt x="297792" y="663209"/>
                    <a:pt x="294905" y="665347"/>
                    <a:pt x="291741" y="665347"/>
                  </a:cubicBezTo>
                  <a:close/>
                </a:path>
              </a:pathLst>
            </a:custGeom>
            <a:solidFill>
              <a:srgbClr val="262626"/>
            </a:solidFill>
            <a:ln w="27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889" name="Forma Livre: Forma 888">
              <a:extLst>
                <a:ext uri="{FF2B5EF4-FFF2-40B4-BE49-F238E27FC236}">
                  <a16:creationId xmlns:a16="http://schemas.microsoft.com/office/drawing/2014/main" id="{B1E4E892-A2B4-F776-78AD-E79F11F8052D}"/>
                </a:ext>
              </a:extLst>
            </p:cNvPr>
            <p:cNvSpPr/>
            <p:nvPr/>
          </p:nvSpPr>
          <p:spPr>
            <a:xfrm>
              <a:off x="1256149" y="3415773"/>
              <a:ext cx="298821" cy="665346"/>
            </a:xfrm>
            <a:custGeom>
              <a:avLst/>
              <a:gdLst>
                <a:gd name="connsiteX0" fmla="*/ 7081 w 298821"/>
                <a:gd name="connsiteY0" fmla="*/ 665347 h 665346"/>
                <a:gd name="connsiteX1" fmla="*/ 224 w 298821"/>
                <a:gd name="connsiteY1" fmla="*/ 660017 h 665346"/>
                <a:gd name="connsiteX2" fmla="*/ 5332 w 298821"/>
                <a:gd name="connsiteY2" fmla="*/ 651411 h 665346"/>
                <a:gd name="connsiteX3" fmla="*/ 284151 w 298821"/>
                <a:gd name="connsiteY3" fmla="*/ 131582 h 665346"/>
                <a:gd name="connsiteX4" fmla="*/ 2972 w 298821"/>
                <a:gd name="connsiteY4" fmla="*/ 12853 h 665346"/>
                <a:gd name="connsiteX5" fmla="*/ 1307 w 298821"/>
                <a:gd name="connsiteY5" fmla="*/ 2971 h 665346"/>
                <a:gd name="connsiteX6" fmla="*/ 11189 w 298821"/>
                <a:gd name="connsiteY6" fmla="*/ 1305 h 665346"/>
                <a:gd name="connsiteX7" fmla="*/ 292868 w 298821"/>
                <a:gd name="connsiteY7" fmla="*/ 118673 h 665346"/>
                <a:gd name="connsiteX8" fmla="*/ 298808 w 298821"/>
                <a:gd name="connsiteY8" fmla="*/ 126113 h 665346"/>
                <a:gd name="connsiteX9" fmla="*/ 251894 w 298821"/>
                <a:gd name="connsiteY9" fmla="*/ 369622 h 665346"/>
                <a:gd name="connsiteX10" fmla="*/ 8857 w 298821"/>
                <a:gd name="connsiteY10" fmla="*/ 665097 h 665346"/>
                <a:gd name="connsiteX11" fmla="*/ 7109 w 298821"/>
                <a:gd name="connsiteY11" fmla="*/ 665319 h 665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98821" h="665346">
                  <a:moveTo>
                    <a:pt x="7081" y="665347"/>
                  </a:moveTo>
                  <a:cubicBezTo>
                    <a:pt x="3916" y="665347"/>
                    <a:pt x="1057" y="663209"/>
                    <a:pt x="224" y="660017"/>
                  </a:cubicBezTo>
                  <a:cubicBezTo>
                    <a:pt x="-747" y="656241"/>
                    <a:pt x="1529" y="652383"/>
                    <a:pt x="5332" y="651411"/>
                  </a:cubicBezTo>
                  <a:cubicBezTo>
                    <a:pt x="236654" y="592338"/>
                    <a:pt x="279376" y="187407"/>
                    <a:pt x="284151" y="131582"/>
                  </a:cubicBezTo>
                  <a:cubicBezTo>
                    <a:pt x="133998" y="105210"/>
                    <a:pt x="4277" y="13797"/>
                    <a:pt x="2972" y="12853"/>
                  </a:cubicBezTo>
                  <a:cubicBezTo>
                    <a:pt x="-220" y="10577"/>
                    <a:pt x="-942" y="6163"/>
                    <a:pt x="1307" y="2971"/>
                  </a:cubicBezTo>
                  <a:cubicBezTo>
                    <a:pt x="3583" y="-222"/>
                    <a:pt x="7997" y="-943"/>
                    <a:pt x="11189" y="1305"/>
                  </a:cubicBezTo>
                  <a:cubicBezTo>
                    <a:pt x="12494" y="2221"/>
                    <a:pt x="143326" y="94384"/>
                    <a:pt x="292868" y="118673"/>
                  </a:cubicBezTo>
                  <a:cubicBezTo>
                    <a:pt x="296476" y="119256"/>
                    <a:pt x="299030" y="122477"/>
                    <a:pt x="298808" y="126113"/>
                  </a:cubicBezTo>
                  <a:cubicBezTo>
                    <a:pt x="298725" y="127279"/>
                    <a:pt x="290952" y="245258"/>
                    <a:pt x="251894" y="369622"/>
                  </a:cubicBezTo>
                  <a:cubicBezTo>
                    <a:pt x="199761" y="535625"/>
                    <a:pt x="115733" y="637809"/>
                    <a:pt x="8857" y="665097"/>
                  </a:cubicBezTo>
                  <a:cubicBezTo>
                    <a:pt x="8274" y="665236"/>
                    <a:pt x="7692" y="665319"/>
                    <a:pt x="7109" y="665319"/>
                  </a:cubicBezTo>
                  <a:close/>
                </a:path>
              </a:pathLst>
            </a:custGeom>
            <a:solidFill>
              <a:srgbClr val="262626"/>
            </a:solidFill>
            <a:ln w="27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890" name="Forma Livre: Forma 889">
              <a:extLst>
                <a:ext uri="{FF2B5EF4-FFF2-40B4-BE49-F238E27FC236}">
                  <a16:creationId xmlns:a16="http://schemas.microsoft.com/office/drawing/2014/main" id="{FEA3269C-D67B-F699-E08C-31958E785E9F}"/>
                </a:ext>
              </a:extLst>
            </p:cNvPr>
            <p:cNvSpPr/>
            <p:nvPr/>
          </p:nvSpPr>
          <p:spPr>
            <a:xfrm>
              <a:off x="1116547" y="3588106"/>
              <a:ext cx="306384" cy="306384"/>
            </a:xfrm>
            <a:custGeom>
              <a:avLst/>
              <a:gdLst>
                <a:gd name="connsiteX0" fmla="*/ 210114 w 306384"/>
                <a:gd name="connsiteY0" fmla="*/ 306385 h 306384"/>
                <a:gd name="connsiteX1" fmla="*/ 96271 w 306384"/>
                <a:gd name="connsiteY1" fmla="*/ 306385 h 306384"/>
                <a:gd name="connsiteX2" fmla="*/ 89192 w 306384"/>
                <a:gd name="connsiteY2" fmla="*/ 299306 h 306384"/>
                <a:gd name="connsiteX3" fmla="*/ 89192 w 306384"/>
                <a:gd name="connsiteY3" fmla="*/ 217192 h 306384"/>
                <a:gd name="connsiteX4" fmla="*/ 7079 w 306384"/>
                <a:gd name="connsiteY4" fmla="*/ 217192 h 306384"/>
                <a:gd name="connsiteX5" fmla="*/ 0 w 306384"/>
                <a:gd name="connsiteY5" fmla="*/ 210114 h 306384"/>
                <a:gd name="connsiteX6" fmla="*/ 0 w 306384"/>
                <a:gd name="connsiteY6" fmla="*/ 96271 h 306384"/>
                <a:gd name="connsiteX7" fmla="*/ 7079 w 306384"/>
                <a:gd name="connsiteY7" fmla="*/ 89192 h 306384"/>
                <a:gd name="connsiteX8" fmla="*/ 89192 w 306384"/>
                <a:gd name="connsiteY8" fmla="*/ 89192 h 306384"/>
                <a:gd name="connsiteX9" fmla="*/ 89192 w 306384"/>
                <a:gd name="connsiteY9" fmla="*/ 7079 h 306384"/>
                <a:gd name="connsiteX10" fmla="*/ 96271 w 306384"/>
                <a:gd name="connsiteY10" fmla="*/ 0 h 306384"/>
                <a:gd name="connsiteX11" fmla="*/ 210114 w 306384"/>
                <a:gd name="connsiteY11" fmla="*/ 0 h 306384"/>
                <a:gd name="connsiteX12" fmla="*/ 217192 w 306384"/>
                <a:gd name="connsiteY12" fmla="*/ 7079 h 306384"/>
                <a:gd name="connsiteX13" fmla="*/ 217192 w 306384"/>
                <a:gd name="connsiteY13" fmla="*/ 89192 h 306384"/>
                <a:gd name="connsiteX14" fmla="*/ 299306 w 306384"/>
                <a:gd name="connsiteY14" fmla="*/ 89192 h 306384"/>
                <a:gd name="connsiteX15" fmla="*/ 306385 w 306384"/>
                <a:gd name="connsiteY15" fmla="*/ 96271 h 306384"/>
                <a:gd name="connsiteX16" fmla="*/ 306385 w 306384"/>
                <a:gd name="connsiteY16" fmla="*/ 210114 h 306384"/>
                <a:gd name="connsiteX17" fmla="*/ 299306 w 306384"/>
                <a:gd name="connsiteY17" fmla="*/ 217192 h 306384"/>
                <a:gd name="connsiteX18" fmla="*/ 217192 w 306384"/>
                <a:gd name="connsiteY18" fmla="*/ 217192 h 306384"/>
                <a:gd name="connsiteX19" fmla="*/ 217192 w 306384"/>
                <a:gd name="connsiteY19" fmla="*/ 299306 h 306384"/>
                <a:gd name="connsiteX20" fmla="*/ 210114 w 306384"/>
                <a:gd name="connsiteY20" fmla="*/ 306385 h 306384"/>
                <a:gd name="connsiteX21" fmla="*/ 103350 w 306384"/>
                <a:gd name="connsiteY21" fmla="*/ 292227 h 306384"/>
                <a:gd name="connsiteX22" fmla="*/ 203035 w 306384"/>
                <a:gd name="connsiteY22" fmla="*/ 292227 h 306384"/>
                <a:gd name="connsiteX23" fmla="*/ 203035 w 306384"/>
                <a:gd name="connsiteY23" fmla="*/ 210114 h 306384"/>
                <a:gd name="connsiteX24" fmla="*/ 210114 w 306384"/>
                <a:gd name="connsiteY24" fmla="*/ 203035 h 306384"/>
                <a:gd name="connsiteX25" fmla="*/ 292227 w 306384"/>
                <a:gd name="connsiteY25" fmla="*/ 203035 h 306384"/>
                <a:gd name="connsiteX26" fmla="*/ 292227 w 306384"/>
                <a:gd name="connsiteY26" fmla="*/ 103350 h 306384"/>
                <a:gd name="connsiteX27" fmla="*/ 210114 w 306384"/>
                <a:gd name="connsiteY27" fmla="*/ 103350 h 306384"/>
                <a:gd name="connsiteX28" fmla="*/ 203035 w 306384"/>
                <a:gd name="connsiteY28" fmla="*/ 96271 h 306384"/>
                <a:gd name="connsiteX29" fmla="*/ 203035 w 306384"/>
                <a:gd name="connsiteY29" fmla="*/ 14157 h 306384"/>
                <a:gd name="connsiteX30" fmla="*/ 103350 w 306384"/>
                <a:gd name="connsiteY30" fmla="*/ 14157 h 306384"/>
                <a:gd name="connsiteX31" fmla="*/ 103350 w 306384"/>
                <a:gd name="connsiteY31" fmla="*/ 96271 h 306384"/>
                <a:gd name="connsiteX32" fmla="*/ 96271 w 306384"/>
                <a:gd name="connsiteY32" fmla="*/ 103350 h 306384"/>
                <a:gd name="connsiteX33" fmla="*/ 14157 w 306384"/>
                <a:gd name="connsiteY33" fmla="*/ 103350 h 306384"/>
                <a:gd name="connsiteX34" fmla="*/ 14157 w 306384"/>
                <a:gd name="connsiteY34" fmla="*/ 203035 h 306384"/>
                <a:gd name="connsiteX35" fmla="*/ 96271 w 306384"/>
                <a:gd name="connsiteY35" fmla="*/ 203035 h 306384"/>
                <a:gd name="connsiteX36" fmla="*/ 103350 w 306384"/>
                <a:gd name="connsiteY36" fmla="*/ 210114 h 306384"/>
                <a:gd name="connsiteX37" fmla="*/ 103350 w 306384"/>
                <a:gd name="connsiteY37" fmla="*/ 292227 h 306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06384" h="306384">
                  <a:moveTo>
                    <a:pt x="210114" y="306385"/>
                  </a:moveTo>
                  <a:lnTo>
                    <a:pt x="96271" y="306385"/>
                  </a:lnTo>
                  <a:cubicBezTo>
                    <a:pt x="92357" y="306385"/>
                    <a:pt x="89192" y="303220"/>
                    <a:pt x="89192" y="299306"/>
                  </a:cubicBezTo>
                  <a:lnTo>
                    <a:pt x="89192" y="217192"/>
                  </a:lnTo>
                  <a:lnTo>
                    <a:pt x="7079" y="217192"/>
                  </a:lnTo>
                  <a:cubicBezTo>
                    <a:pt x="3165" y="217192"/>
                    <a:pt x="0" y="214028"/>
                    <a:pt x="0" y="210114"/>
                  </a:cubicBezTo>
                  <a:lnTo>
                    <a:pt x="0" y="96271"/>
                  </a:lnTo>
                  <a:cubicBezTo>
                    <a:pt x="0" y="92357"/>
                    <a:pt x="3165" y="89192"/>
                    <a:pt x="7079" y="89192"/>
                  </a:cubicBezTo>
                  <a:lnTo>
                    <a:pt x="89192" y="89192"/>
                  </a:lnTo>
                  <a:lnTo>
                    <a:pt x="89192" y="7079"/>
                  </a:lnTo>
                  <a:cubicBezTo>
                    <a:pt x="89192" y="3165"/>
                    <a:pt x="92357" y="0"/>
                    <a:pt x="96271" y="0"/>
                  </a:cubicBezTo>
                  <a:lnTo>
                    <a:pt x="210114" y="0"/>
                  </a:lnTo>
                  <a:cubicBezTo>
                    <a:pt x="214028" y="0"/>
                    <a:pt x="217192" y="3165"/>
                    <a:pt x="217192" y="7079"/>
                  </a:cubicBezTo>
                  <a:lnTo>
                    <a:pt x="217192" y="89192"/>
                  </a:lnTo>
                  <a:lnTo>
                    <a:pt x="299306" y="89192"/>
                  </a:lnTo>
                  <a:cubicBezTo>
                    <a:pt x="303220" y="89192"/>
                    <a:pt x="306385" y="92357"/>
                    <a:pt x="306385" y="96271"/>
                  </a:cubicBezTo>
                  <a:lnTo>
                    <a:pt x="306385" y="210114"/>
                  </a:lnTo>
                  <a:cubicBezTo>
                    <a:pt x="306385" y="214028"/>
                    <a:pt x="303220" y="217192"/>
                    <a:pt x="299306" y="217192"/>
                  </a:cubicBezTo>
                  <a:lnTo>
                    <a:pt x="217192" y="217192"/>
                  </a:lnTo>
                  <a:lnTo>
                    <a:pt x="217192" y="299306"/>
                  </a:lnTo>
                  <a:cubicBezTo>
                    <a:pt x="217192" y="303220"/>
                    <a:pt x="214028" y="306385"/>
                    <a:pt x="210114" y="306385"/>
                  </a:cubicBezTo>
                  <a:close/>
                  <a:moveTo>
                    <a:pt x="103350" y="292227"/>
                  </a:moveTo>
                  <a:lnTo>
                    <a:pt x="203035" y="292227"/>
                  </a:lnTo>
                  <a:lnTo>
                    <a:pt x="203035" y="210114"/>
                  </a:lnTo>
                  <a:cubicBezTo>
                    <a:pt x="203035" y="206200"/>
                    <a:pt x="206200" y="203035"/>
                    <a:pt x="210114" y="203035"/>
                  </a:cubicBezTo>
                  <a:lnTo>
                    <a:pt x="292227" y="203035"/>
                  </a:lnTo>
                  <a:lnTo>
                    <a:pt x="292227" y="103350"/>
                  </a:lnTo>
                  <a:lnTo>
                    <a:pt x="210114" y="103350"/>
                  </a:lnTo>
                  <a:cubicBezTo>
                    <a:pt x="206200" y="103350"/>
                    <a:pt x="203035" y="100185"/>
                    <a:pt x="203035" y="96271"/>
                  </a:cubicBezTo>
                  <a:lnTo>
                    <a:pt x="203035" y="14157"/>
                  </a:lnTo>
                  <a:lnTo>
                    <a:pt x="103350" y="14157"/>
                  </a:lnTo>
                  <a:lnTo>
                    <a:pt x="103350" y="96271"/>
                  </a:lnTo>
                  <a:cubicBezTo>
                    <a:pt x="103350" y="100185"/>
                    <a:pt x="100185" y="103350"/>
                    <a:pt x="96271" y="103350"/>
                  </a:cubicBezTo>
                  <a:lnTo>
                    <a:pt x="14157" y="103350"/>
                  </a:lnTo>
                  <a:lnTo>
                    <a:pt x="14157" y="203035"/>
                  </a:lnTo>
                  <a:lnTo>
                    <a:pt x="96271" y="203035"/>
                  </a:lnTo>
                  <a:cubicBezTo>
                    <a:pt x="100185" y="203035"/>
                    <a:pt x="103350" y="206200"/>
                    <a:pt x="103350" y="210114"/>
                  </a:cubicBezTo>
                  <a:lnTo>
                    <a:pt x="103350" y="292227"/>
                  </a:lnTo>
                  <a:close/>
                </a:path>
              </a:pathLst>
            </a:custGeom>
            <a:solidFill>
              <a:srgbClr val="262626"/>
            </a:solidFill>
            <a:ln w="27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sp>
        <p:nvSpPr>
          <p:cNvPr id="893" name="Espaço Reservado para Texto 1">
            <a:extLst>
              <a:ext uri="{FF2B5EF4-FFF2-40B4-BE49-F238E27FC236}">
                <a16:creationId xmlns:a16="http://schemas.microsoft.com/office/drawing/2014/main" id="{3DAD43A9-34AC-1575-BC4E-E001C55B579D}"/>
              </a:ext>
            </a:extLst>
          </p:cNvPr>
          <p:cNvSpPr txBox="1">
            <a:spLocks/>
          </p:cNvSpPr>
          <p:nvPr/>
        </p:nvSpPr>
        <p:spPr>
          <a:xfrm>
            <a:off x="518419" y="448304"/>
            <a:ext cx="7905750" cy="114603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/>
              <a:t>PACK DE ÍCONES</a:t>
            </a:r>
          </a:p>
          <a:p>
            <a:pPr>
              <a:lnSpc>
                <a:spcPct val="50000"/>
              </a:lnSpc>
            </a:pPr>
            <a:r>
              <a:rPr lang="pt-BR" b="0"/>
              <a:t>Copie e cole para utilizar</a:t>
            </a:r>
          </a:p>
        </p:txBody>
      </p:sp>
    </p:spTree>
    <p:extLst>
      <p:ext uri="{BB962C8B-B14F-4D97-AF65-F5344CB8AC3E}">
        <p14:creationId xmlns:p14="http://schemas.microsoft.com/office/powerpoint/2010/main" val="9326496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1">
            <a:extLst>
              <a:ext uri="{FF2B5EF4-FFF2-40B4-BE49-F238E27FC236}">
                <a16:creationId xmlns:a16="http://schemas.microsoft.com/office/drawing/2014/main" id="{AB672B6F-9BE5-B59A-774F-1AD3C3029D10}"/>
              </a:ext>
            </a:extLst>
          </p:cNvPr>
          <p:cNvSpPr txBox="1">
            <a:spLocks/>
          </p:cNvSpPr>
          <p:nvPr/>
        </p:nvSpPr>
        <p:spPr>
          <a:xfrm>
            <a:off x="518419" y="448304"/>
            <a:ext cx="7905750" cy="114603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/>
              <a:t>GRAFISMOS</a:t>
            </a:r>
          </a:p>
          <a:p>
            <a:pPr>
              <a:lnSpc>
                <a:spcPct val="50000"/>
              </a:lnSpc>
            </a:pPr>
            <a:r>
              <a:rPr lang="pt-BR" b="0"/>
              <a:t>Copie e cole para utilizar</a:t>
            </a:r>
          </a:p>
        </p:txBody>
      </p: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05CEEAE2-ABF1-2DE0-1D7E-26C365FC2090}"/>
              </a:ext>
            </a:extLst>
          </p:cNvPr>
          <p:cNvGrpSpPr/>
          <p:nvPr/>
        </p:nvGrpSpPr>
        <p:grpSpPr>
          <a:xfrm flipH="1">
            <a:off x="2519169" y="1919475"/>
            <a:ext cx="1414014" cy="1953740"/>
            <a:chOff x="2519169" y="1919475"/>
            <a:chExt cx="1414014" cy="1953740"/>
          </a:xfrm>
        </p:grpSpPr>
        <p:sp>
          <p:nvSpPr>
            <p:cNvPr id="25" name="Forma Livre: Forma 24">
              <a:extLst>
                <a:ext uri="{FF2B5EF4-FFF2-40B4-BE49-F238E27FC236}">
                  <a16:creationId xmlns:a16="http://schemas.microsoft.com/office/drawing/2014/main" id="{A6264E16-0D51-DC7C-FC33-D42FEB7E4E2A}"/>
                </a:ext>
              </a:extLst>
            </p:cNvPr>
            <p:cNvSpPr/>
            <p:nvPr/>
          </p:nvSpPr>
          <p:spPr>
            <a:xfrm flipH="1">
              <a:off x="2519169" y="1919475"/>
              <a:ext cx="1414014" cy="1953740"/>
            </a:xfrm>
            <a:custGeom>
              <a:avLst/>
              <a:gdLst>
                <a:gd name="connsiteX0" fmla="*/ 1032165 w 1414014"/>
                <a:gd name="connsiteY0" fmla="*/ 0 h 1953740"/>
                <a:gd name="connsiteX1" fmla="*/ 1414015 w 1414014"/>
                <a:gd name="connsiteY1" fmla="*/ 0 h 1953740"/>
                <a:gd name="connsiteX2" fmla="*/ 1414015 w 1414014"/>
                <a:gd name="connsiteY2" fmla="*/ 472984 h 1953740"/>
                <a:gd name="connsiteX3" fmla="*/ 381849 w 1414014"/>
                <a:gd name="connsiteY3" fmla="*/ 1953741 h 1953740"/>
                <a:gd name="connsiteX4" fmla="*/ 0 w 1414014"/>
                <a:gd name="connsiteY4" fmla="*/ 1953492 h 1953740"/>
                <a:gd name="connsiteX5" fmla="*/ 0 w 1414014"/>
                <a:gd name="connsiteY5" fmla="*/ 1480507 h 1953740"/>
                <a:gd name="connsiteX6" fmla="*/ 1032165 w 1414014"/>
                <a:gd name="connsiteY6" fmla="*/ 0 h 1953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14014" h="1953740">
                  <a:moveTo>
                    <a:pt x="1032165" y="0"/>
                  </a:moveTo>
                  <a:lnTo>
                    <a:pt x="1414015" y="0"/>
                  </a:lnTo>
                  <a:lnTo>
                    <a:pt x="1414015" y="472984"/>
                  </a:lnTo>
                  <a:lnTo>
                    <a:pt x="381849" y="1953741"/>
                  </a:lnTo>
                  <a:lnTo>
                    <a:pt x="0" y="1953492"/>
                  </a:lnTo>
                  <a:lnTo>
                    <a:pt x="0" y="1480507"/>
                  </a:lnTo>
                  <a:lnTo>
                    <a:pt x="1032165" y="0"/>
                  </a:lnTo>
                  <a:close/>
                </a:path>
              </a:pathLst>
            </a:custGeom>
            <a:solidFill>
              <a:srgbClr val="00C6CC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>
                <a:solidFill>
                  <a:srgbClr val="00C6CC"/>
                </a:solidFill>
              </a:endParaRPr>
            </a:p>
          </p:txBody>
        </p:sp>
        <p:sp>
          <p:nvSpPr>
            <p:cNvPr id="26" name="Forma Livre: Forma 25">
              <a:extLst>
                <a:ext uri="{FF2B5EF4-FFF2-40B4-BE49-F238E27FC236}">
                  <a16:creationId xmlns:a16="http://schemas.microsoft.com/office/drawing/2014/main" id="{8F638AF3-CEE0-6AD8-C4F2-ACE261EDABB6}"/>
                </a:ext>
              </a:extLst>
            </p:cNvPr>
            <p:cNvSpPr/>
            <p:nvPr/>
          </p:nvSpPr>
          <p:spPr>
            <a:xfrm flipH="1">
              <a:off x="3460199" y="1919475"/>
              <a:ext cx="471787" cy="472335"/>
            </a:xfrm>
            <a:custGeom>
              <a:avLst/>
              <a:gdLst>
                <a:gd name="connsiteX0" fmla="*/ 0 w 471787"/>
                <a:gd name="connsiteY0" fmla="*/ 0 h 472335"/>
                <a:gd name="connsiteX1" fmla="*/ 471787 w 471787"/>
                <a:gd name="connsiteY1" fmla="*/ 0 h 472335"/>
                <a:gd name="connsiteX2" fmla="*/ 471787 w 471787"/>
                <a:gd name="connsiteY2" fmla="*/ 472336 h 472335"/>
                <a:gd name="connsiteX3" fmla="*/ 0 w 471787"/>
                <a:gd name="connsiteY3" fmla="*/ 472336 h 472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1787" h="472335">
                  <a:moveTo>
                    <a:pt x="0" y="0"/>
                  </a:moveTo>
                  <a:lnTo>
                    <a:pt x="471787" y="0"/>
                  </a:lnTo>
                  <a:lnTo>
                    <a:pt x="471787" y="472336"/>
                  </a:lnTo>
                  <a:lnTo>
                    <a:pt x="0" y="472336"/>
                  </a:lnTo>
                  <a:close/>
                </a:path>
              </a:pathLst>
            </a:custGeom>
            <a:solidFill>
              <a:srgbClr val="00C6CC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>
                <a:solidFill>
                  <a:srgbClr val="00C6CC"/>
                </a:solidFill>
              </a:endParaRPr>
            </a:p>
          </p:txBody>
        </p:sp>
        <p:sp>
          <p:nvSpPr>
            <p:cNvPr id="27" name="Forma Livre: Forma 26">
              <a:extLst>
                <a:ext uri="{FF2B5EF4-FFF2-40B4-BE49-F238E27FC236}">
                  <a16:creationId xmlns:a16="http://schemas.microsoft.com/office/drawing/2014/main" id="{F6F4AF6C-F921-DE93-7398-247068E051CC}"/>
                </a:ext>
              </a:extLst>
            </p:cNvPr>
            <p:cNvSpPr/>
            <p:nvPr/>
          </p:nvSpPr>
          <p:spPr>
            <a:xfrm flipH="1">
              <a:off x="2520366" y="3400880"/>
              <a:ext cx="498873" cy="472335"/>
            </a:xfrm>
            <a:custGeom>
              <a:avLst/>
              <a:gdLst>
                <a:gd name="connsiteX0" fmla="*/ 0 w 498873"/>
                <a:gd name="connsiteY0" fmla="*/ 0 h 472335"/>
                <a:gd name="connsiteX1" fmla="*/ 498873 w 498873"/>
                <a:gd name="connsiteY1" fmla="*/ 0 h 472335"/>
                <a:gd name="connsiteX2" fmla="*/ 498873 w 498873"/>
                <a:gd name="connsiteY2" fmla="*/ 472336 h 472335"/>
                <a:gd name="connsiteX3" fmla="*/ 0 w 498873"/>
                <a:gd name="connsiteY3" fmla="*/ 472336 h 472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8873" h="472335">
                  <a:moveTo>
                    <a:pt x="0" y="0"/>
                  </a:moveTo>
                  <a:lnTo>
                    <a:pt x="498873" y="0"/>
                  </a:lnTo>
                  <a:lnTo>
                    <a:pt x="498873" y="472336"/>
                  </a:lnTo>
                  <a:lnTo>
                    <a:pt x="0" y="472336"/>
                  </a:lnTo>
                  <a:close/>
                </a:path>
              </a:pathLst>
            </a:custGeom>
            <a:solidFill>
              <a:srgbClr val="00000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33" name="Agrupar 32">
            <a:extLst>
              <a:ext uri="{FF2B5EF4-FFF2-40B4-BE49-F238E27FC236}">
                <a16:creationId xmlns:a16="http://schemas.microsoft.com/office/drawing/2014/main" id="{E1484DCD-BEA4-3297-EF70-470F39D1D0AE}"/>
              </a:ext>
            </a:extLst>
          </p:cNvPr>
          <p:cNvGrpSpPr/>
          <p:nvPr/>
        </p:nvGrpSpPr>
        <p:grpSpPr>
          <a:xfrm flipH="1">
            <a:off x="4486721" y="1919475"/>
            <a:ext cx="1414014" cy="1953740"/>
            <a:chOff x="4486721" y="1919475"/>
            <a:chExt cx="1414014" cy="1953740"/>
          </a:xfrm>
        </p:grpSpPr>
        <p:sp>
          <p:nvSpPr>
            <p:cNvPr id="30" name="Forma Livre: Forma 29">
              <a:extLst>
                <a:ext uri="{FF2B5EF4-FFF2-40B4-BE49-F238E27FC236}">
                  <a16:creationId xmlns:a16="http://schemas.microsoft.com/office/drawing/2014/main" id="{2A32D321-BA62-6AC9-7370-2EBF842176A7}"/>
                </a:ext>
              </a:extLst>
            </p:cNvPr>
            <p:cNvSpPr/>
            <p:nvPr/>
          </p:nvSpPr>
          <p:spPr>
            <a:xfrm flipH="1">
              <a:off x="4486721" y="1919475"/>
              <a:ext cx="1414014" cy="1953740"/>
            </a:xfrm>
            <a:custGeom>
              <a:avLst/>
              <a:gdLst>
                <a:gd name="connsiteX0" fmla="*/ 1032165 w 1414014"/>
                <a:gd name="connsiteY0" fmla="*/ 0 h 1953740"/>
                <a:gd name="connsiteX1" fmla="*/ 1414015 w 1414014"/>
                <a:gd name="connsiteY1" fmla="*/ 0 h 1953740"/>
                <a:gd name="connsiteX2" fmla="*/ 1414015 w 1414014"/>
                <a:gd name="connsiteY2" fmla="*/ 472984 h 1953740"/>
                <a:gd name="connsiteX3" fmla="*/ 381849 w 1414014"/>
                <a:gd name="connsiteY3" fmla="*/ 1953741 h 1953740"/>
                <a:gd name="connsiteX4" fmla="*/ 0 w 1414014"/>
                <a:gd name="connsiteY4" fmla="*/ 1953492 h 1953740"/>
                <a:gd name="connsiteX5" fmla="*/ 0 w 1414014"/>
                <a:gd name="connsiteY5" fmla="*/ 1480507 h 1953740"/>
                <a:gd name="connsiteX6" fmla="*/ 1032165 w 1414014"/>
                <a:gd name="connsiteY6" fmla="*/ 0 h 1953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14014" h="1953740">
                  <a:moveTo>
                    <a:pt x="1032165" y="0"/>
                  </a:moveTo>
                  <a:lnTo>
                    <a:pt x="1414015" y="0"/>
                  </a:lnTo>
                  <a:lnTo>
                    <a:pt x="1414015" y="472984"/>
                  </a:lnTo>
                  <a:lnTo>
                    <a:pt x="381849" y="1953741"/>
                  </a:lnTo>
                  <a:lnTo>
                    <a:pt x="0" y="1953492"/>
                  </a:lnTo>
                  <a:lnTo>
                    <a:pt x="0" y="1480507"/>
                  </a:lnTo>
                  <a:lnTo>
                    <a:pt x="1032165" y="0"/>
                  </a:lnTo>
                  <a:close/>
                </a:path>
              </a:pathLst>
            </a:custGeom>
            <a:solidFill>
              <a:srgbClr val="D3FF0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1" name="Forma Livre: Forma 30">
              <a:extLst>
                <a:ext uri="{FF2B5EF4-FFF2-40B4-BE49-F238E27FC236}">
                  <a16:creationId xmlns:a16="http://schemas.microsoft.com/office/drawing/2014/main" id="{C85410DC-94BC-452F-0857-30E6464F4E57}"/>
                </a:ext>
              </a:extLst>
            </p:cNvPr>
            <p:cNvSpPr/>
            <p:nvPr/>
          </p:nvSpPr>
          <p:spPr>
            <a:xfrm flipH="1">
              <a:off x="5427751" y="1919475"/>
              <a:ext cx="471787" cy="472335"/>
            </a:xfrm>
            <a:custGeom>
              <a:avLst/>
              <a:gdLst>
                <a:gd name="connsiteX0" fmla="*/ 0 w 471787"/>
                <a:gd name="connsiteY0" fmla="*/ 0 h 472335"/>
                <a:gd name="connsiteX1" fmla="*/ 471787 w 471787"/>
                <a:gd name="connsiteY1" fmla="*/ 0 h 472335"/>
                <a:gd name="connsiteX2" fmla="*/ 471787 w 471787"/>
                <a:gd name="connsiteY2" fmla="*/ 472336 h 472335"/>
                <a:gd name="connsiteX3" fmla="*/ 0 w 471787"/>
                <a:gd name="connsiteY3" fmla="*/ 472336 h 472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1787" h="472335">
                  <a:moveTo>
                    <a:pt x="0" y="0"/>
                  </a:moveTo>
                  <a:lnTo>
                    <a:pt x="471787" y="0"/>
                  </a:lnTo>
                  <a:lnTo>
                    <a:pt x="471787" y="472336"/>
                  </a:lnTo>
                  <a:lnTo>
                    <a:pt x="0" y="472336"/>
                  </a:lnTo>
                  <a:close/>
                </a:path>
              </a:pathLst>
            </a:custGeom>
            <a:solidFill>
              <a:srgbClr val="D3FF0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2" name="Forma Livre: Forma 31">
              <a:extLst>
                <a:ext uri="{FF2B5EF4-FFF2-40B4-BE49-F238E27FC236}">
                  <a16:creationId xmlns:a16="http://schemas.microsoft.com/office/drawing/2014/main" id="{91D9C4BC-32F3-AF9D-FC76-C99C0812597F}"/>
                </a:ext>
              </a:extLst>
            </p:cNvPr>
            <p:cNvSpPr/>
            <p:nvPr/>
          </p:nvSpPr>
          <p:spPr>
            <a:xfrm flipH="1">
              <a:off x="4487918" y="3400880"/>
              <a:ext cx="498873" cy="472335"/>
            </a:xfrm>
            <a:custGeom>
              <a:avLst/>
              <a:gdLst>
                <a:gd name="connsiteX0" fmla="*/ 0 w 498873"/>
                <a:gd name="connsiteY0" fmla="*/ 0 h 472335"/>
                <a:gd name="connsiteX1" fmla="*/ 498873 w 498873"/>
                <a:gd name="connsiteY1" fmla="*/ 0 h 472335"/>
                <a:gd name="connsiteX2" fmla="*/ 498873 w 498873"/>
                <a:gd name="connsiteY2" fmla="*/ 472336 h 472335"/>
                <a:gd name="connsiteX3" fmla="*/ 0 w 498873"/>
                <a:gd name="connsiteY3" fmla="*/ 472336 h 472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8873" h="472335">
                  <a:moveTo>
                    <a:pt x="0" y="0"/>
                  </a:moveTo>
                  <a:lnTo>
                    <a:pt x="498873" y="0"/>
                  </a:lnTo>
                  <a:lnTo>
                    <a:pt x="498873" y="472336"/>
                  </a:lnTo>
                  <a:lnTo>
                    <a:pt x="0" y="472336"/>
                  </a:lnTo>
                  <a:close/>
                </a:path>
              </a:pathLst>
            </a:custGeom>
            <a:solidFill>
              <a:srgbClr val="00000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pic>
        <p:nvPicPr>
          <p:cNvPr id="13" name="Gráfico 12">
            <a:extLst>
              <a:ext uri="{FF2B5EF4-FFF2-40B4-BE49-F238E27FC236}">
                <a16:creationId xmlns:a16="http://schemas.microsoft.com/office/drawing/2014/main" id="{FABC4780-F9BE-D2EB-2BCE-30E5EB3323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89065" y="4452795"/>
            <a:ext cx="1411670" cy="1955387"/>
          </a:xfrm>
          <a:prstGeom prst="rect">
            <a:avLst/>
          </a:prstGeom>
        </p:spPr>
      </p:pic>
      <p:pic>
        <p:nvPicPr>
          <p:cNvPr id="15" name="Gráfico 14">
            <a:extLst>
              <a:ext uri="{FF2B5EF4-FFF2-40B4-BE49-F238E27FC236}">
                <a16:creationId xmlns:a16="http://schemas.microsoft.com/office/drawing/2014/main" id="{00609419-7C62-18C8-860C-F8E9F3BF09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21513" y="4452795"/>
            <a:ext cx="1411670" cy="1955387"/>
          </a:xfrm>
          <a:prstGeom prst="rect">
            <a:avLst/>
          </a:prstGeom>
        </p:spPr>
      </p:pic>
      <p:pic>
        <p:nvPicPr>
          <p:cNvPr id="17" name="Gráfico 16">
            <a:extLst>
              <a:ext uri="{FF2B5EF4-FFF2-40B4-BE49-F238E27FC236}">
                <a16:creationId xmlns:a16="http://schemas.microsoft.com/office/drawing/2014/main" id="{9BB297D1-7488-4F8E-15BC-5761BE7FFDD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6456617" y="1904726"/>
            <a:ext cx="1411670" cy="1955387"/>
          </a:xfrm>
          <a:prstGeom prst="rect">
            <a:avLst/>
          </a:prstGeom>
        </p:spPr>
      </p:pic>
      <p:pic>
        <p:nvPicPr>
          <p:cNvPr id="19" name="Gráfico 18">
            <a:extLst>
              <a:ext uri="{FF2B5EF4-FFF2-40B4-BE49-F238E27FC236}">
                <a16:creationId xmlns:a16="http://schemas.microsoft.com/office/drawing/2014/main" id="{3FC4BA84-53C7-B5B3-6906-F8C1803B573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flipH="1">
            <a:off x="8424169" y="1904725"/>
            <a:ext cx="1411670" cy="1955387"/>
          </a:xfrm>
          <a:prstGeom prst="rect">
            <a:avLst/>
          </a:prstGeom>
        </p:spPr>
      </p:pic>
      <p:sp>
        <p:nvSpPr>
          <p:cNvPr id="41" name="Forma Livre: Forma 40">
            <a:extLst>
              <a:ext uri="{FF2B5EF4-FFF2-40B4-BE49-F238E27FC236}">
                <a16:creationId xmlns:a16="http://schemas.microsoft.com/office/drawing/2014/main" id="{AB67EF30-F265-677C-D337-79EE683CA611}"/>
              </a:ext>
            </a:extLst>
          </p:cNvPr>
          <p:cNvSpPr/>
          <p:nvPr/>
        </p:nvSpPr>
        <p:spPr>
          <a:xfrm>
            <a:off x="8421825" y="4454309"/>
            <a:ext cx="1414014" cy="1953740"/>
          </a:xfrm>
          <a:custGeom>
            <a:avLst/>
            <a:gdLst>
              <a:gd name="connsiteX0" fmla="*/ 1057755 w 1414014"/>
              <a:gd name="connsiteY0" fmla="*/ 0 h 1953740"/>
              <a:gd name="connsiteX1" fmla="*/ 1414015 w 1414014"/>
              <a:gd name="connsiteY1" fmla="*/ 0 h 1953740"/>
              <a:gd name="connsiteX2" fmla="*/ 1414015 w 1414014"/>
              <a:gd name="connsiteY2" fmla="*/ 472984 h 1953740"/>
              <a:gd name="connsiteX3" fmla="*/ 381849 w 1414014"/>
              <a:gd name="connsiteY3" fmla="*/ 1953741 h 1953740"/>
              <a:gd name="connsiteX4" fmla="*/ 0 w 1414014"/>
              <a:gd name="connsiteY4" fmla="*/ 1953492 h 1953740"/>
              <a:gd name="connsiteX5" fmla="*/ 0 w 1414014"/>
              <a:gd name="connsiteY5" fmla="*/ 1480507 h 1953740"/>
              <a:gd name="connsiteX6" fmla="*/ 1057755 w 1414014"/>
              <a:gd name="connsiteY6" fmla="*/ 0 h 1953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14014" h="1953740">
                <a:moveTo>
                  <a:pt x="1057755" y="0"/>
                </a:moveTo>
                <a:lnTo>
                  <a:pt x="1414015" y="0"/>
                </a:lnTo>
                <a:lnTo>
                  <a:pt x="1414015" y="472984"/>
                </a:lnTo>
                <a:lnTo>
                  <a:pt x="381849" y="1953741"/>
                </a:lnTo>
                <a:lnTo>
                  <a:pt x="0" y="1953492"/>
                </a:lnTo>
                <a:lnTo>
                  <a:pt x="0" y="1480507"/>
                </a:lnTo>
                <a:lnTo>
                  <a:pt x="1057755" y="0"/>
                </a:lnTo>
                <a:close/>
              </a:path>
            </a:pathLst>
          </a:custGeom>
          <a:solidFill>
            <a:srgbClr val="00C6CC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grpSp>
        <p:nvGrpSpPr>
          <p:cNvPr id="42" name="Gráfico 20">
            <a:extLst>
              <a:ext uri="{FF2B5EF4-FFF2-40B4-BE49-F238E27FC236}">
                <a16:creationId xmlns:a16="http://schemas.microsoft.com/office/drawing/2014/main" id="{91BA9A82-31A5-D822-3EEB-01FD3DBB2C23}"/>
              </a:ext>
            </a:extLst>
          </p:cNvPr>
          <p:cNvGrpSpPr/>
          <p:nvPr/>
        </p:nvGrpSpPr>
        <p:grpSpPr>
          <a:xfrm flipH="1">
            <a:off x="8423072" y="4737989"/>
            <a:ext cx="1411570" cy="1196826"/>
            <a:chOff x="8425366" y="4737989"/>
            <a:chExt cx="1411570" cy="1196826"/>
          </a:xfrm>
          <a:solidFill>
            <a:srgbClr val="000000"/>
          </a:solidFill>
        </p:grpSpPr>
        <p:sp>
          <p:nvSpPr>
            <p:cNvPr id="43" name="Forma Livre: Forma 42">
              <a:extLst>
                <a:ext uri="{FF2B5EF4-FFF2-40B4-BE49-F238E27FC236}">
                  <a16:creationId xmlns:a16="http://schemas.microsoft.com/office/drawing/2014/main" id="{FD4D34E9-7E0F-345E-00EC-FEBF38E403F8}"/>
                </a:ext>
              </a:extLst>
            </p:cNvPr>
            <p:cNvSpPr/>
            <p:nvPr/>
          </p:nvSpPr>
          <p:spPr>
            <a:xfrm>
              <a:off x="8425366" y="5462480"/>
              <a:ext cx="1411570" cy="472335"/>
            </a:xfrm>
            <a:custGeom>
              <a:avLst/>
              <a:gdLst>
                <a:gd name="connsiteX0" fmla="*/ 0 w 1411570"/>
                <a:gd name="connsiteY0" fmla="*/ 0 h 472335"/>
                <a:gd name="connsiteX1" fmla="*/ 1411570 w 1411570"/>
                <a:gd name="connsiteY1" fmla="*/ 0 h 472335"/>
                <a:gd name="connsiteX2" fmla="*/ 1411570 w 1411570"/>
                <a:gd name="connsiteY2" fmla="*/ 472336 h 472335"/>
                <a:gd name="connsiteX3" fmla="*/ 0 w 1411570"/>
                <a:gd name="connsiteY3" fmla="*/ 472336 h 472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1570" h="472335">
                  <a:moveTo>
                    <a:pt x="0" y="0"/>
                  </a:moveTo>
                  <a:lnTo>
                    <a:pt x="1411570" y="0"/>
                  </a:lnTo>
                  <a:lnTo>
                    <a:pt x="1411570" y="472336"/>
                  </a:lnTo>
                  <a:lnTo>
                    <a:pt x="0" y="472336"/>
                  </a:lnTo>
                  <a:close/>
                </a:path>
              </a:pathLst>
            </a:custGeom>
            <a:solidFill>
              <a:srgbClr val="00000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4" name="Forma Livre: Forma 43">
              <a:extLst>
                <a:ext uri="{FF2B5EF4-FFF2-40B4-BE49-F238E27FC236}">
                  <a16:creationId xmlns:a16="http://schemas.microsoft.com/office/drawing/2014/main" id="{ECE74A99-BD1D-5962-BB39-3BDA5284F1CC}"/>
                </a:ext>
              </a:extLst>
            </p:cNvPr>
            <p:cNvSpPr/>
            <p:nvPr/>
          </p:nvSpPr>
          <p:spPr>
            <a:xfrm>
              <a:off x="8425366" y="4737989"/>
              <a:ext cx="1411570" cy="472335"/>
            </a:xfrm>
            <a:custGeom>
              <a:avLst/>
              <a:gdLst>
                <a:gd name="connsiteX0" fmla="*/ 0 w 1411570"/>
                <a:gd name="connsiteY0" fmla="*/ 0 h 472335"/>
                <a:gd name="connsiteX1" fmla="*/ 1411570 w 1411570"/>
                <a:gd name="connsiteY1" fmla="*/ 0 h 472335"/>
                <a:gd name="connsiteX2" fmla="*/ 1411570 w 1411570"/>
                <a:gd name="connsiteY2" fmla="*/ 472336 h 472335"/>
                <a:gd name="connsiteX3" fmla="*/ 0 w 1411570"/>
                <a:gd name="connsiteY3" fmla="*/ 472336 h 472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1570" h="472335">
                  <a:moveTo>
                    <a:pt x="0" y="0"/>
                  </a:moveTo>
                  <a:lnTo>
                    <a:pt x="1411570" y="0"/>
                  </a:lnTo>
                  <a:lnTo>
                    <a:pt x="1411570" y="472336"/>
                  </a:lnTo>
                  <a:lnTo>
                    <a:pt x="0" y="472336"/>
                  </a:lnTo>
                  <a:close/>
                </a:path>
              </a:pathLst>
            </a:custGeom>
            <a:solidFill>
              <a:srgbClr val="00000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39" name="Agrupar 38">
            <a:extLst>
              <a:ext uri="{FF2B5EF4-FFF2-40B4-BE49-F238E27FC236}">
                <a16:creationId xmlns:a16="http://schemas.microsoft.com/office/drawing/2014/main" id="{C672AFDA-CD14-E456-2A46-763C388C2789}"/>
              </a:ext>
            </a:extLst>
          </p:cNvPr>
          <p:cNvGrpSpPr/>
          <p:nvPr/>
        </p:nvGrpSpPr>
        <p:grpSpPr>
          <a:xfrm flipH="1">
            <a:off x="6454273" y="4452794"/>
            <a:ext cx="1414014" cy="1953740"/>
            <a:chOff x="6454273" y="4452794"/>
            <a:chExt cx="1414014" cy="1953740"/>
          </a:xfrm>
        </p:grpSpPr>
        <p:sp>
          <p:nvSpPr>
            <p:cNvPr id="35" name="Forma Livre: Forma 34">
              <a:extLst>
                <a:ext uri="{FF2B5EF4-FFF2-40B4-BE49-F238E27FC236}">
                  <a16:creationId xmlns:a16="http://schemas.microsoft.com/office/drawing/2014/main" id="{44E8CAB9-E3B1-BD4B-0166-77DB7F18CD49}"/>
                </a:ext>
              </a:extLst>
            </p:cNvPr>
            <p:cNvSpPr/>
            <p:nvPr/>
          </p:nvSpPr>
          <p:spPr>
            <a:xfrm flipH="1">
              <a:off x="6454273" y="4452794"/>
              <a:ext cx="1414014" cy="1953740"/>
            </a:xfrm>
            <a:custGeom>
              <a:avLst/>
              <a:gdLst>
                <a:gd name="connsiteX0" fmla="*/ 1057755 w 1414014"/>
                <a:gd name="connsiteY0" fmla="*/ 0 h 1953740"/>
                <a:gd name="connsiteX1" fmla="*/ 1414015 w 1414014"/>
                <a:gd name="connsiteY1" fmla="*/ 0 h 1953740"/>
                <a:gd name="connsiteX2" fmla="*/ 1414015 w 1414014"/>
                <a:gd name="connsiteY2" fmla="*/ 472984 h 1953740"/>
                <a:gd name="connsiteX3" fmla="*/ 381849 w 1414014"/>
                <a:gd name="connsiteY3" fmla="*/ 1953741 h 1953740"/>
                <a:gd name="connsiteX4" fmla="*/ 0 w 1414014"/>
                <a:gd name="connsiteY4" fmla="*/ 1953492 h 1953740"/>
                <a:gd name="connsiteX5" fmla="*/ 0 w 1414014"/>
                <a:gd name="connsiteY5" fmla="*/ 1480507 h 1953740"/>
                <a:gd name="connsiteX6" fmla="*/ 1057755 w 1414014"/>
                <a:gd name="connsiteY6" fmla="*/ 0 h 1953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14014" h="1953740">
                  <a:moveTo>
                    <a:pt x="1057755" y="0"/>
                  </a:moveTo>
                  <a:lnTo>
                    <a:pt x="1414015" y="0"/>
                  </a:lnTo>
                  <a:lnTo>
                    <a:pt x="1414015" y="472984"/>
                  </a:lnTo>
                  <a:lnTo>
                    <a:pt x="381849" y="1953741"/>
                  </a:lnTo>
                  <a:lnTo>
                    <a:pt x="0" y="1953492"/>
                  </a:lnTo>
                  <a:lnTo>
                    <a:pt x="0" y="1480507"/>
                  </a:lnTo>
                  <a:lnTo>
                    <a:pt x="1057755" y="0"/>
                  </a:lnTo>
                  <a:close/>
                </a:path>
              </a:pathLst>
            </a:custGeom>
            <a:solidFill>
              <a:srgbClr val="D3FF0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grpSp>
          <p:nvGrpSpPr>
            <p:cNvPr id="36" name="Gráfico 22">
              <a:extLst>
                <a:ext uri="{FF2B5EF4-FFF2-40B4-BE49-F238E27FC236}">
                  <a16:creationId xmlns:a16="http://schemas.microsoft.com/office/drawing/2014/main" id="{C38818F9-0C90-6C27-718B-24C567B71322}"/>
                </a:ext>
              </a:extLst>
            </p:cNvPr>
            <p:cNvGrpSpPr/>
            <p:nvPr/>
          </p:nvGrpSpPr>
          <p:grpSpPr>
            <a:xfrm flipH="1">
              <a:off x="6455520" y="4736474"/>
              <a:ext cx="1411570" cy="1196826"/>
              <a:chOff x="6457814" y="4736474"/>
              <a:chExt cx="1411570" cy="1196826"/>
            </a:xfrm>
            <a:solidFill>
              <a:srgbClr val="000000"/>
            </a:solidFill>
          </p:grpSpPr>
          <p:sp>
            <p:nvSpPr>
              <p:cNvPr id="37" name="Forma Livre: Forma 36">
                <a:extLst>
                  <a:ext uri="{FF2B5EF4-FFF2-40B4-BE49-F238E27FC236}">
                    <a16:creationId xmlns:a16="http://schemas.microsoft.com/office/drawing/2014/main" id="{85C8823D-4599-0F9B-D60B-61F7E5605F34}"/>
                  </a:ext>
                </a:extLst>
              </p:cNvPr>
              <p:cNvSpPr/>
              <p:nvPr/>
            </p:nvSpPr>
            <p:spPr>
              <a:xfrm>
                <a:off x="6457814" y="5460965"/>
                <a:ext cx="1411570" cy="472335"/>
              </a:xfrm>
              <a:custGeom>
                <a:avLst/>
                <a:gdLst>
                  <a:gd name="connsiteX0" fmla="*/ 0 w 1411570"/>
                  <a:gd name="connsiteY0" fmla="*/ 0 h 472335"/>
                  <a:gd name="connsiteX1" fmla="*/ 1411570 w 1411570"/>
                  <a:gd name="connsiteY1" fmla="*/ 0 h 472335"/>
                  <a:gd name="connsiteX2" fmla="*/ 1411570 w 1411570"/>
                  <a:gd name="connsiteY2" fmla="*/ 472336 h 472335"/>
                  <a:gd name="connsiteX3" fmla="*/ 0 w 1411570"/>
                  <a:gd name="connsiteY3" fmla="*/ 472336 h 4723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11570" h="472335">
                    <a:moveTo>
                      <a:pt x="0" y="0"/>
                    </a:moveTo>
                    <a:lnTo>
                      <a:pt x="1411570" y="0"/>
                    </a:lnTo>
                    <a:lnTo>
                      <a:pt x="1411570" y="472336"/>
                    </a:lnTo>
                    <a:lnTo>
                      <a:pt x="0" y="472336"/>
                    </a:lnTo>
                    <a:close/>
                  </a:path>
                </a:pathLst>
              </a:custGeom>
              <a:solidFill>
                <a:srgbClr val="000000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38" name="Forma Livre: Forma 37">
                <a:extLst>
                  <a:ext uri="{FF2B5EF4-FFF2-40B4-BE49-F238E27FC236}">
                    <a16:creationId xmlns:a16="http://schemas.microsoft.com/office/drawing/2014/main" id="{40B7B823-2029-E1E1-5C9A-A35EC445CDCF}"/>
                  </a:ext>
                </a:extLst>
              </p:cNvPr>
              <p:cNvSpPr/>
              <p:nvPr/>
            </p:nvSpPr>
            <p:spPr>
              <a:xfrm>
                <a:off x="6457814" y="4736474"/>
                <a:ext cx="1411570" cy="472335"/>
              </a:xfrm>
              <a:custGeom>
                <a:avLst/>
                <a:gdLst>
                  <a:gd name="connsiteX0" fmla="*/ 0 w 1411570"/>
                  <a:gd name="connsiteY0" fmla="*/ 0 h 472335"/>
                  <a:gd name="connsiteX1" fmla="*/ 1411570 w 1411570"/>
                  <a:gd name="connsiteY1" fmla="*/ 0 h 472335"/>
                  <a:gd name="connsiteX2" fmla="*/ 1411570 w 1411570"/>
                  <a:gd name="connsiteY2" fmla="*/ 472336 h 472335"/>
                  <a:gd name="connsiteX3" fmla="*/ 0 w 1411570"/>
                  <a:gd name="connsiteY3" fmla="*/ 472336 h 4723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11570" h="472335">
                    <a:moveTo>
                      <a:pt x="0" y="0"/>
                    </a:moveTo>
                    <a:lnTo>
                      <a:pt x="1411570" y="0"/>
                    </a:lnTo>
                    <a:lnTo>
                      <a:pt x="1411570" y="472336"/>
                    </a:lnTo>
                    <a:lnTo>
                      <a:pt x="0" y="472336"/>
                    </a:lnTo>
                    <a:close/>
                  </a:path>
                </a:pathLst>
              </a:custGeom>
              <a:solidFill>
                <a:srgbClr val="000000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836817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1">
            <a:extLst>
              <a:ext uri="{FF2B5EF4-FFF2-40B4-BE49-F238E27FC236}">
                <a16:creationId xmlns:a16="http://schemas.microsoft.com/office/drawing/2014/main" id="{AB672B6F-9BE5-B59A-774F-1AD3C3029D10}"/>
              </a:ext>
            </a:extLst>
          </p:cNvPr>
          <p:cNvSpPr txBox="1">
            <a:spLocks/>
          </p:cNvSpPr>
          <p:nvPr/>
        </p:nvSpPr>
        <p:spPr>
          <a:xfrm>
            <a:off x="518419" y="448304"/>
            <a:ext cx="7905750" cy="114603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/>
              <a:t>ELEMENTOS DE SUPORTE</a:t>
            </a:r>
          </a:p>
          <a:p>
            <a:pPr>
              <a:lnSpc>
                <a:spcPct val="50000"/>
              </a:lnSpc>
            </a:pPr>
            <a:r>
              <a:rPr lang="pt-BR" b="0"/>
              <a:t>Copie e cole para utilizar</a:t>
            </a:r>
          </a:p>
        </p:txBody>
      </p:sp>
      <p:cxnSp>
        <p:nvCxnSpPr>
          <p:cNvPr id="2" name="Conector reto 1">
            <a:extLst>
              <a:ext uri="{FF2B5EF4-FFF2-40B4-BE49-F238E27FC236}">
                <a16:creationId xmlns:a16="http://schemas.microsoft.com/office/drawing/2014/main" id="{7593B1C0-1E0D-503F-3ABF-71D4B9D56750}"/>
              </a:ext>
            </a:extLst>
          </p:cNvPr>
          <p:cNvCxnSpPr>
            <a:cxnSpLocks/>
          </p:cNvCxnSpPr>
          <p:nvPr/>
        </p:nvCxnSpPr>
        <p:spPr>
          <a:xfrm>
            <a:off x="2261400" y="3323276"/>
            <a:ext cx="0" cy="1456738"/>
          </a:xfrm>
          <a:prstGeom prst="line">
            <a:avLst/>
          </a:prstGeom>
          <a:ln w="28575" cap="rnd">
            <a:solidFill>
              <a:srgbClr val="00C6CC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F1DFD9EE-491A-560B-27BE-D6B0A301991F}"/>
              </a:ext>
            </a:extLst>
          </p:cNvPr>
          <p:cNvCxnSpPr>
            <a:cxnSpLocks/>
          </p:cNvCxnSpPr>
          <p:nvPr/>
        </p:nvCxnSpPr>
        <p:spPr>
          <a:xfrm>
            <a:off x="2670975" y="3323276"/>
            <a:ext cx="0" cy="1447213"/>
          </a:xfrm>
          <a:prstGeom prst="line">
            <a:avLst/>
          </a:prstGeom>
          <a:ln w="28575" cap="rnd">
            <a:solidFill>
              <a:schemeClr val="tx1"/>
            </a:solidFill>
            <a:prstDash val="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Agrupar 3">
            <a:extLst>
              <a:ext uri="{FF2B5EF4-FFF2-40B4-BE49-F238E27FC236}">
                <a16:creationId xmlns:a16="http://schemas.microsoft.com/office/drawing/2014/main" id="{FC0CC2DB-5D15-2670-9318-51CECFA2D60E}"/>
              </a:ext>
            </a:extLst>
          </p:cNvPr>
          <p:cNvGrpSpPr/>
          <p:nvPr/>
        </p:nvGrpSpPr>
        <p:grpSpPr>
          <a:xfrm>
            <a:off x="3711187" y="4867396"/>
            <a:ext cx="1225979" cy="1225979"/>
            <a:chOff x="4059238" y="-1231900"/>
            <a:chExt cx="558800" cy="558800"/>
          </a:xfrm>
        </p:grpSpPr>
        <p:sp>
          <p:nvSpPr>
            <p:cNvPr id="6" name="Elipse 5">
              <a:extLst>
                <a:ext uri="{FF2B5EF4-FFF2-40B4-BE49-F238E27FC236}">
                  <a16:creationId xmlns:a16="http://schemas.microsoft.com/office/drawing/2014/main" id="{06F18C99-E662-0776-7BC2-19872A5DDEEC}"/>
                </a:ext>
              </a:extLst>
            </p:cNvPr>
            <p:cNvSpPr/>
            <p:nvPr/>
          </p:nvSpPr>
          <p:spPr>
            <a:xfrm>
              <a:off x="4059238" y="-1231900"/>
              <a:ext cx="558800" cy="55880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D3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" name="Forma Livre: Forma 6">
              <a:extLst>
                <a:ext uri="{FF2B5EF4-FFF2-40B4-BE49-F238E27FC236}">
                  <a16:creationId xmlns:a16="http://schemas.microsoft.com/office/drawing/2014/main" id="{B2A36BFD-B3EB-35AD-F3DB-384B137D64A5}"/>
                </a:ext>
              </a:extLst>
            </p:cNvPr>
            <p:cNvSpPr/>
            <p:nvPr/>
          </p:nvSpPr>
          <p:spPr>
            <a:xfrm rot="18900000">
              <a:off x="4157662" y="-1104719"/>
              <a:ext cx="361951" cy="257176"/>
            </a:xfrm>
            <a:custGeom>
              <a:avLst/>
              <a:gdLst>
                <a:gd name="connsiteX0" fmla="*/ 0 w 361951"/>
                <a:gd name="connsiteY0" fmla="*/ 0 h 257176"/>
                <a:gd name="connsiteX1" fmla="*/ 71437 w 361951"/>
                <a:gd name="connsiteY1" fmla="*/ 0 h 257176"/>
                <a:gd name="connsiteX2" fmla="*/ 71437 w 361951"/>
                <a:gd name="connsiteY2" fmla="*/ 152402 h 257176"/>
                <a:gd name="connsiteX3" fmla="*/ 361951 w 361951"/>
                <a:gd name="connsiteY3" fmla="*/ 152402 h 257176"/>
                <a:gd name="connsiteX4" fmla="*/ 361951 w 361951"/>
                <a:gd name="connsiteY4" fmla="*/ 257176 h 257176"/>
                <a:gd name="connsiteX5" fmla="*/ 1 w 361951"/>
                <a:gd name="connsiteY5" fmla="*/ 257176 h 257176"/>
                <a:gd name="connsiteX6" fmla="*/ 1 w 361951"/>
                <a:gd name="connsiteY6" fmla="*/ 257175 h 257176"/>
                <a:gd name="connsiteX7" fmla="*/ 0 w 361951"/>
                <a:gd name="connsiteY7" fmla="*/ 257175 h 257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1951" h="257176">
                  <a:moveTo>
                    <a:pt x="0" y="0"/>
                  </a:moveTo>
                  <a:lnTo>
                    <a:pt x="71437" y="0"/>
                  </a:lnTo>
                  <a:lnTo>
                    <a:pt x="71437" y="152402"/>
                  </a:lnTo>
                  <a:lnTo>
                    <a:pt x="361951" y="152402"/>
                  </a:lnTo>
                  <a:lnTo>
                    <a:pt x="361951" y="257176"/>
                  </a:lnTo>
                  <a:lnTo>
                    <a:pt x="1" y="257176"/>
                  </a:lnTo>
                  <a:lnTo>
                    <a:pt x="1" y="257175"/>
                  </a:lnTo>
                  <a:lnTo>
                    <a:pt x="0" y="257175"/>
                  </a:lnTo>
                  <a:close/>
                </a:path>
              </a:pathLst>
            </a:custGeom>
            <a:solidFill>
              <a:srgbClr val="00C6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BR"/>
            </a:p>
          </p:txBody>
        </p:sp>
      </p:grpSp>
      <p:grpSp>
        <p:nvGrpSpPr>
          <p:cNvPr id="8" name="Agrupar 7">
            <a:extLst>
              <a:ext uri="{FF2B5EF4-FFF2-40B4-BE49-F238E27FC236}">
                <a16:creationId xmlns:a16="http://schemas.microsoft.com/office/drawing/2014/main" id="{E17D4C08-754A-D6BB-E074-8B5577B7B7C7}"/>
              </a:ext>
            </a:extLst>
          </p:cNvPr>
          <p:cNvGrpSpPr/>
          <p:nvPr/>
        </p:nvGrpSpPr>
        <p:grpSpPr>
          <a:xfrm>
            <a:off x="3711187" y="3425478"/>
            <a:ext cx="1225979" cy="1225979"/>
            <a:chOff x="2130426" y="-1231900"/>
            <a:chExt cx="558800" cy="558800"/>
          </a:xfrm>
        </p:grpSpPr>
        <p:sp>
          <p:nvSpPr>
            <p:cNvPr id="9" name="Elipse 8">
              <a:extLst>
                <a:ext uri="{FF2B5EF4-FFF2-40B4-BE49-F238E27FC236}">
                  <a16:creationId xmlns:a16="http://schemas.microsoft.com/office/drawing/2014/main" id="{A4EC98E0-C191-7B24-3D56-A5D1E7DCC6ED}"/>
                </a:ext>
              </a:extLst>
            </p:cNvPr>
            <p:cNvSpPr/>
            <p:nvPr/>
          </p:nvSpPr>
          <p:spPr>
            <a:xfrm>
              <a:off x="2130426" y="-1231900"/>
              <a:ext cx="558800" cy="558800"/>
            </a:xfrm>
            <a:prstGeom prst="ellipse">
              <a:avLst/>
            </a:prstGeom>
            <a:solidFill>
              <a:srgbClr val="00C6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" name="Forma Livre: Forma 9">
              <a:extLst>
                <a:ext uri="{FF2B5EF4-FFF2-40B4-BE49-F238E27FC236}">
                  <a16:creationId xmlns:a16="http://schemas.microsoft.com/office/drawing/2014/main" id="{2E2E1930-FAA4-5CBA-C011-54EDFB4EF5F3}"/>
                </a:ext>
              </a:extLst>
            </p:cNvPr>
            <p:cNvSpPr/>
            <p:nvPr/>
          </p:nvSpPr>
          <p:spPr>
            <a:xfrm rot="5400000">
              <a:off x="2228851" y="-1133475"/>
              <a:ext cx="361950" cy="361950"/>
            </a:xfrm>
            <a:custGeom>
              <a:avLst/>
              <a:gdLst>
                <a:gd name="connsiteX0" fmla="*/ 0 w 361950"/>
                <a:gd name="connsiteY0" fmla="*/ 209550 h 361950"/>
                <a:gd name="connsiteX1" fmla="*/ 0 w 361950"/>
                <a:gd name="connsiteY1" fmla="*/ 152400 h 361950"/>
                <a:gd name="connsiteX2" fmla="*/ 152400 w 361950"/>
                <a:gd name="connsiteY2" fmla="*/ 152400 h 361950"/>
                <a:gd name="connsiteX3" fmla="*/ 152400 w 361950"/>
                <a:gd name="connsiteY3" fmla="*/ 0 h 361950"/>
                <a:gd name="connsiteX4" fmla="*/ 209550 w 361950"/>
                <a:gd name="connsiteY4" fmla="*/ 0 h 361950"/>
                <a:gd name="connsiteX5" fmla="*/ 209550 w 361950"/>
                <a:gd name="connsiteY5" fmla="*/ 152400 h 361950"/>
                <a:gd name="connsiteX6" fmla="*/ 361950 w 361950"/>
                <a:gd name="connsiteY6" fmla="*/ 152400 h 361950"/>
                <a:gd name="connsiteX7" fmla="*/ 361950 w 361950"/>
                <a:gd name="connsiteY7" fmla="*/ 209550 h 361950"/>
                <a:gd name="connsiteX8" fmla="*/ 209550 w 361950"/>
                <a:gd name="connsiteY8" fmla="*/ 209550 h 361950"/>
                <a:gd name="connsiteX9" fmla="*/ 209550 w 361950"/>
                <a:gd name="connsiteY9" fmla="*/ 361950 h 361950"/>
                <a:gd name="connsiteX10" fmla="*/ 152400 w 361950"/>
                <a:gd name="connsiteY10" fmla="*/ 361950 h 361950"/>
                <a:gd name="connsiteX11" fmla="*/ 152400 w 361950"/>
                <a:gd name="connsiteY11" fmla="*/ 209550 h 36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61950" h="361950">
                  <a:moveTo>
                    <a:pt x="0" y="209550"/>
                  </a:move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lnTo>
                    <a:pt x="209550" y="0"/>
                  </a:lnTo>
                  <a:lnTo>
                    <a:pt x="209550" y="152400"/>
                  </a:lnTo>
                  <a:lnTo>
                    <a:pt x="361950" y="152400"/>
                  </a:lnTo>
                  <a:lnTo>
                    <a:pt x="361950" y="209550"/>
                  </a:lnTo>
                  <a:lnTo>
                    <a:pt x="209550" y="209550"/>
                  </a:lnTo>
                  <a:lnTo>
                    <a:pt x="209550" y="361950"/>
                  </a:lnTo>
                  <a:lnTo>
                    <a:pt x="152400" y="361950"/>
                  </a:lnTo>
                  <a:lnTo>
                    <a:pt x="152400" y="20955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BR"/>
            </a:p>
          </p:txBody>
        </p:sp>
      </p:grp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4C7CF4ED-72AF-3754-F21F-68FCFA205705}"/>
              </a:ext>
            </a:extLst>
          </p:cNvPr>
          <p:cNvGrpSpPr/>
          <p:nvPr/>
        </p:nvGrpSpPr>
        <p:grpSpPr>
          <a:xfrm>
            <a:off x="3711187" y="2003139"/>
            <a:ext cx="1225979" cy="1225979"/>
            <a:chOff x="3416300" y="-1231900"/>
            <a:chExt cx="558800" cy="558800"/>
          </a:xfrm>
        </p:grpSpPr>
        <p:sp>
          <p:nvSpPr>
            <p:cNvPr id="12" name="Elipse 11">
              <a:extLst>
                <a:ext uri="{FF2B5EF4-FFF2-40B4-BE49-F238E27FC236}">
                  <a16:creationId xmlns:a16="http://schemas.microsoft.com/office/drawing/2014/main" id="{1D277C7D-BFC9-0F5F-0AE4-CAE3B2AF6FEF}"/>
                </a:ext>
              </a:extLst>
            </p:cNvPr>
            <p:cNvSpPr/>
            <p:nvPr/>
          </p:nvSpPr>
          <p:spPr>
            <a:xfrm>
              <a:off x="3416300" y="-1231900"/>
              <a:ext cx="558800" cy="558800"/>
            </a:xfrm>
            <a:prstGeom prst="ellipse">
              <a:avLst/>
            </a:prstGeom>
            <a:solidFill>
              <a:srgbClr val="D3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4" name="Forma Livre: Forma 13">
              <a:extLst>
                <a:ext uri="{FF2B5EF4-FFF2-40B4-BE49-F238E27FC236}">
                  <a16:creationId xmlns:a16="http://schemas.microsoft.com/office/drawing/2014/main" id="{99B7B4B5-7451-C22F-255C-7AFB5F710FED}"/>
                </a:ext>
              </a:extLst>
            </p:cNvPr>
            <p:cNvSpPr/>
            <p:nvPr/>
          </p:nvSpPr>
          <p:spPr>
            <a:xfrm rot="8100000">
              <a:off x="3514726" y="-1133475"/>
              <a:ext cx="361950" cy="361950"/>
            </a:xfrm>
            <a:custGeom>
              <a:avLst/>
              <a:gdLst>
                <a:gd name="connsiteX0" fmla="*/ 0 w 361950"/>
                <a:gd name="connsiteY0" fmla="*/ 209550 h 361950"/>
                <a:gd name="connsiteX1" fmla="*/ 0 w 361950"/>
                <a:gd name="connsiteY1" fmla="*/ 152400 h 361950"/>
                <a:gd name="connsiteX2" fmla="*/ 152400 w 361950"/>
                <a:gd name="connsiteY2" fmla="*/ 152400 h 361950"/>
                <a:gd name="connsiteX3" fmla="*/ 152400 w 361950"/>
                <a:gd name="connsiteY3" fmla="*/ 0 h 361950"/>
                <a:gd name="connsiteX4" fmla="*/ 209550 w 361950"/>
                <a:gd name="connsiteY4" fmla="*/ 0 h 361950"/>
                <a:gd name="connsiteX5" fmla="*/ 209550 w 361950"/>
                <a:gd name="connsiteY5" fmla="*/ 152400 h 361950"/>
                <a:gd name="connsiteX6" fmla="*/ 361950 w 361950"/>
                <a:gd name="connsiteY6" fmla="*/ 152400 h 361950"/>
                <a:gd name="connsiteX7" fmla="*/ 361950 w 361950"/>
                <a:gd name="connsiteY7" fmla="*/ 209550 h 361950"/>
                <a:gd name="connsiteX8" fmla="*/ 209550 w 361950"/>
                <a:gd name="connsiteY8" fmla="*/ 209550 h 361950"/>
                <a:gd name="connsiteX9" fmla="*/ 209550 w 361950"/>
                <a:gd name="connsiteY9" fmla="*/ 361950 h 361950"/>
                <a:gd name="connsiteX10" fmla="*/ 152400 w 361950"/>
                <a:gd name="connsiteY10" fmla="*/ 361950 h 361950"/>
                <a:gd name="connsiteX11" fmla="*/ 152400 w 361950"/>
                <a:gd name="connsiteY11" fmla="*/ 209550 h 36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61950" h="361950">
                  <a:moveTo>
                    <a:pt x="0" y="209550"/>
                  </a:move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lnTo>
                    <a:pt x="209550" y="0"/>
                  </a:lnTo>
                  <a:lnTo>
                    <a:pt x="209550" y="152400"/>
                  </a:lnTo>
                  <a:lnTo>
                    <a:pt x="361950" y="152400"/>
                  </a:lnTo>
                  <a:lnTo>
                    <a:pt x="361950" y="209550"/>
                  </a:lnTo>
                  <a:lnTo>
                    <a:pt x="209550" y="209550"/>
                  </a:lnTo>
                  <a:lnTo>
                    <a:pt x="209550" y="361950"/>
                  </a:lnTo>
                  <a:lnTo>
                    <a:pt x="152400" y="361950"/>
                  </a:lnTo>
                  <a:lnTo>
                    <a:pt x="152400" y="20955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BR"/>
            </a:p>
          </p:txBody>
        </p:sp>
      </p:grpSp>
      <p:sp>
        <p:nvSpPr>
          <p:cNvPr id="20" name="Espaço Reservado para Texto 13">
            <a:extLst>
              <a:ext uri="{FF2B5EF4-FFF2-40B4-BE49-F238E27FC236}">
                <a16:creationId xmlns:a16="http://schemas.microsoft.com/office/drawing/2014/main" id="{ED1D722D-EF56-4BF2-3525-E0B69EB67FEE}"/>
              </a:ext>
            </a:extLst>
          </p:cNvPr>
          <p:cNvSpPr txBox="1">
            <a:spLocks/>
          </p:cNvSpPr>
          <p:nvPr/>
        </p:nvSpPr>
        <p:spPr>
          <a:xfrm>
            <a:off x="6298583" y="1952824"/>
            <a:ext cx="1698091" cy="51680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>
                <a:latin typeface="+mn-lt"/>
              </a:rPr>
              <a:t>Caixas para suporte de texto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A610BA78-64C1-2B44-853E-73C2ECD9642F}"/>
              </a:ext>
            </a:extLst>
          </p:cNvPr>
          <p:cNvSpPr/>
          <p:nvPr/>
        </p:nvSpPr>
        <p:spPr>
          <a:xfrm>
            <a:off x="6386953" y="2762837"/>
            <a:ext cx="1419225" cy="3256963"/>
          </a:xfrm>
          <a:prstGeom prst="rect">
            <a:avLst/>
          </a:prstGeom>
          <a:solidFill>
            <a:srgbClr val="D3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4012DE06-C416-E2BA-4260-3A61C1B7A61E}"/>
              </a:ext>
            </a:extLst>
          </p:cNvPr>
          <p:cNvSpPr/>
          <p:nvPr/>
        </p:nvSpPr>
        <p:spPr>
          <a:xfrm>
            <a:off x="8091928" y="2762838"/>
            <a:ext cx="1419225" cy="1190038"/>
          </a:xfrm>
          <a:prstGeom prst="rect">
            <a:avLst/>
          </a:prstGeom>
          <a:solidFill>
            <a:srgbClr val="00C6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60B81DBE-58FE-1E57-0317-3489BAF5AD1C}"/>
              </a:ext>
            </a:extLst>
          </p:cNvPr>
          <p:cNvSpPr/>
          <p:nvPr/>
        </p:nvSpPr>
        <p:spPr>
          <a:xfrm>
            <a:off x="8091928" y="4210050"/>
            <a:ext cx="1419225" cy="180469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25771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DE121FA-30F9-9BE5-BFBD-E67850C7A6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34969" y="3517979"/>
            <a:ext cx="3722058" cy="690984"/>
          </a:xfrm>
          <a:ln>
            <a:noFill/>
          </a:ln>
        </p:spPr>
        <p:txBody>
          <a:bodyPr/>
          <a:lstStyle/>
          <a:p>
            <a:pPr algn="ctr"/>
            <a:r>
              <a:rPr lang="pt-BR" sz="4400"/>
              <a:t>afinz.com.br</a:t>
            </a:r>
            <a:endParaRPr lang="pt-BR" sz="4400"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5" name="Retângulo 4">
            <a:hlinkClick r:id="rId2"/>
            <a:extLst>
              <a:ext uri="{FF2B5EF4-FFF2-40B4-BE49-F238E27FC236}">
                <a16:creationId xmlns:a16="http://schemas.microsoft.com/office/drawing/2014/main" id="{9D4E236B-4C8C-0E37-EF5D-1454A56FFC83}"/>
              </a:ext>
            </a:extLst>
          </p:cNvPr>
          <p:cNvSpPr/>
          <p:nvPr/>
        </p:nvSpPr>
        <p:spPr>
          <a:xfrm>
            <a:off x="4538660" y="3529012"/>
            <a:ext cx="3114675" cy="690984"/>
          </a:xfrm>
          <a:prstGeom prst="rect">
            <a:avLst/>
          </a:prstGeom>
          <a:noFill/>
          <a:ln w="14799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9687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XPSD_LAYERNAME" val="Marca"/>
  <p:tag name="PXPSD_PSDFILENAME" val="S02_Dj.psd"/>
  <p:tag name="PXPSD_PSDSOURCE" val="C:\Users\djana\OneDrive - Chave Mestra\02. Projetos em andamento\Afinz\Apresentação\03. Identidade Visual\PSDs\S02_Dj.psd"/>
  <p:tag name=" PXPSD_PSDSOURCELAYER" val="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XPSD_LAYERNAME" val="Marca"/>
  <p:tag name="PXPSD_PSDFILENAME" val="S02_Dj.psd"/>
  <p:tag name="PXPSD_PSDSOURCE" val="C:\Users\djana\OneDrive - Chave Mestra\02. Projetos em andamento\Afinz\Apresentação\03. Identidade Visual\PSDs\S02_Dj.psd"/>
  <p:tag name=" PXPSD_PSDSOURCELAYER" val="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XPSD_LAYERNAME" val="Marca"/>
  <p:tag name="PXPSD_PSDFILENAME" val="S02_Dj.psd"/>
  <p:tag name="PXPSD_PSDSOURCE" val="C:\Users\djana\OneDrive - Chave Mestra\02. Projetos em andamento\Afinz\Apresentação\03. Identidade Visual\PSDs\S02_Dj.psd"/>
  <p:tag name=" PXPSD_PSDSOURCELAYER" val="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XPSD_LAYERNAME" val="Marca"/>
  <p:tag name="PXPSD_PSDFILENAME" val="S02_Dj.psd"/>
  <p:tag name="PXPSD_PSDSOURCE" val="C:\Users\djana\OneDrive - Chave Mestra\02. Projetos em andamento\Afinz\Apresentação\03. Identidade Visual\PSDs\S02_Dj.psd"/>
  <p:tag name=" PXPSD_PSDSOURCELAYER" val="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XPSD_LAYERNAME" val="Marca"/>
  <p:tag name="PXPSD_PSDFILENAME" val="S02_Dj.psd"/>
  <p:tag name="PXPSD_PSDSOURCE" val="C:\Users\djana\OneDrive - Chave Mestra\02. Projetos em andamento\Afinz\Apresentação\03. Identidade Visual\PSDs\S02_Dj.psd"/>
  <p:tag name=" PXPSD_PSDSOURCELAYER" val="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XPSD_LAYERNAME" val="Marca"/>
  <p:tag name="PXPSD_PSDFILENAME" val="S02_Dj.psd"/>
  <p:tag name="PXPSD_PSDSOURCE" val="C:\Users\djana\OneDrive - Chave Mestra\02. Projetos em andamento\Afinz\Apresentação\03. Identidade Visual\PSDs\S02_Dj.psd"/>
  <p:tag name=" PXPSD_PSDSOURCELAYER" val="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XPSD_LAYERNAME" val="Marca"/>
  <p:tag name="PXPSD_PSDFILENAME" val="S02_Dj.psd"/>
  <p:tag name="PXPSD_PSDSOURCE" val="C:\Users\djana\OneDrive - Chave Mestra\02. Projetos em andamento\Afinz\Apresentação\03. Identidade Visual\PSDs\S02_Dj.psd"/>
  <p:tag name=" PXPSD_PSDSOURCELAYER" val="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XPSD_LAYERNAME" val="Marca"/>
  <p:tag name="PXPSD_PSDFILENAME" val="S02_Dj.psd"/>
  <p:tag name="PXPSD_PSDSOURCE" val="C:\Users\djana\OneDrive - Chave Mestra\02. Projetos em andamento\Afinz\Apresentação\03. Identidade Visual\PSDs\S02_Dj.psd"/>
  <p:tag name=" PXPSD_PSDSOURCELAYER" val="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XPSD_LAYERNAME" val="Marca"/>
  <p:tag name="PXPSD_PSDFILENAME" val="S02_Dj.psd"/>
  <p:tag name="PXPSD_PSDSOURCE" val="C:\Users\djana\OneDrive - Chave Mestra\02. Projetos em andamento\Afinz\Apresentação\03. Identidade Visual\PSDs\S02_Dj.psd"/>
  <p:tag name=" PXPSD_PSDSOURCELAYER" val="3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XPSD_LAYERNAME" val="Marca"/>
  <p:tag name="PXPSD_PSDFILENAME" val="S02_Dj.psd"/>
  <p:tag name="PXPSD_PSDSOURCE" val="C:\Users\djana\OneDrive - Chave Mestra\02. Projetos em andamento\Afinz\Apresentação\03. Identidade Visual\PSDs\S02_Dj.psd"/>
  <p:tag name=" PXPSD_PSDSOURCELAYER" val="3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XPSD_LAYERNAME" val="Marca"/>
  <p:tag name="PXPSD_PSDFILENAME" val="S02_Dj.psd"/>
  <p:tag name="PXPSD_PSDSOURCE" val="C:\Users\djana\OneDrive - Chave Mestra\02. Projetos em andamento\Afinz\Apresentação\03. Identidade Visual\PSDs\S02_Dj.psd"/>
  <p:tag name=" PXPSD_PSDSOURCELAYER" val="3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XPSD_LAYERNAME" val="Marca"/>
  <p:tag name="PXPSD_PSDFILENAME" val="S02_Dj.psd"/>
  <p:tag name="PXPSD_PSDSOURCE" val="C:\Users\djana\OneDrive - Chave Mestra\02. Projetos em andamento\Afinz\Apresentação\03. Identidade Visual\PSDs\S02_Dj.psd"/>
  <p:tag name=" PXPSD_PSDSOURCELAYER" val="3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XPSD_LAYERNAME" val="Marca"/>
  <p:tag name="PXPSD_PSDFILENAME" val="S02_Dj.psd"/>
  <p:tag name="PXPSD_PSDSOURCE" val="C:\Users\djana\OneDrive - Chave Mestra\02. Projetos em andamento\Afinz\Apresentação\03. Identidade Visual\PSDs\S02_Dj.psd"/>
  <p:tag name=" PXPSD_PSDSOURCELAYER" val="3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XPSD_LAYERNAME" val="Marca"/>
  <p:tag name="PXPSD_PSDFILENAME" val="S02_Dj.psd"/>
  <p:tag name="PXPSD_PSDSOURCE" val="C:\Users\djana\OneDrive - Chave Mestra\02. Projetos em andamento\Afinz\Apresentação\03. Identidade Visual\PSDs\S02_Dj.psd"/>
  <p:tag name=" PXPSD_PSDSOURCELAYER" val="3"/>
</p:tagLst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D3FF00"/>
        </a:solidFill>
        <a:ln w="14799" cap="flat">
          <a:noFill/>
          <a:prstDash val="solid"/>
          <a:miter/>
        </a:ln>
      </a:spPr>
      <a:bodyPr rtlCol="0" anchor="ctr"/>
      <a:lstStyle>
        <a:defPPr algn="l"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952914A57B89647B3F4D3EB4B2F0FD1" ma:contentTypeVersion="14" ma:contentTypeDescription="Crie um novo documento." ma:contentTypeScope="" ma:versionID="57f2a3670578bd794d0f94ef2027fe19">
  <xsd:schema xmlns:xsd="http://www.w3.org/2001/XMLSchema" xmlns:xs="http://www.w3.org/2001/XMLSchema" xmlns:p="http://schemas.microsoft.com/office/2006/metadata/properties" xmlns:ns2="231a0010-f32b-4a15-934c-0372269d95cb" xmlns:ns3="a454975f-b5aa-41fd-aee2-d46a5540fd73" targetNamespace="http://schemas.microsoft.com/office/2006/metadata/properties" ma:root="true" ma:fieldsID="dd41f706a571261509d30a6f1d256c96" ns2:_="" ns3:_="">
    <xsd:import namespace="231a0010-f32b-4a15-934c-0372269d95cb"/>
    <xsd:import namespace="a454975f-b5aa-41fd-aee2-d46a5540fd7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1a0010-f32b-4a15-934c-0372269d95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9" nillable="true" ma:taxonomy="true" ma:internalName="lcf76f155ced4ddcb4097134ff3c332f" ma:taxonomyFieldName="MediaServiceImageTags" ma:displayName="Marcações de imagem" ma:readOnly="false" ma:fieldId="{5cf76f15-5ced-4ddc-b409-7134ff3c332f}" ma:taxonomyMulti="true" ma:sspId="75df2c6e-1918-49e6-a504-9bdbfe06a2c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54975f-b5aa-41fd-aee2-d46a5540fd73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653deb83-b383-4cda-890c-defd200d2de4}" ma:internalName="TaxCatchAll" ma:showField="CatchAllData" ma:web="a454975f-b5aa-41fd-aee2-d46a5540fd7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454975f-b5aa-41fd-aee2-d46a5540fd73" xsi:nil="true"/>
    <lcf76f155ced4ddcb4097134ff3c332f xmlns="231a0010-f32b-4a15-934c-0372269d95cb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37C1A977-05BD-4712-9443-30C52E7ADF3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31a0010-f32b-4a15-934c-0372269d95cb"/>
    <ds:schemaRef ds:uri="a454975f-b5aa-41fd-aee2-d46a5540fd7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6FBA745-28A5-4E91-8CF7-E8805414BB5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C4460A4-C5F2-4885-A0EA-E6559D772495}">
  <ds:schemaRefs>
    <ds:schemaRef ds:uri="http://www.w3.org/XML/1998/namespace"/>
    <ds:schemaRef ds:uri="http://schemas.microsoft.com/office/2006/metadata/properties"/>
    <ds:schemaRef ds:uri="http://purl.org/dc/dcmitype/"/>
    <ds:schemaRef ds:uri="231a0010-f32b-4a15-934c-0372269d95cb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schemas.microsoft.com/office/infopath/2007/PartnerControls"/>
    <ds:schemaRef ds:uri="a454975f-b5aa-41fd-aee2-d46a5540fd73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126</Words>
  <Application>Microsoft Office PowerPoint</Application>
  <PresentationFormat>Widescreen</PresentationFormat>
  <Paragraphs>44</Paragraphs>
  <Slides>28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28</vt:i4>
      </vt:variant>
    </vt:vector>
  </HeadingPairs>
  <TitlesOfParts>
    <vt:vector size="29" baseType="lpstr"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Pedrão</dc:creator>
  <cp:lastModifiedBy>Nair Mariane Soares</cp:lastModifiedBy>
  <cp:revision>2</cp:revision>
  <dcterms:created xsi:type="dcterms:W3CDTF">2023-05-30T16:19:51Z</dcterms:created>
  <dcterms:modified xsi:type="dcterms:W3CDTF">2026-03-10T16:20:11Z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0x0101008952914A57B89647B3F4D3EB4B2F0FD1</vt:lpwstr>
  </property>
  <property fmtid="{D5CDD505-2E9C-101B-9397-08002B2CF9AE}" pid="3" name="MediaServiceImageTags">
    <vt:lpwstr/>
  </property>
</Properties>
</file>