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4"/>
  </p:sldMasterIdLst>
  <p:notesMasterIdLst>
    <p:notesMasterId r:id="rId53"/>
  </p:notesMasterIdLst>
  <p:handoutMasterIdLst>
    <p:handoutMasterId r:id="rId54"/>
  </p:handoutMasterIdLst>
  <p:sldIdLst>
    <p:sldId id="259" r:id="rId6"/>
    <p:sldId id="2138105572" r:id="rId7"/>
    <p:sldId id="2138105598" r:id="rId11"/>
    <p:sldId id="264" r:id="rId16"/>
    <p:sldId id="2138105616" r:id="rId23"/>
    <p:sldId id="25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38E35A-6A6A-20C5-7DEA-4B86B7B7F86A}" name="Nathan Silva De Albuquerque" initials="NS" userId="S::nathan.albuquerque@afinz.com.br::b06f84a7-e91c-46a9-b72b-36524e442ae0" providerId="AD"/>
  <p188:author id="{2DCFD494-C913-3AF6-94CA-534D69F634F5}" name="Monica Jacobucci da Silva" initials="Md" userId="S::monica.jacobucci@afinz.com.br::989c23d4-f64e-4163-a142-129143d5710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lita de Rezende Curralo Queiroz" initials="TdRCQ" lastIdx="12" clrIdx="0">
    <p:extLst>
      <p:ext uri="{19B8F6BF-5375-455C-9EA6-DF929625EA0E}">
        <p15:presenceInfo xmlns:p15="http://schemas.microsoft.com/office/powerpoint/2012/main" userId="S::talita.queiroz@afinz.com.br::35340627-607f-4cee-a478-89359ac96ca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FF00"/>
    <a:srgbClr val="00C6CC"/>
    <a:srgbClr val="E2E2E2"/>
    <a:srgbClr val="ECECEC"/>
    <a:srgbClr val="000000"/>
    <a:srgbClr val="02EA61"/>
    <a:srgbClr val="025694"/>
    <a:srgbClr val="E74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45388-7AF1-038B-5038-CE491970CFBE}" v="56" dt="2026-04-29T21:04:47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32" y="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42" Type="http://schemas.openxmlformats.org/officeDocument/2006/relationships/slide" Target="slides/slide38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61" Type="http://schemas.microsoft.com/office/2015/10/relationships/revisionInfo" Target="revisionInfo.xml"/><Relationship Id="rId56" Type="http://schemas.openxmlformats.org/officeDocument/2006/relationships/presProps" Target="presProps.xml"/><Relationship Id="rId3" Type="http://schemas.openxmlformats.org/officeDocument/2006/relationships/customXml" Target="../customXml/item3.xml"/><Relationship Id="rId59" Type="http://schemas.openxmlformats.org/officeDocument/2006/relationships/tableStyles" Target="tableStyles.xml"/><Relationship Id="rId54" Type="http://schemas.openxmlformats.org/officeDocument/2006/relationships/handoutMaster" Target="handoutMasters/handoutMaster1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57" Type="http://schemas.openxmlformats.org/officeDocument/2006/relationships/viewProps" Target="viewProps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Paula Bandoni Tocci" userId="S::ana.tocci@afinz.com.br::10367699-f318-4f50-970a-22676c0ec52a" providerId="AD" clId="Web-{D674A66E-981D-A514-86D2-0FF4C8C44188}"/>
    <pc:docChg chg="addSld modSld">
      <pc:chgData name="Ana Paula Bandoni Tocci" userId="S::ana.tocci@afinz.com.br::10367699-f318-4f50-970a-22676c0ec52a" providerId="AD" clId="Web-{D674A66E-981D-A514-86D2-0FF4C8C44188}" dt="2026-03-30T19:04:25.187" v="50" actId="1076"/>
      <pc:docMkLst>
        <pc:docMk/>
      </pc:docMkLst>
      <pc:sldChg chg="addSp modSp add">
        <pc:chgData name="Ana Paula Bandoni Tocci" userId="S::ana.tocci@afinz.com.br::10367699-f318-4f50-970a-22676c0ec52a" providerId="AD" clId="Web-{D674A66E-981D-A514-86D2-0FF4C8C44188}" dt="2026-03-30T19:01:25.404" v="41" actId="1076"/>
        <pc:sldMkLst>
          <pc:docMk/>
          <pc:sldMk cId="1219435691" sldId="2138105611"/>
        </pc:sldMkLst>
        <pc:spChg chg="mod">
          <ac:chgData name="Ana Paula Bandoni Tocci" userId="S::ana.tocci@afinz.com.br::10367699-f318-4f50-970a-22676c0ec52a" providerId="AD" clId="Web-{D674A66E-981D-A514-86D2-0FF4C8C44188}" dt="2026-03-30T18:58:12.045" v="12" actId="20577"/>
          <ac:spMkLst>
            <pc:docMk/>
            <pc:sldMk cId="1219435691" sldId="2138105611"/>
            <ac:spMk id="6" creationId="{83CBD753-8957-AD9D-A77F-CBACE5E14DE1}"/>
          </ac:spMkLst>
        </pc:spChg>
        <pc:spChg chg="mod">
          <ac:chgData name="Ana Paula Bandoni Tocci" userId="S::ana.tocci@afinz.com.br::10367699-f318-4f50-970a-22676c0ec52a" providerId="AD" clId="Web-{D674A66E-981D-A514-86D2-0FF4C8C44188}" dt="2026-03-30T19:01:25.404" v="41" actId="1076"/>
          <ac:spMkLst>
            <pc:docMk/>
            <pc:sldMk cId="1219435691" sldId="2138105611"/>
            <ac:spMk id="10" creationId="{821E1430-6921-8DC1-8527-EA24F63F207E}"/>
          </ac:spMkLst>
        </pc:spChg>
        <pc:spChg chg="mod">
          <ac:chgData name="Ana Paula Bandoni Tocci" userId="S::ana.tocci@afinz.com.br::10367699-f318-4f50-970a-22676c0ec52a" providerId="AD" clId="Web-{D674A66E-981D-A514-86D2-0FF4C8C44188}" dt="2026-03-30T18:59:19.899" v="13" actId="1076"/>
          <ac:spMkLst>
            <pc:docMk/>
            <pc:sldMk cId="1219435691" sldId="2138105611"/>
            <ac:spMk id="13" creationId="{652852AE-C889-A178-7DBD-ED41285C1033}"/>
          </ac:spMkLst>
        </pc:spChg>
        <pc:picChg chg="add mod">
          <ac:chgData name="Ana Paula Bandoni Tocci" userId="S::ana.tocci@afinz.com.br::10367699-f318-4f50-970a-22676c0ec52a" providerId="AD" clId="Web-{D674A66E-981D-A514-86D2-0FF4C8C44188}" dt="2026-03-30T19:01:14.748" v="39" actId="14100"/>
          <ac:picMkLst>
            <pc:docMk/>
            <pc:sldMk cId="1219435691" sldId="2138105611"/>
            <ac:picMk id="2" creationId="{CF983443-B373-57FA-7A40-E973083D3164}"/>
          </ac:picMkLst>
        </pc:picChg>
        <pc:picChg chg="mod">
          <ac:chgData name="Ana Paula Bandoni Tocci" userId="S::ana.tocci@afinz.com.br::10367699-f318-4f50-970a-22676c0ec52a" providerId="AD" clId="Web-{D674A66E-981D-A514-86D2-0FF4C8C44188}" dt="2026-03-30T19:00:32.575" v="31" actId="14100"/>
          <ac:picMkLst>
            <pc:docMk/>
            <pc:sldMk cId="1219435691" sldId="2138105611"/>
            <ac:picMk id="3" creationId="{80E534A5-10AA-9E0A-F0BD-DA16BE0F6A14}"/>
          </ac:picMkLst>
        </pc:picChg>
        <pc:picChg chg="mod">
          <ac:chgData name="Ana Paula Bandoni Tocci" userId="S::ana.tocci@afinz.com.br::10367699-f318-4f50-970a-22676c0ec52a" providerId="AD" clId="Web-{D674A66E-981D-A514-86D2-0FF4C8C44188}" dt="2026-03-30T19:00:32.591" v="32" actId="14100"/>
          <ac:picMkLst>
            <pc:docMk/>
            <pc:sldMk cId="1219435691" sldId="2138105611"/>
            <ac:picMk id="5" creationId="{8F05C4D2-310A-7B12-EC2C-3804CEAE90B0}"/>
          </ac:picMkLst>
        </pc:picChg>
        <pc:picChg chg="mod">
          <ac:chgData name="Ana Paula Bandoni Tocci" userId="S::ana.tocci@afinz.com.br::10367699-f318-4f50-970a-22676c0ec52a" providerId="AD" clId="Web-{D674A66E-981D-A514-86D2-0FF4C8C44188}" dt="2026-03-30T19:00:32.606" v="33" actId="14100"/>
          <ac:picMkLst>
            <pc:docMk/>
            <pc:sldMk cId="1219435691" sldId="2138105611"/>
            <ac:picMk id="8" creationId="{7D5F8DC8-8F43-F76B-0598-0FE56DD01B2E}"/>
          </ac:picMkLst>
        </pc:picChg>
        <pc:picChg chg="mod">
          <ac:chgData name="Ana Paula Bandoni Tocci" userId="S::ana.tocci@afinz.com.br::10367699-f318-4f50-970a-22676c0ec52a" providerId="AD" clId="Web-{D674A66E-981D-A514-86D2-0FF4C8C44188}" dt="2026-03-30T19:00:24.387" v="25" actId="1076"/>
          <ac:picMkLst>
            <pc:docMk/>
            <pc:sldMk cId="1219435691" sldId="2138105611"/>
            <ac:picMk id="21" creationId="{3A9BE582-5AF2-2FE9-82FB-617B0728D456}"/>
          </ac:picMkLst>
        </pc:picChg>
        <pc:picChg chg="mod">
          <ac:chgData name="Ana Paula Bandoni Tocci" userId="S::ana.tocci@afinz.com.br::10367699-f318-4f50-970a-22676c0ec52a" providerId="AD" clId="Web-{D674A66E-981D-A514-86D2-0FF4C8C44188}" dt="2026-03-30T19:01:19.076" v="40" actId="1076"/>
          <ac:picMkLst>
            <pc:docMk/>
            <pc:sldMk cId="1219435691" sldId="2138105611"/>
            <ac:picMk id="23" creationId="{B116DE9D-2738-B442-C46F-0F3C2CBF8CCE}"/>
          </ac:picMkLst>
        </pc:picChg>
      </pc:sldChg>
      <pc:sldChg chg="addSp modSp add">
        <pc:chgData name="Ana Paula Bandoni Tocci" userId="S::ana.tocci@afinz.com.br::10367699-f318-4f50-970a-22676c0ec52a" providerId="AD" clId="Web-{D674A66E-981D-A514-86D2-0FF4C8C44188}" dt="2026-03-30T19:04:25.187" v="50" actId="1076"/>
        <pc:sldMkLst>
          <pc:docMk/>
          <pc:sldMk cId="160052573" sldId="2138105613"/>
        </pc:sldMkLst>
        <pc:picChg chg="add mod">
          <ac:chgData name="Ana Paula Bandoni Tocci" userId="S::ana.tocci@afinz.com.br::10367699-f318-4f50-970a-22676c0ec52a" providerId="AD" clId="Web-{D674A66E-981D-A514-86D2-0FF4C8C44188}" dt="2026-03-30T19:04:25.187" v="50" actId="1076"/>
          <ac:picMkLst>
            <pc:docMk/>
            <pc:sldMk cId="160052573" sldId="2138105613"/>
            <ac:picMk id="2" creationId="{3B055951-781F-FEE0-2070-60CC53196C72}"/>
          </ac:picMkLst>
        </pc:picChg>
        <pc:picChg chg="mod">
          <ac:chgData name="Ana Paula Bandoni Tocci" userId="S::ana.tocci@afinz.com.br::10367699-f318-4f50-970a-22676c0ec52a" providerId="AD" clId="Web-{D674A66E-981D-A514-86D2-0FF4C8C44188}" dt="2026-03-30T19:03:04.218" v="46" actId="1076"/>
          <ac:picMkLst>
            <pc:docMk/>
            <pc:sldMk cId="160052573" sldId="2138105613"/>
            <ac:picMk id="17" creationId="{D7D853A3-8DCE-DA37-A69A-BB7CD393984D}"/>
          </ac:picMkLst>
        </pc:picChg>
      </pc:sldChg>
    </pc:docChg>
  </pc:docChgLst>
  <pc:docChgLst>
    <pc:chgData name="Luana De Freitas Marques" userId="895497e5-af0c-4aee-a5ed-637e6fbefdee" providerId="ADAL" clId="{CEE9DC81-CE1E-47E3-BA51-A6464A891AC4}"/>
    <pc:docChg chg="undo custSel addSld delSld modSld">
      <pc:chgData name="Luana De Freitas Marques" userId="895497e5-af0c-4aee-a5ed-637e6fbefdee" providerId="ADAL" clId="{CEE9DC81-CE1E-47E3-BA51-A6464A891AC4}" dt="2026-04-02T15:42:51.770" v="145" actId="47"/>
      <pc:docMkLst>
        <pc:docMk/>
      </pc:docMkLst>
      <pc:sldChg chg="addSp delSp modSp mod">
        <pc:chgData name="Luana De Freitas Marques" userId="895497e5-af0c-4aee-a5ed-637e6fbefdee" providerId="ADAL" clId="{CEE9DC81-CE1E-47E3-BA51-A6464A891AC4}" dt="2026-04-01T15:14:13.717" v="84" actId="207"/>
        <pc:sldMkLst>
          <pc:docMk/>
          <pc:sldMk cId="2127785227" sldId="2138105594"/>
        </pc:sldMkLst>
        <pc:spChg chg="add mod">
          <ac:chgData name="Luana De Freitas Marques" userId="895497e5-af0c-4aee-a5ed-637e6fbefdee" providerId="ADAL" clId="{CEE9DC81-CE1E-47E3-BA51-A6464A891AC4}" dt="2026-04-01T15:14:13.717" v="84" actId="207"/>
          <ac:spMkLst>
            <pc:docMk/>
            <pc:sldMk cId="2127785227" sldId="2138105594"/>
            <ac:spMk id="2" creationId="{F34E1088-69F1-F486-A635-B50A300FDCCF}"/>
          </ac:spMkLst>
        </pc:spChg>
        <pc:picChg chg="mod">
          <ac:chgData name="Luana De Freitas Marques" userId="895497e5-af0c-4aee-a5ed-637e6fbefdee" providerId="ADAL" clId="{CEE9DC81-CE1E-47E3-BA51-A6464A891AC4}" dt="2026-04-01T15:10:51.831" v="3" actId="14826"/>
          <ac:picMkLst>
            <pc:docMk/>
            <pc:sldMk cId="2127785227" sldId="2138105594"/>
            <ac:picMk id="4" creationId="{9E76ADED-F7DB-30FF-CB65-C532EEE28599}"/>
          </ac:picMkLst>
        </pc:picChg>
      </pc:sldChg>
      <pc:sldChg chg="addSp delSp modSp mod">
        <pc:chgData name="Luana De Freitas Marques" userId="895497e5-af0c-4aee-a5ed-637e6fbefdee" providerId="ADAL" clId="{CEE9DC81-CE1E-47E3-BA51-A6464A891AC4}" dt="2026-04-01T15:14:37.235" v="100" actId="20577"/>
        <pc:sldMkLst>
          <pc:docMk/>
          <pc:sldMk cId="2985505843" sldId="2138105595"/>
        </pc:sldMkLst>
        <pc:spChg chg="add mod">
          <ac:chgData name="Luana De Freitas Marques" userId="895497e5-af0c-4aee-a5ed-637e6fbefdee" providerId="ADAL" clId="{CEE9DC81-CE1E-47E3-BA51-A6464A891AC4}" dt="2026-04-01T15:14:37.235" v="100" actId="20577"/>
          <ac:spMkLst>
            <pc:docMk/>
            <pc:sldMk cId="2985505843" sldId="2138105595"/>
            <ac:spMk id="5" creationId="{B6B6EB3C-95E4-54B5-CB1D-D7BF4B3E7CD1}"/>
          </ac:spMkLst>
        </pc:spChg>
        <pc:picChg chg="mod">
          <ac:chgData name="Luana De Freitas Marques" userId="895497e5-af0c-4aee-a5ed-637e6fbefdee" providerId="ADAL" clId="{CEE9DC81-CE1E-47E3-BA51-A6464A891AC4}" dt="2026-04-01T15:10:58.821" v="4" actId="14826"/>
          <ac:picMkLst>
            <pc:docMk/>
            <pc:sldMk cId="2985505843" sldId="2138105595"/>
            <ac:picMk id="2" creationId="{35342F4A-678A-707E-D0BC-CD0B79CCB674}"/>
          </ac:picMkLst>
        </pc:picChg>
      </pc:sldChg>
      <pc:sldChg chg="addSp delSp modSp mod">
        <pc:chgData name="Luana De Freitas Marques" userId="895497e5-af0c-4aee-a5ed-637e6fbefdee" providerId="ADAL" clId="{CEE9DC81-CE1E-47E3-BA51-A6464A891AC4}" dt="2026-04-01T15:15:38.864" v="120" actId="20577"/>
        <pc:sldMkLst>
          <pc:docMk/>
          <pc:sldMk cId="131218380" sldId="2138105596"/>
        </pc:sldMkLst>
        <pc:spChg chg="add mod">
          <ac:chgData name="Luana De Freitas Marques" userId="895497e5-af0c-4aee-a5ed-637e6fbefdee" providerId="ADAL" clId="{CEE9DC81-CE1E-47E3-BA51-A6464A891AC4}" dt="2026-04-01T15:15:38.864" v="120" actId="20577"/>
          <ac:spMkLst>
            <pc:docMk/>
            <pc:sldMk cId="131218380" sldId="2138105596"/>
            <ac:spMk id="2" creationId="{3491463C-F2D6-1CC9-7879-18778B251A13}"/>
          </ac:spMkLst>
        </pc:spChg>
        <pc:picChg chg="add mod ord">
          <ac:chgData name="Luana De Freitas Marques" userId="895497e5-af0c-4aee-a5ed-637e6fbefdee" providerId="ADAL" clId="{CEE9DC81-CE1E-47E3-BA51-A6464A891AC4}" dt="2026-04-01T15:15:32.943" v="111" actId="167"/>
          <ac:picMkLst>
            <pc:docMk/>
            <pc:sldMk cId="131218380" sldId="2138105596"/>
            <ac:picMk id="6" creationId="{8D029838-F3EA-B825-A24E-98077E04BFBC}"/>
          </ac:picMkLst>
        </pc:picChg>
      </pc:sldChg>
      <pc:sldChg chg="addSp delSp modSp mod">
        <pc:chgData name="Luana De Freitas Marques" userId="895497e5-af0c-4aee-a5ed-637e6fbefdee" providerId="ADAL" clId="{CEE9DC81-CE1E-47E3-BA51-A6464A891AC4}" dt="2026-04-01T15:16:13.394" v="141" actId="20577"/>
        <pc:sldMkLst>
          <pc:docMk/>
          <pc:sldMk cId="1010443512" sldId="2138105597"/>
        </pc:sldMkLst>
        <pc:spChg chg="add mod">
          <ac:chgData name="Luana De Freitas Marques" userId="895497e5-af0c-4aee-a5ed-637e6fbefdee" providerId="ADAL" clId="{CEE9DC81-CE1E-47E3-BA51-A6464A891AC4}" dt="2026-04-01T15:16:13.394" v="141" actId="20577"/>
          <ac:spMkLst>
            <pc:docMk/>
            <pc:sldMk cId="1010443512" sldId="2138105597"/>
            <ac:spMk id="3" creationId="{179D0CAB-91B1-D414-F311-C7A6E8C168EC}"/>
          </ac:spMkLst>
        </pc:spChg>
        <pc:picChg chg="mod">
          <ac:chgData name="Luana De Freitas Marques" userId="895497e5-af0c-4aee-a5ed-637e6fbefdee" providerId="ADAL" clId="{CEE9DC81-CE1E-47E3-BA51-A6464A891AC4}" dt="2026-04-01T15:11:18.339" v="6" actId="14826"/>
          <ac:picMkLst>
            <pc:docMk/>
            <pc:sldMk cId="1010443512" sldId="2138105597"/>
            <ac:picMk id="2" creationId="{DD2D20F4-A64D-0240-59B7-3CB2BC2FDE36}"/>
          </ac:picMkLst>
        </pc:picChg>
      </pc:sldChg>
      <pc:sldChg chg="modSp">
        <pc:chgData name="Luana De Freitas Marques" userId="895497e5-af0c-4aee-a5ed-637e6fbefdee" providerId="ADAL" clId="{CEE9DC81-CE1E-47E3-BA51-A6464A891AC4}" dt="2026-04-01T15:08:38.076" v="2" actId="14826"/>
        <pc:sldMkLst>
          <pc:docMk/>
          <pc:sldMk cId="469518271" sldId="2138105603"/>
        </pc:sldMkLst>
        <pc:picChg chg="mod">
          <ac:chgData name="Luana De Freitas Marques" userId="895497e5-af0c-4aee-a5ed-637e6fbefdee" providerId="ADAL" clId="{CEE9DC81-CE1E-47E3-BA51-A6464A891AC4}" dt="2026-04-01T15:08:38.076" v="2" actId="14826"/>
          <ac:picMkLst>
            <pc:docMk/>
            <pc:sldMk cId="469518271" sldId="2138105603"/>
            <ac:picMk id="3" creationId="{8CBF95BC-068F-C514-DA4A-F911E13A15FD}"/>
          </ac:picMkLst>
        </pc:picChg>
      </pc:sldChg>
      <pc:sldChg chg="modSp">
        <pc:chgData name="Luana De Freitas Marques" userId="895497e5-af0c-4aee-a5ed-637e6fbefdee" providerId="ADAL" clId="{CEE9DC81-CE1E-47E3-BA51-A6464A891AC4}" dt="2026-04-01T15:08:00.381" v="1" actId="14826"/>
        <pc:sldMkLst>
          <pc:docMk/>
          <pc:sldMk cId="1219435691" sldId="2138105611"/>
        </pc:sldMkLst>
        <pc:picChg chg="mod">
          <ac:chgData name="Luana De Freitas Marques" userId="895497e5-af0c-4aee-a5ed-637e6fbefdee" providerId="ADAL" clId="{CEE9DC81-CE1E-47E3-BA51-A6464A891AC4}" dt="2026-04-01T15:08:00.381" v="1" actId="14826"/>
          <ac:picMkLst>
            <pc:docMk/>
            <pc:sldMk cId="1219435691" sldId="2138105611"/>
            <ac:picMk id="2" creationId="{CF983443-B373-57FA-7A40-E973083D3164}"/>
          </ac:picMkLst>
        </pc:picChg>
        <pc:picChg chg="mod">
          <ac:chgData name="Luana De Freitas Marques" userId="895497e5-af0c-4aee-a5ed-637e6fbefdee" providerId="ADAL" clId="{CEE9DC81-CE1E-47E3-BA51-A6464A891AC4}" dt="2026-04-01T15:07:12.807" v="0" actId="14826"/>
          <ac:picMkLst>
            <pc:docMk/>
            <pc:sldMk cId="1219435691" sldId="2138105611"/>
            <ac:picMk id="21" creationId="{3A9BE582-5AF2-2FE9-82FB-617B0728D456}"/>
          </ac:picMkLst>
        </pc:picChg>
      </pc:sldChg>
    </pc:docChg>
  </pc:docChgLst>
  <pc:docChgLst>
    <pc:chgData name="Pietra Benetton Ribeiro" userId="S::pietra.ribeiro@afinz.com.br::0e1de858-6289-49ca-83f7-9d1a36f3b3fa" providerId="AD" clId="Web-{17D5EB6C-4699-B4DC-D07B-A7B70E2E9969}"/>
    <pc:docChg chg="addSld modSld">
      <pc:chgData name="Pietra Benetton Ribeiro" userId="S::pietra.ribeiro@afinz.com.br::0e1de858-6289-49ca-83f7-9d1a36f3b3fa" providerId="AD" clId="Web-{17D5EB6C-4699-B4DC-D07B-A7B70E2E9969}" dt="2026-03-30T18:51:42.953" v="96" actId="14100"/>
      <pc:docMkLst>
        <pc:docMk/>
      </pc:docMkLst>
      <pc:sldChg chg="addSp delSp modSp add replId">
        <pc:chgData name="Pietra Benetton Ribeiro" userId="S::pietra.ribeiro@afinz.com.br::0e1de858-6289-49ca-83f7-9d1a36f3b3fa" providerId="AD" clId="Web-{17D5EB6C-4699-B4DC-D07B-A7B70E2E9969}" dt="2026-03-30T18:51:42.953" v="96" actId="14100"/>
        <pc:sldMkLst>
          <pc:docMk/>
          <pc:sldMk cId="469518271" sldId="2138105603"/>
        </pc:sldMkLst>
        <pc:spChg chg="mod">
          <ac:chgData name="Pietra Benetton Ribeiro" userId="S::pietra.ribeiro@afinz.com.br::0e1de858-6289-49ca-83f7-9d1a36f3b3fa" providerId="AD" clId="Web-{17D5EB6C-4699-B4DC-D07B-A7B70E2E9969}" dt="2026-03-30T18:50:50.531" v="83" actId="14100"/>
          <ac:spMkLst>
            <pc:docMk/>
            <pc:sldMk cId="469518271" sldId="2138105603"/>
            <ac:spMk id="1324" creationId="{5EE00146-6371-FC5D-DA7A-D2868C10D42B}"/>
          </ac:spMkLst>
        </pc:spChg>
        <pc:spChg chg="mod">
          <ac:chgData name="Pietra Benetton Ribeiro" userId="S::pietra.ribeiro@afinz.com.br::0e1de858-6289-49ca-83f7-9d1a36f3b3fa" providerId="AD" clId="Web-{17D5EB6C-4699-B4DC-D07B-A7B70E2E9969}" dt="2026-03-30T18:50:02.125" v="53" actId="20577"/>
          <ac:spMkLst>
            <pc:docMk/>
            <pc:sldMk cId="469518271" sldId="2138105603"/>
            <ac:spMk id="1456" creationId="{779445CA-74C1-6FA2-4D02-0351764750B8}"/>
          </ac:spMkLst>
        </pc:spChg>
        <pc:picChg chg="add mod">
          <ac:chgData name="Pietra Benetton Ribeiro" userId="S::pietra.ribeiro@afinz.com.br::0e1de858-6289-49ca-83f7-9d1a36f3b3fa" providerId="AD" clId="Web-{17D5EB6C-4699-B4DC-D07B-A7B70E2E9969}" dt="2026-03-30T18:51:35.750" v="92" actId="14100"/>
          <ac:picMkLst>
            <pc:docMk/>
            <pc:sldMk cId="469518271" sldId="2138105603"/>
            <ac:picMk id="2" creationId="{D80CD8BC-3063-8A20-C966-AE92A8FEA317}"/>
          </ac:picMkLst>
        </pc:picChg>
        <pc:picChg chg="add mod">
          <ac:chgData name="Pietra Benetton Ribeiro" userId="S::pietra.ribeiro@afinz.com.br::0e1de858-6289-49ca-83f7-9d1a36f3b3fa" providerId="AD" clId="Web-{17D5EB6C-4699-B4DC-D07B-A7B70E2E9969}" dt="2026-03-30T18:51:42.953" v="96" actId="14100"/>
          <ac:picMkLst>
            <pc:docMk/>
            <pc:sldMk cId="469518271" sldId="2138105603"/>
            <ac:picMk id="3" creationId="{8CBF95BC-068F-C514-DA4A-F911E13A15FD}"/>
          </ac:picMkLst>
        </pc:picChg>
      </pc:sldChg>
    </pc:docChg>
  </pc:docChgLst>
  <pc:docChgLst>
    <pc:chgData name="Pietra Benetton Ribeiro" userId="S::pietra.ribeiro@afinz.com.br::0e1de858-6289-49ca-83f7-9d1a36f3b3fa" providerId="AD" clId="Web-{56645388-7AF1-038B-5038-CE491970CFBE}"/>
    <pc:docChg chg="modSld">
      <pc:chgData name="Pietra Benetton Ribeiro" userId="S::pietra.ribeiro@afinz.com.br::0e1de858-6289-49ca-83f7-9d1a36f3b3fa" providerId="AD" clId="Web-{56645388-7AF1-038B-5038-CE491970CFBE}" dt="2026-04-29T21:04:47.849" v="45" actId="1076"/>
      <pc:docMkLst>
        <pc:docMk/>
      </pc:docMkLst>
      <pc:sldChg chg="addSp delSp modSp">
        <pc:chgData name="Pietra Benetton Ribeiro" userId="S::pietra.ribeiro@afinz.com.br::0e1de858-6289-49ca-83f7-9d1a36f3b3fa" providerId="AD" clId="Web-{56645388-7AF1-038B-5038-CE491970CFBE}" dt="2026-04-29T21:04:47.849" v="45" actId="1076"/>
        <pc:sldMkLst>
          <pc:docMk/>
          <pc:sldMk cId="3546214425" sldId="2138105614"/>
        </pc:sldMkLst>
        <pc:spChg chg="mod">
          <ac:chgData name="Pietra Benetton Ribeiro" userId="S::pietra.ribeiro@afinz.com.br::0e1de858-6289-49ca-83f7-9d1a36f3b3fa" providerId="AD" clId="Web-{56645388-7AF1-038B-5038-CE491970CFBE}" dt="2026-04-29T21:02:47.593" v="10" actId="1076"/>
          <ac:spMkLst>
            <pc:docMk/>
            <pc:sldMk cId="3546214425" sldId="2138105614"/>
            <ac:spMk id="11" creationId="{97A13446-86C3-476E-035E-3004AEB90705}"/>
          </ac:spMkLst>
        </pc:spChg>
        <pc:spChg chg="mod">
          <ac:chgData name="Pietra Benetton Ribeiro" userId="S::pietra.ribeiro@afinz.com.br::0e1de858-6289-49ca-83f7-9d1a36f3b3fa" providerId="AD" clId="Web-{56645388-7AF1-038B-5038-CE491970CFBE}" dt="2026-04-29T21:04:07.175" v="34" actId="1076"/>
          <ac:spMkLst>
            <pc:docMk/>
            <pc:sldMk cId="3546214425" sldId="2138105614"/>
            <ac:spMk id="14" creationId="{68C6D127-7E54-73E2-94E4-663366DFC8F5}"/>
          </ac:spMkLst>
        </pc:spChg>
        <pc:spChg chg="mod">
          <ac:chgData name="Pietra Benetton Ribeiro" userId="S::pietra.ribeiro@afinz.com.br::0e1de858-6289-49ca-83f7-9d1a36f3b3fa" providerId="AD" clId="Web-{56645388-7AF1-038B-5038-CE491970CFBE}" dt="2026-04-29T21:03:05.297" v="19" actId="20577"/>
          <ac:spMkLst>
            <pc:docMk/>
            <pc:sldMk cId="3546214425" sldId="2138105614"/>
            <ac:spMk id="15" creationId="{DC30DE3E-4D0E-1F71-BE94-920D3E15C0BA}"/>
          </ac:spMkLst>
        </pc:spChg>
        <pc:spChg chg="mod">
          <ac:chgData name="Pietra Benetton Ribeiro" userId="S::pietra.ribeiro@afinz.com.br::0e1de858-6289-49ca-83f7-9d1a36f3b3fa" providerId="AD" clId="Web-{56645388-7AF1-038B-5038-CE491970CFBE}" dt="2026-04-29T21:03:12.423" v="21" actId="20577"/>
          <ac:spMkLst>
            <pc:docMk/>
            <pc:sldMk cId="3546214425" sldId="2138105614"/>
            <ac:spMk id="16" creationId="{D7617B12-EB50-50EC-F3FE-2DA2DB075EEC}"/>
          </ac:spMkLst>
        </pc:spChg>
        <pc:spChg chg="mod">
          <ac:chgData name="Pietra Benetton Ribeiro" userId="S::pietra.ribeiro@afinz.com.br::0e1de858-6289-49ca-83f7-9d1a36f3b3fa" providerId="AD" clId="Web-{56645388-7AF1-038B-5038-CE491970CFBE}" dt="2026-04-29T21:03:45.643" v="29" actId="1076"/>
          <ac:spMkLst>
            <pc:docMk/>
            <pc:sldMk cId="3546214425" sldId="2138105614"/>
            <ac:spMk id="19" creationId="{07ADCF28-5C97-BC33-4EAA-0AF85976F5C0}"/>
          </ac:spMkLst>
        </pc:spChg>
        <pc:spChg chg="mod">
          <ac:chgData name="Pietra Benetton Ribeiro" userId="S::pietra.ribeiro@afinz.com.br::0e1de858-6289-49ca-83f7-9d1a36f3b3fa" providerId="AD" clId="Web-{56645388-7AF1-038B-5038-CE491970CFBE}" dt="2026-04-29T21:04:41.114" v="41" actId="1076"/>
          <ac:spMkLst>
            <pc:docMk/>
            <pc:sldMk cId="3546214425" sldId="2138105614"/>
            <ac:spMk id="20" creationId="{BD7F2686-DA39-795D-9433-9A32F5BBDDC4}"/>
          </ac:spMkLst>
        </pc:spChg>
        <pc:picChg chg="add mod">
          <ac:chgData name="Pietra Benetton Ribeiro" userId="S::pietra.ribeiro@afinz.com.br::0e1de858-6289-49ca-83f7-9d1a36f3b3fa" providerId="AD" clId="Web-{56645388-7AF1-038B-5038-CE491970CFBE}" dt="2026-04-29T21:03:41.627" v="28" actId="1076"/>
          <ac:picMkLst>
            <pc:docMk/>
            <pc:sldMk cId="3546214425" sldId="2138105614"/>
            <ac:picMk id="2" creationId="{D41B7821-BA7C-C04A-3B78-5C0F15ED7E52}"/>
          </ac:picMkLst>
        </pc:picChg>
        <pc:picChg chg="add mod">
          <ac:chgData name="Pietra Benetton Ribeiro" userId="S::pietra.ribeiro@afinz.com.br::0e1de858-6289-49ca-83f7-9d1a36f3b3fa" providerId="AD" clId="Web-{56645388-7AF1-038B-5038-CE491970CFBE}" dt="2026-04-29T21:04:35.958" v="40" actId="14100"/>
          <ac:picMkLst>
            <pc:docMk/>
            <pc:sldMk cId="3546214425" sldId="2138105614"/>
            <ac:picMk id="3" creationId="{C919DD1C-88AD-703E-A2E7-ECD004E25E09}"/>
          </ac:picMkLst>
        </pc:picChg>
        <pc:picChg chg="add mod">
          <ac:chgData name="Pietra Benetton Ribeiro" userId="S::pietra.ribeiro@afinz.com.br::0e1de858-6289-49ca-83f7-9d1a36f3b3fa" providerId="AD" clId="Web-{56645388-7AF1-038B-5038-CE491970CFBE}" dt="2026-04-29T21:03:54.847" v="33" actId="14100"/>
          <ac:picMkLst>
            <pc:docMk/>
            <pc:sldMk cId="3546214425" sldId="2138105614"/>
            <ac:picMk id="4" creationId="{79DDF4F9-D998-BFE6-3705-307DB425DB4B}"/>
          </ac:picMkLst>
        </pc:picChg>
        <pc:picChg chg="add mod">
          <ac:chgData name="Pietra Benetton Ribeiro" userId="S::pietra.ribeiro@afinz.com.br::0e1de858-6289-49ca-83f7-9d1a36f3b3fa" providerId="AD" clId="Web-{56645388-7AF1-038B-5038-CE491970CFBE}" dt="2026-04-29T21:04:47.849" v="45" actId="1076"/>
          <ac:picMkLst>
            <pc:docMk/>
            <pc:sldMk cId="3546214425" sldId="2138105614"/>
            <ac:picMk id="5" creationId="{E0FE513F-413A-5210-2112-F603E1346113}"/>
          </ac:picMkLst>
        </pc:picChg>
        <pc:picChg chg="del">
          <ac:chgData name="Pietra Benetton Ribeiro" userId="S::pietra.ribeiro@afinz.com.br::0e1de858-6289-49ca-83f7-9d1a36f3b3fa" providerId="AD" clId="Web-{56645388-7AF1-038B-5038-CE491970CFBE}" dt="2026-04-29T21:00:32.522" v="0"/>
          <ac:picMkLst>
            <pc:docMk/>
            <pc:sldMk cId="3546214425" sldId="2138105614"/>
            <ac:picMk id="7" creationId="{189EEFCE-E907-536F-7F83-E67EC9E8C4B4}"/>
          </ac:picMkLst>
        </pc:picChg>
        <pc:picChg chg="del">
          <ac:chgData name="Pietra Benetton Ribeiro" userId="S::pietra.ribeiro@afinz.com.br::0e1de858-6289-49ca-83f7-9d1a36f3b3fa" providerId="AD" clId="Web-{56645388-7AF1-038B-5038-CE491970CFBE}" dt="2026-04-29T21:00:37.304" v="1"/>
          <ac:picMkLst>
            <pc:docMk/>
            <pc:sldMk cId="3546214425" sldId="2138105614"/>
            <ac:picMk id="9" creationId="{F7FA4A88-58EA-E42C-982F-2B1D24E462DB}"/>
          </ac:picMkLst>
        </pc:picChg>
        <pc:picChg chg="del">
          <ac:chgData name="Pietra Benetton Ribeiro" userId="S::pietra.ribeiro@afinz.com.br::0e1de858-6289-49ca-83f7-9d1a36f3b3fa" providerId="AD" clId="Web-{56645388-7AF1-038B-5038-CE491970CFBE}" dt="2026-04-29T21:02:49.687" v="12"/>
          <ac:picMkLst>
            <pc:docMk/>
            <pc:sldMk cId="3546214425" sldId="2138105614"/>
            <ac:picMk id="17" creationId="{3D55C98B-127B-D959-F64F-01DC19EF0E37}"/>
          </ac:picMkLst>
        </pc:picChg>
        <pc:picChg chg="del">
          <ac:chgData name="Pietra Benetton Ribeiro" userId="S::pietra.ribeiro@afinz.com.br::0e1de858-6289-49ca-83f7-9d1a36f3b3fa" providerId="AD" clId="Web-{56645388-7AF1-038B-5038-CE491970CFBE}" dt="2026-04-29T21:02:53.750" v="14"/>
          <ac:picMkLst>
            <pc:docMk/>
            <pc:sldMk cId="3546214425" sldId="2138105614"/>
            <ac:picMk id="18" creationId="{B1537A07-4BFE-DA55-E92A-45208B215347}"/>
          </ac:picMkLst>
        </pc:picChg>
      </pc:sldChg>
    </pc:docChg>
  </pc:docChgLst>
  <pc:docChgLst>
    <pc:chgData name="Ana Paula Bandoni Tocci" userId="S::ana.tocci@afinz.com.br::10367699-f318-4f50-970a-22676c0ec52a" providerId="AD" clId="Web-{34632EAA-7FF1-D92A-B829-99DB32FF39A1}"/>
    <pc:docChg chg="addSld delSld modSld">
      <pc:chgData name="Ana Paula Bandoni Tocci" userId="S::ana.tocci@afinz.com.br::10367699-f318-4f50-970a-22676c0ec52a" providerId="AD" clId="Web-{34632EAA-7FF1-D92A-B829-99DB32FF39A1}" dt="2026-04-11T13:38:45.391" v="50" actId="1076"/>
      <pc:docMkLst>
        <pc:docMk/>
      </pc:docMkLst>
      <pc:sldChg chg="addSp delSp modSp">
        <pc:chgData name="Ana Paula Bandoni Tocci" userId="S::ana.tocci@afinz.com.br::10367699-f318-4f50-970a-22676c0ec52a" providerId="AD" clId="Web-{34632EAA-7FF1-D92A-B829-99DB32FF39A1}" dt="2026-04-11T13:35:19.654" v="11"/>
        <pc:sldMkLst>
          <pc:docMk/>
          <pc:sldMk cId="4040165969" sldId="264"/>
        </pc:sldMkLst>
        <pc:spChg chg="add">
          <ac:chgData name="Ana Paula Bandoni Tocci" userId="S::ana.tocci@afinz.com.br::10367699-f318-4f50-970a-22676c0ec52a" providerId="AD" clId="Web-{34632EAA-7FF1-D92A-B829-99DB32FF39A1}" dt="2026-04-11T13:34:46.950" v="4"/>
          <ac:spMkLst>
            <pc:docMk/>
            <pc:sldMk cId="4040165969" sldId="264"/>
            <ac:spMk id="29" creationId="{32E6A34B-D5C1-24D0-9AAD-ADFFCADC271A}"/>
          </ac:spMkLst>
        </pc:spChg>
        <pc:spChg chg="add">
          <ac:chgData name="Ana Paula Bandoni Tocci" userId="S::ana.tocci@afinz.com.br::10367699-f318-4f50-970a-22676c0ec52a" providerId="AD" clId="Web-{34632EAA-7FF1-D92A-B829-99DB32FF39A1}" dt="2026-04-11T13:34:46.950" v="4"/>
          <ac:spMkLst>
            <pc:docMk/>
            <pc:sldMk cId="4040165969" sldId="264"/>
            <ac:spMk id="39" creationId="{93D73B78-C59B-A228-FAC4-36E554CDE8C5}"/>
          </ac:spMkLst>
        </pc:spChg>
        <pc:grpChg chg="add mod">
          <ac:chgData name="Ana Paula Bandoni Tocci" userId="S::ana.tocci@afinz.com.br::10367699-f318-4f50-970a-22676c0ec52a" providerId="AD" clId="Web-{34632EAA-7FF1-D92A-B829-99DB32FF39A1}" dt="2026-04-11T13:34:53.763" v="6" actId="1076"/>
          <ac:grpSpMkLst>
            <pc:docMk/>
            <pc:sldMk cId="4040165969" sldId="264"/>
            <ac:grpSpMk id="19" creationId="{2A6D5D89-DA40-8319-2CD2-88A1DFDF48F1}"/>
          </ac:grpSpMkLst>
        </pc:grpChg>
        <pc:grpChg chg="add mod">
          <ac:chgData name="Ana Paula Bandoni Tocci" userId="S::ana.tocci@afinz.com.br::10367699-f318-4f50-970a-22676c0ec52a" providerId="AD" clId="Web-{34632EAA-7FF1-D92A-B829-99DB32FF39A1}" dt="2026-04-11T13:34:49.825" v="5" actId="1076"/>
          <ac:grpSpMkLst>
            <pc:docMk/>
            <pc:sldMk cId="4040165969" sldId="264"/>
            <ac:grpSpMk id="27" creationId="{BC86629E-C41B-7A15-8E94-52DB6A02AF91}"/>
          </ac:grpSpMkLst>
        </pc:grpChg>
        <pc:grpChg chg="add mod">
          <ac:chgData name="Ana Paula Bandoni Tocci" userId="S::ana.tocci@afinz.com.br::10367699-f318-4f50-970a-22676c0ec52a" providerId="AD" clId="Web-{34632EAA-7FF1-D92A-B829-99DB32FF39A1}" dt="2026-04-11T13:35:02.529" v="8" actId="1076"/>
          <ac:grpSpMkLst>
            <pc:docMk/>
            <pc:sldMk cId="4040165969" sldId="264"/>
            <ac:grpSpMk id="40" creationId="{7CE6D237-95EA-0D85-7268-730DB063E998}"/>
          </ac:grpSpMkLst>
        </pc:grpChg>
        <pc:grpChg chg="add mod">
          <ac:chgData name="Ana Paula Bandoni Tocci" userId="S::ana.tocci@afinz.com.br::10367699-f318-4f50-970a-22676c0ec52a" providerId="AD" clId="Web-{34632EAA-7FF1-D92A-B829-99DB32FF39A1}" dt="2026-04-11T13:35:09.075" v="10" actId="1076"/>
          <ac:grpSpMkLst>
            <pc:docMk/>
            <pc:sldMk cId="4040165969" sldId="264"/>
            <ac:grpSpMk id="1024" creationId="{9A498099-E5AB-1322-9D3F-5C9316D77022}"/>
          </ac:grpSpMkLst>
        </pc:grpChg>
      </pc:sldChg>
      <pc:sldChg chg="modSp">
        <pc:chgData name="Ana Paula Bandoni Tocci" userId="S::ana.tocci@afinz.com.br::10367699-f318-4f50-970a-22676c0ec52a" providerId="AD" clId="Web-{34632EAA-7FF1-D92A-B829-99DB32FF39A1}" dt="2026-04-11T13:38:45.391" v="50" actId="1076"/>
        <pc:sldMkLst>
          <pc:docMk/>
          <pc:sldMk cId="1219435691" sldId="2138105611"/>
        </pc:sldMkLst>
        <pc:picChg chg="mod">
          <ac:chgData name="Ana Paula Bandoni Tocci" userId="S::ana.tocci@afinz.com.br::10367699-f318-4f50-970a-22676c0ec52a" providerId="AD" clId="Web-{34632EAA-7FF1-D92A-B829-99DB32FF39A1}" dt="2026-04-11T13:38:41.297" v="49" actId="1076"/>
          <ac:picMkLst>
            <pc:docMk/>
            <pc:sldMk cId="1219435691" sldId="2138105611"/>
            <ac:picMk id="3" creationId="{80E534A5-10AA-9E0A-F0BD-DA16BE0F6A14}"/>
          </ac:picMkLst>
        </pc:picChg>
        <pc:picChg chg="mod">
          <ac:chgData name="Ana Paula Bandoni Tocci" userId="S::ana.tocci@afinz.com.br::10367699-f318-4f50-970a-22676c0ec52a" providerId="AD" clId="Web-{34632EAA-7FF1-D92A-B829-99DB32FF39A1}" dt="2026-04-11T13:38:45.391" v="50" actId="1076"/>
          <ac:picMkLst>
            <pc:docMk/>
            <pc:sldMk cId="1219435691" sldId="2138105611"/>
            <ac:picMk id="5" creationId="{8F05C4D2-310A-7B12-EC2C-3804CEAE90B0}"/>
          </ac:picMkLst>
        </pc:picChg>
      </pc:sldChg>
      <pc:sldChg chg="delSp modSp add replId">
        <pc:chgData name="Ana Paula Bandoni Tocci" userId="S::ana.tocci@afinz.com.br::10367699-f318-4f50-970a-22676c0ec52a" providerId="AD" clId="Web-{34632EAA-7FF1-D92A-B829-99DB32FF39A1}" dt="2026-04-11T13:38:08.562" v="48" actId="1076"/>
        <pc:sldMkLst>
          <pc:docMk/>
          <pc:sldMk cId="1852347580" sldId="2138105617"/>
        </pc:sldMkLst>
        <pc:spChg chg="mod">
          <ac:chgData name="Ana Paula Bandoni Tocci" userId="S::ana.tocci@afinz.com.br::10367699-f318-4f50-970a-22676c0ec52a" providerId="AD" clId="Web-{34632EAA-7FF1-D92A-B829-99DB32FF39A1}" dt="2026-04-11T13:38:08.562" v="48" actId="1076"/>
          <ac:spMkLst>
            <pc:docMk/>
            <pc:sldMk cId="1852347580" sldId="2138105617"/>
            <ac:spMk id="3" creationId="{AE092097-71CE-3CCC-A47E-D730E0F6B7A5}"/>
          </ac:spMkLst>
        </pc:spChg>
        <pc:spChg chg="mod">
          <ac:chgData name="Ana Paula Bandoni Tocci" userId="S::ana.tocci@afinz.com.br::10367699-f318-4f50-970a-22676c0ec52a" providerId="AD" clId="Web-{34632EAA-7FF1-D92A-B829-99DB32FF39A1}" dt="2026-04-11T13:36:25.560" v="25" actId="20577"/>
          <ac:spMkLst>
            <pc:docMk/>
            <pc:sldMk cId="1852347580" sldId="2138105617"/>
            <ac:spMk id="6" creationId="{75FB55E7-CB52-1EB6-A381-36735A6A21B9}"/>
          </ac:spMkLst>
        </pc:spChg>
        <pc:picChg chg="mod">
          <ac:chgData name="Ana Paula Bandoni Tocci" userId="S::ana.tocci@afinz.com.br::10367699-f318-4f50-970a-22676c0ec52a" providerId="AD" clId="Web-{34632EAA-7FF1-D92A-B829-99DB32FF39A1}" dt="2026-04-11T13:37:56.406" v="46" actId="1076"/>
          <ac:picMkLst>
            <pc:docMk/>
            <pc:sldMk cId="1852347580" sldId="2138105617"/>
            <ac:picMk id="2" creationId="{E0746C15-038A-0993-0A91-9B5BF2745C2F}"/>
          </ac:picMkLst>
        </pc:picChg>
      </pc:sldChg>
    </pc:docChg>
  </pc:docChgLst>
  <pc:docChgLst>
    <pc:chgData name="Ana Paula Bandoni Tocci" userId="S::ana.tocci@afinz.com.br::10367699-f318-4f50-970a-22676c0ec52a" providerId="AD" clId="Web-{AD7926A2-C5E4-A17F-1E8E-89827EC0E860}"/>
    <pc:docChg chg="modSld">
      <pc:chgData name="Ana Paula Bandoni Tocci" userId="S::ana.tocci@afinz.com.br::10367699-f318-4f50-970a-22676c0ec52a" providerId="AD" clId="Web-{AD7926A2-C5E4-A17F-1E8E-89827EC0E860}" dt="2026-04-09T20:14:54.296" v="2"/>
      <pc:docMkLst>
        <pc:docMk/>
      </pc:docMkLst>
      <pc:sldChg chg="delSp modSp">
        <pc:chgData name="Ana Paula Bandoni Tocci" userId="S::ana.tocci@afinz.com.br::10367699-f318-4f50-970a-22676c0ec52a" providerId="AD" clId="Web-{AD7926A2-C5E4-A17F-1E8E-89827EC0E860}" dt="2026-04-09T20:14:54.296" v="2"/>
        <pc:sldMkLst>
          <pc:docMk/>
          <pc:sldMk cId="3760773623" sldId="2138105547"/>
        </pc:sldMkLst>
      </pc:sldChg>
    </pc:docChg>
  </pc:docChgLst>
  <pc:docChgLst>
    <pc:chgData name="Pietra Benetton Ribeiro" userId="S::pietra.ribeiro@afinz.com.br::0e1de858-6289-49ca-83f7-9d1a36f3b3fa" providerId="AD" clId="Web-{2B541DEA-784E-763F-BCF2-850C5C1D35C9}"/>
    <pc:docChg chg="addSld modSld sldOrd">
      <pc:chgData name="Pietra Benetton Ribeiro" userId="S::pietra.ribeiro@afinz.com.br::0e1de858-6289-49ca-83f7-9d1a36f3b3fa" providerId="AD" clId="Web-{2B541DEA-784E-763F-BCF2-850C5C1D35C9}" dt="2026-04-01T13:41:59.318" v="235" actId="1076"/>
      <pc:docMkLst>
        <pc:docMk/>
      </pc:docMkLst>
      <pc:sldChg chg="addSp delSp modSp">
        <pc:chgData name="Pietra Benetton Ribeiro" userId="S::pietra.ribeiro@afinz.com.br::0e1de858-6289-49ca-83f7-9d1a36f3b3fa" providerId="AD" clId="Web-{2B541DEA-784E-763F-BCF2-850C5C1D35C9}" dt="2026-04-01T13:37:12.552" v="157" actId="20577"/>
        <pc:sldMkLst>
          <pc:docMk/>
          <pc:sldMk cId="469518271" sldId="2138105603"/>
        </pc:sldMkLst>
        <pc:spChg chg="add mod">
          <ac:chgData name="Pietra Benetton Ribeiro" userId="S::pietra.ribeiro@afinz.com.br::0e1de858-6289-49ca-83f7-9d1a36f3b3fa" providerId="AD" clId="Web-{2B541DEA-784E-763F-BCF2-850C5C1D35C9}" dt="2026-04-01T13:31:35.271" v="48" actId="1076"/>
          <ac:spMkLst>
            <pc:docMk/>
            <pc:sldMk cId="469518271" sldId="2138105603"/>
            <ac:spMk id="5" creationId="{AE777C16-FE43-48A2-0128-DF5CB5199992}"/>
          </ac:spMkLst>
        </pc:spChg>
        <pc:spChg chg="add mod">
          <ac:chgData name="Pietra Benetton Ribeiro" userId="S::pietra.ribeiro@afinz.com.br::0e1de858-6289-49ca-83f7-9d1a36f3b3fa" providerId="AD" clId="Web-{2B541DEA-784E-763F-BCF2-850C5C1D35C9}" dt="2026-04-01T13:31:37.506" v="49" actId="1076"/>
          <ac:spMkLst>
            <pc:docMk/>
            <pc:sldMk cId="469518271" sldId="2138105603"/>
            <ac:spMk id="7" creationId="{8DCDD533-B6F7-927D-5CE0-9621E5B66722}"/>
          </ac:spMkLst>
        </pc:spChg>
        <pc:spChg chg="add del mod">
          <ac:chgData name="Pietra Benetton Ribeiro" userId="S::pietra.ribeiro@afinz.com.br::0e1de858-6289-49ca-83f7-9d1a36f3b3fa" providerId="AD" clId="Web-{2B541DEA-784E-763F-BCF2-850C5C1D35C9}" dt="2026-04-01T13:37:12.552" v="157" actId="20577"/>
          <ac:spMkLst>
            <pc:docMk/>
            <pc:sldMk cId="469518271" sldId="2138105603"/>
            <ac:spMk id="1324" creationId="{5EE00146-6371-FC5D-DA7A-D2868C10D42B}"/>
          </ac:spMkLst>
        </pc:spChg>
        <pc:picChg chg="mod">
          <ac:chgData name="Pietra Benetton Ribeiro" userId="S::pietra.ribeiro@afinz.com.br::0e1de858-6289-49ca-83f7-9d1a36f3b3fa" providerId="AD" clId="Web-{2B541DEA-784E-763F-BCF2-850C5C1D35C9}" dt="2026-04-01T13:31:30.271" v="45" actId="1076"/>
          <ac:picMkLst>
            <pc:docMk/>
            <pc:sldMk cId="469518271" sldId="2138105603"/>
            <ac:picMk id="2" creationId="{D80CD8BC-3063-8A20-C966-AE92A8FEA317}"/>
          </ac:picMkLst>
        </pc:picChg>
        <pc:picChg chg="mod">
          <ac:chgData name="Pietra Benetton Ribeiro" userId="S::pietra.ribeiro@afinz.com.br::0e1de858-6289-49ca-83f7-9d1a36f3b3fa" providerId="AD" clId="Web-{2B541DEA-784E-763F-BCF2-850C5C1D35C9}" dt="2026-04-01T13:31:30.287" v="46" actId="1076"/>
          <ac:picMkLst>
            <pc:docMk/>
            <pc:sldMk cId="469518271" sldId="2138105603"/>
            <ac:picMk id="3" creationId="{8CBF95BC-068F-C514-DA4A-F911E13A15FD}"/>
          </ac:picMkLst>
        </pc:picChg>
      </pc:sldChg>
      <pc:sldChg chg="modSp">
        <pc:chgData name="Pietra Benetton Ribeiro" userId="S::pietra.ribeiro@afinz.com.br::0e1de858-6289-49ca-83f7-9d1a36f3b3fa" providerId="AD" clId="Web-{2B541DEA-784E-763F-BCF2-850C5C1D35C9}" dt="2026-04-01T13:35:43.584" v="130" actId="20577"/>
        <pc:sldMkLst>
          <pc:docMk/>
          <pc:sldMk cId="1219435691" sldId="2138105611"/>
        </pc:sldMkLst>
        <pc:spChg chg="mod">
          <ac:chgData name="Pietra Benetton Ribeiro" userId="S::pietra.ribeiro@afinz.com.br::0e1de858-6289-49ca-83f7-9d1a36f3b3fa" providerId="AD" clId="Web-{2B541DEA-784E-763F-BCF2-850C5C1D35C9}" dt="2026-04-01T13:08:26.087" v="4" actId="20577"/>
          <ac:spMkLst>
            <pc:docMk/>
            <pc:sldMk cId="1219435691" sldId="2138105611"/>
            <ac:spMk id="6" creationId="{83CBD753-8957-AD9D-A77F-CBACE5E14DE1}"/>
          </ac:spMkLst>
        </pc:spChg>
        <pc:spChg chg="mod">
          <ac:chgData name="Pietra Benetton Ribeiro" userId="S::pietra.ribeiro@afinz.com.br::0e1de858-6289-49ca-83f7-9d1a36f3b3fa" providerId="AD" clId="Web-{2B541DEA-784E-763F-BCF2-850C5C1D35C9}" dt="2026-04-01T13:35:43.584" v="130" actId="20577"/>
          <ac:spMkLst>
            <pc:docMk/>
            <pc:sldMk cId="1219435691" sldId="2138105611"/>
            <ac:spMk id="10" creationId="{821E1430-6921-8DC1-8527-EA24F63F207E}"/>
          </ac:spMkLst>
        </pc:spChg>
        <pc:spChg chg="mod">
          <ac:chgData name="Pietra Benetton Ribeiro" userId="S::pietra.ribeiro@afinz.com.br::0e1de858-6289-49ca-83f7-9d1a36f3b3fa" providerId="AD" clId="Web-{2B541DEA-784E-763F-BCF2-850C5C1D35C9}" dt="2026-04-01T13:08:56.587" v="11" actId="1076"/>
          <ac:spMkLst>
            <pc:docMk/>
            <pc:sldMk cId="1219435691" sldId="2138105611"/>
            <ac:spMk id="13" creationId="{652852AE-C889-A178-7DBD-ED41285C1033}"/>
          </ac:spMkLst>
        </pc:spChg>
      </pc:sldChg>
      <pc:sldChg chg="addSp delSp modSp ord">
        <pc:chgData name="Pietra Benetton Ribeiro" userId="S::pietra.ribeiro@afinz.com.br::0e1de858-6289-49ca-83f7-9d1a36f3b3fa" providerId="AD" clId="Web-{2B541DEA-784E-763F-BCF2-850C5C1D35C9}" dt="2026-04-01T13:36:41.271" v="152"/>
        <pc:sldMkLst>
          <pc:docMk/>
          <pc:sldMk cId="160052573" sldId="2138105613"/>
        </pc:sldMkLst>
        <pc:spChg chg="add mod">
          <ac:chgData name="Pietra Benetton Ribeiro" userId="S::pietra.ribeiro@afinz.com.br::0e1de858-6289-49ca-83f7-9d1a36f3b3fa" providerId="AD" clId="Web-{2B541DEA-784E-763F-BCF2-850C5C1D35C9}" dt="2026-04-01T13:10:05.806" v="40" actId="1076"/>
          <ac:spMkLst>
            <pc:docMk/>
            <pc:sldMk cId="160052573" sldId="2138105613"/>
            <ac:spMk id="3" creationId="{7FEB8E8A-C059-C047-E9BB-77E3092DA83C}"/>
          </ac:spMkLst>
        </pc:spChg>
        <pc:spChg chg="add mod">
          <ac:chgData name="Pietra Benetton Ribeiro" userId="S::pietra.ribeiro@afinz.com.br::0e1de858-6289-49ca-83f7-9d1a36f3b3fa" providerId="AD" clId="Web-{2B541DEA-784E-763F-BCF2-850C5C1D35C9}" dt="2026-04-01T13:09:53.681" v="37" actId="1076"/>
          <ac:spMkLst>
            <pc:docMk/>
            <pc:sldMk cId="160052573" sldId="2138105613"/>
            <ac:spMk id="4" creationId="{AE732FEE-47B3-BEA4-587E-0C4F9E81B50A}"/>
          </ac:spMkLst>
        </pc:spChg>
        <pc:spChg chg="mod">
          <ac:chgData name="Pietra Benetton Ribeiro" userId="S::pietra.ribeiro@afinz.com.br::0e1de858-6289-49ca-83f7-9d1a36f3b3fa" providerId="AD" clId="Web-{2B541DEA-784E-763F-BCF2-850C5C1D35C9}" dt="2026-04-01T13:08:33.712" v="5" actId="20577"/>
          <ac:spMkLst>
            <pc:docMk/>
            <pc:sldMk cId="160052573" sldId="2138105613"/>
            <ac:spMk id="6" creationId="{6D7CD3D8-E1F6-3ACC-A18A-46C56F5F3368}"/>
          </ac:spMkLst>
        </pc:spChg>
        <pc:picChg chg="mod">
          <ac:chgData name="Pietra Benetton Ribeiro" userId="S::pietra.ribeiro@afinz.com.br::0e1de858-6289-49ca-83f7-9d1a36f3b3fa" providerId="AD" clId="Web-{2B541DEA-784E-763F-BCF2-850C5C1D35C9}" dt="2026-04-01T13:08:48.228" v="9" actId="1076"/>
          <ac:picMkLst>
            <pc:docMk/>
            <pc:sldMk cId="160052573" sldId="2138105613"/>
            <ac:picMk id="2" creationId="{3B055951-781F-FEE0-2070-60CC53196C72}"/>
          </ac:picMkLst>
        </pc:picChg>
        <pc:picChg chg="mod">
          <ac:chgData name="Pietra Benetton Ribeiro" userId="S::pietra.ribeiro@afinz.com.br::0e1de858-6289-49ca-83f7-9d1a36f3b3fa" providerId="AD" clId="Web-{2B541DEA-784E-763F-BCF2-850C5C1D35C9}" dt="2026-04-01T13:10:02.681" v="39" actId="1076"/>
          <ac:picMkLst>
            <pc:docMk/>
            <pc:sldMk cId="160052573" sldId="2138105613"/>
            <ac:picMk id="17" creationId="{D7D853A3-8DCE-DA37-A69A-BB7CD393984D}"/>
          </ac:picMkLst>
        </pc:picChg>
      </pc:sldChg>
      <pc:sldChg chg="addSp delSp modSp add ord replId">
        <pc:chgData name="Pietra Benetton Ribeiro" userId="S::pietra.ribeiro@afinz.com.br::0e1de858-6289-49ca-83f7-9d1a36f3b3fa" providerId="AD" clId="Web-{2B541DEA-784E-763F-BCF2-850C5C1D35C9}" dt="2026-04-01T13:41:59.318" v="235" actId="1076"/>
        <pc:sldMkLst>
          <pc:docMk/>
          <pc:sldMk cId="3546214425" sldId="2138105614"/>
        </pc:sldMkLst>
        <pc:spChg chg="mod">
          <ac:chgData name="Pietra Benetton Ribeiro" userId="S::pietra.ribeiro@afinz.com.br::0e1de858-6289-49ca-83f7-9d1a36f3b3fa" providerId="AD" clId="Web-{2B541DEA-784E-763F-BCF2-850C5C1D35C9}" dt="2026-04-01T13:32:15.974" v="59" actId="20577"/>
          <ac:spMkLst>
            <pc:docMk/>
            <pc:sldMk cId="3546214425" sldId="2138105614"/>
            <ac:spMk id="6" creationId="{3C0BEEC2-67A6-0AD2-636C-53F878F1AA40}"/>
          </ac:spMkLst>
        </pc:spChg>
        <pc:spChg chg="mod">
          <ac:chgData name="Pietra Benetton Ribeiro" userId="S::pietra.ribeiro@afinz.com.br::0e1de858-6289-49ca-83f7-9d1a36f3b3fa" providerId="AD" clId="Web-{2B541DEA-784E-763F-BCF2-850C5C1D35C9}" dt="2026-04-01T13:39:58.693" v="211" actId="1076"/>
          <ac:spMkLst>
            <pc:docMk/>
            <pc:sldMk cId="3546214425" sldId="2138105614"/>
            <ac:spMk id="10" creationId="{95D65B52-6B1A-EE0B-D4D2-F8C3D4EEE706}"/>
          </ac:spMkLst>
        </pc:spChg>
        <pc:spChg chg="add mod">
          <ac:chgData name="Pietra Benetton Ribeiro" userId="S::pietra.ribeiro@afinz.com.br::0e1de858-6289-49ca-83f7-9d1a36f3b3fa" providerId="AD" clId="Web-{2B541DEA-784E-763F-BCF2-850C5C1D35C9}" dt="2026-04-01T13:38:53.474" v="178" actId="1076"/>
          <ac:spMkLst>
            <pc:docMk/>
            <pc:sldMk cId="3546214425" sldId="2138105614"/>
            <ac:spMk id="11" creationId="{97A13446-86C3-476E-035E-3004AEB90705}"/>
          </ac:spMkLst>
        </pc:spChg>
        <pc:spChg chg="mod">
          <ac:chgData name="Pietra Benetton Ribeiro" userId="S::pietra.ribeiro@afinz.com.br::0e1de858-6289-49ca-83f7-9d1a36f3b3fa" providerId="AD" clId="Web-{2B541DEA-784E-763F-BCF2-850C5C1D35C9}" dt="2026-04-01T13:41:59.302" v="234" actId="1076"/>
          <ac:spMkLst>
            <pc:docMk/>
            <pc:sldMk cId="3546214425" sldId="2138105614"/>
            <ac:spMk id="13" creationId="{2D87C1D7-DB28-3E70-91CE-1ACBC59678AA}"/>
          </ac:spMkLst>
        </pc:spChg>
        <pc:spChg chg="add mod">
          <ac:chgData name="Pietra Benetton Ribeiro" userId="S::pietra.ribeiro@afinz.com.br::0e1de858-6289-49ca-83f7-9d1a36f3b3fa" providerId="AD" clId="Web-{2B541DEA-784E-763F-BCF2-850C5C1D35C9}" dt="2026-04-01T13:41:39.349" v="229" actId="1076"/>
          <ac:spMkLst>
            <pc:docMk/>
            <pc:sldMk cId="3546214425" sldId="2138105614"/>
            <ac:spMk id="14" creationId="{68C6D127-7E54-73E2-94E4-663366DFC8F5}"/>
          </ac:spMkLst>
        </pc:spChg>
        <pc:spChg chg="add mod">
          <ac:chgData name="Pietra Benetton Ribeiro" userId="S::pietra.ribeiro@afinz.com.br::0e1de858-6289-49ca-83f7-9d1a36f3b3fa" providerId="AD" clId="Web-{2B541DEA-784E-763F-BCF2-850C5C1D35C9}" dt="2026-04-01T13:41:59.318" v="235" actId="1076"/>
          <ac:spMkLst>
            <pc:docMk/>
            <pc:sldMk cId="3546214425" sldId="2138105614"/>
            <ac:spMk id="15" creationId="{DC30DE3E-4D0E-1F71-BE94-920D3E15C0BA}"/>
          </ac:spMkLst>
        </pc:spChg>
        <pc:spChg chg="add mod">
          <ac:chgData name="Pietra Benetton Ribeiro" userId="S::pietra.ribeiro@afinz.com.br::0e1de858-6289-49ca-83f7-9d1a36f3b3fa" providerId="AD" clId="Web-{2B541DEA-784E-763F-BCF2-850C5C1D35C9}" dt="2026-04-01T13:40:17.146" v="214" actId="1076"/>
          <ac:spMkLst>
            <pc:docMk/>
            <pc:sldMk cId="3546214425" sldId="2138105614"/>
            <ac:spMk id="16" creationId="{D7617B12-EB50-50EC-F3FE-2DA2DB075EEC}"/>
          </ac:spMkLst>
        </pc:spChg>
        <pc:spChg chg="add mod">
          <ac:chgData name="Pietra Benetton Ribeiro" userId="S::pietra.ribeiro@afinz.com.br::0e1de858-6289-49ca-83f7-9d1a36f3b3fa" providerId="AD" clId="Web-{2B541DEA-784E-763F-BCF2-850C5C1D35C9}" dt="2026-04-01T13:41:26.583" v="224" actId="1076"/>
          <ac:spMkLst>
            <pc:docMk/>
            <pc:sldMk cId="3546214425" sldId="2138105614"/>
            <ac:spMk id="19" creationId="{07ADCF28-5C97-BC33-4EAA-0AF85976F5C0}"/>
          </ac:spMkLst>
        </pc:spChg>
        <pc:spChg chg="add mod">
          <ac:chgData name="Pietra Benetton Ribeiro" userId="S::pietra.ribeiro@afinz.com.br::0e1de858-6289-49ca-83f7-9d1a36f3b3fa" providerId="AD" clId="Web-{2B541DEA-784E-763F-BCF2-850C5C1D35C9}" dt="2026-04-01T13:41:54.099" v="233" actId="1076"/>
          <ac:spMkLst>
            <pc:docMk/>
            <pc:sldMk cId="3546214425" sldId="2138105614"/>
            <ac:spMk id="20" creationId="{BD7F2686-DA39-795D-9433-9A32F5BBDDC4}"/>
          </ac:spMkLst>
        </pc:spChg>
        <pc:picChg chg="add mod">
          <ac:chgData name="Pietra Benetton Ribeiro" userId="S::pietra.ribeiro@afinz.com.br::0e1de858-6289-49ca-83f7-9d1a36f3b3fa" providerId="AD" clId="Web-{2B541DEA-784E-763F-BCF2-850C5C1D35C9}" dt="2026-04-01T13:41:39.349" v="228" actId="1076"/>
          <ac:picMkLst>
            <pc:docMk/>
            <pc:sldMk cId="3546214425" sldId="2138105614"/>
            <ac:picMk id="9" creationId="{F7FA4A88-58EA-E42C-982F-2B1D24E462DB}"/>
          </ac:picMkLst>
        </pc:picChg>
        <pc:picChg chg="add mod">
          <ac:chgData name="Pietra Benetton Ribeiro" userId="S::pietra.ribeiro@afinz.com.br::0e1de858-6289-49ca-83f7-9d1a36f3b3fa" providerId="AD" clId="Web-{2B541DEA-784E-763F-BCF2-850C5C1D35C9}" dt="2026-04-01T13:40:53.161" v="218" actId="14100"/>
          <ac:picMkLst>
            <pc:docMk/>
            <pc:sldMk cId="3546214425" sldId="2138105614"/>
            <ac:picMk id="17" creationId="{3D55C98B-127B-D959-F64F-01DC19EF0E37}"/>
          </ac:picMkLst>
        </pc:picChg>
        <pc:picChg chg="add mod">
          <ac:chgData name="Pietra Benetton Ribeiro" userId="S::pietra.ribeiro@afinz.com.br::0e1de858-6289-49ca-83f7-9d1a36f3b3fa" providerId="AD" clId="Web-{2B541DEA-784E-763F-BCF2-850C5C1D35C9}" dt="2026-04-01T13:41:45.224" v="230" actId="1076"/>
          <ac:picMkLst>
            <pc:docMk/>
            <pc:sldMk cId="3546214425" sldId="2138105614"/>
            <ac:picMk id="18" creationId="{B1537A07-4BFE-DA55-E92A-45208B215347}"/>
          </ac:picMkLst>
        </pc:picChg>
      </pc:sldChg>
      <pc:sldChg chg="modSp add ord replId">
        <pc:chgData name="Pietra Benetton Ribeiro" userId="S::pietra.ribeiro@afinz.com.br::0e1de858-6289-49ca-83f7-9d1a36f3b3fa" providerId="AD" clId="Web-{2B541DEA-784E-763F-BCF2-850C5C1D35C9}" dt="2026-04-01T13:36:45.443" v="154"/>
        <pc:sldMkLst>
          <pc:docMk/>
          <pc:sldMk cId="632736791" sldId="2138105615"/>
        </pc:sldMkLst>
        <pc:spChg chg="mod">
          <ac:chgData name="Pietra Benetton Ribeiro" userId="S::pietra.ribeiro@afinz.com.br::0e1de858-6289-49ca-83f7-9d1a36f3b3fa" providerId="AD" clId="Web-{2B541DEA-784E-763F-BCF2-850C5C1D35C9}" dt="2026-04-01T13:33:47.474" v="92" actId="20577"/>
          <ac:spMkLst>
            <pc:docMk/>
            <pc:sldMk cId="632736791" sldId="2138105615"/>
            <ac:spMk id="6" creationId="{6B3FEA3D-F4E4-E794-1265-EC5B26897E54}"/>
          </ac:spMkLst>
        </pc:spChg>
        <pc:spChg chg="mod">
          <ac:chgData name="Pietra Benetton Ribeiro" userId="S::pietra.ribeiro@afinz.com.br::0e1de858-6289-49ca-83f7-9d1a36f3b3fa" providerId="AD" clId="Web-{2B541DEA-784E-763F-BCF2-850C5C1D35C9}" dt="2026-04-01T13:34:01.834" v="103" actId="1076"/>
          <ac:spMkLst>
            <pc:docMk/>
            <pc:sldMk cId="632736791" sldId="2138105615"/>
            <ac:spMk id="10" creationId="{7AED30DE-C291-D473-FB8F-7E2F18376782}"/>
          </ac:spMkLst>
        </pc:spChg>
      </pc:sldChg>
      <pc:sldChg chg="modSp add">
        <pc:chgData name="Pietra Benetton Ribeiro" userId="S::pietra.ribeiro@afinz.com.br::0e1de858-6289-49ca-83f7-9d1a36f3b3fa" providerId="AD" clId="Web-{2B541DEA-784E-763F-BCF2-850C5C1D35C9}" dt="2026-04-01T13:36:26.474" v="151" actId="14100"/>
        <pc:sldMkLst>
          <pc:docMk/>
          <pc:sldMk cId="2132436341" sldId="2138105616"/>
        </pc:sldMkLst>
        <pc:spChg chg="mod">
          <ac:chgData name="Pietra Benetton Ribeiro" userId="S::pietra.ribeiro@afinz.com.br::0e1de858-6289-49ca-83f7-9d1a36f3b3fa" providerId="AD" clId="Web-{2B541DEA-784E-763F-BCF2-850C5C1D35C9}" dt="2026-04-01T13:36:26.474" v="151" actId="14100"/>
          <ac:spMkLst>
            <pc:docMk/>
            <pc:sldMk cId="2132436341" sldId="2138105616"/>
            <ac:spMk id="6" creationId="{565AF3EB-BE96-3C37-0EEF-02FB4EC30C6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74077B4-7657-A469-E89B-90B91500E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646B4C-76F1-048F-79E9-0408042976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99087-1DFE-4EC3-9271-4BBE00BA3A3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EB61C4-2502-135D-D8EE-663B422812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107E0D-DE59-F0EA-72B8-5D63623CE2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D810D-6B05-4BEB-863A-0BFEEB70F3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317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7A01D-5B57-4A2F-9949-83C65A058AED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3B01D-35B7-46D3-97E2-06DF66A8E6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557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10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15.svg"/><Relationship Id="rId5" Type="http://schemas.openxmlformats.org/officeDocument/2006/relationships/image" Target="../media/image2.png"/><Relationship Id="rId4" Type="http://schemas.openxmlformats.org/officeDocument/2006/relationships/image" Target="../media/image14.sv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6.png"/><Relationship Id="rId5" Type="http://schemas.openxmlformats.org/officeDocument/2006/relationships/image" Target="../media/image14.sv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4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C022F-AB6C-47A0-82AB-BC0275067BD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E4FA-E58E-4D84-9C9C-113955D315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942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B65A8-FD7F-435C-984C-7FBF2B58D17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C139C-73F7-4CF8-928A-25A21A1317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66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0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3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7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1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25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1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0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2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exto corrid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3C80EDC6-15B1-5A5F-8F3E-C07FA93F1E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7B3A168-03C7-6072-F537-A122CF79A2F0}"/>
              </a:ext>
            </a:extLst>
          </p:cNvPr>
          <p:cNvSpPr/>
          <p:nvPr userDrawn="1"/>
        </p:nvSpPr>
        <p:spPr>
          <a:xfrm flipH="1">
            <a:off x="0" y="1824303"/>
            <a:ext cx="12192000" cy="5033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B71C38E-CDE6-C293-6F28-4B4A415491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668" y="2795164"/>
            <a:ext cx="7317419" cy="3034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2CD45B69-FE7E-7CBD-8B90-F17B8669E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7668" y="2376065"/>
            <a:ext cx="7317419" cy="309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Imagem 7">
            <a:extLst>
              <a:ext uri="{FF2B5EF4-FFF2-40B4-BE49-F238E27FC236}">
                <a16:creationId xmlns:a16="http://schemas.microsoft.com/office/drawing/2014/main" id="{22C2D0BE-C4C1-A2BD-3D84-E0AE89643F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52414" y="0"/>
            <a:ext cx="3639585" cy="5829298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58CCCC2D-51E2-3E7B-205B-61F86BF9110B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9D724A50-9BBA-EA6F-6703-6097EE9B98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E4DB0492-E87F-F9E8-153B-737DD3141D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4134106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ópicos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494C9AAA-2A99-8149-33DC-DF3D142389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9F89440C-BAD7-0EDA-0EEE-D8902DBAD7FB}"/>
              </a:ext>
            </a:extLst>
          </p:cNvPr>
          <p:cNvSpPr/>
          <p:nvPr userDrawn="1"/>
        </p:nvSpPr>
        <p:spPr>
          <a:xfrm flipH="1">
            <a:off x="5105385" y="-1"/>
            <a:ext cx="7086611" cy="6858000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7">
            <a:extLst>
              <a:ext uri="{FF2B5EF4-FFF2-40B4-BE49-F238E27FC236}">
                <a16:creationId xmlns:a16="http://schemas.microsoft.com/office/drawing/2014/main" id="{B4A1318C-965D-EC89-9A6C-22097626EAE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" y="0"/>
            <a:ext cx="5105389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5679A070-A39B-842C-AD9D-9C9CAB9E58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52105" y="682603"/>
            <a:ext cx="4393170" cy="1298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34A01FFC-CBB9-D0FF-A620-082F0B9D31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49455" y="2177873"/>
            <a:ext cx="4393169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2D10286D-1D67-5878-8307-DB8948F7BB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8839" y="682603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29BFA904-B82C-C593-D552-2A1391633C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49455" y="3076066"/>
            <a:ext cx="4393170" cy="27913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B67ECB0-983A-31DB-89D5-D32C181CF5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03F707CB-7F60-07D7-F9B8-A8B23CA486E4}"/>
              </a:ext>
            </a:extLst>
          </p:cNvPr>
          <p:cNvSpPr/>
          <p:nvPr userDrawn="1"/>
        </p:nvSpPr>
        <p:spPr>
          <a:xfrm flipH="1">
            <a:off x="-4" y="5867401"/>
            <a:ext cx="5100088" cy="9906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988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Texto corrido(bullets)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3C80EDC6-15B1-5A5F-8F3E-C07FA93F1E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7B3A168-03C7-6072-F537-A122CF79A2F0}"/>
              </a:ext>
            </a:extLst>
          </p:cNvPr>
          <p:cNvSpPr/>
          <p:nvPr userDrawn="1"/>
        </p:nvSpPr>
        <p:spPr>
          <a:xfrm flipH="1">
            <a:off x="-2" y="1727969"/>
            <a:ext cx="12192002" cy="5130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B71C38E-CDE6-C293-6F28-4B4A415491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1384" y="2350229"/>
            <a:ext cx="3335972" cy="1922004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C6CC"/>
              </a:buClr>
              <a:buFont typeface="Arial" panose="020B0604020202020204" pitchFamily="34" charset="0"/>
              <a:buChar char="•"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2CD45B69-FE7E-7CBD-8B90-F17B8669E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1383" y="1880330"/>
            <a:ext cx="7317419" cy="309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Imagem 7">
            <a:extLst>
              <a:ext uri="{FF2B5EF4-FFF2-40B4-BE49-F238E27FC236}">
                <a16:creationId xmlns:a16="http://schemas.microsoft.com/office/drawing/2014/main" id="{22C2D0BE-C4C1-A2BD-3D84-E0AE89643F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129157" y="4530354"/>
            <a:ext cx="7317419" cy="1984746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9A78D432-C336-6C92-98AB-29693749D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805" y="2350230"/>
            <a:ext cx="3426774" cy="1899104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C6CC"/>
              </a:buClr>
              <a:buFont typeface="Arial" panose="020B0604020202020204" pitchFamily="34" charset="0"/>
              <a:buChar char="•"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4D8BBED-F07C-6327-613D-AD4208A04C08}"/>
              </a:ext>
            </a:extLst>
          </p:cNvPr>
          <p:cNvSpPr/>
          <p:nvPr userDrawn="1"/>
        </p:nvSpPr>
        <p:spPr>
          <a:xfrm>
            <a:off x="10058402" y="0"/>
            <a:ext cx="2133600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3415B0D9-8509-815D-1C80-61DA350B53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9164" y="321812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12AE714B-808B-C068-7AC7-5B4F9DDED1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9163" y="1021951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89E84AA8-F912-12A1-17F2-2A881F5EF2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  <p:pic>
        <p:nvPicPr>
          <p:cNvPr id="4" name="Graphic 13">
            <a:extLst>
              <a:ext uri="{FF2B5EF4-FFF2-40B4-BE49-F238E27FC236}">
                <a16:creationId xmlns:a16="http://schemas.microsoft.com/office/drawing/2014/main" id="{4A66E9AB-C652-608F-DAB4-C3DF45083F5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6172"/>
          <a:stretch/>
        </p:blipFill>
        <p:spPr>
          <a:xfrm>
            <a:off x="-3" y="0"/>
            <a:ext cx="547132" cy="1727968"/>
          </a:xfrm>
          <a:prstGeom prst="rect">
            <a:avLst/>
          </a:prstGeom>
        </p:spPr>
      </p:pic>
      <p:pic>
        <p:nvPicPr>
          <p:cNvPr id="24" name="Graphic 12">
            <a:extLst>
              <a:ext uri="{FF2B5EF4-FFF2-40B4-BE49-F238E27FC236}">
                <a16:creationId xmlns:a16="http://schemas.microsoft.com/office/drawing/2014/main" id="{5EAAE50A-F913-C4AF-A6D3-C26D5D1EE7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4" y="1951820"/>
            <a:ext cx="2133596" cy="295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51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93C7D82-34E7-998B-209C-BCAF26D39B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8DD1751E-A07D-E796-7C60-5A7357644175}"/>
              </a:ext>
            </a:extLst>
          </p:cNvPr>
          <p:cNvSpPr/>
          <p:nvPr userDrawn="1"/>
        </p:nvSpPr>
        <p:spPr>
          <a:xfrm>
            <a:off x="9051944" y="0"/>
            <a:ext cx="3140056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9585B8B-0B4B-738D-A9FC-A23AE6113034}"/>
              </a:ext>
            </a:extLst>
          </p:cNvPr>
          <p:cNvSpPr/>
          <p:nvPr userDrawn="1"/>
        </p:nvSpPr>
        <p:spPr>
          <a:xfrm flipH="1">
            <a:off x="0" y="1727071"/>
            <a:ext cx="12192000" cy="513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spaço Reservado para Tabela 34">
            <a:extLst>
              <a:ext uri="{FF2B5EF4-FFF2-40B4-BE49-F238E27FC236}">
                <a16:creationId xmlns:a16="http://schemas.microsoft.com/office/drawing/2014/main" id="{F9AD3D09-EEC0-7588-A38D-EA595C7DD9BC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673100" y="2076450"/>
            <a:ext cx="10909300" cy="3866406"/>
          </a:xfrm>
          <a:prstGeom prst="rect">
            <a:avLst/>
          </a:prstGeom>
        </p:spPr>
        <p:txBody>
          <a:bodyPr anchor="ctr"/>
          <a:lstStyle>
            <a:lvl1pPr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ctr">
              <a:buNone/>
            </a:pPr>
            <a:r>
              <a:rPr lang="pt-BR"/>
              <a:t>Insira sua tabela aqui</a:t>
            </a:r>
          </a:p>
        </p:txBody>
      </p:sp>
      <p:pic>
        <p:nvPicPr>
          <p:cNvPr id="5" name="Marca">
            <a:extLst>
              <a:ext uri="{FF2B5EF4-FFF2-40B4-BE49-F238E27FC236}">
                <a16:creationId xmlns:a16="http://schemas.microsoft.com/office/drawing/2014/main" id="{2EED0F97-E800-239E-601E-36655D2AF9B6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2" name="Graphic 13">
            <a:extLst>
              <a:ext uri="{FF2B5EF4-FFF2-40B4-BE49-F238E27FC236}">
                <a16:creationId xmlns:a16="http://schemas.microsoft.com/office/drawing/2014/main" id="{98DE4543-C889-AC37-C39F-87DCAE7863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172"/>
          <a:stretch/>
        </p:blipFill>
        <p:spPr>
          <a:xfrm>
            <a:off x="11648525" y="0"/>
            <a:ext cx="547132" cy="1727968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0569ADA3-1090-90C3-A767-5F8D8E1827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5450EBF-AF17-CC56-B1D6-54F367C006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3738738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DC13E-07E0-0D9B-AE56-053A4F083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4E7475C-4A78-1480-D596-9EEABD408C65}"/>
              </a:ext>
            </a:extLst>
          </p:cNvPr>
          <p:cNvSpPr/>
          <p:nvPr userDrawn="1"/>
        </p:nvSpPr>
        <p:spPr>
          <a:xfrm>
            <a:off x="0" y="0"/>
            <a:ext cx="1565564" cy="6858000"/>
          </a:xfrm>
          <a:prstGeom prst="rect">
            <a:avLst/>
          </a:prstGeom>
          <a:solidFill>
            <a:srgbClr val="000000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4" name="Espaço Reservado para Texto 13">
            <a:extLst>
              <a:ext uri="{FF2B5EF4-FFF2-40B4-BE49-F238E27FC236}">
                <a16:creationId xmlns:a16="http://schemas.microsoft.com/office/drawing/2014/main" id="{CCF6A239-B90C-82DF-8AD7-76E5B07683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7309" y="3428748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3031E3-3070-D1F2-E488-9BECC039F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7636" y="0"/>
            <a:ext cx="11014364" cy="6866378"/>
          </a:xfrm>
          <a:prstGeom prst="rect">
            <a:avLst/>
          </a:prstGeom>
          <a:ln>
            <a:noFill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DED8281-73DF-2444-7DFA-318226581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chemeClr val="bg2">
                  <a:lumMod val="10000"/>
                  <a:alpha val="41000"/>
                </a:schemeClr>
              </a:gs>
              <a:gs pos="77000">
                <a:srgbClr val="000000"/>
              </a:gs>
            </a:gsLst>
            <a:path path="circle">
              <a:fillToRect l="100000" b="100000"/>
            </a:path>
            <a:tileRect t="-100000" r="-100000"/>
          </a:gra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F702F0DB-B64B-9337-9693-DEE977841A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4409" y="3083508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2951208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31F0ED62-8B1F-801C-3802-5F9E6CF900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4E2B53-847F-07CD-A2DB-0DD8EE487CE2}"/>
              </a:ext>
            </a:extLst>
          </p:cNvPr>
          <p:cNvSpPr/>
          <p:nvPr userDrawn="1"/>
        </p:nvSpPr>
        <p:spPr>
          <a:xfrm>
            <a:off x="0" y="3448359"/>
            <a:ext cx="12191998" cy="3429252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F35BA6A-BE6B-BCDF-D31E-910C542F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11159" y="4859254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8" name="Graphic 13">
            <a:extLst>
              <a:ext uri="{FF2B5EF4-FFF2-40B4-BE49-F238E27FC236}">
                <a16:creationId xmlns:a16="http://schemas.microsoft.com/office/drawing/2014/main" id="{3C7E5285-8E9A-3FA7-4BE6-A2F54D9F1F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5378" y="1576285"/>
            <a:ext cx="2676620" cy="3704925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E5D84C29-0136-3294-23AB-2965F05CDCAD}"/>
              </a:ext>
            </a:extLst>
          </p:cNvPr>
          <p:cNvGrpSpPr/>
          <p:nvPr userDrawn="1"/>
        </p:nvGrpSpPr>
        <p:grpSpPr>
          <a:xfrm>
            <a:off x="1007630" y="759987"/>
            <a:ext cx="2147681" cy="816298"/>
            <a:chOff x="1624314" y="1291232"/>
            <a:chExt cx="3923399" cy="149121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70B6C894-2002-D2EA-8891-190B156DD32D}"/>
                </a:ext>
              </a:extLst>
            </p:cNvPr>
            <p:cNvSpPr/>
            <p:nvPr/>
          </p:nvSpPr>
          <p:spPr>
            <a:xfrm>
              <a:off x="1624314" y="1741960"/>
              <a:ext cx="932011" cy="1040491"/>
            </a:xfrm>
            <a:custGeom>
              <a:avLst/>
              <a:gdLst>
                <a:gd name="connsiteX0" fmla="*/ 932012 w 932011"/>
                <a:gd name="connsiteY0" fmla="*/ 780323 h 1040491"/>
                <a:gd name="connsiteX1" fmla="*/ 932012 w 932011"/>
                <a:gd name="connsiteY1" fmla="*/ 1005688 h 1040491"/>
                <a:gd name="connsiteX2" fmla="*/ 772277 w 932011"/>
                <a:gd name="connsiteY2" fmla="*/ 1028197 h 1040491"/>
                <a:gd name="connsiteX3" fmla="*/ 575660 w 932011"/>
                <a:gd name="connsiteY3" fmla="*/ 956511 h 1040491"/>
                <a:gd name="connsiteX4" fmla="*/ 315492 w 932011"/>
                <a:gd name="connsiteY4" fmla="*/ 1040492 h 1040491"/>
                <a:gd name="connsiteX5" fmla="*/ 0 w 932011"/>
                <a:gd name="connsiteY5" fmla="*/ 731237 h 1040491"/>
                <a:gd name="connsiteX6" fmla="*/ 366658 w 932011"/>
                <a:gd name="connsiteY6" fmla="*/ 419903 h 1040491"/>
                <a:gd name="connsiteX7" fmla="*/ 514098 w 932011"/>
                <a:gd name="connsiteY7" fmla="*/ 438344 h 1040491"/>
                <a:gd name="connsiteX8" fmla="*/ 514098 w 932011"/>
                <a:gd name="connsiteY8" fmla="*/ 395314 h 1040491"/>
                <a:gd name="connsiteX9" fmla="*/ 362499 w 932011"/>
                <a:gd name="connsiteY9" fmla="*/ 276530 h 1040491"/>
                <a:gd name="connsiteX10" fmla="*/ 61381 w 932011"/>
                <a:gd name="connsiteY10" fmla="*/ 335922 h 1040491"/>
                <a:gd name="connsiteX11" fmla="*/ 61381 w 932011"/>
                <a:gd name="connsiteY11" fmla="*/ 59392 h 1040491"/>
                <a:gd name="connsiteX12" fmla="*/ 397303 w 932011"/>
                <a:gd name="connsiteY12" fmla="*/ 0 h 1040491"/>
                <a:gd name="connsiteX13" fmla="*/ 843873 w 932011"/>
                <a:gd name="connsiteY13" fmla="*/ 415835 h 1040491"/>
                <a:gd name="connsiteX14" fmla="*/ 843873 w 932011"/>
                <a:gd name="connsiteY14" fmla="*/ 723101 h 1040491"/>
                <a:gd name="connsiteX15" fmla="*/ 899197 w 932011"/>
                <a:gd name="connsiteY15" fmla="*/ 784572 h 1040491"/>
                <a:gd name="connsiteX16" fmla="*/ 931921 w 932011"/>
                <a:gd name="connsiteY16" fmla="*/ 780504 h 1040491"/>
                <a:gd name="connsiteX17" fmla="*/ 514098 w 932011"/>
                <a:gd name="connsiteY17" fmla="*/ 792798 h 1040491"/>
                <a:gd name="connsiteX18" fmla="*/ 514098 w 932011"/>
                <a:gd name="connsiteY18" fmla="*/ 622758 h 1040491"/>
                <a:gd name="connsiteX19" fmla="*/ 442412 w 932011"/>
                <a:gd name="connsiteY19" fmla="*/ 612543 h 1040491"/>
                <a:gd name="connsiteX20" fmla="*/ 319560 w 932011"/>
                <a:gd name="connsiteY20" fmla="*/ 725180 h 1040491"/>
                <a:gd name="connsiteX21" fmla="*/ 411767 w 932011"/>
                <a:gd name="connsiteY21" fmla="*/ 829681 h 1040491"/>
                <a:gd name="connsiteX22" fmla="*/ 514189 w 932011"/>
                <a:gd name="connsiteY22" fmla="*/ 792798 h 104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2011" h="1040491">
                  <a:moveTo>
                    <a:pt x="932012" y="780323"/>
                  </a:moveTo>
                  <a:lnTo>
                    <a:pt x="932012" y="1005688"/>
                  </a:lnTo>
                  <a:cubicBezTo>
                    <a:pt x="880756" y="1020061"/>
                    <a:pt x="833658" y="1028197"/>
                    <a:pt x="772277" y="1028197"/>
                  </a:cubicBezTo>
                  <a:cubicBezTo>
                    <a:pt x="692365" y="1028197"/>
                    <a:pt x="620678" y="1005688"/>
                    <a:pt x="575660" y="956511"/>
                  </a:cubicBezTo>
                  <a:cubicBezTo>
                    <a:pt x="503973" y="1015903"/>
                    <a:pt x="413846" y="1040492"/>
                    <a:pt x="315492" y="1040492"/>
                  </a:cubicBezTo>
                  <a:cubicBezTo>
                    <a:pt x="147531" y="1040492"/>
                    <a:pt x="0" y="942137"/>
                    <a:pt x="0" y="731237"/>
                  </a:cubicBezTo>
                  <a:cubicBezTo>
                    <a:pt x="0" y="520336"/>
                    <a:pt x="149520" y="419903"/>
                    <a:pt x="366658" y="419903"/>
                  </a:cubicBezTo>
                  <a:cubicBezTo>
                    <a:pt x="417823" y="419903"/>
                    <a:pt x="456785" y="423971"/>
                    <a:pt x="514098" y="438344"/>
                  </a:cubicBezTo>
                  <a:lnTo>
                    <a:pt x="514098" y="395314"/>
                  </a:lnTo>
                  <a:cubicBezTo>
                    <a:pt x="514098" y="323628"/>
                    <a:pt x="475136" y="276530"/>
                    <a:pt x="362499" y="276530"/>
                  </a:cubicBezTo>
                  <a:cubicBezTo>
                    <a:pt x="256009" y="276530"/>
                    <a:pt x="143373" y="303198"/>
                    <a:pt x="61381" y="335922"/>
                  </a:cubicBezTo>
                  <a:lnTo>
                    <a:pt x="61381" y="59392"/>
                  </a:lnTo>
                  <a:cubicBezTo>
                    <a:pt x="161724" y="24589"/>
                    <a:pt x="292802" y="0"/>
                    <a:pt x="397303" y="0"/>
                  </a:cubicBezTo>
                  <a:cubicBezTo>
                    <a:pt x="673833" y="0"/>
                    <a:pt x="843873" y="102422"/>
                    <a:pt x="843873" y="415835"/>
                  </a:cubicBezTo>
                  <a:lnTo>
                    <a:pt x="843873" y="723101"/>
                  </a:lnTo>
                  <a:cubicBezTo>
                    <a:pt x="843873" y="768210"/>
                    <a:pt x="864394" y="784572"/>
                    <a:pt x="899197" y="784572"/>
                  </a:cubicBezTo>
                  <a:cubicBezTo>
                    <a:pt x="909412" y="784572"/>
                    <a:pt x="921706" y="782493"/>
                    <a:pt x="931921" y="780504"/>
                  </a:cubicBezTo>
                  <a:moveTo>
                    <a:pt x="514098" y="792798"/>
                  </a:moveTo>
                  <a:lnTo>
                    <a:pt x="514098" y="622758"/>
                  </a:lnTo>
                  <a:cubicBezTo>
                    <a:pt x="489510" y="616611"/>
                    <a:pt x="468989" y="612543"/>
                    <a:pt x="442412" y="612543"/>
                  </a:cubicBezTo>
                  <a:cubicBezTo>
                    <a:pt x="366658" y="612543"/>
                    <a:pt x="319560" y="643279"/>
                    <a:pt x="319560" y="725180"/>
                  </a:cubicBezTo>
                  <a:cubicBezTo>
                    <a:pt x="319560" y="800934"/>
                    <a:pt x="362590" y="829681"/>
                    <a:pt x="411767" y="829681"/>
                  </a:cubicBezTo>
                  <a:cubicBezTo>
                    <a:pt x="454797" y="829681"/>
                    <a:pt x="485532" y="819466"/>
                    <a:pt x="514189" y="792798"/>
                  </a:cubicBezTo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7D593644-4FAD-AFB7-47D6-433533C20C52}"/>
                </a:ext>
              </a:extLst>
            </p:cNvPr>
            <p:cNvSpPr/>
            <p:nvPr/>
          </p:nvSpPr>
          <p:spPr>
            <a:xfrm>
              <a:off x="2562201" y="1291232"/>
              <a:ext cx="680070" cy="1462473"/>
            </a:xfrm>
            <a:custGeom>
              <a:avLst/>
              <a:gdLst>
                <a:gd name="connsiteX0" fmla="*/ 120863 w 680070"/>
                <a:gd name="connsiteY0" fmla="*/ 768120 h 1462473"/>
                <a:gd name="connsiteX1" fmla="*/ 0 w 680070"/>
                <a:gd name="connsiteY1" fmla="*/ 768120 h 1462473"/>
                <a:gd name="connsiteX2" fmla="*/ 0 w 680070"/>
                <a:gd name="connsiteY2" fmla="*/ 479295 h 1462473"/>
                <a:gd name="connsiteX3" fmla="*/ 120863 w 680070"/>
                <a:gd name="connsiteY3" fmla="*/ 479295 h 1462473"/>
                <a:gd name="connsiteX4" fmla="*/ 120863 w 680070"/>
                <a:gd name="connsiteY4" fmla="*/ 370726 h 1462473"/>
                <a:gd name="connsiteX5" fmla="*/ 487521 w 680070"/>
                <a:gd name="connsiteY5" fmla="*/ 0 h 1462473"/>
                <a:gd name="connsiteX6" fmla="*/ 680070 w 680070"/>
                <a:gd name="connsiteY6" fmla="*/ 34804 h 1462473"/>
                <a:gd name="connsiteX7" fmla="*/ 680070 w 680070"/>
                <a:gd name="connsiteY7" fmla="*/ 307266 h 1462473"/>
                <a:gd name="connsiteX8" fmla="*/ 577648 w 680070"/>
                <a:gd name="connsiteY8" fmla="*/ 288825 h 1462473"/>
                <a:gd name="connsiteX9" fmla="*/ 456785 w 680070"/>
                <a:gd name="connsiteY9" fmla="*/ 391246 h 1462473"/>
                <a:gd name="connsiteX10" fmla="*/ 456785 w 680070"/>
                <a:gd name="connsiteY10" fmla="*/ 479295 h 1462473"/>
                <a:gd name="connsiteX11" fmla="*/ 639120 w 680070"/>
                <a:gd name="connsiteY11" fmla="*/ 479295 h 1462473"/>
                <a:gd name="connsiteX12" fmla="*/ 639120 w 680070"/>
                <a:gd name="connsiteY12" fmla="*/ 768120 h 1462473"/>
                <a:gd name="connsiteX13" fmla="*/ 456785 w 680070"/>
                <a:gd name="connsiteY13" fmla="*/ 768120 h 1462473"/>
                <a:gd name="connsiteX14" fmla="*/ 456785 w 680070"/>
                <a:gd name="connsiteY14" fmla="*/ 1462474 h 1462473"/>
                <a:gd name="connsiteX15" fmla="*/ 120863 w 680070"/>
                <a:gd name="connsiteY15" fmla="*/ 1462474 h 1462473"/>
                <a:gd name="connsiteX16" fmla="*/ 120863 w 680070"/>
                <a:gd name="connsiteY16" fmla="*/ 768120 h 146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0070" h="1462473">
                  <a:moveTo>
                    <a:pt x="120863" y="768120"/>
                  </a:moveTo>
                  <a:lnTo>
                    <a:pt x="0" y="768120"/>
                  </a:lnTo>
                  <a:lnTo>
                    <a:pt x="0" y="479295"/>
                  </a:lnTo>
                  <a:lnTo>
                    <a:pt x="120863" y="479295"/>
                  </a:lnTo>
                  <a:lnTo>
                    <a:pt x="120863" y="370726"/>
                  </a:lnTo>
                  <a:cubicBezTo>
                    <a:pt x="120863" y="81901"/>
                    <a:pt x="315402" y="0"/>
                    <a:pt x="487521" y="0"/>
                  </a:cubicBezTo>
                  <a:cubicBezTo>
                    <a:pt x="565354" y="0"/>
                    <a:pt x="620678" y="10215"/>
                    <a:pt x="680070" y="34804"/>
                  </a:cubicBezTo>
                  <a:lnTo>
                    <a:pt x="680070" y="307266"/>
                  </a:lnTo>
                  <a:cubicBezTo>
                    <a:pt x="649335" y="294972"/>
                    <a:pt x="612452" y="288825"/>
                    <a:pt x="577648" y="288825"/>
                  </a:cubicBezTo>
                  <a:cubicBezTo>
                    <a:pt x="505962" y="288825"/>
                    <a:pt x="456785" y="319560"/>
                    <a:pt x="456785" y="391246"/>
                  </a:cubicBezTo>
                  <a:lnTo>
                    <a:pt x="456785" y="479295"/>
                  </a:lnTo>
                  <a:lnTo>
                    <a:pt x="639120" y="479295"/>
                  </a:lnTo>
                  <a:lnTo>
                    <a:pt x="639120" y="768120"/>
                  </a:lnTo>
                  <a:lnTo>
                    <a:pt x="456785" y="768120"/>
                  </a:lnTo>
                  <a:lnTo>
                    <a:pt x="456785" y="1462474"/>
                  </a:lnTo>
                  <a:lnTo>
                    <a:pt x="120863" y="1462474"/>
                  </a:lnTo>
                  <a:lnTo>
                    <a:pt x="120863" y="768120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5AD4CB92-87D8-E2C3-0FF2-7DFC04D3DE96}"/>
                </a:ext>
              </a:extLst>
            </p:cNvPr>
            <p:cNvSpPr/>
            <p:nvPr/>
          </p:nvSpPr>
          <p:spPr>
            <a:xfrm>
              <a:off x="3324173" y="1318713"/>
              <a:ext cx="340442" cy="327515"/>
            </a:xfrm>
            <a:custGeom>
              <a:avLst/>
              <a:gdLst>
                <a:gd name="connsiteX0" fmla="*/ 0 w 340442"/>
                <a:gd name="connsiteY0" fmla="*/ 161904 h 327515"/>
                <a:gd name="connsiteX1" fmla="*/ 171125 w 340442"/>
                <a:gd name="connsiteY1" fmla="*/ 0 h 327515"/>
                <a:gd name="connsiteX2" fmla="*/ 340442 w 340442"/>
                <a:gd name="connsiteY2" fmla="*/ 161904 h 327515"/>
                <a:gd name="connsiteX3" fmla="*/ 171125 w 340442"/>
                <a:gd name="connsiteY3" fmla="*/ 327515 h 327515"/>
                <a:gd name="connsiteX4" fmla="*/ 0 w 340442"/>
                <a:gd name="connsiteY4" fmla="*/ 161904 h 32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0442" h="327515">
                  <a:moveTo>
                    <a:pt x="0" y="161904"/>
                  </a:moveTo>
                  <a:cubicBezTo>
                    <a:pt x="0" y="47821"/>
                    <a:pt x="80997" y="0"/>
                    <a:pt x="171125" y="0"/>
                  </a:cubicBezTo>
                  <a:cubicBezTo>
                    <a:pt x="261253" y="0"/>
                    <a:pt x="340442" y="47821"/>
                    <a:pt x="340442" y="161904"/>
                  </a:cubicBezTo>
                  <a:cubicBezTo>
                    <a:pt x="340442" y="275988"/>
                    <a:pt x="261343" y="327515"/>
                    <a:pt x="171125" y="327515"/>
                  </a:cubicBezTo>
                  <a:cubicBezTo>
                    <a:pt x="80907" y="327515"/>
                    <a:pt x="0" y="275988"/>
                    <a:pt x="0" y="161904"/>
                  </a:cubicBezTo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4A94ED23-7F2A-8B1D-EDCD-795E640856F5}"/>
                </a:ext>
              </a:extLst>
            </p:cNvPr>
            <p:cNvSpPr/>
            <p:nvPr/>
          </p:nvSpPr>
          <p:spPr>
            <a:xfrm>
              <a:off x="3327427" y="1770527"/>
              <a:ext cx="335922" cy="983178"/>
            </a:xfrm>
            <a:custGeom>
              <a:avLst/>
              <a:gdLst>
                <a:gd name="connsiteX0" fmla="*/ 0 w 335922"/>
                <a:gd name="connsiteY0" fmla="*/ 0 h 983178"/>
                <a:gd name="connsiteX1" fmla="*/ 335922 w 335922"/>
                <a:gd name="connsiteY1" fmla="*/ 0 h 983178"/>
                <a:gd name="connsiteX2" fmla="*/ 335922 w 335922"/>
                <a:gd name="connsiteY2" fmla="*/ 983179 h 983178"/>
                <a:gd name="connsiteX3" fmla="*/ 0 w 335922"/>
                <a:gd name="connsiteY3" fmla="*/ 983179 h 98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922" h="983178">
                  <a:moveTo>
                    <a:pt x="0" y="0"/>
                  </a:moveTo>
                  <a:lnTo>
                    <a:pt x="335922" y="0"/>
                  </a:lnTo>
                  <a:lnTo>
                    <a:pt x="335922" y="983179"/>
                  </a:lnTo>
                  <a:lnTo>
                    <a:pt x="0" y="983179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F7C8711-8A6F-C886-C868-07B382DED56E}"/>
                </a:ext>
              </a:extLst>
            </p:cNvPr>
            <p:cNvSpPr/>
            <p:nvPr/>
          </p:nvSpPr>
          <p:spPr>
            <a:xfrm>
              <a:off x="3822994" y="1741780"/>
              <a:ext cx="860325" cy="1011925"/>
            </a:xfrm>
            <a:custGeom>
              <a:avLst/>
              <a:gdLst>
                <a:gd name="connsiteX0" fmla="*/ 90 w 860325"/>
                <a:gd name="connsiteY0" fmla="*/ 28747 h 1011925"/>
                <a:gd name="connsiteX1" fmla="*/ 303198 w 860325"/>
                <a:gd name="connsiteY1" fmla="*/ 28747 h 1011925"/>
                <a:gd name="connsiteX2" fmla="*/ 303198 w 860325"/>
                <a:gd name="connsiteY2" fmla="*/ 116795 h 1011925"/>
                <a:gd name="connsiteX3" fmla="*/ 565354 w 860325"/>
                <a:gd name="connsiteY3" fmla="*/ 0 h 1011925"/>
                <a:gd name="connsiteX4" fmla="*/ 860326 w 860325"/>
                <a:gd name="connsiteY4" fmla="*/ 307266 h 1011925"/>
                <a:gd name="connsiteX5" fmla="*/ 860326 w 860325"/>
                <a:gd name="connsiteY5" fmla="*/ 1011925 h 1011925"/>
                <a:gd name="connsiteX6" fmla="*/ 524404 w 860325"/>
                <a:gd name="connsiteY6" fmla="*/ 1011925 h 1011925"/>
                <a:gd name="connsiteX7" fmla="*/ 524404 w 860325"/>
                <a:gd name="connsiteY7" fmla="*/ 391337 h 1011925"/>
                <a:gd name="connsiteX8" fmla="*/ 446570 w 860325"/>
                <a:gd name="connsiteY8" fmla="*/ 311424 h 1011925"/>
                <a:gd name="connsiteX9" fmla="*/ 335922 w 860325"/>
                <a:gd name="connsiteY9" fmla="*/ 381031 h 1011925"/>
                <a:gd name="connsiteX10" fmla="*/ 335922 w 860325"/>
                <a:gd name="connsiteY10" fmla="*/ 1011925 h 1011925"/>
                <a:gd name="connsiteX11" fmla="*/ 0 w 860325"/>
                <a:gd name="connsiteY11" fmla="*/ 1011925 h 1011925"/>
                <a:gd name="connsiteX12" fmla="*/ 0 w 860325"/>
                <a:gd name="connsiteY12" fmla="*/ 28747 h 101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0325" h="1011925">
                  <a:moveTo>
                    <a:pt x="90" y="28747"/>
                  </a:moveTo>
                  <a:lnTo>
                    <a:pt x="303198" y="28747"/>
                  </a:lnTo>
                  <a:lnTo>
                    <a:pt x="303198" y="116795"/>
                  </a:lnTo>
                  <a:cubicBezTo>
                    <a:pt x="360511" y="49177"/>
                    <a:pt x="442502" y="0"/>
                    <a:pt x="565354" y="0"/>
                  </a:cubicBezTo>
                  <a:cubicBezTo>
                    <a:pt x="710806" y="0"/>
                    <a:pt x="860326" y="102422"/>
                    <a:pt x="860326" y="307266"/>
                  </a:cubicBezTo>
                  <a:lnTo>
                    <a:pt x="860326" y="1011925"/>
                  </a:lnTo>
                  <a:lnTo>
                    <a:pt x="524404" y="1011925"/>
                  </a:lnTo>
                  <a:lnTo>
                    <a:pt x="524404" y="391337"/>
                  </a:lnTo>
                  <a:cubicBezTo>
                    <a:pt x="524404" y="336013"/>
                    <a:pt x="495747" y="311424"/>
                    <a:pt x="446570" y="311424"/>
                  </a:cubicBezTo>
                  <a:cubicBezTo>
                    <a:pt x="397393" y="311424"/>
                    <a:pt x="360511" y="342160"/>
                    <a:pt x="335922" y="381031"/>
                  </a:cubicBezTo>
                  <a:lnTo>
                    <a:pt x="335922" y="1011925"/>
                  </a:lnTo>
                  <a:lnTo>
                    <a:pt x="0" y="1011925"/>
                  </a:lnTo>
                  <a:lnTo>
                    <a:pt x="0" y="28747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414059B3-5AB1-4443-37DE-2E7E4545E1C5}"/>
                </a:ext>
              </a:extLst>
            </p:cNvPr>
            <p:cNvSpPr/>
            <p:nvPr/>
          </p:nvSpPr>
          <p:spPr>
            <a:xfrm>
              <a:off x="4804183" y="1770527"/>
              <a:ext cx="743530" cy="983178"/>
            </a:xfrm>
            <a:custGeom>
              <a:avLst/>
              <a:gdLst>
                <a:gd name="connsiteX0" fmla="*/ 725179 w 743530"/>
                <a:gd name="connsiteY0" fmla="*/ 239648 h 983178"/>
                <a:gd name="connsiteX1" fmla="*/ 387540 w 743530"/>
                <a:gd name="connsiteY1" fmla="*/ 744073 h 983178"/>
                <a:gd name="connsiteX2" fmla="*/ 743530 w 743530"/>
                <a:gd name="connsiteY2" fmla="*/ 744073 h 983178"/>
                <a:gd name="connsiteX3" fmla="*/ 743530 w 743530"/>
                <a:gd name="connsiteY3" fmla="*/ 983179 h 983178"/>
                <a:gd name="connsiteX4" fmla="*/ 0 w 743530"/>
                <a:gd name="connsiteY4" fmla="*/ 983179 h 983178"/>
                <a:gd name="connsiteX5" fmla="*/ 0 w 743530"/>
                <a:gd name="connsiteY5" fmla="*/ 803465 h 983178"/>
                <a:gd name="connsiteX6" fmla="*/ 394229 w 743530"/>
                <a:gd name="connsiteY6" fmla="*/ 226901 h 983178"/>
                <a:gd name="connsiteX7" fmla="*/ 18441 w 743530"/>
                <a:gd name="connsiteY7" fmla="*/ 226901 h 983178"/>
                <a:gd name="connsiteX8" fmla="*/ 18441 w 743530"/>
                <a:gd name="connsiteY8" fmla="*/ 0 h 983178"/>
                <a:gd name="connsiteX9" fmla="*/ 725179 w 743530"/>
                <a:gd name="connsiteY9" fmla="*/ 0 h 983178"/>
                <a:gd name="connsiteX10" fmla="*/ 725179 w 743530"/>
                <a:gd name="connsiteY10" fmla="*/ 239648 h 98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530" h="983178">
                  <a:moveTo>
                    <a:pt x="725179" y="239648"/>
                  </a:moveTo>
                  <a:lnTo>
                    <a:pt x="387540" y="744073"/>
                  </a:lnTo>
                  <a:lnTo>
                    <a:pt x="743530" y="744073"/>
                  </a:lnTo>
                  <a:lnTo>
                    <a:pt x="743530" y="983179"/>
                  </a:lnTo>
                  <a:lnTo>
                    <a:pt x="0" y="983179"/>
                  </a:lnTo>
                  <a:lnTo>
                    <a:pt x="0" y="803465"/>
                  </a:lnTo>
                  <a:lnTo>
                    <a:pt x="394229" y="226901"/>
                  </a:lnTo>
                  <a:lnTo>
                    <a:pt x="18441" y="226901"/>
                  </a:lnTo>
                  <a:lnTo>
                    <a:pt x="18441" y="0"/>
                  </a:lnTo>
                  <a:lnTo>
                    <a:pt x="725179" y="0"/>
                  </a:lnTo>
                  <a:lnTo>
                    <a:pt x="725179" y="239648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C3B7760D-72EC-0F7D-DEFB-9A31349AC7AB}"/>
                </a:ext>
              </a:extLst>
            </p:cNvPr>
            <p:cNvSpPr/>
            <p:nvPr/>
          </p:nvSpPr>
          <p:spPr>
            <a:xfrm>
              <a:off x="4823347" y="2132303"/>
              <a:ext cx="708093" cy="236935"/>
            </a:xfrm>
            <a:custGeom>
              <a:avLst/>
              <a:gdLst>
                <a:gd name="connsiteX0" fmla="*/ 0 w 708093"/>
                <a:gd name="connsiteY0" fmla="*/ 0 h 236935"/>
                <a:gd name="connsiteX1" fmla="*/ 708094 w 708093"/>
                <a:gd name="connsiteY1" fmla="*/ 0 h 236935"/>
                <a:gd name="connsiteX2" fmla="*/ 708094 w 708093"/>
                <a:gd name="connsiteY2" fmla="*/ 236936 h 236935"/>
                <a:gd name="connsiteX3" fmla="*/ 0 w 708093"/>
                <a:gd name="connsiteY3" fmla="*/ 236936 h 23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8093" h="236935">
                  <a:moveTo>
                    <a:pt x="0" y="0"/>
                  </a:moveTo>
                  <a:lnTo>
                    <a:pt x="708094" y="0"/>
                  </a:lnTo>
                  <a:lnTo>
                    <a:pt x="708094" y="236936"/>
                  </a:lnTo>
                  <a:lnTo>
                    <a:pt x="0" y="236936"/>
                  </a:lnTo>
                  <a:close/>
                </a:path>
              </a:pathLst>
            </a:custGeom>
            <a:solidFill>
              <a:srgbClr val="00C6CC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4817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m Imagem P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C46759C8-8924-924B-E00F-A3AAB677F6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7309" y="3428748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3" name="Imagem 2" descr="Uma imagem contendo segurando, em pé, mesa, mulher&#10;&#10;Descrição gerada automaticamente">
            <a:extLst>
              <a:ext uri="{FF2B5EF4-FFF2-40B4-BE49-F238E27FC236}">
                <a16:creationId xmlns:a16="http://schemas.microsoft.com/office/drawing/2014/main" id="{0BAD2270-FC81-C003-AB37-EA8F90EDE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44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om Imagem 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Homem com os braços cruzados&#10;&#10;Descrição gerada automaticamente com confiança média">
            <a:extLst>
              <a:ext uri="{FF2B5EF4-FFF2-40B4-BE49-F238E27FC236}">
                <a16:creationId xmlns:a16="http://schemas.microsoft.com/office/drawing/2014/main" id="{3A2D00F7-1FF6-970E-78D2-02931B5C4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C46759C8-8924-924B-E00F-A3AAB677F6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409" y="3083508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1758694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respiro 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4944173-196C-F947-521A-4AC309E99DAA}"/>
              </a:ext>
            </a:extLst>
          </p:cNvPr>
          <p:cNvSpPr/>
          <p:nvPr userDrawn="1"/>
        </p:nvSpPr>
        <p:spPr>
          <a:xfrm>
            <a:off x="0" y="2027975"/>
            <a:ext cx="8157172" cy="2802046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386BFB4-EFEE-5F17-FBB6-9C74D3E74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9369" y="2027976"/>
            <a:ext cx="2024335" cy="2802045"/>
          </a:xfrm>
          <a:prstGeom prst="rect">
            <a:avLst/>
          </a:prstGeom>
        </p:spPr>
      </p:pic>
      <p:pic>
        <p:nvPicPr>
          <p:cNvPr id="6" name="Marca">
            <a:extLst>
              <a:ext uri="{FF2B5EF4-FFF2-40B4-BE49-F238E27FC236}">
                <a16:creationId xmlns:a16="http://schemas.microsoft.com/office/drawing/2014/main" id="{2DB8CD86-CF1F-8625-3C42-6E2FBBC950A4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3126BDF3-AE9B-A28C-E3A1-C4121568A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582" y="3083506"/>
            <a:ext cx="5804218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</p:spTree>
    <p:extLst>
      <p:ext uri="{BB962C8B-B14F-4D97-AF65-F5344CB8AC3E}">
        <p14:creationId xmlns:p14="http://schemas.microsoft.com/office/powerpoint/2010/main" val="17327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75721DF-5314-CD75-8144-F63C267CD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5012" y="5033696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390716CA-95A2-A982-0F8B-C7EE918202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3" r="27564"/>
          <a:stretch/>
        </p:blipFill>
        <p:spPr>
          <a:xfrm>
            <a:off x="-5024" y="3428999"/>
            <a:ext cx="5482263" cy="3452460"/>
          </a:xfrm>
          <a:prstGeom prst="rect">
            <a:avLst/>
          </a:prstGeom>
        </p:spPr>
      </p:pic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8405" y="1957042"/>
            <a:ext cx="2133595" cy="294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7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5" y="1957042"/>
            <a:ext cx="2133595" cy="294391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C672BF2-396D-6761-6855-BDE9241A83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3700" y="3125576"/>
            <a:ext cx="2695575" cy="3733800"/>
          </a:xfrm>
          <a:prstGeom prst="rect">
            <a:avLst/>
          </a:prstGeom>
        </p:spPr>
      </p:pic>
      <p:pic>
        <p:nvPicPr>
          <p:cNvPr id="18" name="Imagem 17" descr="Interface gráfica do usuário, Aplicativo">
            <a:extLst>
              <a:ext uri="{FF2B5EF4-FFF2-40B4-BE49-F238E27FC236}">
                <a16:creationId xmlns:a16="http://schemas.microsoft.com/office/drawing/2014/main" id="{7CC6A05A-F4EC-ACEB-90BB-C4B7FB5AF9B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039" y="2924469"/>
            <a:ext cx="5699052" cy="427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75721DF-5314-CD75-8144-F63C267CD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5012" y="5033696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5" y="1957042"/>
            <a:ext cx="2133595" cy="2943914"/>
          </a:xfrm>
          <a:prstGeom prst="rect">
            <a:avLst/>
          </a:prstGeom>
        </p:spPr>
      </p:pic>
      <p:pic>
        <p:nvPicPr>
          <p:cNvPr id="11" name="Imagem 10" descr="Uma imagem contendo Calendário&#10;&#10;Descrição gerada automaticamente">
            <a:extLst>
              <a:ext uri="{FF2B5EF4-FFF2-40B4-BE49-F238E27FC236}">
                <a16:creationId xmlns:a16="http://schemas.microsoft.com/office/drawing/2014/main" id="{25F272B4-18AC-D4DE-6A95-F0CC759621C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114" y="2695877"/>
            <a:ext cx="5950092" cy="446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7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2F2A0E65-3969-7495-A52E-8BEFFA10D3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4F9105DC-A7FF-642A-3694-AC5ACA7DA8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2999" y="398883"/>
            <a:ext cx="4405833" cy="12641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10" name="Graphic 13">
            <a:extLst>
              <a:ext uri="{FF2B5EF4-FFF2-40B4-BE49-F238E27FC236}">
                <a16:creationId xmlns:a16="http://schemas.microsoft.com/office/drawing/2014/main" id="{95FDCDA7-5454-2300-DBBB-EC504C8D8F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98883"/>
            <a:ext cx="913282" cy="1264148"/>
          </a:xfrm>
          <a:prstGeom prst="rect">
            <a:avLst/>
          </a:prstGeom>
        </p:spPr>
      </p:pic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FE87309-0897-A8D7-C973-2E267804E7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60409" y="1920292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4FBBA7C2-8F39-F569-ADB2-0EC9F079D2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0409" y="2332011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B7AC6CE0-9DD9-9CA4-4A4A-9D3825AAD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0409" y="2743730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6EBAA856-937A-1079-D9B5-067432C90E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0409" y="3155449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F4497560-644E-05B8-DDF4-3112A94EA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60409" y="3567168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02D5AC3B-73FC-86C2-8D7C-B69BEDB390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60409" y="3978887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8" name="Espaço Reservado para Texto 13">
            <a:extLst>
              <a:ext uri="{FF2B5EF4-FFF2-40B4-BE49-F238E27FC236}">
                <a16:creationId xmlns:a16="http://schemas.microsoft.com/office/drawing/2014/main" id="{B2D3C84E-95BF-390A-3E11-561EF2D4B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0409" y="4390606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66BFAAEF-69F5-78E3-AAE5-70801F3DC5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0409" y="4802325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0" name="Espaço Reservado para Texto 13">
            <a:extLst>
              <a:ext uri="{FF2B5EF4-FFF2-40B4-BE49-F238E27FC236}">
                <a16:creationId xmlns:a16="http://schemas.microsoft.com/office/drawing/2014/main" id="{4EE6BEF7-4184-7D56-7766-33C3D0A22B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60409" y="5214044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0B64D460-7D38-31B6-3CC2-D7D753E971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0409" y="5625766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2" name="Espaço Reservado para Texto 13">
            <a:extLst>
              <a:ext uri="{FF2B5EF4-FFF2-40B4-BE49-F238E27FC236}">
                <a16:creationId xmlns:a16="http://schemas.microsoft.com/office/drawing/2014/main" id="{3636C921-9328-E973-3F62-D1EE6D3462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2999" y="1920292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5BAD70E2-58BB-54DE-0BA6-C1D584F767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2999" y="2332011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1687AB55-AF94-B669-D1CD-7DCE822E0F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2999" y="2743730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17D78E-FD0B-B5EB-9816-89AE2C3FE046}"/>
              </a:ext>
            </a:extLst>
          </p:cNvPr>
          <p:cNvSpPr/>
          <p:nvPr userDrawn="1"/>
        </p:nvSpPr>
        <p:spPr>
          <a:xfrm>
            <a:off x="6096000" y="0"/>
            <a:ext cx="6095999" cy="6857999"/>
          </a:xfrm>
          <a:prstGeom prst="rect">
            <a:avLst/>
          </a:prstGeom>
          <a:solidFill>
            <a:srgbClr val="D3FF00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25" name="Espaço Reservado para Texto 13">
            <a:extLst>
              <a:ext uri="{FF2B5EF4-FFF2-40B4-BE49-F238E27FC236}">
                <a16:creationId xmlns:a16="http://schemas.microsoft.com/office/drawing/2014/main" id="{A05848FA-1DEA-B842-0E2B-07F968A0D1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2999" y="3155449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6" name="Espaço Reservado para Texto 13">
            <a:extLst>
              <a:ext uri="{FF2B5EF4-FFF2-40B4-BE49-F238E27FC236}">
                <a16:creationId xmlns:a16="http://schemas.microsoft.com/office/drawing/2014/main" id="{7C05B6E5-D378-D8AE-9C4A-628EDEF50B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2999" y="3567168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7" name="Espaço Reservado para Texto 13">
            <a:extLst>
              <a:ext uri="{FF2B5EF4-FFF2-40B4-BE49-F238E27FC236}">
                <a16:creationId xmlns:a16="http://schemas.microsoft.com/office/drawing/2014/main" id="{BDB81A3E-35FE-0BA1-54D6-F7AA4BEA98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2999" y="3978887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8" name="Espaço Reservado para Texto 13">
            <a:extLst>
              <a:ext uri="{FF2B5EF4-FFF2-40B4-BE49-F238E27FC236}">
                <a16:creationId xmlns:a16="http://schemas.microsoft.com/office/drawing/2014/main" id="{BFA1D543-E81D-8ED4-9906-A16DA4B15B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2999" y="4390606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9" name="Espaço Reservado para Texto 13">
            <a:extLst>
              <a:ext uri="{FF2B5EF4-FFF2-40B4-BE49-F238E27FC236}">
                <a16:creationId xmlns:a16="http://schemas.microsoft.com/office/drawing/2014/main" id="{64E77CDD-206B-A595-3E03-7750B20EAD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2999" y="4802325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222FEDBB-8C58-FE51-FAFB-FB0ECB5324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42999" y="5214044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88A5F220-4762-D83C-9D7F-448C59B980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2999" y="5625766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pic>
        <p:nvPicPr>
          <p:cNvPr id="6" name="Marca">
            <a:extLst>
              <a:ext uri="{FF2B5EF4-FFF2-40B4-BE49-F238E27FC236}">
                <a16:creationId xmlns:a16="http://schemas.microsoft.com/office/drawing/2014/main" id="{3890EA79-DCEE-F402-D2CF-43BD69FE90B2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3" name="Graphic 12">
            <a:extLst>
              <a:ext uri="{FF2B5EF4-FFF2-40B4-BE49-F238E27FC236}">
                <a16:creationId xmlns:a16="http://schemas.microsoft.com/office/drawing/2014/main" id="{5B2BAE26-8EE5-D315-3FC7-C09A30C933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1125" y="1028697"/>
            <a:ext cx="3465748" cy="480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472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portfólio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9FA18114-DB45-16B7-0A88-51C330E9B663}"/>
              </a:ext>
            </a:extLst>
          </p:cNvPr>
          <p:cNvSpPr/>
          <p:nvPr userDrawn="1"/>
        </p:nvSpPr>
        <p:spPr>
          <a:xfrm flipH="1">
            <a:off x="-6" y="0"/>
            <a:ext cx="12192005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FB47C00-9F09-5B28-A0E3-889DA2C15C2F}"/>
              </a:ext>
            </a:extLst>
          </p:cNvPr>
          <p:cNvSpPr/>
          <p:nvPr userDrawn="1"/>
        </p:nvSpPr>
        <p:spPr>
          <a:xfrm>
            <a:off x="609600" y="1557733"/>
            <a:ext cx="5297714" cy="4058149"/>
          </a:xfrm>
          <a:prstGeom prst="rect">
            <a:avLst/>
          </a:prstGeom>
          <a:solidFill>
            <a:schemeClr val="bg1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9" name="Espaço Reservado para Imagem 7">
            <a:extLst>
              <a:ext uri="{FF2B5EF4-FFF2-40B4-BE49-F238E27FC236}">
                <a16:creationId xmlns:a16="http://schemas.microsoft.com/office/drawing/2014/main" id="{C363D87A-62DB-91A6-A07E-427C2003765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" y="1557733"/>
            <a:ext cx="5297715" cy="405814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31BA5E0-FAA0-85AD-AF5B-0F5969A4C511}"/>
              </a:ext>
            </a:extLst>
          </p:cNvPr>
          <p:cNvSpPr/>
          <p:nvPr userDrawn="1"/>
        </p:nvSpPr>
        <p:spPr>
          <a:xfrm>
            <a:off x="6284687" y="1557733"/>
            <a:ext cx="5297714" cy="4058149"/>
          </a:xfrm>
          <a:prstGeom prst="rect">
            <a:avLst/>
          </a:prstGeom>
          <a:solidFill>
            <a:srgbClr val="D3FF00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10" name="Espaço Reservado para Imagem 7">
            <a:extLst>
              <a:ext uri="{FF2B5EF4-FFF2-40B4-BE49-F238E27FC236}">
                <a16:creationId xmlns:a16="http://schemas.microsoft.com/office/drawing/2014/main" id="{2A04230B-C99D-1163-B0E3-59226D8BDB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4686" y="1557733"/>
            <a:ext cx="5297715" cy="405814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52A2C88B-4E0B-2230-5EF4-AA4DA5D0E3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37287" y="202185"/>
            <a:ext cx="7317417" cy="607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25E794A-17B1-6DF2-E25A-68C64A85D4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7287" y="902324"/>
            <a:ext cx="7317416" cy="329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92E612E3-1E30-5B7E-8251-6A258EA1A1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745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po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D5D57326-C70A-9FAD-14CE-7FC2E5E09A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8EE061D-8E1D-520C-16E5-47CD6E6BEE84}"/>
              </a:ext>
            </a:extLst>
          </p:cNvPr>
          <p:cNvSpPr/>
          <p:nvPr userDrawn="1"/>
        </p:nvSpPr>
        <p:spPr>
          <a:xfrm flipH="1">
            <a:off x="5161374" y="0"/>
            <a:ext cx="7030625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8CDF8E22-6148-7CC8-6CB5-B424F8ACF05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83E07894-4001-E797-85A0-02B9375A06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99457" y="1411017"/>
            <a:ext cx="3703600" cy="3717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depoimento aqui</a:t>
            </a:r>
          </a:p>
        </p:txBody>
      </p:sp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60A52F3A-0CD9-93F8-E77E-0DC21E73AB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-1"/>
            <a:ext cx="5161369" cy="685799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10" name="Graphic 13">
            <a:extLst>
              <a:ext uri="{FF2B5EF4-FFF2-40B4-BE49-F238E27FC236}">
                <a16:creationId xmlns:a16="http://schemas.microsoft.com/office/drawing/2014/main" id="{8C940926-54E5-B857-A0A8-F1CF24527A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1372" y="5456712"/>
            <a:ext cx="1012358" cy="1401286"/>
          </a:xfrm>
          <a:prstGeom prst="rect">
            <a:avLst/>
          </a:prstGeom>
        </p:spPr>
      </p:pic>
      <p:pic>
        <p:nvPicPr>
          <p:cNvPr id="6" name="Imagem 5" descr="Logotipo, Ícone&#10;&#10;Descrição gerada automaticamente">
            <a:extLst>
              <a:ext uri="{FF2B5EF4-FFF2-40B4-BE49-F238E27FC236}">
                <a16:creationId xmlns:a16="http://schemas.microsoft.com/office/drawing/2014/main" id="{281016CA-BBF1-7182-1CE5-EFD34D7941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30" y="1377950"/>
            <a:ext cx="786584" cy="598247"/>
          </a:xfrm>
          <a:prstGeom prst="rect">
            <a:avLst/>
          </a:prstGeom>
        </p:spPr>
      </p:pic>
      <p:pic>
        <p:nvPicPr>
          <p:cNvPr id="14" name="Imagem 13" descr="Logotipo, Ícone&#10;&#10;Descrição gerada automaticamente">
            <a:extLst>
              <a:ext uri="{FF2B5EF4-FFF2-40B4-BE49-F238E27FC236}">
                <a16:creationId xmlns:a16="http://schemas.microsoft.com/office/drawing/2014/main" id="{EE36B05A-FD50-4597-B2A7-F8DEBCF6636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787" y="4530994"/>
            <a:ext cx="791353" cy="59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46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ção de Mídias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85143" y="372869"/>
            <a:ext cx="6821714" cy="5168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DB403C91-06F0-834A-7CE4-E899A051F0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002" y="1262547"/>
            <a:ext cx="3140258" cy="4332904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AB408C2-65F8-E876-D3D8-DBEBE4B9DE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0"/>
            <a:ext cx="1226911" cy="1692881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675B6585-B0A9-F727-133A-AA258B9CF1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9865" y="1312897"/>
            <a:ext cx="1226911" cy="169288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1376F637-4016-ECF0-57FD-EC570031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1721407"/>
            <a:ext cx="1226911" cy="1692881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A53443A5-07D1-7225-7CFB-C5786498D7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9865" y="3005778"/>
            <a:ext cx="1226911" cy="1692881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755CD284-CB47-A2F8-10FF-12AD4BFA62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9727" y="5179381"/>
            <a:ext cx="1226911" cy="1692881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57FD17F9-D200-CEB2-4F24-977BE6CBB7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3414288"/>
            <a:ext cx="1226911" cy="1692881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C61316FF-F8E9-258A-369B-2FACADD90F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9864" y="4692990"/>
            <a:ext cx="1226911" cy="1692881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12833642-70FC-5F4E-B31E-8F89D8C8AA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5179381"/>
            <a:ext cx="1226911" cy="1692881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B7174FFC-E846-545C-22D7-25B69F64D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9863" y="6440397"/>
            <a:ext cx="1226911" cy="1692881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2A8E93F6-8D87-C5AD-7DE1-25516B2BC6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9727" y="3414288"/>
            <a:ext cx="1226911" cy="1692881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A8896FE8-9CCC-ECA4-629D-B13226D330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2660" y="4692990"/>
            <a:ext cx="1226911" cy="1692881"/>
          </a:xfrm>
          <a:prstGeom prst="rect">
            <a:avLst/>
          </a:prstGeom>
        </p:spPr>
      </p:pic>
      <p:pic>
        <p:nvPicPr>
          <p:cNvPr id="9" name="Imagem 8" descr="Tela de um computador&#10;&#10;Descrição gerada automaticamente">
            <a:extLst>
              <a:ext uri="{FF2B5EF4-FFF2-40B4-BE49-F238E27FC236}">
                <a16:creationId xmlns:a16="http://schemas.microsoft.com/office/drawing/2014/main" id="{1FB785CE-49F4-593C-BC2B-64D2A3537C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54" y="0"/>
            <a:ext cx="10304891" cy="6858000"/>
          </a:xfrm>
          <a:prstGeom prst="rect">
            <a:avLst/>
          </a:prstGeom>
        </p:spPr>
      </p:pic>
      <p:sp>
        <p:nvSpPr>
          <p:cNvPr id="40" name="Espaço Reservado para Conteúdo 39">
            <a:extLst>
              <a:ext uri="{FF2B5EF4-FFF2-40B4-BE49-F238E27FC236}">
                <a16:creationId xmlns:a16="http://schemas.microsoft.com/office/drawing/2014/main" id="{9AD886F8-89F0-4D02-7470-CCDADB48CB2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43085" y="1638301"/>
            <a:ext cx="4619851" cy="298247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/>
              <a:t>Insira sua mídia aqui</a:t>
            </a:r>
          </a:p>
        </p:txBody>
      </p:sp>
      <p:pic>
        <p:nvPicPr>
          <p:cNvPr id="41" name="Gráfico 40">
            <a:extLst>
              <a:ext uri="{FF2B5EF4-FFF2-40B4-BE49-F238E27FC236}">
                <a16:creationId xmlns:a16="http://schemas.microsoft.com/office/drawing/2014/main" id="{7E331FD6-1977-8C6E-7F19-C8D7D127BA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2660" y="6440397"/>
            <a:ext cx="1226911" cy="16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54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ção de Mídias cel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>
            <a:spLocks/>
          </p:cNvSpPr>
          <p:nvPr userDrawn="1"/>
        </p:nvSpPr>
        <p:spPr>
          <a:xfrm flipH="1"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728A362-CECC-03E8-CA83-DF52E2644EB7}"/>
              </a:ext>
            </a:extLst>
          </p:cNvPr>
          <p:cNvSpPr/>
          <p:nvPr userDrawn="1"/>
        </p:nvSpPr>
        <p:spPr>
          <a:xfrm>
            <a:off x="1608328" y="809897"/>
            <a:ext cx="4577987" cy="5238206"/>
          </a:xfrm>
          <a:prstGeom prst="roundRect">
            <a:avLst>
              <a:gd name="adj" fmla="val 3944"/>
            </a:avLst>
          </a:prstGeom>
          <a:solidFill>
            <a:srgbClr val="00C6CC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79989" y="1262547"/>
            <a:ext cx="3226528" cy="892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25C35FB-5FD7-1FB9-8AFD-52301F6FD8D0}"/>
              </a:ext>
            </a:extLst>
          </p:cNvPr>
          <p:cNvSpPr/>
          <p:nvPr userDrawn="1"/>
        </p:nvSpPr>
        <p:spPr>
          <a:xfrm>
            <a:off x="6138777" y="640080"/>
            <a:ext cx="3127198" cy="5757300"/>
          </a:xfrm>
          <a:prstGeom prst="roundRect">
            <a:avLst>
              <a:gd name="adj" fmla="val 10440"/>
            </a:avLst>
          </a:prstGeom>
          <a:solidFill>
            <a:schemeClr val="bg1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1F7E8BC-32BA-E6C7-78D1-C85509B29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1947" y="460620"/>
            <a:ext cx="3320858" cy="5966342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6E5C9805-E11E-8E12-22EF-AB596BFA7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4002" y="1262547"/>
            <a:ext cx="3140258" cy="4332904"/>
          </a:xfrm>
          <a:prstGeom prst="rect">
            <a:avLst/>
          </a:prstGeom>
        </p:spPr>
      </p:pic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8F3E87DC-382E-33D6-1AAA-DBC95B87E3D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6315" y="640081"/>
            <a:ext cx="3032122" cy="5577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t-BR"/>
              <a:t>Insira sua mídia</a:t>
            </a:r>
          </a:p>
          <a:p>
            <a:pPr lvl="0"/>
            <a:r>
              <a:rPr lang="pt-BR"/>
              <a:t>aqui</a:t>
            </a:r>
          </a:p>
        </p:txBody>
      </p:sp>
      <p:pic>
        <p:nvPicPr>
          <p:cNvPr id="2" name="Imagem 1" descr="Mulher com a mão na cintura&#10;&#10;Descrição gerada automaticamente com confiança média">
            <a:extLst>
              <a:ext uri="{FF2B5EF4-FFF2-40B4-BE49-F238E27FC236}">
                <a16:creationId xmlns:a16="http://schemas.microsoft.com/office/drawing/2014/main" id="{04E488E3-B767-E6D4-CFC3-7E123DEDC7F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462205" y="2348204"/>
            <a:ext cx="6776460" cy="450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632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27D11EF8-0A61-7A14-615C-2929D8D193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F9D2FCB-6448-E75D-06D1-C7D5C9210221}"/>
              </a:ext>
            </a:extLst>
          </p:cNvPr>
          <p:cNvSpPr/>
          <p:nvPr userDrawn="1"/>
        </p:nvSpPr>
        <p:spPr>
          <a:xfrm>
            <a:off x="-1" y="1"/>
            <a:ext cx="12192000" cy="2027976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755E4-66B6-3790-305D-87C77B76622B}"/>
              </a:ext>
            </a:extLst>
          </p:cNvPr>
          <p:cNvSpPr/>
          <p:nvPr userDrawn="1"/>
        </p:nvSpPr>
        <p:spPr>
          <a:xfrm flipH="1">
            <a:off x="-2" y="1727070"/>
            <a:ext cx="12192002" cy="513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Gráfico 11">
            <a:extLst>
              <a:ext uri="{FF2B5EF4-FFF2-40B4-BE49-F238E27FC236}">
                <a16:creationId xmlns:a16="http://schemas.microsoft.com/office/drawing/2014/main" id="{26D55F78-7C8F-3972-1663-F937F68FFD2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47129" y="1957388"/>
            <a:ext cx="11097742" cy="3913906"/>
          </a:xfrm>
          <a:prstGeom prst="rect">
            <a:avLst/>
          </a:prstGeom>
        </p:spPr>
        <p:txBody>
          <a:bodyPr anchor="ctr"/>
          <a:lstStyle>
            <a:lvl1pPr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ctr">
              <a:buNone/>
            </a:pPr>
            <a:r>
              <a:rPr lang="pt-BR"/>
              <a:t>Insira seu gráfico aqui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A5F082D-FD13-D033-FCC3-96368995CD8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6172"/>
          <a:stretch/>
        </p:blipFill>
        <p:spPr>
          <a:xfrm>
            <a:off x="-3" y="0"/>
            <a:ext cx="547132" cy="1727968"/>
          </a:xfrm>
          <a:prstGeom prst="rect">
            <a:avLst/>
          </a:prstGeom>
        </p:spPr>
      </p:pic>
      <p:pic>
        <p:nvPicPr>
          <p:cNvPr id="4" name="Marca">
            <a:extLst>
              <a:ext uri="{FF2B5EF4-FFF2-40B4-BE49-F238E27FC236}">
                <a16:creationId xmlns:a16="http://schemas.microsoft.com/office/drawing/2014/main" id="{EE8A570E-8BF7-E562-B4FE-65C0D3577592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FDF4C73C-723B-24F4-BA7D-079CFF45C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E7F71A6E-2403-F747-6FEE-50DC8438C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19584591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c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/>
          <p:nvPr userDrawn="1"/>
        </p:nvSpPr>
        <p:spPr>
          <a:xfrm flipH="1">
            <a:off x="0" y="1467594"/>
            <a:ext cx="12192000" cy="5390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/>
          <p:nvPr userDrawn="1"/>
        </p:nvSpPr>
        <p:spPr>
          <a:xfrm>
            <a:off x="0" y="362694"/>
            <a:ext cx="7070756" cy="11049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0" y="656741"/>
            <a:ext cx="7905750" cy="5168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16" name="Graphic 13">
            <a:extLst>
              <a:ext uri="{FF2B5EF4-FFF2-40B4-BE49-F238E27FC236}">
                <a16:creationId xmlns:a16="http://schemas.microsoft.com/office/drawing/2014/main" id="{7F420912-B0B7-2501-5C9E-D705744EF7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467594"/>
            <a:ext cx="1066801" cy="14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569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os de sup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/>
          <p:nvPr userDrawn="1"/>
        </p:nvSpPr>
        <p:spPr>
          <a:xfrm flipH="1">
            <a:off x="0" y="1467594"/>
            <a:ext cx="12192000" cy="5390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/>
          <p:nvPr userDrawn="1"/>
        </p:nvSpPr>
        <p:spPr>
          <a:xfrm>
            <a:off x="0" y="362694"/>
            <a:ext cx="7070756" cy="11049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0" y="656741"/>
            <a:ext cx="7905750" cy="5168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11" name="Graphic 13">
            <a:extLst>
              <a:ext uri="{FF2B5EF4-FFF2-40B4-BE49-F238E27FC236}">
                <a16:creationId xmlns:a16="http://schemas.microsoft.com/office/drawing/2014/main" id="{036E182D-0C71-BEC7-D919-7F07242B1B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5200" y="-9051"/>
            <a:ext cx="1066801" cy="14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436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7CAD3C0-A0F5-D314-D183-7DA0099FBD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0D6DC11-C84C-965A-F902-47834394920E}"/>
              </a:ext>
            </a:extLst>
          </p:cNvPr>
          <p:cNvSpPr/>
          <p:nvPr userDrawn="1"/>
        </p:nvSpPr>
        <p:spPr>
          <a:xfrm>
            <a:off x="-1" y="0"/>
            <a:ext cx="1581151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DD973E2F-6600-25DE-A2FD-B0930496653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618ED8F-1987-9177-177B-216C65F0CB3F}"/>
              </a:ext>
            </a:extLst>
          </p:cNvPr>
          <p:cNvSpPr/>
          <p:nvPr userDrawn="1"/>
        </p:nvSpPr>
        <p:spPr>
          <a:xfrm flipH="1">
            <a:off x="-2" y="2397028"/>
            <a:ext cx="12192002" cy="2311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D731A67F-C55F-D4F6-B5B8-C207E8E0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1152" y="688213"/>
            <a:ext cx="7524750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D999183E-E20C-6DA9-41A0-7348B68534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1150" y="1499766"/>
            <a:ext cx="7524749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655CB64B-CD73-E71C-D675-3395CFDAE8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3596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48D02BC-35BF-BBEF-0467-54DA9B3D0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3723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1BF53574-74F2-9A42-EB1F-7543105307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73850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5A373D2B-65F9-FED9-57FC-6D9FA0976E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43977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A7817FAA-AA3B-FBE0-8788-7CFA7BB9A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14104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366134B9-4469-2F1A-1789-7ECCF35247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4231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57906CE5-F0C8-432D-14FD-18E8FC83E5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54358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D661FDB-C471-EF0D-3AD8-B1D0E5D02238}"/>
              </a:ext>
            </a:extLst>
          </p:cNvPr>
          <p:cNvCxnSpPr/>
          <p:nvPr userDrawn="1"/>
        </p:nvCxnSpPr>
        <p:spPr>
          <a:xfrm>
            <a:off x="506994" y="3241141"/>
            <a:ext cx="1117197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B6BF2EFA-D58C-7378-4BF3-FE9F984C9EE7}"/>
              </a:ext>
            </a:extLst>
          </p:cNvPr>
          <p:cNvSpPr/>
          <p:nvPr userDrawn="1"/>
        </p:nvSpPr>
        <p:spPr>
          <a:xfrm>
            <a:off x="1222583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5EE60D2-0216-84DC-2937-B90DA417A543}"/>
              </a:ext>
            </a:extLst>
          </p:cNvPr>
          <p:cNvSpPr/>
          <p:nvPr userDrawn="1"/>
        </p:nvSpPr>
        <p:spPr>
          <a:xfrm>
            <a:off x="2786691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6A6766F-9D79-3843-DB9F-88F02CA0435A}"/>
              </a:ext>
            </a:extLst>
          </p:cNvPr>
          <p:cNvSpPr/>
          <p:nvPr userDrawn="1"/>
        </p:nvSpPr>
        <p:spPr>
          <a:xfrm>
            <a:off x="4350799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407A762-ADF9-6B54-8BF6-6CDEA69F0DC6}"/>
              </a:ext>
            </a:extLst>
          </p:cNvPr>
          <p:cNvSpPr/>
          <p:nvPr userDrawn="1"/>
        </p:nvSpPr>
        <p:spPr>
          <a:xfrm>
            <a:off x="5914907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3D2A9A6-226B-386D-FA00-9E880C5EFC40}"/>
              </a:ext>
            </a:extLst>
          </p:cNvPr>
          <p:cNvSpPr/>
          <p:nvPr userDrawn="1"/>
        </p:nvSpPr>
        <p:spPr>
          <a:xfrm>
            <a:off x="7479015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F571272-D244-D330-F555-0A32D313591C}"/>
              </a:ext>
            </a:extLst>
          </p:cNvPr>
          <p:cNvSpPr/>
          <p:nvPr userDrawn="1"/>
        </p:nvSpPr>
        <p:spPr>
          <a:xfrm>
            <a:off x="9043123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9BA0C46-3C9D-CB8B-CECD-3B4895D29F94}"/>
              </a:ext>
            </a:extLst>
          </p:cNvPr>
          <p:cNvSpPr/>
          <p:nvPr userDrawn="1"/>
        </p:nvSpPr>
        <p:spPr>
          <a:xfrm>
            <a:off x="10607231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spaço Reservado para Imagem 7">
            <a:extLst>
              <a:ext uri="{FF2B5EF4-FFF2-40B4-BE49-F238E27FC236}">
                <a16:creationId xmlns:a16="http://schemas.microsoft.com/office/drawing/2014/main" id="{58A0B0B2-08F9-DDF1-6238-E258FF2F27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32324" y="0"/>
            <a:ext cx="2459675" cy="2397028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1F5FF656-95A1-9F51-7A05-917726CBF3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02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2EF2F186-691F-9611-97B7-C99A8A31B1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33629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2" name="Espaço Reservado para Texto 13">
            <a:extLst>
              <a:ext uri="{FF2B5EF4-FFF2-40B4-BE49-F238E27FC236}">
                <a16:creationId xmlns:a16="http://schemas.microsoft.com/office/drawing/2014/main" id="{4F7056BA-714A-E8C8-62A5-5C74CE2ED4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03756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3" name="Espaço Reservado para Texto 13">
            <a:extLst>
              <a:ext uri="{FF2B5EF4-FFF2-40B4-BE49-F238E27FC236}">
                <a16:creationId xmlns:a16="http://schemas.microsoft.com/office/drawing/2014/main" id="{F1B6DDB0-9C1C-97F7-6A20-61FE82B69C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3883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4" name="Espaço Reservado para Texto 13">
            <a:extLst>
              <a:ext uri="{FF2B5EF4-FFF2-40B4-BE49-F238E27FC236}">
                <a16:creationId xmlns:a16="http://schemas.microsoft.com/office/drawing/2014/main" id="{8C006494-4198-841C-C624-96FD857622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44010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5" name="Espaço Reservado para Texto 13">
            <a:extLst>
              <a:ext uri="{FF2B5EF4-FFF2-40B4-BE49-F238E27FC236}">
                <a16:creationId xmlns:a16="http://schemas.microsoft.com/office/drawing/2014/main" id="{1F63CEE3-653D-2D8D-99D2-7200E9B87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14137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6" name="Espaço Reservado para Texto 13">
            <a:extLst>
              <a:ext uri="{FF2B5EF4-FFF2-40B4-BE49-F238E27FC236}">
                <a16:creationId xmlns:a16="http://schemas.microsoft.com/office/drawing/2014/main" id="{93964EB6-54E5-0EA9-4B7A-B5DC005497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84264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7" name="Espaço Reservado para Texto 13">
            <a:extLst>
              <a:ext uri="{FF2B5EF4-FFF2-40B4-BE49-F238E27FC236}">
                <a16:creationId xmlns:a16="http://schemas.microsoft.com/office/drawing/2014/main" id="{E60C04CA-2D74-B02F-7B5E-BD90576FF2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28388" y="4925750"/>
            <a:ext cx="7850635" cy="13430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9FCA45CD-94A6-02B9-B8A1-92AA310172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043" y="300114"/>
            <a:ext cx="1239066" cy="1716300"/>
          </a:xfrm>
          <a:prstGeom prst="rect">
            <a:avLst/>
          </a:prstGeom>
        </p:spPr>
      </p:pic>
      <p:grpSp>
        <p:nvGrpSpPr>
          <p:cNvPr id="41" name="Agrupar 40">
            <a:extLst>
              <a:ext uri="{FF2B5EF4-FFF2-40B4-BE49-F238E27FC236}">
                <a16:creationId xmlns:a16="http://schemas.microsoft.com/office/drawing/2014/main" id="{187BDD94-6EE7-21B4-AFC7-9A6232DC2B72}"/>
              </a:ext>
            </a:extLst>
          </p:cNvPr>
          <p:cNvGrpSpPr/>
          <p:nvPr userDrawn="1"/>
        </p:nvGrpSpPr>
        <p:grpSpPr>
          <a:xfrm>
            <a:off x="279613" y="5136623"/>
            <a:ext cx="1020709" cy="1421263"/>
            <a:chOff x="-2700091" y="3552980"/>
            <a:chExt cx="1020709" cy="1421263"/>
          </a:xfrm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1D51BE93-9295-A4E0-3AD8-BA27F65D4917}"/>
                </a:ext>
              </a:extLst>
            </p:cNvPr>
            <p:cNvSpPr/>
            <p:nvPr/>
          </p:nvSpPr>
          <p:spPr>
            <a:xfrm>
              <a:off x="-2700091" y="3558229"/>
              <a:ext cx="346311" cy="346311"/>
            </a:xfrm>
            <a:custGeom>
              <a:avLst/>
              <a:gdLst>
                <a:gd name="connsiteX0" fmla="*/ 0 w 346311"/>
                <a:gd name="connsiteY0" fmla="*/ 0 h 346311"/>
                <a:gd name="connsiteX1" fmla="*/ 346312 w 346311"/>
                <a:gd name="connsiteY1" fmla="*/ 0 h 346311"/>
                <a:gd name="connsiteX2" fmla="*/ 346312 w 346311"/>
                <a:gd name="connsiteY2" fmla="*/ 346312 h 346311"/>
                <a:gd name="connsiteX3" fmla="*/ 0 w 346311"/>
                <a:gd name="connsiteY3" fmla="*/ 346312 h 346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311" h="346311">
                  <a:moveTo>
                    <a:pt x="0" y="0"/>
                  </a:moveTo>
                  <a:lnTo>
                    <a:pt x="346312" y="0"/>
                  </a:lnTo>
                  <a:lnTo>
                    <a:pt x="346312" y="346312"/>
                  </a:lnTo>
                  <a:lnTo>
                    <a:pt x="0" y="346312"/>
                  </a:lnTo>
                  <a:close/>
                </a:path>
              </a:pathLst>
            </a:custGeom>
            <a:solidFill>
              <a:srgbClr val="D3FF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D58987B6-2891-6D8E-0A64-618A8FA2F142}"/>
                </a:ext>
              </a:extLst>
            </p:cNvPr>
            <p:cNvSpPr/>
            <p:nvPr/>
          </p:nvSpPr>
          <p:spPr>
            <a:xfrm>
              <a:off x="-2025693" y="4627931"/>
              <a:ext cx="346311" cy="346311"/>
            </a:xfrm>
            <a:custGeom>
              <a:avLst/>
              <a:gdLst>
                <a:gd name="connsiteX0" fmla="*/ 0 w 346311"/>
                <a:gd name="connsiteY0" fmla="*/ 0 h 346311"/>
                <a:gd name="connsiteX1" fmla="*/ 346312 w 346311"/>
                <a:gd name="connsiteY1" fmla="*/ 0 h 346311"/>
                <a:gd name="connsiteX2" fmla="*/ 346312 w 346311"/>
                <a:gd name="connsiteY2" fmla="*/ 346312 h 346311"/>
                <a:gd name="connsiteX3" fmla="*/ 0 w 346311"/>
                <a:gd name="connsiteY3" fmla="*/ 346312 h 346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311" h="346311">
                  <a:moveTo>
                    <a:pt x="0" y="0"/>
                  </a:moveTo>
                  <a:lnTo>
                    <a:pt x="346312" y="0"/>
                  </a:lnTo>
                  <a:lnTo>
                    <a:pt x="346312" y="346312"/>
                  </a:lnTo>
                  <a:lnTo>
                    <a:pt x="0" y="346312"/>
                  </a:lnTo>
                  <a:close/>
                </a:path>
              </a:pathLst>
            </a:custGeom>
            <a:solidFill>
              <a:srgbClr val="0000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FD1885FA-8AC8-22D5-37D2-35C84572A836}"/>
                </a:ext>
              </a:extLst>
            </p:cNvPr>
            <p:cNvSpPr/>
            <p:nvPr/>
          </p:nvSpPr>
          <p:spPr>
            <a:xfrm>
              <a:off x="-2699726" y="3552980"/>
              <a:ext cx="1019214" cy="1421263"/>
            </a:xfrm>
            <a:custGeom>
              <a:avLst/>
              <a:gdLst>
                <a:gd name="connsiteX0" fmla="*/ 0 w 1019214"/>
                <a:gd name="connsiteY0" fmla="*/ 1079144 h 1421263"/>
                <a:gd name="connsiteX1" fmla="*/ 0 w 1019214"/>
                <a:gd name="connsiteY1" fmla="*/ 1421264 h 1421263"/>
                <a:gd name="connsiteX2" fmla="*/ 274972 w 1019214"/>
                <a:gd name="connsiteY2" fmla="*/ 1421264 h 1421263"/>
                <a:gd name="connsiteX3" fmla="*/ 1019214 w 1019214"/>
                <a:gd name="connsiteY3" fmla="*/ 350540 h 1421263"/>
                <a:gd name="connsiteX4" fmla="*/ 1019214 w 1019214"/>
                <a:gd name="connsiteY4" fmla="*/ 0 h 1421263"/>
                <a:gd name="connsiteX5" fmla="*/ 744243 w 1019214"/>
                <a:gd name="connsiteY5" fmla="*/ 0 h 1421263"/>
                <a:gd name="connsiteX6" fmla="*/ 0 w 1019214"/>
                <a:gd name="connsiteY6" fmla="*/ 1079144 h 142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9214" h="1421263">
                  <a:moveTo>
                    <a:pt x="0" y="1079144"/>
                  </a:moveTo>
                  <a:lnTo>
                    <a:pt x="0" y="1421264"/>
                  </a:lnTo>
                  <a:lnTo>
                    <a:pt x="274972" y="1421264"/>
                  </a:lnTo>
                  <a:lnTo>
                    <a:pt x="1019214" y="350540"/>
                  </a:lnTo>
                  <a:lnTo>
                    <a:pt x="1019214" y="0"/>
                  </a:lnTo>
                  <a:lnTo>
                    <a:pt x="744243" y="0"/>
                  </a:lnTo>
                  <a:lnTo>
                    <a:pt x="0" y="1079144"/>
                  </a:lnTo>
                  <a:close/>
                </a:path>
              </a:pathLst>
            </a:custGeom>
            <a:solidFill>
              <a:srgbClr val="D3FF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734198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7CAD3C0-A0F5-D314-D183-7DA0099FBD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2" name="Picture 19">
            <a:extLst>
              <a:ext uri="{FF2B5EF4-FFF2-40B4-BE49-F238E27FC236}">
                <a16:creationId xmlns:a16="http://schemas.microsoft.com/office/drawing/2014/main" id="{66810DF0-D596-2CDD-BB6F-3E5C170E34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11490"/>
            <a:ext cx="12192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0D6DC11-C84C-965A-F902-47834394920E}"/>
              </a:ext>
            </a:extLst>
          </p:cNvPr>
          <p:cNvSpPr/>
          <p:nvPr userDrawn="1"/>
        </p:nvSpPr>
        <p:spPr>
          <a:xfrm>
            <a:off x="9051944" y="0"/>
            <a:ext cx="3140056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618ED8F-1987-9177-177B-216C65F0CB3F}"/>
              </a:ext>
            </a:extLst>
          </p:cNvPr>
          <p:cNvSpPr/>
          <p:nvPr userDrawn="1"/>
        </p:nvSpPr>
        <p:spPr>
          <a:xfrm flipH="1">
            <a:off x="-2" y="2397028"/>
            <a:ext cx="12192002" cy="3432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655CB64B-CD73-E71C-D675-3395CFDAE8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1196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48D02BC-35BF-BBEF-0467-54DA9B3D0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1323" y="4039301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1BF53574-74F2-9A42-EB1F-7543105307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1450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5A373D2B-65F9-FED9-57FC-6D9FA0976E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1577" y="4039301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A7817FAA-AA3B-FBE0-8788-7CFA7BB9A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1704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57906CE5-F0C8-432D-14FD-18E8FC83E5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69947" y="1479129"/>
            <a:ext cx="1334980" cy="7814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11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1F5FF656-95A1-9F51-7A05-917726CBF3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1102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2EF2F186-691F-9611-97B7-C99A8A31B1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1229" y="3550256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2" name="Espaço Reservado para Texto 13">
            <a:extLst>
              <a:ext uri="{FF2B5EF4-FFF2-40B4-BE49-F238E27FC236}">
                <a16:creationId xmlns:a16="http://schemas.microsoft.com/office/drawing/2014/main" id="{4F7056BA-714A-E8C8-62A5-5C74CE2ED4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356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3" name="Espaço Reservado para Texto 13">
            <a:extLst>
              <a:ext uri="{FF2B5EF4-FFF2-40B4-BE49-F238E27FC236}">
                <a16:creationId xmlns:a16="http://schemas.microsoft.com/office/drawing/2014/main" id="{F1B6DDB0-9C1C-97F7-6A20-61FE82B69C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1483" y="3550256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4" name="Espaço Reservado para Texto 13">
            <a:extLst>
              <a:ext uri="{FF2B5EF4-FFF2-40B4-BE49-F238E27FC236}">
                <a16:creationId xmlns:a16="http://schemas.microsoft.com/office/drawing/2014/main" id="{8C006494-4198-841C-C624-96FD857622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91610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6" name="Espaço Reservado para Texto 13">
            <a:extLst>
              <a:ext uri="{FF2B5EF4-FFF2-40B4-BE49-F238E27FC236}">
                <a16:creationId xmlns:a16="http://schemas.microsoft.com/office/drawing/2014/main" id="{93964EB6-54E5-0EA9-4B7A-B5DC005497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9947" y="99008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11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42" name="Espaço Reservado para Texto 13">
            <a:extLst>
              <a:ext uri="{FF2B5EF4-FFF2-40B4-BE49-F238E27FC236}">
                <a16:creationId xmlns:a16="http://schemas.microsoft.com/office/drawing/2014/main" id="{2D3BBE5D-32A9-FF6C-1431-A2D850FF34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983" y="3440490"/>
            <a:ext cx="2726756" cy="1977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B6B860A3-DCF4-9B86-9054-526C421322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9FA3C960-7694-A2B5-66F1-4894FC6623D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EC09CA65-7E65-CFA4-80B5-781006BCB1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0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31F0ED62-8B1F-801C-3802-5F9E6CF900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11" name="logo_volta">
            <a:extLst>
              <a:ext uri="{FF2B5EF4-FFF2-40B4-BE49-F238E27FC236}">
                <a16:creationId xmlns:a16="http://schemas.microsoft.com/office/drawing/2014/main" id="{31189240-7F5F-1789-6B4A-E1B8685001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4344" y="1489968"/>
            <a:ext cx="3923309" cy="149158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4E2B53-847F-07CD-A2DB-0DD8EE487CE2}"/>
              </a:ext>
            </a:extLst>
          </p:cNvPr>
          <p:cNvSpPr/>
          <p:nvPr userDrawn="1"/>
        </p:nvSpPr>
        <p:spPr>
          <a:xfrm>
            <a:off x="0" y="3403676"/>
            <a:ext cx="12191998" cy="3454324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F35BA6A-BE6B-BCDF-D31E-910C542F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4969" y="3403676"/>
            <a:ext cx="3722058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www.afinz.com.br</a:t>
            </a:r>
          </a:p>
        </p:txBody>
      </p:sp>
      <p:pic>
        <p:nvPicPr>
          <p:cNvPr id="6" name="Graphic 13">
            <a:extLst>
              <a:ext uri="{FF2B5EF4-FFF2-40B4-BE49-F238E27FC236}">
                <a16:creationId xmlns:a16="http://schemas.microsoft.com/office/drawing/2014/main" id="{AFC11959-1626-02D2-DE83-570DC5C571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0646" y="4379343"/>
            <a:ext cx="1790704" cy="247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7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 -0.095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3D0CCF9-518E-396F-654C-6470595C507E}"/>
              </a:ext>
            </a:extLst>
          </p:cNvPr>
          <p:cNvSpPr/>
          <p:nvPr userDrawn="1"/>
        </p:nvSpPr>
        <p:spPr>
          <a:xfrm>
            <a:off x="-727787" y="-1"/>
            <a:ext cx="345233" cy="345233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D497B5-CF0E-1096-4A3F-F07EC774E592}"/>
              </a:ext>
            </a:extLst>
          </p:cNvPr>
          <p:cNvSpPr/>
          <p:nvPr userDrawn="1"/>
        </p:nvSpPr>
        <p:spPr>
          <a:xfrm>
            <a:off x="-727787" y="418943"/>
            <a:ext cx="345233" cy="345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728F6B5-4CBF-5D96-1858-097F0BF9A611}"/>
              </a:ext>
            </a:extLst>
          </p:cNvPr>
          <p:cNvSpPr/>
          <p:nvPr userDrawn="1"/>
        </p:nvSpPr>
        <p:spPr>
          <a:xfrm>
            <a:off x="-727787" y="1256831"/>
            <a:ext cx="345233" cy="345233"/>
          </a:xfrm>
          <a:prstGeom prst="rect">
            <a:avLst/>
          </a:prstGeom>
          <a:solidFill>
            <a:srgbClr val="E74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8343BCD-AB3E-6E6D-A7BC-E84694E270C6}"/>
              </a:ext>
            </a:extLst>
          </p:cNvPr>
          <p:cNvSpPr/>
          <p:nvPr userDrawn="1"/>
        </p:nvSpPr>
        <p:spPr>
          <a:xfrm>
            <a:off x="-727787" y="1675775"/>
            <a:ext cx="345233" cy="345233"/>
          </a:xfrm>
          <a:prstGeom prst="rect">
            <a:avLst/>
          </a:prstGeom>
          <a:solidFill>
            <a:srgbClr val="E2E2E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88EA73F-C50A-AA63-D84A-A95D87EEF42A}"/>
              </a:ext>
            </a:extLst>
          </p:cNvPr>
          <p:cNvSpPr/>
          <p:nvPr userDrawn="1"/>
        </p:nvSpPr>
        <p:spPr>
          <a:xfrm>
            <a:off x="-727787" y="837887"/>
            <a:ext cx="345233" cy="345233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30AA32D-C336-A683-ECD2-21317094AF13}"/>
              </a:ext>
            </a:extLst>
          </p:cNvPr>
          <p:cNvSpPr/>
          <p:nvPr userDrawn="1"/>
        </p:nvSpPr>
        <p:spPr>
          <a:xfrm>
            <a:off x="-727787" y="2094718"/>
            <a:ext cx="345233" cy="34523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03916989-5960-18F4-79A4-3C54C324EE23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B850F363-2E4C-1E2B-3E82-18FD0C191D1E}"/>
              </a:ext>
            </a:extLst>
          </p:cNvPr>
          <p:cNvSpPr/>
          <p:nvPr userDrawn="1"/>
        </p:nvSpPr>
        <p:spPr>
          <a:xfrm>
            <a:off x="-727787" y="2513661"/>
            <a:ext cx="345233" cy="345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81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72" r:id="rId16"/>
    <p:sldLayoutId id="2147483649" r:id="rId17"/>
    <p:sldLayoutId id="2147483665" r:id="rId18"/>
    <p:sldLayoutId id="2147483668" r:id="rId19"/>
    <p:sldLayoutId id="2147483663" r:id="rId20"/>
    <p:sldLayoutId id="2147483650" r:id="rId21"/>
    <p:sldLayoutId id="2147483670" r:id="rId22"/>
    <p:sldLayoutId id="2147483669" r:id="rId23"/>
    <p:sldLayoutId id="2147483651" r:id="rId24"/>
    <p:sldLayoutId id="2147483656" r:id="rId25"/>
    <p:sldLayoutId id="2147483653" r:id="rId26"/>
    <p:sldLayoutId id="2147483666" r:id="rId27"/>
    <p:sldLayoutId id="2147483667" r:id="rId28"/>
    <p:sldLayoutId id="2147483658" r:id="rId29"/>
    <p:sldLayoutId id="2147483660" r:id="rId30"/>
    <p:sldLayoutId id="2147483661" r:id="rId31"/>
    <p:sldLayoutId id="2147483659" r:id="rId32"/>
    <p:sldLayoutId id="2147483662" r:id="rId33"/>
    <p:sldLayoutId id="214748366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826E852-1B99-A601-605C-06A7A28A10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0" y="760478"/>
            <a:ext cx="5086350" cy="6170415"/>
          </a:xfrm>
        </p:spPr>
        <p:txBody>
          <a:bodyPr/>
          <a:lstStyle/>
          <a:p>
            <a:r>
              <a:rPr lang="pt-BR" sz="2400" b="0">
                <a:latin typeface="Lembra Light" panose="02010303060401050203" pitchFamily="50" charset="0"/>
              </a:rPr>
              <a:t>Quando chega a Copa do Mundo, algo único acontece. O futebol deixa de ser apenas um esporte e passa a ser um sentimento coletivo que atravessa ruas, casas, empresas e conversas do dia a dia.</a:t>
            </a:r>
          </a:p>
          <a:p>
            <a:r>
              <a:rPr lang="pt-BR" sz="2400" b="0">
                <a:latin typeface="Lembra Light" panose="02010303060401050203" pitchFamily="50" charset="0"/>
              </a:rPr>
              <a:t>Durante esse período, o país inteiro vibra junto — cada jogo mobiliza milhões de pessoas, cria histórias e fortalece um senso de união que poucos eventos conseguem gerar.</a:t>
            </a:r>
            <a:endParaRPr lang="pt-BR" sz="2400" b="0">
              <a:solidFill>
                <a:schemeClr val="bg1"/>
              </a:solidFill>
              <a:latin typeface="Lembra Light" panose="02010303060401050203" pitchFamily="50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D4053B4-7B88-B25E-007F-BA06F0328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86350" cy="274211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5FFFE25-0DEA-424D-33E8-1611527D8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988" y="2674862"/>
            <a:ext cx="2850362" cy="2091569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004E9727-DF6C-AE50-C655-284637FA6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" y="2674862"/>
            <a:ext cx="2229161" cy="2341648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A7E846FF-C949-E19F-3575-CEC41F44A6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66431"/>
            <a:ext cx="5086350" cy="209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6EE1-9324-4E33-21FE-084AAF43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65C7E31-3513-B0D6-2344-24DDAB496B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9514" y="321812"/>
            <a:ext cx="7317417" cy="6071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4800" b="0">
                <a:latin typeface="Lembra Black" panose="02010A03060401050203" pitchFamily="50" charset="0"/>
              </a:rPr>
              <a:t>Comunicação 360° 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C3F5F585-0D3B-6141-69D5-BB34EDDD7B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9513" y="1021951"/>
            <a:ext cx="7317416" cy="329034"/>
          </a:xfrm>
        </p:spPr>
        <p:txBody>
          <a:bodyPr>
            <a:normAutofit fontScale="92500" lnSpcReduction="20000"/>
          </a:bodyPr>
          <a:lstStyle/>
          <a:p>
            <a:r>
              <a:rPr lang="pt-BR" sz="2400">
                <a:latin typeface="Lembra Light" panose="02010303060401050203" pitchFamily="50" charset="0"/>
              </a:rPr>
              <a:t>Todas as áreas participantes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61882F5-F4A6-F33D-2680-4F5C3881679F}"/>
              </a:ext>
            </a:extLst>
          </p:cNvPr>
          <p:cNvGrpSpPr/>
          <p:nvPr/>
        </p:nvGrpSpPr>
        <p:grpSpPr>
          <a:xfrm>
            <a:off x="2729481" y="1413502"/>
            <a:ext cx="3962403" cy="1384996"/>
            <a:chOff x="329784" y="371309"/>
            <a:chExt cx="4497049" cy="1648918"/>
          </a:xfrm>
        </p:grpSpPr>
        <p:pic>
          <p:nvPicPr>
            <p:cNvPr id="3" name="Imagem 2" descr="Logotipo, Ícone&#10;&#10;O conteúdo gerado por IA pode estar incorreto.">
              <a:extLst>
                <a:ext uri="{FF2B5EF4-FFF2-40B4-BE49-F238E27FC236}">
                  <a16:creationId xmlns:a16="http://schemas.microsoft.com/office/drawing/2014/main" id="{519BE0C0-ECB5-AB19-FEEF-409BB1258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864"/>
            <a:stretch>
              <a:fillRect/>
            </a:stretch>
          </p:blipFill>
          <p:spPr>
            <a:xfrm>
              <a:off x="2788170" y="735622"/>
              <a:ext cx="2038663" cy="845341"/>
            </a:xfrm>
            <a:prstGeom prst="rect">
              <a:avLst/>
            </a:prstGeom>
          </p:spPr>
        </p:pic>
        <p:pic>
          <p:nvPicPr>
            <p:cNvPr id="5" name="Picture 2" descr="Visa - Free business icons">
              <a:extLst>
                <a:ext uri="{FF2B5EF4-FFF2-40B4-BE49-F238E27FC236}">
                  <a16:creationId xmlns:a16="http://schemas.microsoft.com/office/drawing/2014/main" id="{B22F01BA-0ED9-8748-36F5-AD1F573114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784" y="371309"/>
              <a:ext cx="1648918" cy="1648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inal de Adição 6">
              <a:extLst>
                <a:ext uri="{FF2B5EF4-FFF2-40B4-BE49-F238E27FC236}">
                  <a16:creationId xmlns:a16="http://schemas.microsoft.com/office/drawing/2014/main" id="{877F50FE-7B8B-64C4-864D-6B170A9C4548}"/>
                </a:ext>
              </a:extLst>
            </p:cNvPr>
            <p:cNvSpPr/>
            <p:nvPr/>
          </p:nvSpPr>
          <p:spPr>
            <a:xfrm>
              <a:off x="2031167" y="876425"/>
              <a:ext cx="704538" cy="704538"/>
            </a:xfrm>
            <a:prstGeom prst="mathPlus">
              <a:avLst>
                <a:gd name="adj1" fmla="val 22194"/>
              </a:avLst>
            </a:prstGeom>
            <a:solidFill>
              <a:srgbClr val="000000"/>
            </a:solidFill>
            <a:ln w="14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pt-BR"/>
            </a:p>
          </p:txBody>
        </p:sp>
      </p:grpSp>
      <p:sp>
        <p:nvSpPr>
          <p:cNvPr id="23" name="Retângulo 22">
            <a:extLst>
              <a:ext uri="{FF2B5EF4-FFF2-40B4-BE49-F238E27FC236}">
                <a16:creationId xmlns:a16="http://schemas.microsoft.com/office/drawing/2014/main" id="{65AA48BB-EA67-EACD-14B8-1A713628811D}"/>
              </a:ext>
            </a:extLst>
          </p:cNvPr>
          <p:cNvSpPr/>
          <p:nvPr/>
        </p:nvSpPr>
        <p:spPr>
          <a:xfrm>
            <a:off x="3010733" y="2635645"/>
            <a:ext cx="3534976" cy="630698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  <a:latin typeface="Lembra Light" panose="02010303060401050203" pitchFamily="50" charset="0"/>
              </a:rPr>
              <a:t>B2B2C (cartões, seguros)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58F3557-1B8B-B135-A7D6-90F1F94D5B6B}"/>
              </a:ext>
            </a:extLst>
          </p:cNvPr>
          <p:cNvSpPr/>
          <p:nvPr/>
        </p:nvSpPr>
        <p:spPr>
          <a:xfrm>
            <a:off x="3308675" y="3440805"/>
            <a:ext cx="2939092" cy="533262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  <a:latin typeface="Lembra Light" panose="02010303060401050203" pitchFamily="50" charset="0"/>
              </a:rPr>
              <a:t>B2C (cartões, seguros)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33CFF36-C90E-1E1D-5E63-6D3EF4E407D7}"/>
              </a:ext>
            </a:extLst>
          </p:cNvPr>
          <p:cNvSpPr/>
          <p:nvPr/>
        </p:nvSpPr>
        <p:spPr>
          <a:xfrm>
            <a:off x="3624427" y="4199129"/>
            <a:ext cx="2307589" cy="533262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  <a:latin typeface="Lembra Light" panose="02010303060401050203" pitchFamily="50" charset="0"/>
              </a:rPr>
              <a:t>B2B (vendedores)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5F52C98-8D4E-3399-B9D6-0AE8C36CEE27}"/>
              </a:ext>
            </a:extLst>
          </p:cNvPr>
          <p:cNvSpPr/>
          <p:nvPr/>
        </p:nvSpPr>
        <p:spPr>
          <a:xfrm>
            <a:off x="3875532" y="4896739"/>
            <a:ext cx="1805378" cy="548138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  <a:latin typeface="Lembra Light" panose="02010303060401050203" pitchFamily="50" charset="0"/>
              </a:rPr>
              <a:t>Endomarketing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4FC05C3-E275-BADB-6DF7-6C803F66B883}"/>
              </a:ext>
            </a:extLst>
          </p:cNvPr>
          <p:cNvSpPr/>
          <p:nvPr/>
        </p:nvSpPr>
        <p:spPr>
          <a:xfrm>
            <a:off x="4129681" y="5610092"/>
            <a:ext cx="1297080" cy="548138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  <a:latin typeface="Lembra Light" panose="02010303060401050203" pitchFamily="50" charset="0"/>
              </a:rPr>
              <a:t>Central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96FAFCD-4444-3D31-1427-195965B3096A}"/>
              </a:ext>
            </a:extLst>
          </p:cNvPr>
          <p:cNvSpPr/>
          <p:nvPr/>
        </p:nvSpPr>
        <p:spPr>
          <a:xfrm>
            <a:off x="4129680" y="6314582"/>
            <a:ext cx="1297079" cy="548138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>
                <a:solidFill>
                  <a:schemeClr val="tx1"/>
                </a:solidFill>
                <a:latin typeface="Lembra Light"/>
              </a:rPr>
              <a:t>Cobrança</a:t>
            </a:r>
            <a:endParaRPr lang="pt-BR">
              <a:solidFill>
                <a:schemeClr val="tx1"/>
              </a:solidFill>
              <a:latin typeface="Lembra Light" panose="020103030604010502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7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135F6A-ECBD-536B-DF81-4CB02A35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F8EF1C-120A-FED6-547B-F1D73AF6F2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0A2E52-19F1-6B35-5D91-2A72769B91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sz="1400"/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2C018087-2F02-68DB-44FA-45609E22C3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A02603-CBB1-5897-4DF8-5B5C9FD914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A8DA9ED-98FA-065A-F047-4198A200B1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sz="1400"/>
          </a:p>
        </p:txBody>
      </p:sp>
      <p:pic>
        <p:nvPicPr>
          <p:cNvPr id="15" name="Graphic 13">
            <a:extLst>
              <a:ext uri="{FF2B5EF4-FFF2-40B4-BE49-F238E27FC236}">
                <a16:creationId xmlns:a16="http://schemas.microsoft.com/office/drawing/2014/main" id="{F3E977B6-4380-975B-11A2-C0D88D0B8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4032" y="-1"/>
            <a:ext cx="1317967" cy="1824304"/>
          </a:xfrm>
          <a:prstGeom prst="rect">
            <a:avLst/>
          </a:prstGeom>
        </p:spPr>
      </p:pic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87F4651-C35E-7C0F-6919-2BC6A6CD4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DBDC71D-94C9-1856-5655-FC857DF0AA3A}"/>
              </a:ext>
            </a:extLst>
          </p:cNvPr>
          <p:cNvSpPr txBox="1"/>
          <p:nvPr/>
        </p:nvSpPr>
        <p:spPr>
          <a:xfrm>
            <a:off x="1103631" y="168298"/>
            <a:ext cx="9984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>
                <a:latin typeface="Lembra Black" panose="02010A03060401050203" pitchFamily="50" charset="0"/>
              </a:rPr>
              <a:t>Estratégia e Objetivos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77D13D-51DF-FDE9-75EB-D0B7156B29B6}"/>
              </a:ext>
            </a:extLst>
          </p:cNvPr>
          <p:cNvSpPr txBox="1"/>
          <p:nvPr/>
        </p:nvSpPr>
        <p:spPr>
          <a:xfrm>
            <a:off x="92439" y="898222"/>
            <a:ext cx="31154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>
                <a:latin typeface="Lembra "/>
              </a:rPr>
              <a:t>Aquisição/Ativação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5DA3EA4-3159-5139-C12A-085DD0729D85}"/>
              </a:ext>
            </a:extLst>
          </p:cNvPr>
          <p:cNvSpPr txBox="1"/>
          <p:nvPr/>
        </p:nvSpPr>
        <p:spPr>
          <a:xfrm>
            <a:off x="3415221" y="898222"/>
            <a:ext cx="5344519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>
                <a:latin typeface="Lembra "/>
              </a:rPr>
              <a:t>Rentabilização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D77B596-0ABA-491A-82B0-6EF70E41E9AC}"/>
              </a:ext>
            </a:extLst>
          </p:cNvPr>
          <p:cNvSpPr txBox="1"/>
          <p:nvPr/>
        </p:nvSpPr>
        <p:spPr>
          <a:xfrm>
            <a:off x="8967066" y="898222"/>
            <a:ext cx="3115456" cy="54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>
                <a:latin typeface="Lembra "/>
              </a:rPr>
              <a:t>Retenção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A4E3A27-4F0A-C38B-C4E1-C58272F82A60}"/>
              </a:ext>
            </a:extLst>
          </p:cNvPr>
          <p:cNvSpPr txBox="1"/>
          <p:nvPr/>
        </p:nvSpPr>
        <p:spPr>
          <a:xfrm>
            <a:off x="92439" y="1606997"/>
            <a:ext cx="3115456" cy="707886"/>
          </a:xfrm>
          <a:prstGeom prst="rect">
            <a:avLst/>
          </a:prstGeom>
          <a:solidFill>
            <a:srgbClr val="D3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>
                <a:latin typeface="Lembra "/>
              </a:rPr>
              <a:t>Primeira compra/ Inativos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8067CE1-6A71-25B2-0FF5-7DF2C401690C}"/>
              </a:ext>
            </a:extLst>
          </p:cNvPr>
          <p:cNvSpPr txBox="1"/>
          <p:nvPr/>
        </p:nvSpPr>
        <p:spPr>
          <a:xfrm>
            <a:off x="3415222" y="1600940"/>
            <a:ext cx="2550864" cy="720000"/>
          </a:xfrm>
          <a:prstGeom prst="rect">
            <a:avLst/>
          </a:prstGeom>
          <a:solidFill>
            <a:srgbClr val="D3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>
                <a:latin typeface="Lembra "/>
              </a:rPr>
              <a:t>Esporádicos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314A40-3016-26AB-F694-63E8A36B6D33}"/>
              </a:ext>
            </a:extLst>
          </p:cNvPr>
          <p:cNvSpPr txBox="1"/>
          <p:nvPr/>
        </p:nvSpPr>
        <p:spPr>
          <a:xfrm>
            <a:off x="6208876" y="1600940"/>
            <a:ext cx="2550864" cy="720000"/>
          </a:xfrm>
          <a:prstGeom prst="rect">
            <a:avLst/>
          </a:prstGeom>
          <a:solidFill>
            <a:srgbClr val="D3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pt-BR" sz="2000">
                <a:latin typeface="Lembra "/>
              </a:rPr>
              <a:t>Frequentes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2532128-CA24-0F82-3BDF-44F5ED37B005}"/>
              </a:ext>
            </a:extLst>
          </p:cNvPr>
          <p:cNvSpPr txBox="1"/>
          <p:nvPr/>
        </p:nvSpPr>
        <p:spPr>
          <a:xfrm>
            <a:off x="8932835" y="1600940"/>
            <a:ext cx="3115456" cy="720000"/>
          </a:xfrm>
          <a:prstGeom prst="rect">
            <a:avLst/>
          </a:prstGeom>
          <a:solidFill>
            <a:srgbClr val="D3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>
                <a:latin typeface="Lembra "/>
              </a:rPr>
              <a:t>Alto potencial de cancelamento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4896D9C-F603-4ECC-B0C4-8F3FA88A08BF}"/>
              </a:ext>
            </a:extLst>
          </p:cNvPr>
          <p:cNvSpPr txBox="1"/>
          <p:nvPr/>
        </p:nvSpPr>
        <p:spPr>
          <a:xfrm>
            <a:off x="173598" y="2468748"/>
            <a:ext cx="30342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Não desbloqueados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Desbloqueados sem primeira compra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DABD75E-735D-F88E-2771-2379C506EB0F}"/>
              </a:ext>
            </a:extLst>
          </p:cNvPr>
          <p:cNvSpPr txBox="1"/>
          <p:nvPr/>
        </p:nvSpPr>
        <p:spPr>
          <a:xfrm>
            <a:off x="3415221" y="2468748"/>
            <a:ext cx="25508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Pouco uso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Uso intermitente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E81BC9E-0169-7F9D-14E0-271208747096}"/>
              </a:ext>
            </a:extLst>
          </p:cNvPr>
          <p:cNvSpPr txBox="1"/>
          <p:nvPr/>
        </p:nvSpPr>
        <p:spPr>
          <a:xfrm>
            <a:off x="6173412" y="2468748"/>
            <a:ext cx="25508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Alto uso &amp; ticket médio baixo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Médio uso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E5B0153-D3AE-21DA-7B1E-07241CE53FFA}"/>
              </a:ext>
            </a:extLst>
          </p:cNvPr>
          <p:cNvSpPr txBox="1"/>
          <p:nvPr/>
        </p:nvSpPr>
        <p:spPr>
          <a:xfrm>
            <a:off x="92439" y="3408041"/>
            <a:ext cx="3115456" cy="95410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Incentivar aquisição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Incentivar primeiro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Incentivar retorno ao uso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Incentivar </a:t>
            </a:r>
            <a:r>
              <a:rPr lang="pt-BR" sz="1400" err="1">
                <a:latin typeface="Lembra "/>
              </a:rPr>
              <a:t>cross</a:t>
            </a:r>
            <a:r>
              <a:rPr lang="pt-BR" sz="1400">
                <a:latin typeface="Lembra "/>
              </a:rPr>
              <a:t> </a:t>
            </a:r>
            <a:r>
              <a:rPr lang="pt-BR" sz="1400" err="1">
                <a:latin typeface="Lembra "/>
              </a:rPr>
              <a:t>sell</a:t>
            </a:r>
            <a:endParaRPr lang="pt-BR" sz="1400">
              <a:latin typeface="Lembra 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5B88DFC-975C-930A-17BC-FEBCCC5AFDF7}"/>
              </a:ext>
            </a:extLst>
          </p:cNvPr>
          <p:cNvSpPr txBox="1"/>
          <p:nvPr/>
        </p:nvSpPr>
        <p:spPr>
          <a:xfrm>
            <a:off x="3415222" y="3408041"/>
            <a:ext cx="2550864" cy="73866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Incentivar recorrência com uso em aplicativos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Incentivar </a:t>
            </a:r>
            <a:r>
              <a:rPr lang="pt-BR" sz="1400" err="1">
                <a:latin typeface="Lembra "/>
              </a:rPr>
              <a:t>cross</a:t>
            </a:r>
            <a:r>
              <a:rPr lang="pt-BR" sz="1400">
                <a:latin typeface="Lembra "/>
              </a:rPr>
              <a:t> </a:t>
            </a:r>
            <a:r>
              <a:rPr lang="pt-BR" sz="1400" err="1">
                <a:latin typeface="Lembra "/>
              </a:rPr>
              <a:t>sell</a:t>
            </a:r>
            <a:endParaRPr lang="pt-BR" sz="1400">
              <a:latin typeface="Lembra 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CAA4C92-60E2-383B-FB64-823FDE2ACB92}"/>
              </a:ext>
            </a:extLst>
          </p:cNvPr>
          <p:cNvSpPr txBox="1"/>
          <p:nvPr/>
        </p:nvSpPr>
        <p:spPr>
          <a:xfrm>
            <a:off x="6208876" y="3408041"/>
            <a:ext cx="2550864" cy="95410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Bonificação e reconhecimento de relacionamento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Bonificação </a:t>
            </a:r>
            <a:r>
              <a:rPr lang="pt-BR" sz="1400" err="1">
                <a:latin typeface="Lembra "/>
              </a:rPr>
              <a:t>cross</a:t>
            </a:r>
            <a:r>
              <a:rPr lang="pt-BR" sz="1400">
                <a:latin typeface="Lembra "/>
              </a:rPr>
              <a:t> </a:t>
            </a:r>
            <a:r>
              <a:rPr lang="pt-BR" sz="1400" err="1">
                <a:latin typeface="Lembra "/>
              </a:rPr>
              <a:t>sell</a:t>
            </a:r>
            <a:endParaRPr lang="pt-BR" sz="1400">
              <a:latin typeface="Lembra 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B628F13-98C0-C7C4-A927-496FA98F5FB1}"/>
              </a:ext>
            </a:extLst>
          </p:cNvPr>
          <p:cNvSpPr txBox="1"/>
          <p:nvPr/>
        </p:nvSpPr>
        <p:spPr>
          <a:xfrm>
            <a:off x="8932835" y="3408041"/>
            <a:ext cx="3115456" cy="52322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Reforço de benefícios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Lembra "/>
              </a:rPr>
              <a:t>Incentivo a retenção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B5F71B5-6689-9AD3-4999-F4BB406277D5}"/>
              </a:ext>
            </a:extLst>
          </p:cNvPr>
          <p:cNvSpPr txBox="1"/>
          <p:nvPr/>
        </p:nvSpPr>
        <p:spPr>
          <a:xfrm>
            <a:off x="109554" y="4630208"/>
            <a:ext cx="11955852" cy="233910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pt-BR" b="0" i="0" u="none" strike="noStrike" baseline="0">
                <a:solidFill>
                  <a:srgbClr val="000000"/>
                </a:solidFill>
                <a:latin typeface="Lembra XBold" panose="02010903060401050203" pitchFamily="50" charset="0"/>
              </a:rPr>
              <a:t>Mecânica recomendada (customizável)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0" i="0" u="none" strike="noStrike" baseline="0" err="1">
                <a:solidFill>
                  <a:srgbClr val="000000"/>
                </a:solidFill>
                <a:latin typeface="Lembra Light" panose="02010303060401050203" pitchFamily="50" charset="0"/>
              </a:rPr>
              <a:t>Opt-in</a:t>
            </a:r>
            <a:r>
              <a:rPr lang="pt-BR" sz="16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 via hotsite/app.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Cada R$100 acumulados = 1 número da sorte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Bônus de 1º uso (ex.: 5×chances na 1ª transação).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Aceleradores por MCC (delivery, mobilidade, e-commerce) e por meios de pagamento (carteiras/</a:t>
            </a:r>
            <a:r>
              <a:rPr lang="pt-BR" sz="1600" b="0" i="0" u="none" strike="noStrike" baseline="0" err="1">
                <a:solidFill>
                  <a:srgbClr val="000000"/>
                </a:solidFill>
                <a:latin typeface="Lembra Light" panose="02010303060401050203" pitchFamily="50" charset="0"/>
              </a:rPr>
              <a:t>contactless</a:t>
            </a:r>
            <a:r>
              <a:rPr lang="pt-BR" sz="16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>
                <a:solidFill>
                  <a:srgbClr val="000000"/>
                </a:solidFill>
                <a:latin typeface="Lembra Light"/>
              </a:rPr>
              <a:t>Aceleradores por </a:t>
            </a:r>
            <a:r>
              <a:rPr lang="pt-BR" sz="1600" err="1">
                <a:solidFill>
                  <a:srgbClr val="000000"/>
                </a:solidFill>
                <a:latin typeface="Lembra Light"/>
              </a:rPr>
              <a:t>cross</a:t>
            </a:r>
            <a:r>
              <a:rPr lang="pt-BR" sz="1600">
                <a:solidFill>
                  <a:srgbClr val="000000"/>
                </a:solidFill>
                <a:latin typeface="Lembra Light"/>
              </a:rPr>
              <a:t> </a:t>
            </a:r>
            <a:r>
              <a:rPr lang="pt-BR" sz="1600" err="1">
                <a:solidFill>
                  <a:srgbClr val="000000"/>
                </a:solidFill>
                <a:latin typeface="Lembra Light"/>
              </a:rPr>
              <a:t>sell</a:t>
            </a:r>
            <a:r>
              <a:rPr lang="pt-BR" sz="1600">
                <a:solidFill>
                  <a:srgbClr val="000000"/>
                </a:solidFill>
                <a:latin typeface="Lembra Light"/>
              </a:rPr>
              <a:t> </a:t>
            </a:r>
            <a:endParaRPr lang="pt-BR" sz="1600" b="0" i="0" u="none" strike="noStrike" baseline="0">
              <a:solidFill>
                <a:srgbClr val="000000"/>
              </a:solidFill>
              <a:latin typeface="Lembra Light" panose="02010303060401050203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>
                <a:solidFill>
                  <a:srgbClr val="000000"/>
                </a:solidFill>
                <a:latin typeface="Lembra Light" panose="02010303060401050203" pitchFamily="50" charset="0"/>
              </a:rPr>
              <a:t>P</a:t>
            </a:r>
            <a:r>
              <a:rPr lang="pt-BR" sz="16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remiação diária: 1 voucher esportivo de R$300.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0" i="0" u="none" strike="noStrike" baseline="0">
                <a:solidFill>
                  <a:srgbClr val="000000"/>
                </a:solidFill>
                <a:latin typeface="Lembra Light" panose="02010303060401050203" pitchFamily="50" charset="0"/>
              </a:rPr>
              <a:t>Sorteio final: 4 prêmios de 50k em barras de ouro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>
                <a:solidFill>
                  <a:srgbClr val="000000"/>
                </a:solidFill>
                <a:latin typeface="Lembra Light" panose="02010303060401050203" pitchFamily="50" charset="0"/>
              </a:rPr>
              <a:t>Não elegíveis a promoção clientes Sem Parar e </a:t>
            </a:r>
            <a:r>
              <a:rPr lang="pt-BR" sz="1600" err="1">
                <a:solidFill>
                  <a:srgbClr val="000000"/>
                </a:solidFill>
                <a:latin typeface="Lembra Light" panose="02010303060401050203" pitchFamily="50" charset="0"/>
              </a:rPr>
              <a:t>Plurix</a:t>
            </a:r>
            <a:endParaRPr lang="pt-BR" sz="1600" b="0" i="0" u="none" strike="noStrike" baseline="0">
              <a:solidFill>
                <a:srgbClr val="000000"/>
              </a:solidFill>
              <a:latin typeface="Lembra Light" panose="020103030604010502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58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9A2D37BD-EE70-F5DA-9B28-6E3CBF4DD810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2940965080"/>
              </p:ext>
            </p:extLst>
          </p:nvPr>
        </p:nvGraphicFramePr>
        <p:xfrm>
          <a:off x="673100" y="3073400"/>
          <a:ext cx="10909297" cy="395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471">
                  <a:extLst>
                    <a:ext uri="{9D8B030D-6E8A-4147-A177-3AD203B41FA5}">
                      <a16:colId xmlns:a16="http://schemas.microsoft.com/office/drawing/2014/main" val="398279451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389897483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1741314814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671696814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2795679790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3509513774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4139950846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pt-BR" sz="1600" b="1">
                          <a:solidFill>
                            <a:schemeClr val="tx1"/>
                          </a:solidFill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B2B2C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953298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pt-BR" sz="1600" b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B2B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6716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pt-BR" sz="1600" b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B2C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51718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pt-BR" sz="1600" b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Endomarketing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7953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r>
                        <a:rPr lang="pt-BR" sz="1600" b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Central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4382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068327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12647"/>
                  </a:ext>
                </a:extLst>
              </a:tr>
            </a:tbl>
          </a:graphicData>
        </a:graphic>
      </p:graphicFrame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5A67108-7BC4-23F3-ABF1-5FE07CD6C6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CRONO E ONDAS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B6CA31-A866-EA6B-8C8D-B06D8C80BB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78884" y="1157941"/>
            <a:ext cx="7317416" cy="329034"/>
          </a:xfrm>
        </p:spPr>
        <p:txBody>
          <a:bodyPr/>
          <a:lstStyle/>
          <a:p>
            <a:r>
              <a:rPr lang="pt-BR"/>
              <a:t>TEMPOS E MOVIMENTOS (MACRO)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9BA7129-C722-52DB-ECE0-BE739A78B623}"/>
              </a:ext>
            </a:extLst>
          </p:cNvPr>
          <p:cNvSpPr/>
          <p:nvPr/>
        </p:nvSpPr>
        <p:spPr>
          <a:xfrm>
            <a:off x="2273300" y="260985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01/04/2026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9E9C94-5D45-D7CC-A2A3-41BFC1473FD1}"/>
              </a:ext>
            </a:extLst>
          </p:cNvPr>
          <p:cNvSpPr/>
          <p:nvPr/>
        </p:nvSpPr>
        <p:spPr>
          <a:xfrm>
            <a:off x="3835400" y="260985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15/04/2026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87BDB8E-7165-9134-D2D5-59CCF2B8CF95}"/>
              </a:ext>
            </a:extLst>
          </p:cNvPr>
          <p:cNvSpPr/>
          <p:nvPr/>
        </p:nvSpPr>
        <p:spPr>
          <a:xfrm>
            <a:off x="5397500" y="260985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01/05/2026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58580E-58A4-FD16-AD45-0F84454FA508}"/>
              </a:ext>
            </a:extLst>
          </p:cNvPr>
          <p:cNvSpPr/>
          <p:nvPr/>
        </p:nvSpPr>
        <p:spPr>
          <a:xfrm>
            <a:off x="6959600" y="260985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15/05/2026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C056EE0-F4F2-24F7-BDF9-6362E7A090C4}"/>
              </a:ext>
            </a:extLst>
          </p:cNvPr>
          <p:cNvSpPr/>
          <p:nvPr/>
        </p:nvSpPr>
        <p:spPr>
          <a:xfrm>
            <a:off x="8521700" y="260985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01/06/2026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2EF69A3-2202-B549-8850-24C9CA65C738}"/>
              </a:ext>
            </a:extLst>
          </p:cNvPr>
          <p:cNvSpPr/>
          <p:nvPr/>
        </p:nvSpPr>
        <p:spPr>
          <a:xfrm>
            <a:off x="10083800" y="260985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15/06/2026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D723179D-A9B8-FA22-C168-7EBF13A71E18}"/>
              </a:ext>
            </a:extLst>
          </p:cNvPr>
          <p:cNvGrpSpPr/>
          <p:nvPr/>
        </p:nvGrpSpPr>
        <p:grpSpPr>
          <a:xfrm>
            <a:off x="4433482" y="3153703"/>
            <a:ext cx="279400" cy="279400"/>
            <a:chOff x="3416300" y="-1231900"/>
            <a:chExt cx="558800" cy="558800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FA64C1B-6C20-D21D-0235-81311A34AA1E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DECBA15-4A41-B6D8-0FFD-EF63A74EF862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ADFA3143-97EF-373B-A3B8-9806C6DC66AE}"/>
              </a:ext>
            </a:extLst>
          </p:cNvPr>
          <p:cNvGrpSpPr/>
          <p:nvPr/>
        </p:nvGrpSpPr>
        <p:grpSpPr>
          <a:xfrm>
            <a:off x="5974756" y="3153703"/>
            <a:ext cx="279400" cy="279400"/>
            <a:chOff x="3416300" y="-1231900"/>
            <a:chExt cx="558800" cy="558800"/>
          </a:xfrm>
        </p:grpSpPr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9DB8CB82-27E3-89D9-D65A-ED4B50AC89D7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0ED2E4BC-AD0E-AC03-731E-9894D2BCD575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A2B51BB5-6F5A-4A6F-347E-5F9423E8F749}"/>
              </a:ext>
            </a:extLst>
          </p:cNvPr>
          <p:cNvGrpSpPr/>
          <p:nvPr/>
        </p:nvGrpSpPr>
        <p:grpSpPr>
          <a:xfrm>
            <a:off x="7563615" y="3153703"/>
            <a:ext cx="279400" cy="279400"/>
            <a:chOff x="3416300" y="-1231900"/>
            <a:chExt cx="558800" cy="558800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A87573C-9CE2-223D-03A1-89DCA5B79D6D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CB557494-E368-2893-25A7-53C35980D953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7E6B4D2B-7445-98BA-F232-2677EA1B22A1}"/>
              </a:ext>
            </a:extLst>
          </p:cNvPr>
          <p:cNvSpPr txBox="1">
            <a:spLocks/>
          </p:cNvSpPr>
          <p:nvPr/>
        </p:nvSpPr>
        <p:spPr>
          <a:xfrm>
            <a:off x="628650" y="2125307"/>
            <a:ext cx="7317416" cy="32903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ONDAS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006C6E3-CF3C-8C00-F665-5994CF1A2D16}"/>
              </a:ext>
            </a:extLst>
          </p:cNvPr>
          <p:cNvSpPr/>
          <p:nvPr/>
        </p:nvSpPr>
        <p:spPr>
          <a:xfrm>
            <a:off x="2292350" y="205740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49890A1-EE35-68CC-E7A5-F6AFAD1FCAF4}"/>
              </a:ext>
            </a:extLst>
          </p:cNvPr>
          <p:cNvSpPr/>
          <p:nvPr/>
        </p:nvSpPr>
        <p:spPr>
          <a:xfrm>
            <a:off x="3854450" y="205740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DAB1B71-D6C6-F2D8-CDD2-AA9B26EE5A42}"/>
              </a:ext>
            </a:extLst>
          </p:cNvPr>
          <p:cNvSpPr/>
          <p:nvPr/>
        </p:nvSpPr>
        <p:spPr>
          <a:xfrm>
            <a:off x="5416550" y="205740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C0387A3-E2A1-BF3C-7B70-FCC9D3FCD5C0}"/>
              </a:ext>
            </a:extLst>
          </p:cNvPr>
          <p:cNvSpPr/>
          <p:nvPr/>
        </p:nvSpPr>
        <p:spPr>
          <a:xfrm>
            <a:off x="6978650" y="205740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00E1419-2120-102E-20D7-1A084E705DB5}"/>
              </a:ext>
            </a:extLst>
          </p:cNvPr>
          <p:cNvSpPr/>
          <p:nvPr/>
        </p:nvSpPr>
        <p:spPr>
          <a:xfrm>
            <a:off x="8540750" y="205740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2AA4338-E63A-CD0C-A872-E2CF057D52AD}"/>
              </a:ext>
            </a:extLst>
          </p:cNvPr>
          <p:cNvSpPr/>
          <p:nvPr/>
        </p:nvSpPr>
        <p:spPr>
          <a:xfrm>
            <a:off x="10102850" y="205740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7FAAF186-3649-9F04-7D99-C5A39B2A61C6}"/>
              </a:ext>
            </a:extLst>
          </p:cNvPr>
          <p:cNvGrpSpPr/>
          <p:nvPr/>
        </p:nvGrpSpPr>
        <p:grpSpPr>
          <a:xfrm>
            <a:off x="9172184" y="3163790"/>
            <a:ext cx="279400" cy="279400"/>
            <a:chOff x="3416300" y="-1231900"/>
            <a:chExt cx="558800" cy="558800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76CA9174-A4A9-E55A-AB91-0EA755631E77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3B7C650-7FD5-BBA0-9A45-EE675C0A0FA0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2010C7F2-89CC-84D0-8526-ED6A7DABC4CF}"/>
              </a:ext>
            </a:extLst>
          </p:cNvPr>
          <p:cNvGrpSpPr/>
          <p:nvPr/>
        </p:nvGrpSpPr>
        <p:grpSpPr>
          <a:xfrm>
            <a:off x="10711008" y="3133009"/>
            <a:ext cx="279400" cy="279400"/>
            <a:chOff x="3416300" y="-1231900"/>
            <a:chExt cx="558800" cy="558800"/>
          </a:xfrm>
        </p:grpSpPr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8CB66DC0-E8A1-697E-7B87-DEAC76E57EF4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BCF8D543-B395-3A21-02BD-BE255465AF03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594F283C-794F-4225-4F03-E93E51A020E0}"/>
              </a:ext>
            </a:extLst>
          </p:cNvPr>
          <p:cNvGrpSpPr/>
          <p:nvPr/>
        </p:nvGrpSpPr>
        <p:grpSpPr>
          <a:xfrm>
            <a:off x="5974756" y="3835139"/>
            <a:ext cx="279400" cy="279400"/>
            <a:chOff x="3416300" y="-1231900"/>
            <a:chExt cx="558800" cy="558800"/>
          </a:xfrm>
        </p:grpSpPr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5EEEF64A-5E7B-D6B9-CBDE-08122F53819F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161E207-9197-7439-C3EF-C074DB1A8D0B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A4D54008-4BF5-EB5A-4861-4461E31BCF70}"/>
              </a:ext>
            </a:extLst>
          </p:cNvPr>
          <p:cNvGrpSpPr/>
          <p:nvPr/>
        </p:nvGrpSpPr>
        <p:grpSpPr>
          <a:xfrm>
            <a:off x="7563615" y="3835139"/>
            <a:ext cx="279400" cy="279400"/>
            <a:chOff x="3416300" y="-1231900"/>
            <a:chExt cx="558800" cy="558800"/>
          </a:xfrm>
        </p:grpSpPr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E78A3DC3-FDA4-85A5-94AB-206876EB67AE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CBF0A82A-6A7A-25A6-6772-1947C26DECB1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EFBB3FED-C035-2558-B5F3-48145C2AC77D}"/>
              </a:ext>
            </a:extLst>
          </p:cNvPr>
          <p:cNvGrpSpPr/>
          <p:nvPr/>
        </p:nvGrpSpPr>
        <p:grpSpPr>
          <a:xfrm>
            <a:off x="9172184" y="3845226"/>
            <a:ext cx="279400" cy="279400"/>
            <a:chOff x="3416300" y="-1231900"/>
            <a:chExt cx="558800" cy="558800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409A0595-FA5D-78C3-E06D-479C68BE7FE9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24BB3C9A-9DA6-9247-257D-A25497ED7AF4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26" name="Agrupar 1025">
            <a:extLst>
              <a:ext uri="{FF2B5EF4-FFF2-40B4-BE49-F238E27FC236}">
                <a16:creationId xmlns:a16="http://schemas.microsoft.com/office/drawing/2014/main" id="{BC3A1845-7F41-9A13-1F73-EC92F0B3920A}"/>
              </a:ext>
            </a:extLst>
          </p:cNvPr>
          <p:cNvGrpSpPr/>
          <p:nvPr/>
        </p:nvGrpSpPr>
        <p:grpSpPr>
          <a:xfrm>
            <a:off x="10711008" y="3814445"/>
            <a:ext cx="279400" cy="279400"/>
            <a:chOff x="3416300" y="-1231900"/>
            <a:chExt cx="558800" cy="558800"/>
          </a:xfrm>
        </p:grpSpPr>
        <p:sp>
          <p:nvSpPr>
            <p:cNvPr id="1027" name="Elipse 1026">
              <a:extLst>
                <a:ext uri="{FF2B5EF4-FFF2-40B4-BE49-F238E27FC236}">
                  <a16:creationId xmlns:a16="http://schemas.microsoft.com/office/drawing/2014/main" id="{DAAE028A-8BA3-16C2-4040-726BE97F5DD8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7" name="Forma Livre: Forma 1036">
              <a:extLst>
                <a:ext uri="{FF2B5EF4-FFF2-40B4-BE49-F238E27FC236}">
                  <a16:creationId xmlns:a16="http://schemas.microsoft.com/office/drawing/2014/main" id="{7E0D5F06-931F-5DC3-1062-513999FFEDC1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38" name="Agrupar 1037">
            <a:extLst>
              <a:ext uri="{FF2B5EF4-FFF2-40B4-BE49-F238E27FC236}">
                <a16:creationId xmlns:a16="http://schemas.microsoft.com/office/drawing/2014/main" id="{25F69E97-E90A-35DF-E212-64B4E3B77A46}"/>
              </a:ext>
            </a:extLst>
          </p:cNvPr>
          <p:cNvGrpSpPr/>
          <p:nvPr/>
        </p:nvGrpSpPr>
        <p:grpSpPr>
          <a:xfrm>
            <a:off x="4421752" y="4362356"/>
            <a:ext cx="279400" cy="279400"/>
            <a:chOff x="3416300" y="-1231900"/>
            <a:chExt cx="558800" cy="558800"/>
          </a:xfrm>
        </p:grpSpPr>
        <p:sp>
          <p:nvSpPr>
            <p:cNvPr id="1039" name="Elipse 1038">
              <a:extLst>
                <a:ext uri="{FF2B5EF4-FFF2-40B4-BE49-F238E27FC236}">
                  <a16:creationId xmlns:a16="http://schemas.microsoft.com/office/drawing/2014/main" id="{3A0C8D47-B734-96E0-0329-02BA0F42F824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0" name="Forma Livre: Forma 1039">
              <a:extLst>
                <a:ext uri="{FF2B5EF4-FFF2-40B4-BE49-F238E27FC236}">
                  <a16:creationId xmlns:a16="http://schemas.microsoft.com/office/drawing/2014/main" id="{D354DF65-1ED9-4718-D086-7AC1C84D14DA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41" name="Agrupar 1040">
            <a:extLst>
              <a:ext uri="{FF2B5EF4-FFF2-40B4-BE49-F238E27FC236}">
                <a16:creationId xmlns:a16="http://schemas.microsoft.com/office/drawing/2014/main" id="{A55688A7-70DB-9399-DE5C-ABDFBCA14EA6}"/>
              </a:ext>
            </a:extLst>
          </p:cNvPr>
          <p:cNvGrpSpPr/>
          <p:nvPr/>
        </p:nvGrpSpPr>
        <p:grpSpPr>
          <a:xfrm>
            <a:off x="5963026" y="4362356"/>
            <a:ext cx="279400" cy="279400"/>
            <a:chOff x="3416300" y="-1231900"/>
            <a:chExt cx="558800" cy="558800"/>
          </a:xfrm>
        </p:grpSpPr>
        <p:sp>
          <p:nvSpPr>
            <p:cNvPr id="1042" name="Elipse 1041">
              <a:extLst>
                <a:ext uri="{FF2B5EF4-FFF2-40B4-BE49-F238E27FC236}">
                  <a16:creationId xmlns:a16="http://schemas.microsoft.com/office/drawing/2014/main" id="{E7D55BDA-CC6C-DCFC-8693-66F0EBA2766C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3" name="Forma Livre: Forma 1042">
              <a:extLst>
                <a:ext uri="{FF2B5EF4-FFF2-40B4-BE49-F238E27FC236}">
                  <a16:creationId xmlns:a16="http://schemas.microsoft.com/office/drawing/2014/main" id="{8C8CE927-328C-1EB5-07AB-CF2650AF5CBC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44" name="Agrupar 1043">
            <a:extLst>
              <a:ext uri="{FF2B5EF4-FFF2-40B4-BE49-F238E27FC236}">
                <a16:creationId xmlns:a16="http://schemas.microsoft.com/office/drawing/2014/main" id="{7AD12F54-1AAE-7182-CE69-DFC1ED1818E5}"/>
              </a:ext>
            </a:extLst>
          </p:cNvPr>
          <p:cNvGrpSpPr/>
          <p:nvPr/>
        </p:nvGrpSpPr>
        <p:grpSpPr>
          <a:xfrm>
            <a:off x="7551885" y="4362356"/>
            <a:ext cx="279400" cy="279400"/>
            <a:chOff x="3416300" y="-1231900"/>
            <a:chExt cx="558800" cy="558800"/>
          </a:xfrm>
        </p:grpSpPr>
        <p:sp>
          <p:nvSpPr>
            <p:cNvPr id="1045" name="Elipse 1044">
              <a:extLst>
                <a:ext uri="{FF2B5EF4-FFF2-40B4-BE49-F238E27FC236}">
                  <a16:creationId xmlns:a16="http://schemas.microsoft.com/office/drawing/2014/main" id="{B6ABA74C-CA29-E60B-A552-14ED8A9F82B0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6" name="Forma Livre: Forma 1045">
              <a:extLst>
                <a:ext uri="{FF2B5EF4-FFF2-40B4-BE49-F238E27FC236}">
                  <a16:creationId xmlns:a16="http://schemas.microsoft.com/office/drawing/2014/main" id="{35E831DB-F505-157A-9118-9CDFF7968E4E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47" name="Agrupar 1046">
            <a:extLst>
              <a:ext uri="{FF2B5EF4-FFF2-40B4-BE49-F238E27FC236}">
                <a16:creationId xmlns:a16="http://schemas.microsoft.com/office/drawing/2014/main" id="{7F98E621-EF05-384F-78FF-7A7A3D5B2FBB}"/>
              </a:ext>
            </a:extLst>
          </p:cNvPr>
          <p:cNvGrpSpPr/>
          <p:nvPr/>
        </p:nvGrpSpPr>
        <p:grpSpPr>
          <a:xfrm>
            <a:off x="9160454" y="4372443"/>
            <a:ext cx="279400" cy="279400"/>
            <a:chOff x="3416300" y="-1231900"/>
            <a:chExt cx="558800" cy="558800"/>
          </a:xfrm>
        </p:grpSpPr>
        <p:sp>
          <p:nvSpPr>
            <p:cNvPr id="1048" name="Elipse 1047">
              <a:extLst>
                <a:ext uri="{FF2B5EF4-FFF2-40B4-BE49-F238E27FC236}">
                  <a16:creationId xmlns:a16="http://schemas.microsoft.com/office/drawing/2014/main" id="{C2470819-20C9-5347-638E-4A9A4E19A9C2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9" name="Forma Livre: Forma 1048">
              <a:extLst>
                <a:ext uri="{FF2B5EF4-FFF2-40B4-BE49-F238E27FC236}">
                  <a16:creationId xmlns:a16="http://schemas.microsoft.com/office/drawing/2014/main" id="{1836C360-BADC-78C0-897C-1A4C53D1198D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50" name="Agrupar 1049">
            <a:extLst>
              <a:ext uri="{FF2B5EF4-FFF2-40B4-BE49-F238E27FC236}">
                <a16:creationId xmlns:a16="http://schemas.microsoft.com/office/drawing/2014/main" id="{3778643A-24A9-4EE2-C523-8B0BC5E1EB0B}"/>
              </a:ext>
            </a:extLst>
          </p:cNvPr>
          <p:cNvGrpSpPr/>
          <p:nvPr/>
        </p:nvGrpSpPr>
        <p:grpSpPr>
          <a:xfrm>
            <a:off x="10699278" y="4341662"/>
            <a:ext cx="279400" cy="279400"/>
            <a:chOff x="3416300" y="-1231900"/>
            <a:chExt cx="558800" cy="558800"/>
          </a:xfrm>
        </p:grpSpPr>
        <p:sp>
          <p:nvSpPr>
            <p:cNvPr id="1051" name="Elipse 1050">
              <a:extLst>
                <a:ext uri="{FF2B5EF4-FFF2-40B4-BE49-F238E27FC236}">
                  <a16:creationId xmlns:a16="http://schemas.microsoft.com/office/drawing/2014/main" id="{610080DC-181D-AE65-3DB3-05F590D29D6F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2" name="Forma Livre: Forma 1051">
              <a:extLst>
                <a:ext uri="{FF2B5EF4-FFF2-40B4-BE49-F238E27FC236}">
                  <a16:creationId xmlns:a16="http://schemas.microsoft.com/office/drawing/2014/main" id="{E5CBB36C-7F9B-FA3C-8857-C94F0E8EB7B0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54" name="Agrupar 1053">
            <a:extLst>
              <a:ext uri="{FF2B5EF4-FFF2-40B4-BE49-F238E27FC236}">
                <a16:creationId xmlns:a16="http://schemas.microsoft.com/office/drawing/2014/main" id="{6D3C666C-2916-E6DA-09E6-DC8F3A1A0C62}"/>
              </a:ext>
            </a:extLst>
          </p:cNvPr>
          <p:cNvGrpSpPr/>
          <p:nvPr/>
        </p:nvGrpSpPr>
        <p:grpSpPr>
          <a:xfrm>
            <a:off x="5989271" y="4969685"/>
            <a:ext cx="279400" cy="279400"/>
            <a:chOff x="3416300" y="-1231900"/>
            <a:chExt cx="558800" cy="558800"/>
          </a:xfrm>
        </p:grpSpPr>
        <p:sp>
          <p:nvSpPr>
            <p:cNvPr id="1055" name="Elipse 1054">
              <a:extLst>
                <a:ext uri="{FF2B5EF4-FFF2-40B4-BE49-F238E27FC236}">
                  <a16:creationId xmlns:a16="http://schemas.microsoft.com/office/drawing/2014/main" id="{F7C0CC09-A519-A3E0-D1AB-1BA141FD4270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6" name="Forma Livre: Forma 1055">
              <a:extLst>
                <a:ext uri="{FF2B5EF4-FFF2-40B4-BE49-F238E27FC236}">
                  <a16:creationId xmlns:a16="http://schemas.microsoft.com/office/drawing/2014/main" id="{45A7131B-54E0-4D0F-1114-719F76CA0FD8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57" name="Agrupar 1056">
            <a:extLst>
              <a:ext uri="{FF2B5EF4-FFF2-40B4-BE49-F238E27FC236}">
                <a16:creationId xmlns:a16="http://schemas.microsoft.com/office/drawing/2014/main" id="{B47797D0-E501-319C-0BA9-D7AAB10D4F29}"/>
              </a:ext>
            </a:extLst>
          </p:cNvPr>
          <p:cNvGrpSpPr/>
          <p:nvPr/>
        </p:nvGrpSpPr>
        <p:grpSpPr>
          <a:xfrm>
            <a:off x="7578130" y="4969685"/>
            <a:ext cx="279400" cy="279400"/>
            <a:chOff x="3416300" y="-1231900"/>
            <a:chExt cx="558800" cy="558800"/>
          </a:xfrm>
        </p:grpSpPr>
        <p:sp>
          <p:nvSpPr>
            <p:cNvPr id="1058" name="Elipse 1057">
              <a:extLst>
                <a:ext uri="{FF2B5EF4-FFF2-40B4-BE49-F238E27FC236}">
                  <a16:creationId xmlns:a16="http://schemas.microsoft.com/office/drawing/2014/main" id="{E9D4A6CC-BF8F-085E-72F4-6ECAE9F61FA4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9" name="Forma Livre: Forma 1058">
              <a:extLst>
                <a:ext uri="{FF2B5EF4-FFF2-40B4-BE49-F238E27FC236}">
                  <a16:creationId xmlns:a16="http://schemas.microsoft.com/office/drawing/2014/main" id="{840C3D4C-5A30-0E06-828E-407A8FF88178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60" name="Agrupar 1059">
            <a:extLst>
              <a:ext uri="{FF2B5EF4-FFF2-40B4-BE49-F238E27FC236}">
                <a16:creationId xmlns:a16="http://schemas.microsoft.com/office/drawing/2014/main" id="{ADFD1E92-0CFB-9CEE-B31A-FE59DA661C49}"/>
              </a:ext>
            </a:extLst>
          </p:cNvPr>
          <p:cNvGrpSpPr/>
          <p:nvPr/>
        </p:nvGrpSpPr>
        <p:grpSpPr>
          <a:xfrm>
            <a:off x="9186699" y="4979772"/>
            <a:ext cx="279400" cy="279400"/>
            <a:chOff x="3416300" y="-1231900"/>
            <a:chExt cx="558800" cy="558800"/>
          </a:xfrm>
        </p:grpSpPr>
        <p:sp>
          <p:nvSpPr>
            <p:cNvPr id="1061" name="Elipse 1060">
              <a:extLst>
                <a:ext uri="{FF2B5EF4-FFF2-40B4-BE49-F238E27FC236}">
                  <a16:creationId xmlns:a16="http://schemas.microsoft.com/office/drawing/2014/main" id="{9FEBFF7F-E26D-975B-85BB-31E94416C708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2" name="Forma Livre: Forma 1061">
              <a:extLst>
                <a:ext uri="{FF2B5EF4-FFF2-40B4-BE49-F238E27FC236}">
                  <a16:creationId xmlns:a16="http://schemas.microsoft.com/office/drawing/2014/main" id="{D9F849EB-B830-C29D-2212-7BCBD2DB545A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63" name="Agrupar 1062">
            <a:extLst>
              <a:ext uri="{FF2B5EF4-FFF2-40B4-BE49-F238E27FC236}">
                <a16:creationId xmlns:a16="http://schemas.microsoft.com/office/drawing/2014/main" id="{7A01D1F3-9FD8-4240-6044-C351A6E714E5}"/>
              </a:ext>
            </a:extLst>
          </p:cNvPr>
          <p:cNvGrpSpPr/>
          <p:nvPr/>
        </p:nvGrpSpPr>
        <p:grpSpPr>
          <a:xfrm>
            <a:off x="10725523" y="4948991"/>
            <a:ext cx="279400" cy="279400"/>
            <a:chOff x="3416300" y="-1231900"/>
            <a:chExt cx="558800" cy="558800"/>
          </a:xfrm>
        </p:grpSpPr>
        <p:sp>
          <p:nvSpPr>
            <p:cNvPr id="1064" name="Elipse 1063">
              <a:extLst>
                <a:ext uri="{FF2B5EF4-FFF2-40B4-BE49-F238E27FC236}">
                  <a16:creationId xmlns:a16="http://schemas.microsoft.com/office/drawing/2014/main" id="{24F3EF09-73B7-F788-3A88-D6E365B761F0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5" name="Forma Livre: Forma 1064">
              <a:extLst>
                <a:ext uri="{FF2B5EF4-FFF2-40B4-BE49-F238E27FC236}">
                  <a16:creationId xmlns:a16="http://schemas.microsoft.com/office/drawing/2014/main" id="{1E5F17F3-5C4A-B7B2-EAF2-B467704CF623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72" name="Agrupar 1071">
            <a:extLst>
              <a:ext uri="{FF2B5EF4-FFF2-40B4-BE49-F238E27FC236}">
                <a16:creationId xmlns:a16="http://schemas.microsoft.com/office/drawing/2014/main" id="{BC86629E-C41B-7A15-8E94-52DB6A02AF91}"/>
              </a:ext>
            </a:extLst>
          </p:cNvPr>
          <p:cNvGrpSpPr/>
          <p:nvPr/>
        </p:nvGrpSpPr>
        <p:grpSpPr>
          <a:xfrm>
            <a:off x="9186699" y="5531595"/>
            <a:ext cx="279400" cy="279400"/>
            <a:chOff x="3416300" y="-1231900"/>
            <a:chExt cx="558800" cy="558800"/>
          </a:xfrm>
        </p:grpSpPr>
        <p:sp>
          <p:nvSpPr>
            <p:cNvPr id="1073" name="Elipse 1072">
              <a:extLst>
                <a:ext uri="{FF2B5EF4-FFF2-40B4-BE49-F238E27FC236}">
                  <a16:creationId xmlns:a16="http://schemas.microsoft.com/office/drawing/2014/main" id="{32E6A34B-D5C1-24D0-9AAD-ADFFCADC271A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4" name="Forma Livre: Forma 1073">
              <a:extLst>
                <a:ext uri="{FF2B5EF4-FFF2-40B4-BE49-F238E27FC236}">
                  <a16:creationId xmlns:a16="http://schemas.microsoft.com/office/drawing/2014/main" id="{93D73B78-C59B-A228-FAC4-36E554CDE8C5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75" name="Agrupar 1074">
            <a:extLst>
              <a:ext uri="{FF2B5EF4-FFF2-40B4-BE49-F238E27FC236}">
                <a16:creationId xmlns:a16="http://schemas.microsoft.com/office/drawing/2014/main" id="{88585614-93D0-277F-C24B-67743C09D265}"/>
              </a:ext>
            </a:extLst>
          </p:cNvPr>
          <p:cNvGrpSpPr/>
          <p:nvPr/>
        </p:nvGrpSpPr>
        <p:grpSpPr>
          <a:xfrm>
            <a:off x="10725523" y="5500814"/>
            <a:ext cx="279400" cy="279400"/>
            <a:chOff x="3416300" y="-1231900"/>
            <a:chExt cx="558800" cy="558800"/>
          </a:xfrm>
        </p:grpSpPr>
        <p:sp>
          <p:nvSpPr>
            <p:cNvPr id="1076" name="Elipse 1075">
              <a:extLst>
                <a:ext uri="{FF2B5EF4-FFF2-40B4-BE49-F238E27FC236}">
                  <a16:creationId xmlns:a16="http://schemas.microsoft.com/office/drawing/2014/main" id="{1211A8E5-E65C-7F07-5CB3-B0C52032F65B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7" name="Forma Livre: Forma 1076">
              <a:extLst>
                <a:ext uri="{FF2B5EF4-FFF2-40B4-BE49-F238E27FC236}">
                  <a16:creationId xmlns:a16="http://schemas.microsoft.com/office/drawing/2014/main" id="{0B6DD0CC-675A-71BF-D440-50B294BD4131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16" name="Retângulo 15">
            <a:extLst>
              <a:ext uri="{FF2B5EF4-FFF2-40B4-BE49-F238E27FC236}">
                <a16:creationId xmlns:a16="http://schemas.microsoft.com/office/drawing/2014/main" id="{F4418516-124B-4DE0-573D-04496A17A8D7}"/>
              </a:ext>
            </a:extLst>
          </p:cNvPr>
          <p:cNvSpPr/>
          <p:nvPr/>
        </p:nvSpPr>
        <p:spPr>
          <a:xfrm>
            <a:off x="673100" y="2148847"/>
            <a:ext cx="1460500" cy="746802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Ondas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2A6D5D89-DA40-8319-2CD2-88A1DFDF48F1}"/>
              </a:ext>
            </a:extLst>
          </p:cNvPr>
          <p:cNvGrpSpPr/>
          <p:nvPr/>
        </p:nvGrpSpPr>
        <p:grpSpPr>
          <a:xfrm>
            <a:off x="4413415" y="5502840"/>
            <a:ext cx="279400" cy="279400"/>
            <a:chOff x="3416300" y="-1231900"/>
            <a:chExt cx="558800" cy="558800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D6C81DDB-2497-2B70-4551-F86461CA8A43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055B70AA-C1F4-FAAE-1A7C-0CE34B0CA4F2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C86629E-C41B-7A15-8E94-52DB6A02AF91}"/>
              </a:ext>
            </a:extLst>
          </p:cNvPr>
          <p:cNvGrpSpPr/>
          <p:nvPr/>
        </p:nvGrpSpPr>
        <p:grpSpPr>
          <a:xfrm>
            <a:off x="2918171" y="5402199"/>
            <a:ext cx="279400" cy="279400"/>
            <a:chOff x="9186699" y="5531595"/>
            <a:chExt cx="558800" cy="558800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32E6A34B-D5C1-24D0-9AAD-ADFFCADC271A}"/>
                </a:ext>
              </a:extLst>
            </p:cNvPr>
            <p:cNvSpPr/>
            <p:nvPr/>
          </p:nvSpPr>
          <p:spPr>
            <a:xfrm>
              <a:off x="9186699" y="5531595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3D73B78-C59B-A228-FAC4-36E554CDE8C5}"/>
                </a:ext>
              </a:extLst>
            </p:cNvPr>
            <p:cNvSpPr/>
            <p:nvPr/>
          </p:nvSpPr>
          <p:spPr>
            <a:xfrm rot="8100000">
              <a:off x="9285125" y="5630020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BR"/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7CE6D237-95EA-0D85-7268-730DB063E998}"/>
              </a:ext>
            </a:extLst>
          </p:cNvPr>
          <p:cNvGrpSpPr/>
          <p:nvPr/>
        </p:nvGrpSpPr>
        <p:grpSpPr>
          <a:xfrm>
            <a:off x="6009302" y="5502840"/>
            <a:ext cx="279400" cy="279400"/>
            <a:chOff x="3416300" y="-1231900"/>
            <a:chExt cx="558800" cy="558800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8B2828A5-560B-66C7-4105-C7D43D1D2414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E189AF6C-788D-9FF2-63B5-C4005CF9D104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24" name="Agrupar 1023">
            <a:extLst>
              <a:ext uri="{FF2B5EF4-FFF2-40B4-BE49-F238E27FC236}">
                <a16:creationId xmlns:a16="http://schemas.microsoft.com/office/drawing/2014/main" id="{9A498099-E5AB-1322-9D3F-5C9316D77022}"/>
              </a:ext>
            </a:extLst>
          </p:cNvPr>
          <p:cNvGrpSpPr/>
          <p:nvPr/>
        </p:nvGrpSpPr>
        <p:grpSpPr>
          <a:xfrm>
            <a:off x="7562056" y="5502839"/>
            <a:ext cx="279400" cy="279400"/>
            <a:chOff x="3416300" y="-1231900"/>
            <a:chExt cx="558800" cy="558800"/>
          </a:xfrm>
        </p:grpSpPr>
        <p:sp>
          <p:nvSpPr>
            <p:cNvPr id="1025" name="Elipse 1024">
              <a:extLst>
                <a:ext uri="{FF2B5EF4-FFF2-40B4-BE49-F238E27FC236}">
                  <a16:creationId xmlns:a16="http://schemas.microsoft.com/office/drawing/2014/main" id="{2D5F78BA-7495-A39C-DBB3-56A27AF47CB9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28" name="Forma Livre: Forma 1027">
              <a:extLst>
                <a:ext uri="{FF2B5EF4-FFF2-40B4-BE49-F238E27FC236}">
                  <a16:creationId xmlns:a16="http://schemas.microsoft.com/office/drawing/2014/main" id="{241BD9C6-8E22-990B-600C-F6DBACB5EC35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040165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A6D6-7E99-59A7-6351-2619EBC1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75CA576-B3F5-5516-D86F-458E6E5DA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CF9F7919-D69C-1C58-BEEE-AE74673E9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063351"/>
            <a:ext cx="6096001" cy="2731297"/>
          </a:xfrm>
          <a:prstGeom prst="rect">
            <a:avLst/>
          </a:prstGeom>
          <a:effectLst/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298E4AA-A665-6570-0003-F47F6DD97A72}"/>
              </a:ext>
            </a:extLst>
          </p:cNvPr>
          <p:cNvSpPr/>
          <p:nvPr/>
        </p:nvSpPr>
        <p:spPr>
          <a:xfrm>
            <a:off x="0" y="2063351"/>
            <a:ext cx="6370983" cy="273129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565AF3EB-BE96-3C37-0EEF-02FB4EC30C6F}"/>
              </a:ext>
            </a:extLst>
          </p:cNvPr>
          <p:cNvSpPr txBox="1"/>
          <p:nvPr/>
        </p:nvSpPr>
        <p:spPr>
          <a:xfrm>
            <a:off x="484650" y="2907126"/>
            <a:ext cx="4908071" cy="963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lnSpc>
                <a:spcPct val="85000"/>
              </a:lnSpc>
              <a:spcBef>
                <a:spcPts val="6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6600" spc="-300">
                <a:solidFill>
                  <a:srgbClr val="00C6CC"/>
                </a:solidFill>
                <a:latin typeface="Lembra XBold"/>
              </a:rPr>
              <a:t>Peças Digitais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C6777A4E-2BCD-C1BF-6DB7-002527225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0229" y="6293668"/>
            <a:ext cx="908050" cy="34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3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7573-A559-8DFC-4C7C-72704187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285C915-C419-E3F3-1FED-BFF0CFEBE3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00C6CC"/>
              </a:gs>
              <a:gs pos="100000">
                <a:srgbClr val="D3FF00"/>
              </a:gs>
            </a:gsLst>
            <a:lin ang="2700000" scaled="1"/>
            <a:tileRect/>
          </a:gra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633977-2F23-7203-DDBA-D6C486EA6FB2}"/>
              </a:ext>
            </a:extLst>
          </p:cNvPr>
          <p:cNvSpPr txBox="1"/>
          <p:nvPr/>
        </p:nvSpPr>
        <p:spPr>
          <a:xfrm>
            <a:off x="877481" y="987326"/>
            <a:ext cx="62295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>
                <a:latin typeface="Lembra XBold" panose="02010903060401050203" pitchFamily="50" charset="0"/>
              </a:rPr>
              <a:t>Contexto e objetivo: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98305E74-730B-4F79-368C-07AD87AFCF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1232" y="425959"/>
            <a:ext cx="4348706" cy="6006081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38FE704-84AF-04D0-B993-684AB98078E4}"/>
              </a:ext>
            </a:extLst>
          </p:cNvPr>
          <p:cNvSpPr/>
          <p:nvPr/>
        </p:nvSpPr>
        <p:spPr>
          <a:xfrm>
            <a:off x="597324" y="2080414"/>
            <a:ext cx="9178778" cy="3964445"/>
          </a:xfrm>
          <a:prstGeom prst="roundRect">
            <a:avLst>
              <a:gd name="adj" fmla="val 169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DDD4915-BAFE-3E6A-72AB-97B845CC6FA6}"/>
              </a:ext>
            </a:extLst>
          </p:cNvPr>
          <p:cNvSpPr txBox="1"/>
          <p:nvPr/>
        </p:nvSpPr>
        <p:spPr>
          <a:xfrm>
            <a:off x="1018728" y="2667812"/>
            <a:ext cx="81866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C6CC"/>
              </a:buClr>
            </a:pPr>
            <a:r>
              <a:rPr lang="pt-BR">
                <a:latin typeface="Lembra Light" panose="02010303060401050203" pitchFamily="50" charset="0"/>
              </a:rPr>
              <a:t>A Afinz está lançando uma grande campanha para clientes do cartão de crédito em parceria com </a:t>
            </a:r>
            <a:r>
              <a:rPr lang="pt-BR">
                <a:latin typeface="Lembra XBold" panose="02010903060401050203" pitchFamily="50" charset="0"/>
              </a:rPr>
              <a:t>Visa e FIFA</a:t>
            </a:r>
            <a:r>
              <a:rPr lang="pt-BR">
                <a:latin typeface="Lembra Light" panose="02010303060401050203" pitchFamily="50" charset="0"/>
              </a:rPr>
              <a:t>, com premiação em dinheiro atrelada à Copa do Mundo. É o momento ideal para engajar os colaboradores na mesma temática, criando um movimento interno que:</a:t>
            </a:r>
          </a:p>
          <a:p>
            <a:pPr>
              <a:buClr>
                <a:srgbClr val="00C6CC"/>
              </a:buClr>
            </a:pPr>
            <a:endParaRPr lang="pt-BR">
              <a:latin typeface="Lembra Light" panose="02010303060401050203" pitchFamily="50" charset="0"/>
            </a:endParaRPr>
          </a:p>
          <a:p>
            <a:pPr marL="285750" indent="-285750">
              <a:buClr>
                <a:srgbClr val="00C6CC"/>
              </a:buClr>
              <a:buFont typeface="Arial" panose="020B0604020202020204" pitchFamily="34" charset="0"/>
              <a:buChar char="•"/>
            </a:pPr>
            <a:r>
              <a:rPr lang="pt-BR">
                <a:latin typeface="Lembra Light" panose="02010303060401050203" pitchFamily="50" charset="0"/>
              </a:rPr>
              <a:t>Melhora o clima organizacional</a:t>
            </a:r>
          </a:p>
          <a:p>
            <a:pPr marL="285750" indent="-285750">
              <a:buClr>
                <a:srgbClr val="00C6CC"/>
              </a:buClr>
              <a:buFont typeface="Arial" panose="020B0604020202020204" pitchFamily="34" charset="0"/>
              <a:buChar char="•"/>
            </a:pPr>
            <a:r>
              <a:rPr lang="pt-BR">
                <a:latin typeface="Lembra Light" panose="02010303060401050203" pitchFamily="50" charset="0"/>
              </a:rPr>
              <a:t>Fortalece o senso de pertencimento e orgulho de marca</a:t>
            </a:r>
          </a:p>
          <a:p>
            <a:pPr marL="285750" indent="-285750">
              <a:buClr>
                <a:srgbClr val="00C6CC"/>
              </a:buClr>
              <a:buFont typeface="Arial" panose="020B0604020202020204" pitchFamily="34" charset="0"/>
              <a:buChar char="•"/>
            </a:pPr>
            <a:r>
              <a:rPr lang="pt-BR">
                <a:latin typeface="Lembra Light" panose="02010303060401050203" pitchFamily="50" charset="0"/>
              </a:rPr>
              <a:t>Forma embaixadores internos que amplificam a campanha externamente</a:t>
            </a:r>
          </a:p>
          <a:p>
            <a:pPr marL="285750" indent="-285750">
              <a:buClr>
                <a:srgbClr val="00C6CC"/>
              </a:buClr>
              <a:buFont typeface="Arial" panose="020B0604020202020204" pitchFamily="34" charset="0"/>
              <a:buChar char="•"/>
            </a:pPr>
            <a:r>
              <a:rPr lang="pt-BR">
                <a:latin typeface="Lembra Light" panose="02010303060401050203" pitchFamily="50" charset="0"/>
              </a:rPr>
              <a:t>Conecta nossa essência de fazer junto com um momento de celebração coletiva</a:t>
            </a:r>
          </a:p>
        </p:txBody>
      </p:sp>
    </p:spTree>
    <p:extLst>
      <p:ext uri="{BB962C8B-B14F-4D97-AF65-F5344CB8AC3E}">
        <p14:creationId xmlns:p14="http://schemas.microsoft.com/office/powerpoint/2010/main" val="32230117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 PXPSD_PSDSOURCELAYER" val="3"/>
  <p:tag name="PXPSD_LAYERNAME" val="Marca"/>
  <p:tag name="PXPSD_PSDFILENAME" val="S02_Dj.psd"/>
  <p:tag name="PXPSD_PSDSOURCE" val="C:\Users\djana\OneDrive - Chave Mestra\02. Projetos em andamento\Afinz\Apresentação\03. Identidade Visual\PSDs\S02_Dj.psd"/>
</p:tagLst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3aec22-b1a7-406d-938b-a8212fe66118">
      <Terms xmlns="http://schemas.microsoft.com/office/infopath/2007/PartnerControls"/>
    </lcf76f155ced4ddcb4097134ff3c332f>
    <TaxCatchAll xmlns="4f037f62-b141-44f8-b9c4-ff3ba90dccf6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2E7E9FEF7DC5243B3466CC3D44DDB0C" ma:contentTypeVersion="18" ma:contentTypeDescription="Criar um novo documento." ma:contentTypeScope="" ma:versionID="8b5b5a64b4c3964455c241096965107c">
  <xsd:schema xmlns:xsd="http://www.w3.org/2001/XMLSchema" xmlns:xs="http://www.w3.org/2001/XMLSchema" xmlns:p="http://schemas.microsoft.com/office/2006/metadata/properties" xmlns:ns1="http://schemas.microsoft.com/sharepoint/v3" xmlns:ns2="4f3aec22-b1a7-406d-938b-a8212fe66118" xmlns:ns3="4f037f62-b141-44f8-b9c4-ff3ba90dccf6" targetNamespace="http://schemas.microsoft.com/office/2006/metadata/properties" ma:root="true" ma:fieldsID="6c76ab4b16ae1f0c181561e70f4b74cb" ns1:_="" ns2:_="" ns3:_="">
    <xsd:import namespace="http://schemas.microsoft.com/sharepoint/v3"/>
    <xsd:import namespace="4f3aec22-b1a7-406d-938b-a8212fe66118"/>
    <xsd:import namespace="4f037f62-b141-44f8-b9c4-ff3ba90dcc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3aec22-b1a7-406d-938b-a8212fe661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75df2c6e-1918-49e6-a504-9bdbfe06a2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37f62-b141-44f8-b9c4-ff3ba90dcc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752d2a-c8ea-4de4-abf2-c7190d6cbf31}" ma:internalName="TaxCatchAll" ma:showField="CatchAllData" ma:web="4f037f62-b141-44f8-b9c4-ff3ba90dcc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4460A4-C5F2-4885-A0EA-E6559D772495}">
  <ds:schemaRefs>
    <ds:schemaRef ds:uri="http://schemas.openxmlformats.org/package/2006/metadata/core-properties"/>
    <ds:schemaRef ds:uri="4f3aec22-b1a7-406d-938b-a8212fe66118"/>
    <ds:schemaRef ds:uri="http://purl.org/dc/terms/"/>
    <ds:schemaRef ds:uri="http://schemas.microsoft.com/sharepoint/v3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4f037f62-b141-44f8-b9c4-ff3ba90dccf6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FBA745-28A5-4E91-8CF7-E8805414BB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3C989D-3078-40F4-898C-A42874883591}">
  <ds:schemaRefs>
    <ds:schemaRef ds:uri="4f037f62-b141-44f8-b9c4-ff3ba90dccf6"/>
    <ds:schemaRef ds:uri="4f3aec22-b1a7-406d-938b-a8212fe661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3201</Words>
  <Application>Microsoft Office PowerPoint</Application>
  <PresentationFormat>Widescreen</PresentationFormat>
  <Paragraphs>688</Paragraphs>
  <Slides>48</Slides>
  <Notes>3</Notes>
  <HiddenSlides>7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60" baseType="lpstr">
      <vt:lpstr>Aptos</vt:lpstr>
      <vt:lpstr>Arial</vt:lpstr>
      <vt:lpstr>Calibri</vt:lpstr>
      <vt:lpstr>Calibri Light</vt:lpstr>
      <vt:lpstr>Lembra</vt:lpstr>
      <vt:lpstr>Lembra </vt:lpstr>
      <vt:lpstr>Lembra Black</vt:lpstr>
      <vt:lpstr>Lembra Light</vt:lpstr>
      <vt:lpstr>Lembra XBold</vt:lpstr>
      <vt:lpstr>Tahoma</vt:lpstr>
      <vt:lpstr>Wingdings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Pedrão</dc:creator>
  <cp:lastModifiedBy>Pablo Prado De Castro</cp:lastModifiedBy>
  <cp:revision>56</cp:revision>
  <dcterms:created xsi:type="dcterms:W3CDTF">2023-05-30T16:19:51Z</dcterms:created>
  <dcterms:modified xsi:type="dcterms:W3CDTF">2026-08-05T17:04:51Z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0x01010072E7E9FEF7DC5243B3466CC3D44DDB0C</vt:lpwstr>
  </property>
  <property fmtid="{D5CDD505-2E9C-101B-9397-08002B2CF9AE}" pid="3" name="MediaServiceImageTags">
    <vt:lpwstr/>
  </property>
</Properties>
</file>